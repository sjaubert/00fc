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78" r:id="rId2"/>
  </p:sldIdLst>
  <p:sldSz cx="7561263" cy="10693400"/>
  <p:notesSz cx="6888163" cy="100203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1pPr>
    <a:lvl2pPr marL="381070"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2pPr>
    <a:lvl3pPr marL="762141"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3pPr>
    <a:lvl4pPr marL="1143212"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4pPr>
    <a:lvl5pPr marL="1524283"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5pPr>
    <a:lvl6pPr marL="1905353" algn="l" defTabSz="762141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6pPr>
    <a:lvl7pPr marL="2286422" algn="l" defTabSz="762141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7pPr>
    <a:lvl8pPr marL="2667494" algn="l" defTabSz="762141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8pPr>
    <a:lvl9pPr marL="3048565" algn="l" defTabSz="762141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8">
          <p15:clr>
            <a:srgbClr val="A4A3A4"/>
          </p15:clr>
        </p15:guide>
        <p15:guide id="2" pos="238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>
          <p15:clr>
            <a:srgbClr val="A4A3A4"/>
          </p15:clr>
        </p15:guide>
        <p15:guide id="2" pos="216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9900"/>
    <a:srgbClr val="CC0099"/>
    <a:srgbClr val="FF9900"/>
    <a:srgbClr val="CC9900"/>
    <a:srgbClr val="33CC33"/>
    <a:srgbClr val="5F5F5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89" autoAdjust="0"/>
  </p:normalViewPr>
  <p:slideViewPr>
    <p:cSldViewPr>
      <p:cViewPr>
        <p:scale>
          <a:sx n="66" d="100"/>
          <a:sy n="66" d="100"/>
        </p:scale>
        <p:origin x="1128" y="522"/>
      </p:cViewPr>
      <p:guideLst>
        <p:guide orient="horz" pos="3368"/>
        <p:guide pos="23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3163" y="-96"/>
      </p:cViewPr>
      <p:guideLst>
        <p:guide orient="horz" pos="3156"/>
        <p:guide pos="216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6088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06" tIns="46652" rIns="93306" bIns="46652" numCol="1" anchor="t" anchorCtr="0" compatLnSpc="1">
            <a:prstTxWarp prst="textNoShape">
              <a:avLst/>
            </a:prstTxWarp>
          </a:bodyPr>
          <a:lstStyle>
            <a:lvl1pPr defTabSz="933398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2075" y="0"/>
            <a:ext cx="2986088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06" tIns="46652" rIns="93306" bIns="46652" numCol="1" anchor="t" anchorCtr="0" compatLnSpc="1">
            <a:prstTxWarp prst="textNoShape">
              <a:avLst/>
            </a:prstTxWarp>
          </a:bodyPr>
          <a:lstStyle>
            <a:lvl1pPr algn="r" defTabSz="933398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518650"/>
            <a:ext cx="2986088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06" tIns="46652" rIns="93306" bIns="46652" numCol="1" anchor="b" anchorCtr="0" compatLnSpc="1">
            <a:prstTxWarp prst="textNoShape">
              <a:avLst/>
            </a:prstTxWarp>
          </a:bodyPr>
          <a:lstStyle>
            <a:lvl1pPr defTabSz="933398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2075" y="9518650"/>
            <a:ext cx="2986088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06" tIns="46652" rIns="93306" bIns="46652" numCol="1" anchor="b" anchorCtr="0" compatLnSpc="1">
            <a:prstTxWarp prst="textNoShape">
              <a:avLst/>
            </a:prstTxWarp>
          </a:bodyPr>
          <a:lstStyle>
            <a:lvl1pPr algn="r" defTabSz="933398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B0B1ACF2-EC35-4191-A014-6D03F0A3ED6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95623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4500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2075" y="0"/>
            <a:ext cx="2984500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16138" y="750888"/>
            <a:ext cx="2655887" cy="37576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1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975" y="4759325"/>
            <a:ext cx="5510213" cy="451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17063"/>
            <a:ext cx="2984500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5" tIns="45717" rIns="91435" bIns="45717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2075" y="9517063"/>
            <a:ext cx="2984500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5" tIns="45717" rIns="91435" bIns="45717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95A0E51F-92B0-4AD9-BE5E-445611081C1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60271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38107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762141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143212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524283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1905353" algn="l" defTabSz="762141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286422" algn="l" defTabSz="762141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667494" algn="l" defTabSz="762141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048565" algn="l" defTabSz="762141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08" indent="-285734" eaLnBrk="0" hangingPunct="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2936" indent="-228588" eaLnBrk="0" hangingPunct="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111" indent="-228588" eaLnBrk="0" hangingPunct="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285" indent="-228588" eaLnBrk="0" hangingPunct="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460" indent="-2285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634" indent="-2285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8809" indent="-2285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5983" indent="-2285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05E34F0-E39E-4845-A19F-AFA051073B92}" type="slidenum">
              <a:rPr lang="fr-FR" sz="1200" b="0">
                <a:latin typeface="Times New Roman" pitchFamily="18" charset="0"/>
              </a:rPr>
              <a:pPr eaLnBrk="1" hangingPunct="1"/>
              <a:t>1</a:t>
            </a:fld>
            <a:endParaRPr lang="fr-FR" sz="1200" b="0" dirty="0">
              <a:latin typeface="Times New Roman" pitchFamily="18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16138" y="750888"/>
            <a:ext cx="2655887" cy="3757612"/>
          </a:xfrm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7167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67095" y="3322084"/>
            <a:ext cx="6427074" cy="2291952"/>
          </a:xfrm>
          <a:prstGeom prst="rect">
            <a:avLst/>
          </a:prstGeom>
        </p:spPr>
        <p:txBody>
          <a:bodyPr lIns="76213" tIns="38106" rIns="76213" bIns="38106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34190" y="6059595"/>
            <a:ext cx="5292884" cy="2732165"/>
          </a:xfrm>
          <a:prstGeom prst="rect">
            <a:avLst/>
          </a:prstGeom>
        </p:spPr>
        <p:txBody>
          <a:bodyPr lIns="76213" tIns="38106" rIns="76213" bIns="38106"/>
          <a:lstStyle>
            <a:lvl1pPr marL="0" indent="0" algn="ctr">
              <a:buNone/>
              <a:defRPr/>
            </a:lvl1pPr>
            <a:lvl2pPr marL="381070" indent="0" algn="ctr">
              <a:buNone/>
              <a:defRPr/>
            </a:lvl2pPr>
            <a:lvl3pPr marL="762141" indent="0" algn="ctr">
              <a:buNone/>
              <a:defRPr/>
            </a:lvl3pPr>
            <a:lvl4pPr marL="1143212" indent="0" algn="ctr">
              <a:buNone/>
              <a:defRPr/>
            </a:lvl4pPr>
            <a:lvl5pPr marL="1524283" indent="0" algn="ctr">
              <a:buNone/>
              <a:defRPr/>
            </a:lvl5pPr>
            <a:lvl6pPr marL="1905353" indent="0" algn="ctr">
              <a:buNone/>
              <a:defRPr/>
            </a:lvl6pPr>
            <a:lvl7pPr marL="2286422" indent="0" algn="ctr">
              <a:buNone/>
              <a:defRPr/>
            </a:lvl7pPr>
            <a:lvl8pPr marL="2667494" indent="0" algn="ctr">
              <a:buNone/>
              <a:defRPr/>
            </a:lvl8pPr>
            <a:lvl9pPr marL="3048565" indent="0" algn="ctr">
              <a:buNone/>
              <a:defRPr/>
            </a:lvl9pPr>
          </a:lstStyle>
          <a:p>
            <a:r>
              <a:rPr lang="fr-FR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77597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063" y="427739"/>
            <a:ext cx="6805137" cy="1782232"/>
          </a:xfrm>
          <a:prstGeom prst="rect">
            <a:avLst/>
          </a:prstGeom>
        </p:spPr>
        <p:txBody>
          <a:bodyPr lIns="76213" tIns="38106" rIns="76213" bIns="38106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78063" y="2495127"/>
            <a:ext cx="6805137" cy="7057644"/>
          </a:xfrm>
          <a:prstGeom prst="rect">
            <a:avLst/>
          </a:prstGeom>
        </p:spPr>
        <p:txBody>
          <a:bodyPr lIns="76213" tIns="38106" rIns="76213" bIns="38106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263554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96850" y="6872297"/>
            <a:ext cx="6427074" cy="2122640"/>
          </a:xfrm>
          <a:prstGeom prst="rect">
            <a:avLst/>
          </a:prstGeom>
        </p:spPr>
        <p:txBody>
          <a:bodyPr lIns="76213" tIns="38106" rIns="76213" bIns="38106" anchor="t"/>
          <a:lstStyle>
            <a:lvl1pPr algn="l">
              <a:defRPr sz="34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96850" y="4532224"/>
            <a:ext cx="6427074" cy="2340072"/>
          </a:xfrm>
          <a:prstGeom prst="rect">
            <a:avLst/>
          </a:prstGeom>
        </p:spPr>
        <p:txBody>
          <a:bodyPr lIns="76213" tIns="38106" rIns="76213" bIns="38106" anchor="b"/>
          <a:lstStyle>
            <a:lvl1pPr marL="0" indent="0">
              <a:buNone/>
              <a:defRPr sz="1600"/>
            </a:lvl1pPr>
            <a:lvl2pPr marL="381070" indent="0">
              <a:buNone/>
              <a:defRPr sz="1500"/>
            </a:lvl2pPr>
            <a:lvl3pPr marL="762141" indent="0">
              <a:buNone/>
              <a:defRPr sz="1400"/>
            </a:lvl3pPr>
            <a:lvl4pPr marL="1143212" indent="0">
              <a:buNone/>
              <a:defRPr sz="1200"/>
            </a:lvl4pPr>
            <a:lvl5pPr marL="1524283" indent="0">
              <a:buNone/>
              <a:defRPr sz="1200"/>
            </a:lvl5pPr>
            <a:lvl6pPr marL="1905353" indent="0">
              <a:buNone/>
              <a:defRPr sz="1200"/>
            </a:lvl6pPr>
            <a:lvl7pPr marL="2286422" indent="0">
              <a:buNone/>
              <a:defRPr sz="1200"/>
            </a:lvl7pPr>
            <a:lvl8pPr marL="2667494" indent="0">
              <a:buNone/>
              <a:defRPr sz="1200"/>
            </a:lvl8pPr>
            <a:lvl9pPr marL="3048565" indent="0">
              <a:buNone/>
              <a:defRPr sz="12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253551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063" y="427739"/>
            <a:ext cx="6805137" cy="1782232"/>
          </a:xfrm>
          <a:prstGeom prst="rect">
            <a:avLst/>
          </a:prstGeom>
        </p:spPr>
        <p:txBody>
          <a:bodyPr lIns="76213" tIns="38106" rIns="76213" bIns="38106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78063" y="2495127"/>
            <a:ext cx="3318554" cy="7057644"/>
          </a:xfrm>
          <a:prstGeom prst="rect">
            <a:avLst/>
          </a:prstGeom>
        </p:spPr>
        <p:txBody>
          <a:bodyPr lIns="76213" tIns="38106" rIns="76213" bIns="38106"/>
          <a:lstStyle>
            <a:lvl1pPr>
              <a:defRPr sz="2300"/>
            </a:lvl1pPr>
            <a:lvl2pPr>
              <a:defRPr sz="21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864646" y="2495127"/>
            <a:ext cx="3318554" cy="7057644"/>
          </a:xfrm>
          <a:prstGeom prst="rect">
            <a:avLst/>
          </a:prstGeom>
        </p:spPr>
        <p:txBody>
          <a:bodyPr lIns="76213" tIns="38106" rIns="76213" bIns="38106"/>
          <a:lstStyle>
            <a:lvl1pPr>
              <a:defRPr sz="2300"/>
            </a:lvl1pPr>
            <a:lvl2pPr>
              <a:defRPr sz="21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34770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063" y="427739"/>
            <a:ext cx="6805137" cy="1782232"/>
          </a:xfrm>
          <a:prstGeom prst="rect">
            <a:avLst/>
          </a:prstGeom>
        </p:spPr>
        <p:txBody>
          <a:bodyPr lIns="76213" tIns="38106" rIns="76213" bIns="38106"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78063" y="2393540"/>
            <a:ext cx="3341309" cy="998051"/>
          </a:xfrm>
          <a:prstGeom prst="rect">
            <a:avLst/>
          </a:prstGeom>
        </p:spPr>
        <p:txBody>
          <a:bodyPr lIns="76213" tIns="38106" rIns="76213" bIns="38106" anchor="b"/>
          <a:lstStyle>
            <a:lvl1pPr marL="0" indent="0">
              <a:buNone/>
              <a:defRPr sz="2100" b="1"/>
            </a:lvl1pPr>
            <a:lvl2pPr marL="381070" indent="0">
              <a:buNone/>
              <a:defRPr sz="1600" b="1"/>
            </a:lvl2pPr>
            <a:lvl3pPr marL="762141" indent="0">
              <a:buNone/>
              <a:defRPr sz="1500" b="1"/>
            </a:lvl3pPr>
            <a:lvl4pPr marL="1143212" indent="0">
              <a:buNone/>
              <a:defRPr sz="1400" b="1"/>
            </a:lvl4pPr>
            <a:lvl5pPr marL="1524283" indent="0">
              <a:buNone/>
              <a:defRPr sz="1400" b="1"/>
            </a:lvl5pPr>
            <a:lvl6pPr marL="1905353" indent="0">
              <a:buNone/>
              <a:defRPr sz="1400" b="1"/>
            </a:lvl6pPr>
            <a:lvl7pPr marL="2286422" indent="0">
              <a:buNone/>
              <a:defRPr sz="1400" b="1"/>
            </a:lvl7pPr>
            <a:lvl8pPr marL="2667494" indent="0">
              <a:buNone/>
              <a:defRPr sz="1400" b="1"/>
            </a:lvl8pPr>
            <a:lvl9pPr marL="3048565" indent="0">
              <a:buNone/>
              <a:defRPr sz="14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78063" y="3391593"/>
            <a:ext cx="3341309" cy="6161180"/>
          </a:xfrm>
          <a:prstGeom prst="rect">
            <a:avLst/>
          </a:prstGeom>
        </p:spPr>
        <p:txBody>
          <a:bodyPr lIns="76213" tIns="38106" rIns="76213" bIns="38106"/>
          <a:lstStyle>
            <a:lvl1pPr>
              <a:defRPr sz="2100"/>
            </a:lvl1pPr>
            <a:lvl2pPr>
              <a:defRPr sz="16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841895" y="2393540"/>
            <a:ext cx="3341308" cy="998051"/>
          </a:xfrm>
          <a:prstGeom prst="rect">
            <a:avLst/>
          </a:prstGeom>
        </p:spPr>
        <p:txBody>
          <a:bodyPr lIns="76213" tIns="38106" rIns="76213" bIns="38106" anchor="b"/>
          <a:lstStyle>
            <a:lvl1pPr marL="0" indent="0">
              <a:buNone/>
              <a:defRPr sz="2100" b="1"/>
            </a:lvl1pPr>
            <a:lvl2pPr marL="381070" indent="0">
              <a:buNone/>
              <a:defRPr sz="1600" b="1"/>
            </a:lvl2pPr>
            <a:lvl3pPr marL="762141" indent="0">
              <a:buNone/>
              <a:defRPr sz="1500" b="1"/>
            </a:lvl3pPr>
            <a:lvl4pPr marL="1143212" indent="0">
              <a:buNone/>
              <a:defRPr sz="1400" b="1"/>
            </a:lvl4pPr>
            <a:lvl5pPr marL="1524283" indent="0">
              <a:buNone/>
              <a:defRPr sz="1400" b="1"/>
            </a:lvl5pPr>
            <a:lvl6pPr marL="1905353" indent="0">
              <a:buNone/>
              <a:defRPr sz="1400" b="1"/>
            </a:lvl6pPr>
            <a:lvl7pPr marL="2286422" indent="0">
              <a:buNone/>
              <a:defRPr sz="1400" b="1"/>
            </a:lvl7pPr>
            <a:lvl8pPr marL="2667494" indent="0">
              <a:buNone/>
              <a:defRPr sz="1400" b="1"/>
            </a:lvl8pPr>
            <a:lvl9pPr marL="3048565" indent="0">
              <a:buNone/>
              <a:defRPr sz="14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841895" y="3391593"/>
            <a:ext cx="3341308" cy="6161180"/>
          </a:xfrm>
          <a:prstGeom prst="rect">
            <a:avLst/>
          </a:prstGeom>
        </p:spPr>
        <p:txBody>
          <a:bodyPr lIns="76213" tIns="38106" rIns="76213" bIns="38106"/>
          <a:lstStyle>
            <a:lvl1pPr>
              <a:defRPr sz="2100"/>
            </a:lvl1pPr>
            <a:lvl2pPr>
              <a:defRPr sz="16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859931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063" y="427739"/>
            <a:ext cx="6805137" cy="1782232"/>
          </a:xfrm>
          <a:prstGeom prst="rect">
            <a:avLst/>
          </a:prstGeom>
        </p:spPr>
        <p:txBody>
          <a:bodyPr lIns="76213" tIns="38106" rIns="76213" bIns="38106"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577593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/>
          <p:cNvGrpSpPr/>
          <p:nvPr userDrawn="1"/>
        </p:nvGrpSpPr>
        <p:grpSpPr>
          <a:xfrm>
            <a:off x="213466" y="227953"/>
            <a:ext cx="7134331" cy="10237494"/>
            <a:chOff x="209240" y="231574"/>
            <a:chExt cx="7134331" cy="10237494"/>
          </a:xfrm>
        </p:grpSpPr>
        <p:grpSp>
          <p:nvGrpSpPr>
            <p:cNvPr id="4" name="Group 58"/>
            <p:cNvGrpSpPr>
              <a:grpSpLocks/>
            </p:cNvGrpSpPr>
            <p:nvPr/>
          </p:nvGrpSpPr>
          <p:grpSpPr bwMode="auto">
            <a:xfrm>
              <a:off x="4054149" y="6568938"/>
              <a:ext cx="3289422" cy="3900130"/>
              <a:chOff x="770" y="4497"/>
              <a:chExt cx="3057" cy="1476"/>
            </a:xfrm>
          </p:grpSpPr>
          <p:sp>
            <p:nvSpPr>
              <p:cNvPr id="8" name="Line 59"/>
              <p:cNvSpPr>
                <a:spLocks noChangeShapeType="1"/>
              </p:cNvSpPr>
              <p:nvPr/>
            </p:nvSpPr>
            <p:spPr bwMode="auto">
              <a:xfrm flipV="1">
                <a:off x="3827" y="4497"/>
                <a:ext cx="0" cy="14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Calibri" pitchFamily="34" charset="0"/>
                </a:endParaRPr>
              </a:p>
            </p:txBody>
          </p:sp>
          <p:sp>
            <p:nvSpPr>
              <p:cNvPr id="9" name="Line 60"/>
              <p:cNvSpPr>
                <a:spLocks noChangeShapeType="1"/>
              </p:cNvSpPr>
              <p:nvPr/>
            </p:nvSpPr>
            <p:spPr bwMode="auto">
              <a:xfrm>
                <a:off x="770" y="5973"/>
                <a:ext cx="305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Calibri" pitchFamily="34" charset="0"/>
                </a:endParaRPr>
              </a:p>
            </p:txBody>
          </p:sp>
        </p:grpSp>
        <p:grpSp>
          <p:nvGrpSpPr>
            <p:cNvPr id="5" name="Group 61"/>
            <p:cNvGrpSpPr>
              <a:grpSpLocks/>
            </p:cNvGrpSpPr>
            <p:nvPr/>
          </p:nvGrpSpPr>
          <p:grpSpPr bwMode="auto">
            <a:xfrm>
              <a:off x="209240" y="231574"/>
              <a:ext cx="3279531" cy="2306814"/>
              <a:chOff x="37" y="44"/>
              <a:chExt cx="3057" cy="1462"/>
            </a:xfrm>
          </p:grpSpPr>
          <p:sp>
            <p:nvSpPr>
              <p:cNvPr id="6" name="Line 62"/>
              <p:cNvSpPr>
                <a:spLocks noChangeShapeType="1"/>
              </p:cNvSpPr>
              <p:nvPr/>
            </p:nvSpPr>
            <p:spPr bwMode="auto">
              <a:xfrm>
                <a:off x="37" y="44"/>
                <a:ext cx="305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Calibri" pitchFamily="34" charset="0"/>
                </a:endParaRPr>
              </a:p>
            </p:txBody>
          </p:sp>
          <p:sp>
            <p:nvSpPr>
              <p:cNvPr id="7" name="Line 63"/>
              <p:cNvSpPr>
                <a:spLocks noChangeShapeType="1"/>
              </p:cNvSpPr>
              <p:nvPr/>
            </p:nvSpPr>
            <p:spPr bwMode="auto">
              <a:xfrm>
                <a:off x="37" y="44"/>
                <a:ext cx="0" cy="14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Calibri" pitchFamily="34" charset="0"/>
                </a:endParaRPr>
              </a:p>
            </p:txBody>
          </p:sp>
        </p:grpSp>
      </p:grpSp>
      <p:sp>
        <p:nvSpPr>
          <p:cNvPr id="10" name="Text Box 57"/>
          <p:cNvSpPr txBox="1">
            <a:spLocks noChangeArrowheads="1"/>
          </p:cNvSpPr>
          <p:nvPr userDrawn="1"/>
        </p:nvSpPr>
        <p:spPr bwMode="auto">
          <a:xfrm>
            <a:off x="103932" y="10315252"/>
            <a:ext cx="3676699" cy="144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10800" rIns="0" bIns="1080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800" b="0" dirty="0">
                <a:solidFill>
                  <a:srgbClr val="000000"/>
                </a:solidFill>
                <a:latin typeface="Calibri" panose="020F0502020204030204" pitchFamily="34" charset="0"/>
              </a:rPr>
              <a:t>Puissance 7</a:t>
            </a:r>
            <a:r>
              <a:rPr lang="fr-FR" sz="800" b="0" dirty="0">
                <a:latin typeface="Calibri" panose="020F0502020204030204" pitchFamily="34" charset="0"/>
              </a:rPr>
              <a:t>®</a:t>
            </a:r>
            <a:r>
              <a:rPr lang="fr-FR" sz="800" b="0" dirty="0">
                <a:solidFill>
                  <a:srgbClr val="000000"/>
                </a:solidFill>
                <a:latin typeface="Calibri" panose="020F0502020204030204" pitchFamily="34" charset="0"/>
                <a:cs typeface="Arial" charset="0"/>
              </a:rPr>
              <a:t>, </a:t>
            </a:r>
            <a:r>
              <a:rPr lang="fr-FR" sz="800" b="0" dirty="0">
                <a:latin typeface="Calibri" pitchFamily="34" charset="0"/>
              </a:rPr>
              <a:t>CIPE, Tous Droits Réservés</a:t>
            </a:r>
          </a:p>
        </p:txBody>
      </p:sp>
    </p:spTree>
    <p:extLst>
      <p:ext uri="{BB962C8B-B14F-4D97-AF65-F5344CB8AC3E}">
        <p14:creationId xmlns:p14="http://schemas.microsoft.com/office/powerpoint/2010/main" val="677387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063" y="425959"/>
            <a:ext cx="2487166" cy="1812531"/>
          </a:xfrm>
          <a:prstGeom prst="rect">
            <a:avLst/>
          </a:prstGeom>
        </p:spPr>
        <p:txBody>
          <a:bodyPr lIns="76213" tIns="38106" rIns="76213" bIns="38106" anchor="b"/>
          <a:lstStyle>
            <a:lvl1pPr algn="l">
              <a:defRPr sz="16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956244" y="425955"/>
            <a:ext cx="4226956" cy="9126816"/>
          </a:xfrm>
          <a:prstGeom prst="rect">
            <a:avLst/>
          </a:prstGeom>
        </p:spPr>
        <p:txBody>
          <a:bodyPr lIns="76213" tIns="38106" rIns="76213" bIns="38106"/>
          <a:lstStyle>
            <a:lvl1pPr>
              <a:defRPr sz="2700"/>
            </a:lvl1pPr>
            <a:lvl2pPr>
              <a:defRPr sz="2300"/>
            </a:lvl2pPr>
            <a:lvl3pPr>
              <a:defRPr sz="21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78063" y="2238487"/>
            <a:ext cx="2487166" cy="7314287"/>
          </a:xfrm>
          <a:prstGeom prst="rect">
            <a:avLst/>
          </a:prstGeom>
        </p:spPr>
        <p:txBody>
          <a:bodyPr lIns="76213" tIns="38106" rIns="76213" bIns="38106"/>
          <a:lstStyle>
            <a:lvl1pPr marL="0" indent="0">
              <a:buNone/>
              <a:defRPr sz="1200"/>
            </a:lvl1pPr>
            <a:lvl2pPr marL="381070" indent="0">
              <a:buNone/>
              <a:defRPr sz="1000"/>
            </a:lvl2pPr>
            <a:lvl3pPr marL="762141" indent="0">
              <a:buNone/>
              <a:defRPr sz="900"/>
            </a:lvl3pPr>
            <a:lvl4pPr marL="1143212" indent="0">
              <a:buNone/>
              <a:defRPr sz="700"/>
            </a:lvl4pPr>
            <a:lvl5pPr marL="1524283" indent="0">
              <a:buNone/>
              <a:defRPr sz="700"/>
            </a:lvl5pPr>
            <a:lvl6pPr marL="1905353" indent="0">
              <a:buNone/>
              <a:defRPr sz="700"/>
            </a:lvl6pPr>
            <a:lvl7pPr marL="2286422" indent="0">
              <a:buNone/>
              <a:defRPr sz="700"/>
            </a:lvl7pPr>
            <a:lvl8pPr marL="2667494" indent="0">
              <a:buNone/>
              <a:defRPr sz="700"/>
            </a:lvl8pPr>
            <a:lvl9pPr marL="3048565" indent="0">
              <a:buNone/>
              <a:defRPr sz="7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773259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82498" y="7485381"/>
            <a:ext cx="4536758" cy="883988"/>
          </a:xfrm>
          <a:prstGeom prst="rect">
            <a:avLst/>
          </a:prstGeom>
        </p:spPr>
        <p:txBody>
          <a:bodyPr lIns="76213" tIns="38106" rIns="76213" bIns="38106" anchor="b"/>
          <a:lstStyle>
            <a:lvl1pPr algn="l">
              <a:defRPr sz="16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482498" y="955277"/>
            <a:ext cx="4536758" cy="6416040"/>
          </a:xfrm>
          <a:prstGeom prst="rect">
            <a:avLst/>
          </a:prstGeom>
        </p:spPr>
        <p:txBody>
          <a:bodyPr lIns="76213" tIns="38106" rIns="76213" bIns="38106"/>
          <a:lstStyle>
            <a:lvl1pPr marL="0" indent="0">
              <a:buNone/>
              <a:defRPr sz="2700"/>
            </a:lvl1pPr>
            <a:lvl2pPr marL="381070" indent="0">
              <a:buNone/>
              <a:defRPr sz="2300"/>
            </a:lvl2pPr>
            <a:lvl3pPr marL="762141" indent="0">
              <a:buNone/>
              <a:defRPr sz="2100"/>
            </a:lvl3pPr>
            <a:lvl4pPr marL="1143212" indent="0">
              <a:buNone/>
              <a:defRPr sz="1600"/>
            </a:lvl4pPr>
            <a:lvl5pPr marL="1524283" indent="0">
              <a:buNone/>
              <a:defRPr sz="1600"/>
            </a:lvl5pPr>
            <a:lvl6pPr marL="1905353" indent="0">
              <a:buNone/>
              <a:defRPr sz="1600"/>
            </a:lvl6pPr>
            <a:lvl7pPr marL="2286422" indent="0">
              <a:buNone/>
              <a:defRPr sz="1600"/>
            </a:lvl7pPr>
            <a:lvl8pPr marL="2667494" indent="0">
              <a:buNone/>
              <a:defRPr sz="1600"/>
            </a:lvl8pPr>
            <a:lvl9pPr marL="3048565" indent="0">
              <a:buNone/>
              <a:defRPr sz="16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482498" y="8369368"/>
            <a:ext cx="4536758" cy="1254692"/>
          </a:xfrm>
          <a:prstGeom prst="rect">
            <a:avLst/>
          </a:prstGeom>
        </p:spPr>
        <p:txBody>
          <a:bodyPr lIns="76213" tIns="38106" rIns="76213" bIns="38106"/>
          <a:lstStyle>
            <a:lvl1pPr marL="0" indent="0">
              <a:buNone/>
              <a:defRPr sz="1200"/>
            </a:lvl1pPr>
            <a:lvl2pPr marL="381070" indent="0">
              <a:buNone/>
              <a:defRPr sz="1000"/>
            </a:lvl2pPr>
            <a:lvl3pPr marL="762141" indent="0">
              <a:buNone/>
              <a:defRPr sz="900"/>
            </a:lvl3pPr>
            <a:lvl4pPr marL="1143212" indent="0">
              <a:buNone/>
              <a:defRPr sz="700"/>
            </a:lvl4pPr>
            <a:lvl5pPr marL="1524283" indent="0">
              <a:buNone/>
              <a:defRPr sz="700"/>
            </a:lvl5pPr>
            <a:lvl6pPr marL="1905353" indent="0">
              <a:buNone/>
              <a:defRPr sz="700"/>
            </a:lvl6pPr>
            <a:lvl7pPr marL="2286422" indent="0">
              <a:buNone/>
              <a:defRPr sz="700"/>
            </a:lvl7pPr>
            <a:lvl8pPr marL="2667494" indent="0">
              <a:buNone/>
              <a:defRPr sz="700"/>
            </a:lvl8pPr>
            <a:lvl9pPr marL="3048565" indent="0">
              <a:buNone/>
              <a:defRPr sz="7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13326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063" y="427739"/>
            <a:ext cx="6805137" cy="1782232"/>
          </a:xfrm>
          <a:prstGeom prst="rect">
            <a:avLst/>
          </a:prstGeom>
        </p:spPr>
        <p:txBody>
          <a:bodyPr lIns="76213" tIns="38106" rIns="76213" bIns="38106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78063" y="2495127"/>
            <a:ext cx="6805137" cy="7057644"/>
          </a:xfrm>
          <a:prstGeom prst="rect">
            <a:avLst/>
          </a:prstGeom>
        </p:spPr>
        <p:txBody>
          <a:bodyPr vert="eaVert" lIns="76213" tIns="38106" rIns="76213" bIns="38106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0946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5481916" y="427737"/>
            <a:ext cx="1701284" cy="9125035"/>
          </a:xfrm>
          <a:prstGeom prst="rect">
            <a:avLst/>
          </a:prstGeom>
        </p:spPr>
        <p:txBody>
          <a:bodyPr vert="eaVert" lIns="76213" tIns="38106" rIns="76213" bIns="38106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78063" y="427737"/>
            <a:ext cx="4935824" cy="9125035"/>
          </a:xfrm>
          <a:prstGeom prst="rect">
            <a:avLst/>
          </a:prstGeom>
        </p:spPr>
        <p:txBody>
          <a:bodyPr vert="eaVert" lIns="76213" tIns="38106" rIns="76213" bIns="38106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057019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7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7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7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7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700">
          <a:solidFill>
            <a:schemeClr val="tx2"/>
          </a:solidFill>
          <a:latin typeface="Times New Roman" pitchFamily="18" charset="0"/>
        </a:defRPr>
      </a:lvl5pPr>
      <a:lvl6pPr marL="381070" algn="ctr" rtl="0" fontAlgn="base">
        <a:spcBef>
          <a:spcPct val="0"/>
        </a:spcBef>
        <a:spcAft>
          <a:spcPct val="0"/>
        </a:spcAft>
        <a:defRPr sz="3700">
          <a:solidFill>
            <a:schemeClr val="tx2"/>
          </a:solidFill>
          <a:latin typeface="Times New Roman" pitchFamily="18" charset="0"/>
        </a:defRPr>
      </a:lvl6pPr>
      <a:lvl7pPr marL="762141" algn="ctr" rtl="0" fontAlgn="base">
        <a:spcBef>
          <a:spcPct val="0"/>
        </a:spcBef>
        <a:spcAft>
          <a:spcPct val="0"/>
        </a:spcAft>
        <a:defRPr sz="3700">
          <a:solidFill>
            <a:schemeClr val="tx2"/>
          </a:solidFill>
          <a:latin typeface="Times New Roman" pitchFamily="18" charset="0"/>
        </a:defRPr>
      </a:lvl7pPr>
      <a:lvl8pPr marL="1143212" algn="ctr" rtl="0" fontAlgn="base">
        <a:spcBef>
          <a:spcPct val="0"/>
        </a:spcBef>
        <a:spcAft>
          <a:spcPct val="0"/>
        </a:spcAft>
        <a:defRPr sz="3700">
          <a:solidFill>
            <a:schemeClr val="tx2"/>
          </a:solidFill>
          <a:latin typeface="Times New Roman" pitchFamily="18" charset="0"/>
        </a:defRPr>
      </a:lvl8pPr>
      <a:lvl9pPr marL="1524283" algn="ctr" rtl="0" fontAlgn="base">
        <a:spcBef>
          <a:spcPct val="0"/>
        </a:spcBef>
        <a:spcAft>
          <a:spcPct val="0"/>
        </a:spcAft>
        <a:defRPr sz="3700">
          <a:solidFill>
            <a:schemeClr val="tx2"/>
          </a:solidFill>
          <a:latin typeface="Times New Roman" pitchFamily="18" charset="0"/>
        </a:defRPr>
      </a:lvl9pPr>
    </p:titleStyle>
    <p:bodyStyle>
      <a:lvl1pPr marL="285804" indent="-285804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  <a:ea typeface="+mn-ea"/>
          <a:cs typeface="+mn-cs"/>
        </a:defRPr>
      </a:lvl1pPr>
      <a:lvl2pPr marL="619240" indent="-238170" algn="l" rtl="0" eaLnBrk="0" fontAlgn="base" hangingPunct="0">
        <a:spcBef>
          <a:spcPct val="20000"/>
        </a:spcBef>
        <a:spcAft>
          <a:spcPct val="0"/>
        </a:spcAft>
        <a:buChar char="–"/>
        <a:defRPr sz="2300">
          <a:solidFill>
            <a:schemeClr val="tx1"/>
          </a:solidFill>
          <a:latin typeface="+mn-lt"/>
        </a:defRPr>
      </a:lvl2pPr>
      <a:lvl3pPr marL="952676" indent="-190536" algn="l" rtl="0" eaLnBrk="0" fontAlgn="base" hangingPunct="0">
        <a:spcBef>
          <a:spcPct val="20000"/>
        </a:spcBef>
        <a:spcAft>
          <a:spcPct val="0"/>
        </a:spcAft>
        <a:buChar char="•"/>
        <a:defRPr sz="2100">
          <a:solidFill>
            <a:schemeClr val="tx1"/>
          </a:solidFill>
          <a:latin typeface="+mn-lt"/>
        </a:defRPr>
      </a:lvl3pPr>
      <a:lvl4pPr marL="1333748" indent="-190536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1714817" indent="-190536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095889" indent="-190536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476959" indent="-190536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2858030" indent="-190536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239101" indent="-190536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762141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1070" algn="l" defTabSz="762141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2141" algn="l" defTabSz="762141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212" algn="l" defTabSz="762141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4283" algn="l" defTabSz="762141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5353" algn="l" defTabSz="762141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6422" algn="l" defTabSz="762141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7494" algn="l" defTabSz="762141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8565" algn="l" defTabSz="762141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ZoneTexte 421"/>
          <p:cNvSpPr txBox="1">
            <a:spLocks noChangeArrowheads="1"/>
          </p:cNvSpPr>
          <p:nvPr/>
        </p:nvSpPr>
        <p:spPr bwMode="auto">
          <a:xfrm>
            <a:off x="215834" y="245332"/>
            <a:ext cx="6301101" cy="822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08000" tIns="36000" rIns="108000" bIns="108000" anchor="t" anchorCtr="0">
            <a:spAutoFit/>
          </a:bodyPr>
          <a:lstStyle>
            <a:defPPr>
              <a:defRPr lang="fr-FR"/>
            </a:defPPr>
            <a:lvl1pPr>
              <a:defRPr sz="2200">
                <a:solidFill>
                  <a:srgbClr val="333399"/>
                </a:solidFill>
                <a:latin typeface="Franklin Gothic Book" pitchFamily="34" charset="0"/>
              </a:defRPr>
            </a:lvl1pPr>
          </a:lstStyle>
          <a:p>
            <a:r>
              <a:rPr lang="fr-FR" sz="1800" dirty="0">
                <a:solidFill>
                  <a:schemeClr val="tx1"/>
                </a:solidFill>
                <a:latin typeface="Calibri" pitchFamily="34" charset="0"/>
              </a:rPr>
              <a:t>Questionnaire d'évaluation</a:t>
            </a:r>
          </a:p>
          <a:p>
            <a:endParaRPr lang="fr-FR" sz="1200" b="0" dirty="0">
              <a:solidFill>
                <a:schemeClr val="tx1"/>
              </a:solidFill>
              <a:latin typeface="Calibri" pitchFamily="34" charset="0"/>
              <a:cs typeface="Arial" pitchFamily="34" charset="0"/>
            </a:endParaRPr>
          </a:p>
          <a:p>
            <a:r>
              <a:rPr lang="fr-FR" sz="1400" b="0" dirty="0">
                <a:solidFill>
                  <a:schemeClr val="tx1"/>
                </a:solidFill>
                <a:latin typeface="Calibri" pitchFamily="34" charset="0"/>
                <a:cs typeface="Arial" pitchFamily="34" charset="0"/>
              </a:rPr>
              <a:t>Cochez la (les) bonne(s) réponse(s) : </a:t>
            </a:r>
          </a:p>
        </p:txBody>
      </p:sp>
      <p:graphicFrame>
        <p:nvGraphicFramePr>
          <p:cNvPr id="42" name="Tableau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680495"/>
              </p:ext>
            </p:extLst>
          </p:nvPr>
        </p:nvGraphicFramePr>
        <p:xfrm>
          <a:off x="405781" y="1242244"/>
          <a:ext cx="6749701" cy="8828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5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3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83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83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83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61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866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6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6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itchFamily="34" charset="0"/>
                        </a:rPr>
                        <a:t>A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itchFamily="34" charset="0"/>
                        </a:rPr>
                        <a:t>B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itchFamily="34" charset="0"/>
                        </a:rPr>
                        <a:t>C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itchFamily="34" charset="0"/>
                        </a:rPr>
                        <a:t>D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itchFamily="34" charset="0"/>
                        </a:rPr>
                        <a:t>E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itchFamily="34" charset="0"/>
                        </a:rPr>
                        <a:t>écrivez</a:t>
                      </a:r>
                      <a:r>
                        <a:rPr lang="fr-FR" sz="1100" b="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itchFamily="34" charset="0"/>
                        </a:rPr>
                        <a:t> </a:t>
                      </a:r>
                      <a:r>
                        <a:rPr lang="fr-FR" sz="11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itchFamily="34" charset="0"/>
                        </a:rPr>
                        <a:t>un "1"</a:t>
                      </a:r>
                    </a:p>
                    <a:p>
                      <a:pPr algn="ctr"/>
                      <a:r>
                        <a:rPr lang="fr-FR" sz="11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itchFamily="34" charset="0"/>
                        </a:rPr>
                        <a:t>quand la réponse</a:t>
                      </a:r>
                    </a:p>
                    <a:p>
                      <a:pPr algn="ctr"/>
                      <a:r>
                        <a:rPr lang="fr-FR" sz="11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itchFamily="34" charset="0"/>
                        </a:rPr>
                        <a:t>est correcte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27">
                <a:tc>
                  <a:txBody>
                    <a:bodyPr/>
                    <a:lstStyle/>
                    <a:p>
                      <a:pPr algn="r"/>
                      <a:r>
                        <a:rPr lang="fr-FR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762141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La résolution d'un problème se déroule en 4 phases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27">
                <a:tc>
                  <a:txBody>
                    <a:bodyPr/>
                    <a:lstStyle/>
                    <a:p>
                      <a:pPr algn="r"/>
                      <a:r>
                        <a:rPr lang="fr-FR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762141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Parmi ces recommandations pour résoudre un problème, se trouve un intrus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27">
                <a:tc>
                  <a:txBody>
                    <a:bodyPr/>
                    <a:lstStyle/>
                    <a:p>
                      <a:pPr algn="r"/>
                      <a:r>
                        <a:rPr lang="fr-FR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762141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Le brainstorming démarre systématiquement par un échange d'idées à l'oral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27">
                <a:tc>
                  <a:txBody>
                    <a:bodyPr/>
                    <a:lstStyle/>
                    <a:p>
                      <a:pPr algn="r"/>
                      <a:r>
                        <a:rPr lang="fr-FR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762141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Parmi ces recommandations pour faire un brainstorming, se trouve un intrus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27">
                <a:tc>
                  <a:txBody>
                    <a:bodyPr/>
                    <a:lstStyle/>
                    <a:p>
                      <a:pPr algn="r"/>
                      <a:r>
                        <a:rPr lang="fr-FR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762141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QQOQCP signifie : Qui ?  Quoi ?  Où ?  Quand ?  Comment ?  Pourquoi ?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2927">
                <a:tc>
                  <a:txBody>
                    <a:bodyPr/>
                    <a:lstStyle/>
                    <a:p>
                      <a:pPr algn="r"/>
                      <a:r>
                        <a:rPr lang="fr-FR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762141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Le diagramme de Pareto est également appelé 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2927">
                <a:tc>
                  <a:txBody>
                    <a:bodyPr/>
                    <a:lstStyle/>
                    <a:p>
                      <a:pPr algn="r"/>
                      <a:r>
                        <a:rPr lang="fr-FR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762141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Le diagramme de Pareto est souvent utilisé pour faire ressortir l'aspect important d'un problème 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42927">
                <a:tc>
                  <a:txBody>
                    <a:bodyPr/>
                    <a:lstStyle/>
                    <a:p>
                      <a:pPr algn="r"/>
                      <a:r>
                        <a:rPr lang="fr-FR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762141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L'arbre Causes Effets est souvent désigné par un autre nom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42927">
                <a:tc>
                  <a:txBody>
                    <a:bodyPr/>
                    <a:lstStyle/>
                    <a:p>
                      <a:pPr algn="r"/>
                      <a:r>
                        <a:rPr lang="fr-FR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itchFamily="34" charset="0"/>
                        </a:rPr>
                        <a:t>9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762141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L'outil "5 pourquoi" a pour objectif de 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42927">
                <a:tc>
                  <a:txBody>
                    <a:bodyPr/>
                    <a:lstStyle/>
                    <a:p>
                      <a:pPr algn="r"/>
                      <a:r>
                        <a:rPr lang="fr-FR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itchFamily="34" charset="0"/>
                        </a:rPr>
                        <a:t>10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762141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Quelle est la colonne correcte 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12279">
                <a:tc gridSpan="7">
                  <a:txBody>
                    <a:bodyPr/>
                    <a:lstStyle/>
                    <a:p>
                      <a:pPr algn="r"/>
                      <a:r>
                        <a:rPr lang="fr-FR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Arial" pitchFamily="34" charset="0"/>
                        </a:rPr>
                        <a:t>Total : 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fr-FR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Arial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 bwMode="auto">
          <a:xfrm>
            <a:off x="3996655" y="339054"/>
            <a:ext cx="3096344" cy="61515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Prénom, Nom :</a:t>
            </a:r>
          </a:p>
        </p:txBody>
      </p:sp>
    </p:spTree>
    <p:extLst>
      <p:ext uri="{BB962C8B-B14F-4D97-AF65-F5344CB8AC3E}">
        <p14:creationId xmlns:p14="http://schemas.microsoft.com/office/powerpoint/2010/main" val="1461454816"/>
      </p:ext>
    </p:extLst>
  </p:cSld>
  <p:clrMapOvr>
    <a:masterClrMapping/>
  </p:clrMapOvr>
</p:sld>
</file>

<file path=ppt/theme/theme1.xml><?xml version="1.0" encoding="utf-8"?>
<a:theme xmlns:a="http://schemas.openxmlformats.org/drawingml/2006/main" name="Modèle par défaut">
  <a:themeElements>
    <a:clrScheme name="Modèle par défaut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Modèle par défaut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4217</TotalTime>
  <Words>151</Words>
  <Application>Microsoft Office PowerPoint</Application>
  <PresentationFormat>Personnalisé</PresentationFormat>
  <Paragraphs>34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Modèle par défaut</vt:lpstr>
      <vt:lpstr>Présentation PowerPoint</vt:lpstr>
    </vt:vector>
  </TitlesOfParts>
  <Company>Cipe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Bertrand Simon</dc:creator>
  <cp:lastModifiedBy>Office</cp:lastModifiedBy>
  <cp:revision>1611</cp:revision>
  <cp:lastPrinted>2013-05-23T15:50:11Z</cp:lastPrinted>
  <dcterms:created xsi:type="dcterms:W3CDTF">2006-04-13T12:13:07Z</dcterms:created>
  <dcterms:modified xsi:type="dcterms:W3CDTF">2021-10-04T18:58:57Z</dcterms:modified>
</cp:coreProperties>
</file>