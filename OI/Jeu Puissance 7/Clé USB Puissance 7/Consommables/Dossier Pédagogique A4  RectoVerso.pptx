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1"/>
  </p:notesMasterIdLst>
  <p:handoutMasterIdLst>
    <p:handoutMasterId r:id="rId32"/>
  </p:handoutMasterIdLst>
  <p:sldIdLst>
    <p:sldId id="262" r:id="rId3"/>
    <p:sldId id="257" r:id="rId4"/>
    <p:sldId id="258" r:id="rId5"/>
    <p:sldId id="304" r:id="rId6"/>
    <p:sldId id="270" r:id="rId7"/>
    <p:sldId id="275" r:id="rId8"/>
    <p:sldId id="276" r:id="rId9"/>
    <p:sldId id="277" r:id="rId10"/>
    <p:sldId id="278" r:id="rId11"/>
    <p:sldId id="279" r:id="rId12"/>
    <p:sldId id="280" r:id="rId13"/>
    <p:sldId id="281" r:id="rId14"/>
    <p:sldId id="282" r:id="rId15"/>
    <p:sldId id="384" r:id="rId16"/>
    <p:sldId id="272" r:id="rId17"/>
    <p:sldId id="283" r:id="rId18"/>
    <p:sldId id="288" r:id="rId19"/>
    <p:sldId id="284" r:id="rId20"/>
    <p:sldId id="286" r:id="rId21"/>
    <p:sldId id="287" r:id="rId22"/>
    <p:sldId id="285" r:id="rId23"/>
    <p:sldId id="385" r:id="rId24"/>
    <p:sldId id="383" r:id="rId25"/>
    <p:sldId id="388" r:id="rId26"/>
    <p:sldId id="389" r:id="rId27"/>
    <p:sldId id="390" r:id="rId28"/>
    <p:sldId id="387" r:id="rId29"/>
    <p:sldId id="307" r:id="rId30"/>
  </p:sldIdLst>
  <p:sldSz cx="6477000" cy="9525000"/>
  <p:notesSz cx="6708775" cy="9836150"/>
  <p:defaultTextStyle>
    <a:defPPr>
      <a:defRPr lang="fr-FR"/>
    </a:defPPr>
    <a:lvl1pPr algn="l" rtl="0" fontAlgn="base">
      <a:spcBef>
        <a:spcPct val="0"/>
      </a:spcBef>
      <a:spcAft>
        <a:spcPct val="0"/>
      </a:spcAft>
      <a:defRPr sz="2400" kern="1200">
        <a:solidFill>
          <a:schemeClr val="tx1"/>
        </a:solidFill>
        <a:latin typeface="Arial" pitchFamily="34" charset="0"/>
        <a:ea typeface="+mn-ea"/>
        <a:cs typeface="+mn-cs"/>
      </a:defRPr>
    </a:lvl1pPr>
    <a:lvl2pPr marL="457200" algn="l" rtl="0" fontAlgn="base">
      <a:spcBef>
        <a:spcPct val="0"/>
      </a:spcBef>
      <a:spcAft>
        <a:spcPct val="0"/>
      </a:spcAft>
      <a:defRPr sz="2400" kern="1200">
        <a:solidFill>
          <a:schemeClr val="tx1"/>
        </a:solidFill>
        <a:latin typeface="Arial" pitchFamily="34" charset="0"/>
        <a:ea typeface="+mn-ea"/>
        <a:cs typeface="+mn-cs"/>
      </a:defRPr>
    </a:lvl2pPr>
    <a:lvl3pPr marL="914400" algn="l" rtl="0" fontAlgn="base">
      <a:spcBef>
        <a:spcPct val="0"/>
      </a:spcBef>
      <a:spcAft>
        <a:spcPct val="0"/>
      </a:spcAft>
      <a:defRPr sz="2400" kern="1200">
        <a:solidFill>
          <a:schemeClr val="tx1"/>
        </a:solidFill>
        <a:latin typeface="Arial" pitchFamily="34" charset="0"/>
        <a:ea typeface="+mn-ea"/>
        <a:cs typeface="+mn-cs"/>
      </a:defRPr>
    </a:lvl3pPr>
    <a:lvl4pPr marL="1371600" algn="l" rtl="0" fontAlgn="base">
      <a:spcBef>
        <a:spcPct val="0"/>
      </a:spcBef>
      <a:spcAft>
        <a:spcPct val="0"/>
      </a:spcAft>
      <a:defRPr sz="2400" kern="1200">
        <a:solidFill>
          <a:schemeClr val="tx1"/>
        </a:solidFill>
        <a:latin typeface="Arial" pitchFamily="34" charset="0"/>
        <a:ea typeface="+mn-ea"/>
        <a:cs typeface="+mn-cs"/>
      </a:defRPr>
    </a:lvl4pPr>
    <a:lvl5pPr marL="1828800" algn="l" rtl="0" fontAlgn="base">
      <a:spcBef>
        <a:spcPct val="0"/>
      </a:spcBef>
      <a:spcAft>
        <a:spcPct val="0"/>
      </a:spcAft>
      <a:defRPr sz="2400" kern="1200">
        <a:solidFill>
          <a:schemeClr val="tx1"/>
        </a:solidFill>
        <a:latin typeface="Arial" pitchFamily="34" charset="0"/>
        <a:ea typeface="+mn-ea"/>
        <a:cs typeface="+mn-cs"/>
      </a:defRPr>
    </a:lvl5pPr>
    <a:lvl6pPr marL="2286000" algn="l" defTabSz="914400" rtl="0" eaLnBrk="1" latinLnBrk="0" hangingPunct="1">
      <a:defRPr sz="2400" kern="1200">
        <a:solidFill>
          <a:schemeClr val="tx1"/>
        </a:solidFill>
        <a:latin typeface="Arial" pitchFamily="34" charset="0"/>
        <a:ea typeface="+mn-ea"/>
        <a:cs typeface="+mn-cs"/>
      </a:defRPr>
    </a:lvl6pPr>
    <a:lvl7pPr marL="2743200" algn="l" defTabSz="914400" rtl="0" eaLnBrk="1" latinLnBrk="0" hangingPunct="1">
      <a:defRPr sz="2400" kern="1200">
        <a:solidFill>
          <a:schemeClr val="tx1"/>
        </a:solidFill>
        <a:latin typeface="Arial" pitchFamily="34" charset="0"/>
        <a:ea typeface="+mn-ea"/>
        <a:cs typeface="+mn-cs"/>
      </a:defRPr>
    </a:lvl7pPr>
    <a:lvl8pPr marL="3200400" algn="l" defTabSz="914400" rtl="0" eaLnBrk="1" latinLnBrk="0" hangingPunct="1">
      <a:defRPr sz="2400" kern="1200">
        <a:solidFill>
          <a:schemeClr val="tx1"/>
        </a:solidFill>
        <a:latin typeface="Arial" pitchFamily="34" charset="0"/>
        <a:ea typeface="+mn-ea"/>
        <a:cs typeface="+mn-cs"/>
      </a:defRPr>
    </a:lvl8pPr>
    <a:lvl9pPr marL="3657600" algn="l" defTabSz="914400" rtl="0" eaLnBrk="1" latinLnBrk="0" hangingPunct="1">
      <a:defRPr sz="2400"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960">
          <p15:clr>
            <a:srgbClr val="A4A3A4"/>
          </p15:clr>
        </p15:guide>
        <p15:guide id="2" pos="20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A8E0"/>
    <a:srgbClr val="006600"/>
    <a:srgbClr val="003399"/>
    <a:srgbClr val="003300"/>
    <a:srgbClr val="FF3300"/>
    <a:srgbClr val="FF0000"/>
    <a:srgbClr val="66FFFF"/>
    <a:srgbClr val="CC0099"/>
    <a:srgbClr val="00CC00"/>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snapVertSplitter="1" vertBarState="minimized" horzBarState="maximized">
    <p:restoredLeft sz="15620" autoAdjust="0"/>
    <p:restoredTop sz="94660"/>
  </p:normalViewPr>
  <p:slideViewPr>
    <p:cSldViewPr showGuides="1">
      <p:cViewPr varScale="1">
        <p:scale>
          <a:sx n="89" d="100"/>
          <a:sy n="89" d="100"/>
        </p:scale>
        <p:origin x="3768" y="84"/>
      </p:cViewPr>
      <p:guideLst>
        <p:guide orient="horz" pos="960"/>
        <p:guide pos="20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06713" cy="492125"/>
          </a:xfrm>
          <a:prstGeom prst="rect">
            <a:avLst/>
          </a:prstGeom>
          <a:noFill/>
          <a:ln w="9525">
            <a:noFill/>
            <a:miter lim="800000"/>
            <a:headEnd/>
            <a:tailEnd/>
          </a:ln>
          <a:effectLst/>
        </p:spPr>
        <p:txBody>
          <a:bodyPr vert="horz" wrap="square" lIns="91168" tIns="45585" rIns="91168" bIns="45585" numCol="1" anchor="t" anchorCtr="0" compatLnSpc="1">
            <a:prstTxWarp prst="textNoShape">
              <a:avLst/>
            </a:prstTxWarp>
          </a:bodyPr>
          <a:lstStyle>
            <a:lvl1pPr defTabSz="911225">
              <a:defRPr sz="1200">
                <a:latin typeface="Times New Roman" pitchFamily="18" charset="0"/>
              </a:defRPr>
            </a:lvl1pPr>
          </a:lstStyle>
          <a:p>
            <a:pPr>
              <a:defRPr/>
            </a:pPr>
            <a:endParaRPr lang="fr-FR"/>
          </a:p>
        </p:txBody>
      </p:sp>
      <p:sp>
        <p:nvSpPr>
          <p:cNvPr id="7171" name="Rectangle 3"/>
          <p:cNvSpPr>
            <a:spLocks noGrp="1" noChangeArrowheads="1"/>
          </p:cNvSpPr>
          <p:nvPr>
            <p:ph type="dt" sz="quarter" idx="1"/>
          </p:nvPr>
        </p:nvSpPr>
        <p:spPr bwMode="auto">
          <a:xfrm>
            <a:off x="3802063" y="0"/>
            <a:ext cx="2906712" cy="492125"/>
          </a:xfrm>
          <a:prstGeom prst="rect">
            <a:avLst/>
          </a:prstGeom>
          <a:noFill/>
          <a:ln w="9525">
            <a:noFill/>
            <a:miter lim="800000"/>
            <a:headEnd/>
            <a:tailEnd/>
          </a:ln>
          <a:effectLst/>
        </p:spPr>
        <p:txBody>
          <a:bodyPr vert="horz" wrap="square" lIns="91168" tIns="45585" rIns="91168" bIns="45585" numCol="1" anchor="t" anchorCtr="0" compatLnSpc="1">
            <a:prstTxWarp prst="textNoShape">
              <a:avLst/>
            </a:prstTxWarp>
          </a:bodyPr>
          <a:lstStyle>
            <a:lvl1pPr algn="r" defTabSz="911225">
              <a:defRPr sz="1200">
                <a:latin typeface="Times New Roman" pitchFamily="18" charset="0"/>
              </a:defRPr>
            </a:lvl1pPr>
          </a:lstStyle>
          <a:p>
            <a:pPr>
              <a:defRPr/>
            </a:pPr>
            <a:endParaRPr lang="fr-FR"/>
          </a:p>
        </p:txBody>
      </p:sp>
      <p:sp>
        <p:nvSpPr>
          <p:cNvPr id="7172" name="Rectangle 4"/>
          <p:cNvSpPr>
            <a:spLocks noGrp="1" noChangeArrowheads="1"/>
          </p:cNvSpPr>
          <p:nvPr>
            <p:ph type="ftr" sz="quarter" idx="2"/>
          </p:nvPr>
        </p:nvSpPr>
        <p:spPr bwMode="auto">
          <a:xfrm>
            <a:off x="0" y="9344025"/>
            <a:ext cx="2906713" cy="492125"/>
          </a:xfrm>
          <a:prstGeom prst="rect">
            <a:avLst/>
          </a:prstGeom>
          <a:noFill/>
          <a:ln w="9525">
            <a:noFill/>
            <a:miter lim="800000"/>
            <a:headEnd/>
            <a:tailEnd/>
          </a:ln>
          <a:effectLst/>
        </p:spPr>
        <p:txBody>
          <a:bodyPr vert="horz" wrap="square" lIns="91168" tIns="45585" rIns="91168" bIns="45585" numCol="1" anchor="b" anchorCtr="0" compatLnSpc="1">
            <a:prstTxWarp prst="textNoShape">
              <a:avLst/>
            </a:prstTxWarp>
          </a:bodyPr>
          <a:lstStyle>
            <a:lvl1pPr defTabSz="911225">
              <a:defRPr sz="1200">
                <a:latin typeface="Times New Roman" pitchFamily="18" charset="0"/>
              </a:defRPr>
            </a:lvl1pPr>
          </a:lstStyle>
          <a:p>
            <a:pPr>
              <a:defRPr/>
            </a:pPr>
            <a:endParaRPr lang="fr-FR"/>
          </a:p>
        </p:txBody>
      </p:sp>
      <p:sp>
        <p:nvSpPr>
          <p:cNvPr id="7173" name="Rectangle 5"/>
          <p:cNvSpPr>
            <a:spLocks noGrp="1" noChangeArrowheads="1"/>
          </p:cNvSpPr>
          <p:nvPr>
            <p:ph type="sldNum" sz="quarter" idx="3"/>
          </p:nvPr>
        </p:nvSpPr>
        <p:spPr bwMode="auto">
          <a:xfrm>
            <a:off x="3802063" y="9344025"/>
            <a:ext cx="2906712" cy="492125"/>
          </a:xfrm>
          <a:prstGeom prst="rect">
            <a:avLst/>
          </a:prstGeom>
          <a:noFill/>
          <a:ln w="9525">
            <a:noFill/>
            <a:miter lim="800000"/>
            <a:headEnd/>
            <a:tailEnd/>
          </a:ln>
          <a:effectLst/>
        </p:spPr>
        <p:txBody>
          <a:bodyPr vert="horz" wrap="square" lIns="91168" tIns="45585" rIns="91168" bIns="45585" numCol="1" anchor="b" anchorCtr="0" compatLnSpc="1">
            <a:prstTxWarp prst="textNoShape">
              <a:avLst/>
            </a:prstTxWarp>
          </a:bodyPr>
          <a:lstStyle>
            <a:lvl1pPr algn="r" defTabSz="911225">
              <a:defRPr sz="1200">
                <a:latin typeface="Times New Roman" pitchFamily="18" charset="0"/>
              </a:defRPr>
            </a:lvl1pPr>
          </a:lstStyle>
          <a:p>
            <a:pPr>
              <a:defRPr/>
            </a:pPr>
            <a:fld id="{423B879D-FA0E-4ED3-8BC7-C47CCDFD1E50}" type="slidenum">
              <a:rPr lang="fr-FR"/>
              <a:pPr>
                <a:defRPr/>
              </a:pPr>
              <a:t>‹N°›</a:t>
            </a:fld>
            <a:endParaRPr lang="fr-FR"/>
          </a:p>
        </p:txBody>
      </p:sp>
    </p:spTree>
    <p:extLst>
      <p:ext uri="{BB962C8B-B14F-4D97-AF65-F5344CB8AC3E}">
        <p14:creationId xmlns:p14="http://schemas.microsoft.com/office/powerpoint/2010/main" val="28394830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2933700" cy="528638"/>
          </a:xfrm>
          <a:prstGeom prst="rect">
            <a:avLst/>
          </a:prstGeom>
          <a:noFill/>
          <a:ln w="9525">
            <a:noFill/>
            <a:miter lim="800000"/>
            <a:headEnd/>
            <a:tailEnd/>
          </a:ln>
          <a:effectLst/>
        </p:spPr>
        <p:txBody>
          <a:bodyPr vert="horz" wrap="square" lIns="90526" tIns="45263" rIns="90526" bIns="45263" numCol="1" anchor="t" anchorCtr="0" compatLnSpc="1">
            <a:prstTxWarp prst="textNoShape">
              <a:avLst/>
            </a:prstTxWarp>
          </a:bodyPr>
          <a:lstStyle>
            <a:lvl1pPr defTabSz="904875">
              <a:defRPr sz="1200">
                <a:latin typeface="Calibri" panose="020F0502020204030204" pitchFamily="34" charset="0"/>
              </a:defRPr>
            </a:lvl1pPr>
          </a:lstStyle>
          <a:p>
            <a:pPr>
              <a:defRPr/>
            </a:pPr>
            <a:endParaRPr lang="sk-SK" dirty="0"/>
          </a:p>
        </p:txBody>
      </p:sp>
      <p:sp>
        <p:nvSpPr>
          <p:cNvPr id="19459" name="Rectangle 3"/>
          <p:cNvSpPr>
            <a:spLocks noGrp="1" noChangeArrowheads="1"/>
          </p:cNvSpPr>
          <p:nvPr>
            <p:ph type="dt" idx="1"/>
          </p:nvPr>
        </p:nvSpPr>
        <p:spPr bwMode="auto">
          <a:xfrm>
            <a:off x="3836988" y="0"/>
            <a:ext cx="2857500" cy="528638"/>
          </a:xfrm>
          <a:prstGeom prst="rect">
            <a:avLst/>
          </a:prstGeom>
          <a:noFill/>
          <a:ln w="9525">
            <a:noFill/>
            <a:miter lim="800000"/>
            <a:headEnd/>
            <a:tailEnd/>
          </a:ln>
          <a:effectLst/>
        </p:spPr>
        <p:txBody>
          <a:bodyPr vert="horz" wrap="square" lIns="90526" tIns="45263" rIns="90526" bIns="45263" numCol="1" anchor="t" anchorCtr="0" compatLnSpc="1">
            <a:prstTxWarp prst="textNoShape">
              <a:avLst/>
            </a:prstTxWarp>
          </a:bodyPr>
          <a:lstStyle>
            <a:lvl1pPr algn="r" defTabSz="904875">
              <a:defRPr sz="1200">
                <a:latin typeface="Calibri" panose="020F0502020204030204" pitchFamily="34" charset="0"/>
              </a:defRPr>
            </a:lvl1pPr>
          </a:lstStyle>
          <a:p>
            <a:pPr>
              <a:defRPr/>
            </a:pPr>
            <a:endParaRPr lang="sk-SK" dirty="0"/>
          </a:p>
        </p:txBody>
      </p:sp>
      <p:sp>
        <p:nvSpPr>
          <p:cNvPr id="35844" name="Rectangle 4"/>
          <p:cNvSpPr>
            <a:spLocks noGrp="1" noRot="1" noChangeAspect="1" noChangeArrowheads="1" noTextEdit="1"/>
          </p:cNvSpPr>
          <p:nvPr>
            <p:ph type="sldImg" idx="2"/>
          </p:nvPr>
        </p:nvSpPr>
        <p:spPr bwMode="auto">
          <a:xfrm>
            <a:off x="2089150" y="755650"/>
            <a:ext cx="2517775" cy="37036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61" name="Rectangle 5"/>
          <p:cNvSpPr>
            <a:spLocks noGrp="1" noChangeArrowheads="1"/>
          </p:cNvSpPr>
          <p:nvPr>
            <p:ph type="body" sz="quarter" idx="3"/>
          </p:nvPr>
        </p:nvSpPr>
        <p:spPr bwMode="auto">
          <a:xfrm>
            <a:off x="903288" y="4686300"/>
            <a:ext cx="4889500" cy="4384675"/>
          </a:xfrm>
          <a:prstGeom prst="rect">
            <a:avLst/>
          </a:prstGeom>
          <a:noFill/>
          <a:ln w="9525">
            <a:noFill/>
            <a:miter lim="800000"/>
            <a:headEnd/>
            <a:tailEnd/>
          </a:ln>
          <a:effectLst/>
        </p:spPr>
        <p:txBody>
          <a:bodyPr vert="horz" wrap="square" lIns="90526" tIns="45263" rIns="90526" bIns="45263" numCol="1" anchor="t" anchorCtr="0" compatLnSpc="1">
            <a:prstTxWarp prst="textNoShape">
              <a:avLst/>
            </a:prstTxWarp>
          </a:bodyPr>
          <a:lstStyle/>
          <a:p>
            <a:pPr lvl="0"/>
            <a:r>
              <a:rPr lang="sk-SK" noProof="0"/>
              <a:t>Cliquez pour modifier les styles du texte du masque</a:t>
            </a:r>
          </a:p>
          <a:p>
            <a:pPr lvl="1"/>
            <a:r>
              <a:rPr lang="sk-SK" noProof="0"/>
              <a:t>Deuxième niveau</a:t>
            </a:r>
          </a:p>
          <a:p>
            <a:pPr lvl="2"/>
            <a:r>
              <a:rPr lang="sk-SK" noProof="0"/>
              <a:t>Troisième niveau</a:t>
            </a:r>
          </a:p>
          <a:p>
            <a:pPr lvl="3"/>
            <a:r>
              <a:rPr lang="sk-SK" noProof="0"/>
              <a:t>Quatrième niveau</a:t>
            </a:r>
          </a:p>
          <a:p>
            <a:pPr lvl="4"/>
            <a:r>
              <a:rPr lang="sk-SK" noProof="0"/>
              <a:t>Cinquième niveau</a:t>
            </a:r>
          </a:p>
        </p:txBody>
      </p:sp>
      <p:sp>
        <p:nvSpPr>
          <p:cNvPr id="19462" name="Rectangle 6"/>
          <p:cNvSpPr>
            <a:spLocks noGrp="1" noChangeArrowheads="1"/>
          </p:cNvSpPr>
          <p:nvPr>
            <p:ph type="ftr" sz="quarter" idx="4"/>
          </p:nvPr>
        </p:nvSpPr>
        <p:spPr bwMode="auto">
          <a:xfrm>
            <a:off x="0" y="9372600"/>
            <a:ext cx="2933700" cy="454025"/>
          </a:xfrm>
          <a:prstGeom prst="rect">
            <a:avLst/>
          </a:prstGeom>
          <a:noFill/>
          <a:ln w="9525">
            <a:noFill/>
            <a:miter lim="800000"/>
            <a:headEnd/>
            <a:tailEnd/>
          </a:ln>
          <a:effectLst/>
        </p:spPr>
        <p:txBody>
          <a:bodyPr vert="horz" wrap="square" lIns="90526" tIns="45263" rIns="90526" bIns="45263" numCol="1" anchor="b" anchorCtr="0" compatLnSpc="1">
            <a:prstTxWarp prst="textNoShape">
              <a:avLst/>
            </a:prstTxWarp>
          </a:bodyPr>
          <a:lstStyle>
            <a:lvl1pPr defTabSz="904875">
              <a:defRPr sz="1200">
                <a:latin typeface="Calibri" panose="020F0502020204030204" pitchFamily="34" charset="0"/>
              </a:defRPr>
            </a:lvl1pPr>
          </a:lstStyle>
          <a:p>
            <a:pPr>
              <a:defRPr/>
            </a:pPr>
            <a:endParaRPr lang="sk-SK" dirty="0"/>
          </a:p>
        </p:txBody>
      </p:sp>
      <p:sp>
        <p:nvSpPr>
          <p:cNvPr id="19463" name="Rectangle 7"/>
          <p:cNvSpPr>
            <a:spLocks noGrp="1" noChangeArrowheads="1"/>
          </p:cNvSpPr>
          <p:nvPr>
            <p:ph type="sldNum" sz="quarter" idx="5"/>
          </p:nvPr>
        </p:nvSpPr>
        <p:spPr bwMode="auto">
          <a:xfrm>
            <a:off x="3836988" y="9372600"/>
            <a:ext cx="2857500" cy="454025"/>
          </a:xfrm>
          <a:prstGeom prst="rect">
            <a:avLst/>
          </a:prstGeom>
          <a:noFill/>
          <a:ln w="9525">
            <a:noFill/>
            <a:miter lim="800000"/>
            <a:headEnd/>
            <a:tailEnd/>
          </a:ln>
          <a:effectLst/>
        </p:spPr>
        <p:txBody>
          <a:bodyPr vert="horz" wrap="square" lIns="90526" tIns="45263" rIns="90526" bIns="45263" numCol="1" anchor="b" anchorCtr="0" compatLnSpc="1">
            <a:prstTxWarp prst="textNoShape">
              <a:avLst/>
            </a:prstTxWarp>
          </a:bodyPr>
          <a:lstStyle>
            <a:lvl1pPr algn="r" defTabSz="904875">
              <a:defRPr sz="1200">
                <a:latin typeface="Calibri" panose="020F0502020204030204" pitchFamily="34" charset="0"/>
              </a:defRPr>
            </a:lvl1pPr>
          </a:lstStyle>
          <a:p>
            <a:pPr>
              <a:defRPr/>
            </a:pPr>
            <a:fld id="{D12E3C6D-7CA3-47C7-9D7E-B1C24BBF54A1}" type="slidenum">
              <a:rPr lang="sk-SK" smtClean="0"/>
              <a:pPr>
                <a:defRPr/>
              </a:pPr>
              <a:t>‹N°›</a:t>
            </a:fld>
            <a:endParaRPr lang="sk-SK" dirty="0"/>
          </a:p>
        </p:txBody>
      </p:sp>
    </p:spTree>
    <p:extLst>
      <p:ext uri="{BB962C8B-B14F-4D97-AF65-F5344CB8AC3E}">
        <p14:creationId xmlns:p14="http://schemas.microsoft.com/office/powerpoint/2010/main" val="224439671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pPr marL="0" marR="0" lvl="0" indent="0" algn="r" defTabSz="1001855" rtl="0" eaLnBrk="1" fontAlgn="auto" latinLnBrk="0" hangingPunct="1">
              <a:lnSpc>
                <a:spcPct val="100000"/>
              </a:lnSpc>
              <a:spcBef>
                <a:spcPts val="0"/>
              </a:spcBef>
              <a:spcAft>
                <a:spcPts val="0"/>
              </a:spcAft>
              <a:buClrTx/>
              <a:buSzTx/>
              <a:buFontTx/>
              <a:buNone/>
              <a:tabLst/>
              <a:defRPr/>
            </a:pPr>
            <a:fld id="{276FC62F-F36A-4F5F-A13D-ACDF52FD5C70}" type="slidenum">
              <a:rPr kumimoji="0" lang="fr-FR"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01855" rtl="0" eaLnBrk="1" fontAlgn="auto" latinLnBrk="0" hangingPunct="1">
                <a:lnSpc>
                  <a:spcPct val="100000"/>
                </a:lnSpc>
                <a:spcBef>
                  <a:spcPts val="0"/>
                </a:spcBef>
                <a:spcAft>
                  <a:spcPts val="0"/>
                </a:spcAft>
                <a:buClrTx/>
                <a:buSzTx/>
                <a:buFontTx/>
                <a:buNone/>
                <a:tabLst/>
                <a:defRPr/>
              </a:pPr>
              <a:t>1</a:t>
            </a:fld>
            <a:endParaRPr kumimoji="0" lang="fr-F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97070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485775" y="2959100"/>
            <a:ext cx="5505450" cy="2041525"/>
          </a:xfrm>
          <a:prstGeom prst="rect">
            <a:avLst/>
          </a:prstGeom>
        </p:spPr>
        <p:txBody>
          <a:bodyPr/>
          <a:lstStyle/>
          <a:p>
            <a:r>
              <a:rPr lang="fr-FR"/>
              <a:t>Cliquez pour modifier le style du titre</a:t>
            </a:r>
          </a:p>
        </p:txBody>
      </p:sp>
      <p:sp>
        <p:nvSpPr>
          <p:cNvPr id="3" name="Sous-titre 2"/>
          <p:cNvSpPr>
            <a:spLocks noGrp="1"/>
          </p:cNvSpPr>
          <p:nvPr>
            <p:ph type="subTitle" idx="1"/>
          </p:nvPr>
        </p:nvSpPr>
        <p:spPr>
          <a:xfrm>
            <a:off x="971550" y="5397500"/>
            <a:ext cx="4533900" cy="2433638"/>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127873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323850" y="381000"/>
            <a:ext cx="5829300" cy="1587500"/>
          </a:xfrm>
          <a:prstGeom prst="rect">
            <a:avLst/>
          </a:prstGeom>
        </p:spPr>
        <p:txBody>
          <a:bodyPr/>
          <a:lstStyle/>
          <a:p>
            <a:r>
              <a:rPr lang="fr-FR"/>
              <a:t>Cliquez pour modifier le style du titre</a:t>
            </a:r>
          </a:p>
        </p:txBody>
      </p:sp>
      <p:sp>
        <p:nvSpPr>
          <p:cNvPr id="3" name="Espace réservé du contenu 2"/>
          <p:cNvSpPr>
            <a:spLocks noGrp="1"/>
          </p:cNvSpPr>
          <p:nvPr>
            <p:ph idx="1"/>
          </p:nvPr>
        </p:nvSpPr>
        <p:spPr>
          <a:xfrm>
            <a:off x="323850" y="2222500"/>
            <a:ext cx="5829300" cy="6286500"/>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380485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511175" y="6121400"/>
            <a:ext cx="5505450" cy="1890713"/>
          </a:xfrm>
          <a:prstGeom prst="rect">
            <a:avLst/>
          </a:prstGeo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511175" y="4037013"/>
            <a:ext cx="5505450" cy="20843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Tree>
    <p:extLst>
      <p:ext uri="{BB962C8B-B14F-4D97-AF65-F5344CB8AC3E}">
        <p14:creationId xmlns:p14="http://schemas.microsoft.com/office/powerpoint/2010/main" val="694478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323850" y="381000"/>
            <a:ext cx="5829300" cy="1587500"/>
          </a:xfrm>
          <a:prstGeom prst="rect">
            <a:avLst/>
          </a:prstGeom>
        </p:spPr>
        <p:txBody>
          <a:bodyPr/>
          <a:lstStyle/>
          <a:p>
            <a:r>
              <a:rPr lang="fr-FR"/>
              <a:t>Cliquez pour modifier le style du titre</a:t>
            </a:r>
          </a:p>
        </p:txBody>
      </p:sp>
      <p:sp>
        <p:nvSpPr>
          <p:cNvPr id="3" name="Espace réservé du contenu 2"/>
          <p:cNvSpPr>
            <a:spLocks noGrp="1"/>
          </p:cNvSpPr>
          <p:nvPr>
            <p:ph sz="half" idx="1"/>
          </p:nvPr>
        </p:nvSpPr>
        <p:spPr>
          <a:xfrm>
            <a:off x="323850" y="2222500"/>
            <a:ext cx="2838450" cy="62865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3314700" y="2222500"/>
            <a:ext cx="2838450" cy="62865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869338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323850" y="381000"/>
            <a:ext cx="5829300" cy="1587500"/>
          </a:xfrm>
          <a:prstGeom prst="rect">
            <a:avLst/>
          </a:prstGeo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323850" y="2132013"/>
            <a:ext cx="2862263" cy="8890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323850" y="3021013"/>
            <a:ext cx="2862263" cy="5487987"/>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3290888" y="2132013"/>
            <a:ext cx="2862262" cy="8890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3290888" y="3021013"/>
            <a:ext cx="2862262" cy="5487987"/>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659969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323850" y="381000"/>
            <a:ext cx="5829300" cy="1587500"/>
          </a:xfrm>
          <a:prstGeom prst="rect">
            <a:avLst/>
          </a:prstGeom>
        </p:spPr>
        <p:txBody>
          <a:bodyPr/>
          <a:lstStyle/>
          <a:p>
            <a:r>
              <a:rPr lang="fr-FR"/>
              <a:t>Cliquez pour modifier le style du titre</a:t>
            </a:r>
          </a:p>
        </p:txBody>
      </p:sp>
    </p:spTree>
    <p:extLst>
      <p:ext uri="{BB962C8B-B14F-4D97-AF65-F5344CB8AC3E}">
        <p14:creationId xmlns:p14="http://schemas.microsoft.com/office/powerpoint/2010/main" val="1637130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6096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323850" y="379413"/>
            <a:ext cx="2130425" cy="1614487"/>
          </a:xfrm>
          <a:prstGeom prst="rect">
            <a:avLst/>
          </a:prstGeo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2532063" y="379413"/>
            <a:ext cx="3621087" cy="81295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323850" y="1993900"/>
            <a:ext cx="2130425" cy="65151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365546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270000" y="6667500"/>
            <a:ext cx="3886200" cy="787400"/>
          </a:xfrm>
          <a:prstGeom prst="rect">
            <a:avLst/>
          </a:prstGeo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270000" y="850900"/>
            <a:ext cx="3886200" cy="5715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270000" y="7454900"/>
            <a:ext cx="3886200" cy="11176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1943828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a:xfrm>
            <a:off x="323850" y="381000"/>
            <a:ext cx="5829300" cy="1587500"/>
          </a:xfrm>
          <a:prstGeom prst="rect">
            <a:avLst/>
          </a:prstGeom>
        </p:spPr>
        <p:txBody>
          <a:bodyPr/>
          <a:lstStyle/>
          <a:p>
            <a:r>
              <a:rPr lang="fr-FR"/>
              <a:t>Cliquez pour modifier le style du titre</a:t>
            </a:r>
          </a:p>
        </p:txBody>
      </p:sp>
      <p:sp>
        <p:nvSpPr>
          <p:cNvPr id="3" name="Espace réservé du texte vertical 2"/>
          <p:cNvSpPr>
            <a:spLocks noGrp="1"/>
          </p:cNvSpPr>
          <p:nvPr>
            <p:ph type="body" orient="vert" idx="1"/>
          </p:nvPr>
        </p:nvSpPr>
        <p:spPr>
          <a:xfrm>
            <a:off x="323850" y="2222500"/>
            <a:ext cx="5829300" cy="6286500"/>
          </a:xfrm>
          <a:prstGeom prst="rect">
            <a:avLst/>
          </a:prstGeo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132392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4695825" y="381000"/>
            <a:ext cx="1457325" cy="8128000"/>
          </a:xfrm>
          <a:prstGeom prst="rect">
            <a:avLst/>
          </a:prstGeo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323850" y="381000"/>
            <a:ext cx="4219575" cy="8128000"/>
          </a:xfrm>
          <a:prstGeom prst="rect">
            <a:avLst/>
          </a:prstGeo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2377369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cxnSp>
        <p:nvCxnSpPr>
          <p:cNvPr id="13" name="Connecteur droit 12"/>
          <p:cNvCxnSpPr/>
          <p:nvPr userDrawn="1"/>
        </p:nvCxnSpPr>
        <p:spPr>
          <a:xfrm>
            <a:off x="129583" y="9400568"/>
            <a:ext cx="6217834"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10"/>
          <p:cNvSpPr/>
          <p:nvPr userDrawn="1"/>
        </p:nvSpPr>
        <p:spPr>
          <a:xfrm>
            <a:off x="2849886" y="9276137"/>
            <a:ext cx="777229" cy="2488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Ins="32381" rtlCol="0" anchor="ctr"/>
          <a:lstStyle/>
          <a:p>
            <a:pPr algn="ctr"/>
            <a:r>
              <a:rPr lang="fr-FR" sz="899" dirty="0">
                <a:solidFill>
                  <a:schemeClr val="tx1">
                    <a:lumMod val="65000"/>
                    <a:lumOff val="35000"/>
                  </a:schemeClr>
                </a:solidFill>
              </a:rPr>
              <a:t>Page </a:t>
            </a:r>
            <a:fld id="{C4E81319-F88B-4461-BD66-18C26DEBAE0F}" type="slidenum">
              <a:rPr lang="fr-FR" sz="899" smtClean="0">
                <a:solidFill>
                  <a:schemeClr val="tx1">
                    <a:lumMod val="65000"/>
                    <a:lumOff val="35000"/>
                  </a:schemeClr>
                </a:solidFill>
              </a:rPr>
              <a:pPr algn="ctr"/>
              <a:t>‹N°›</a:t>
            </a:fld>
            <a:endParaRPr lang="fr-FR" sz="899" dirty="0">
              <a:solidFill>
                <a:schemeClr val="tx1">
                  <a:lumMod val="65000"/>
                  <a:lumOff val="35000"/>
                </a:schemeClr>
              </a:solidFill>
            </a:endParaRPr>
          </a:p>
        </p:txBody>
      </p:sp>
    </p:spTree>
    <p:extLst>
      <p:ext uri="{BB962C8B-B14F-4D97-AF65-F5344CB8AC3E}">
        <p14:creationId xmlns:p14="http://schemas.microsoft.com/office/powerpoint/2010/main" val="26189340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endParaRPr lang="fr-BE"/>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p:cNvSpPr>
            <a:spLocks noGrp="1"/>
          </p:cNvSpPr>
          <p:nvPr>
            <p:ph type="dt" sz="half" idx="10"/>
          </p:nvPr>
        </p:nvSpPr>
        <p:spPr/>
        <p:txBody>
          <a:bodyPr/>
          <a:lstStyle/>
          <a:p>
            <a:fld id="{AA309A6D-C09C-4548-B29A-6CF363A7E532}" type="datetimeFigureOut">
              <a:rPr lang="fr-FR" smtClean="0"/>
              <a:pPr/>
              <a:t>04/10/2021</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extLst>
      <p:ext uri="{BB962C8B-B14F-4D97-AF65-F5344CB8AC3E}">
        <p14:creationId xmlns:p14="http://schemas.microsoft.com/office/powerpoint/2010/main" val="14999041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511639" y="6120695"/>
            <a:ext cx="5505450" cy="1891771"/>
          </a:xfrm>
        </p:spPr>
        <p:txBody>
          <a:bodyPr anchor="t"/>
          <a:lstStyle>
            <a:lvl1pPr algn="l">
              <a:defRPr sz="3958" b="1" cap="all"/>
            </a:lvl1pPr>
          </a:lstStyle>
          <a:p>
            <a:r>
              <a:rPr lang="fr-FR"/>
              <a:t>Cliquez pour modifier le style du titre</a:t>
            </a:r>
            <a:endParaRPr lang="fr-BE"/>
          </a:p>
        </p:txBody>
      </p:sp>
      <p:sp>
        <p:nvSpPr>
          <p:cNvPr id="3" name="Espace réservé du texte 2"/>
          <p:cNvSpPr>
            <a:spLocks noGrp="1"/>
          </p:cNvSpPr>
          <p:nvPr>
            <p:ph type="body" idx="1"/>
          </p:nvPr>
        </p:nvSpPr>
        <p:spPr>
          <a:xfrm>
            <a:off x="511639" y="4037103"/>
            <a:ext cx="5505450" cy="2083593"/>
          </a:xfrm>
        </p:spPr>
        <p:txBody>
          <a:bodyPr anchor="b"/>
          <a:lstStyle>
            <a:lvl1pPr marL="0" indent="0">
              <a:buNone/>
              <a:defRPr sz="1979">
                <a:solidFill>
                  <a:schemeClr val="tx1">
                    <a:tint val="75000"/>
                  </a:schemeClr>
                </a:solidFill>
              </a:defRPr>
            </a:lvl1pPr>
            <a:lvl2pPr marL="450585" indent="0">
              <a:buNone/>
              <a:defRPr sz="1799">
                <a:solidFill>
                  <a:schemeClr val="tx1">
                    <a:tint val="75000"/>
                  </a:schemeClr>
                </a:solidFill>
              </a:defRPr>
            </a:lvl2pPr>
            <a:lvl3pPr marL="901169" indent="0">
              <a:buNone/>
              <a:defRPr sz="1529">
                <a:solidFill>
                  <a:schemeClr val="tx1">
                    <a:tint val="75000"/>
                  </a:schemeClr>
                </a:solidFill>
              </a:defRPr>
            </a:lvl3pPr>
            <a:lvl4pPr marL="1351753" indent="0">
              <a:buNone/>
              <a:defRPr sz="1349">
                <a:solidFill>
                  <a:schemeClr val="tx1">
                    <a:tint val="75000"/>
                  </a:schemeClr>
                </a:solidFill>
              </a:defRPr>
            </a:lvl4pPr>
            <a:lvl5pPr marL="1802338" indent="0">
              <a:buNone/>
              <a:defRPr sz="1349">
                <a:solidFill>
                  <a:schemeClr val="tx1">
                    <a:tint val="75000"/>
                  </a:schemeClr>
                </a:solidFill>
              </a:defRPr>
            </a:lvl5pPr>
            <a:lvl6pPr marL="2252922" indent="0">
              <a:buNone/>
              <a:defRPr sz="1349">
                <a:solidFill>
                  <a:schemeClr val="tx1">
                    <a:tint val="75000"/>
                  </a:schemeClr>
                </a:solidFill>
              </a:defRPr>
            </a:lvl6pPr>
            <a:lvl7pPr marL="2703507" indent="0">
              <a:buNone/>
              <a:defRPr sz="1349">
                <a:solidFill>
                  <a:schemeClr val="tx1">
                    <a:tint val="75000"/>
                  </a:schemeClr>
                </a:solidFill>
              </a:defRPr>
            </a:lvl7pPr>
            <a:lvl8pPr marL="3154091" indent="0">
              <a:buNone/>
              <a:defRPr sz="1349">
                <a:solidFill>
                  <a:schemeClr val="tx1">
                    <a:tint val="75000"/>
                  </a:schemeClr>
                </a:solidFill>
              </a:defRPr>
            </a:lvl8pPr>
            <a:lvl9pPr marL="3604675" indent="0">
              <a:buNone/>
              <a:defRPr sz="1349">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AA309A6D-C09C-4548-B29A-6CF363A7E532}" type="datetimeFigureOut">
              <a:rPr lang="fr-FR" smtClean="0"/>
              <a:pPr/>
              <a:t>04/10/2021</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extLst>
      <p:ext uri="{BB962C8B-B14F-4D97-AF65-F5344CB8AC3E}">
        <p14:creationId xmlns:p14="http://schemas.microsoft.com/office/powerpoint/2010/main" val="15721318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endParaRPr lang="fr-BE"/>
          </a:p>
        </p:txBody>
      </p:sp>
      <p:sp>
        <p:nvSpPr>
          <p:cNvPr id="3" name="Espace réservé du contenu 2"/>
          <p:cNvSpPr>
            <a:spLocks noGrp="1"/>
          </p:cNvSpPr>
          <p:nvPr>
            <p:ph sz="half" idx="1"/>
          </p:nvPr>
        </p:nvSpPr>
        <p:spPr>
          <a:xfrm>
            <a:off x="323850" y="2222503"/>
            <a:ext cx="2860675" cy="6286059"/>
          </a:xfrm>
        </p:spPr>
        <p:txBody>
          <a:bodyPr/>
          <a:lstStyle>
            <a:lvl1pPr>
              <a:defRPr sz="2788"/>
            </a:lvl1pPr>
            <a:lvl2pPr>
              <a:defRPr sz="2339"/>
            </a:lvl2pPr>
            <a:lvl3pPr>
              <a:defRPr sz="1979"/>
            </a:lvl3pPr>
            <a:lvl4pPr>
              <a:defRPr sz="1799"/>
            </a:lvl4pPr>
            <a:lvl5pPr>
              <a:defRPr sz="1799"/>
            </a:lvl5pPr>
            <a:lvl6pPr>
              <a:defRPr sz="1799"/>
            </a:lvl6pPr>
            <a:lvl7pPr>
              <a:defRPr sz="1799"/>
            </a:lvl7pPr>
            <a:lvl8pPr>
              <a:defRPr sz="1799"/>
            </a:lvl8pPr>
            <a:lvl9pPr>
              <a:defRPr sz="1799"/>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contenu 3"/>
          <p:cNvSpPr>
            <a:spLocks noGrp="1"/>
          </p:cNvSpPr>
          <p:nvPr>
            <p:ph sz="half" idx="2"/>
          </p:nvPr>
        </p:nvSpPr>
        <p:spPr>
          <a:xfrm>
            <a:off x="3292475" y="2222503"/>
            <a:ext cx="2860675" cy="6286059"/>
          </a:xfrm>
        </p:spPr>
        <p:txBody>
          <a:bodyPr/>
          <a:lstStyle>
            <a:lvl1pPr>
              <a:defRPr sz="2788"/>
            </a:lvl1pPr>
            <a:lvl2pPr>
              <a:defRPr sz="2339"/>
            </a:lvl2pPr>
            <a:lvl3pPr>
              <a:defRPr sz="1979"/>
            </a:lvl3pPr>
            <a:lvl4pPr>
              <a:defRPr sz="1799"/>
            </a:lvl4pPr>
            <a:lvl5pPr>
              <a:defRPr sz="1799"/>
            </a:lvl5pPr>
            <a:lvl6pPr>
              <a:defRPr sz="1799"/>
            </a:lvl6pPr>
            <a:lvl7pPr>
              <a:defRPr sz="1799"/>
            </a:lvl7pPr>
            <a:lvl8pPr>
              <a:defRPr sz="1799"/>
            </a:lvl8pPr>
            <a:lvl9pPr>
              <a:defRPr sz="1799"/>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e la date 4"/>
          <p:cNvSpPr>
            <a:spLocks noGrp="1"/>
          </p:cNvSpPr>
          <p:nvPr>
            <p:ph type="dt" sz="half" idx="10"/>
          </p:nvPr>
        </p:nvSpPr>
        <p:spPr/>
        <p:txBody>
          <a:bodyPr/>
          <a:lstStyle/>
          <a:p>
            <a:fld id="{AA309A6D-C09C-4548-B29A-6CF363A7E532}" type="datetimeFigureOut">
              <a:rPr lang="fr-FR" smtClean="0"/>
              <a:pPr/>
              <a:t>04/10/2021</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Tree>
    <p:extLst>
      <p:ext uri="{BB962C8B-B14F-4D97-AF65-F5344CB8AC3E}">
        <p14:creationId xmlns:p14="http://schemas.microsoft.com/office/powerpoint/2010/main" val="38791706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endParaRPr lang="fr-BE"/>
          </a:p>
        </p:txBody>
      </p:sp>
      <p:sp>
        <p:nvSpPr>
          <p:cNvPr id="3" name="Espace réservé du texte 2"/>
          <p:cNvSpPr>
            <a:spLocks noGrp="1"/>
          </p:cNvSpPr>
          <p:nvPr>
            <p:ph type="body" idx="1"/>
          </p:nvPr>
        </p:nvSpPr>
        <p:spPr>
          <a:xfrm>
            <a:off x="323851" y="2132101"/>
            <a:ext cx="2861800" cy="888559"/>
          </a:xfrm>
        </p:spPr>
        <p:txBody>
          <a:bodyPr anchor="b"/>
          <a:lstStyle>
            <a:lvl1pPr marL="0" indent="0">
              <a:buNone/>
              <a:defRPr sz="2339" b="1"/>
            </a:lvl1pPr>
            <a:lvl2pPr marL="450585" indent="0">
              <a:buNone/>
              <a:defRPr sz="1979" b="1"/>
            </a:lvl2pPr>
            <a:lvl3pPr marL="901169" indent="0">
              <a:buNone/>
              <a:defRPr sz="1799" b="1"/>
            </a:lvl3pPr>
            <a:lvl4pPr marL="1351753" indent="0">
              <a:buNone/>
              <a:defRPr sz="1529" b="1"/>
            </a:lvl4pPr>
            <a:lvl5pPr marL="1802338" indent="0">
              <a:buNone/>
              <a:defRPr sz="1529" b="1"/>
            </a:lvl5pPr>
            <a:lvl6pPr marL="2252922" indent="0">
              <a:buNone/>
              <a:defRPr sz="1529" b="1"/>
            </a:lvl6pPr>
            <a:lvl7pPr marL="2703507" indent="0">
              <a:buNone/>
              <a:defRPr sz="1529" b="1"/>
            </a:lvl7pPr>
            <a:lvl8pPr marL="3154091" indent="0">
              <a:buNone/>
              <a:defRPr sz="1529" b="1"/>
            </a:lvl8pPr>
            <a:lvl9pPr marL="3604675" indent="0">
              <a:buNone/>
              <a:defRPr sz="1529" b="1"/>
            </a:lvl9pPr>
          </a:lstStyle>
          <a:p>
            <a:pPr lvl="0"/>
            <a:r>
              <a:rPr lang="fr-FR"/>
              <a:t>Cliquez pour modifier les styles du texte du masque</a:t>
            </a:r>
          </a:p>
        </p:txBody>
      </p:sp>
      <p:sp>
        <p:nvSpPr>
          <p:cNvPr id="4" name="Espace réservé du contenu 3"/>
          <p:cNvSpPr>
            <a:spLocks noGrp="1"/>
          </p:cNvSpPr>
          <p:nvPr>
            <p:ph sz="half" idx="2"/>
          </p:nvPr>
        </p:nvSpPr>
        <p:spPr>
          <a:xfrm>
            <a:off x="323851" y="3020660"/>
            <a:ext cx="2861800" cy="5487900"/>
          </a:xfrm>
        </p:spPr>
        <p:txBody>
          <a:bodyPr/>
          <a:lstStyle>
            <a:lvl1pPr>
              <a:defRPr sz="2339"/>
            </a:lvl1pPr>
            <a:lvl2pPr>
              <a:defRPr sz="1979"/>
            </a:lvl2pPr>
            <a:lvl3pPr>
              <a:defRPr sz="1799"/>
            </a:lvl3pPr>
            <a:lvl4pPr>
              <a:defRPr sz="1529"/>
            </a:lvl4pPr>
            <a:lvl5pPr>
              <a:defRPr sz="1529"/>
            </a:lvl5pPr>
            <a:lvl6pPr>
              <a:defRPr sz="1529"/>
            </a:lvl6pPr>
            <a:lvl7pPr>
              <a:defRPr sz="1529"/>
            </a:lvl7pPr>
            <a:lvl8pPr>
              <a:defRPr sz="1529"/>
            </a:lvl8pPr>
            <a:lvl9pPr>
              <a:defRPr sz="1529"/>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u texte 4"/>
          <p:cNvSpPr>
            <a:spLocks noGrp="1"/>
          </p:cNvSpPr>
          <p:nvPr>
            <p:ph type="body" sz="quarter" idx="3"/>
          </p:nvPr>
        </p:nvSpPr>
        <p:spPr>
          <a:xfrm>
            <a:off x="3290227" y="2132101"/>
            <a:ext cx="2862924" cy="888559"/>
          </a:xfrm>
        </p:spPr>
        <p:txBody>
          <a:bodyPr anchor="b"/>
          <a:lstStyle>
            <a:lvl1pPr marL="0" indent="0">
              <a:buNone/>
              <a:defRPr sz="2339" b="1"/>
            </a:lvl1pPr>
            <a:lvl2pPr marL="450585" indent="0">
              <a:buNone/>
              <a:defRPr sz="1979" b="1"/>
            </a:lvl2pPr>
            <a:lvl3pPr marL="901169" indent="0">
              <a:buNone/>
              <a:defRPr sz="1799" b="1"/>
            </a:lvl3pPr>
            <a:lvl4pPr marL="1351753" indent="0">
              <a:buNone/>
              <a:defRPr sz="1529" b="1"/>
            </a:lvl4pPr>
            <a:lvl5pPr marL="1802338" indent="0">
              <a:buNone/>
              <a:defRPr sz="1529" b="1"/>
            </a:lvl5pPr>
            <a:lvl6pPr marL="2252922" indent="0">
              <a:buNone/>
              <a:defRPr sz="1529" b="1"/>
            </a:lvl6pPr>
            <a:lvl7pPr marL="2703507" indent="0">
              <a:buNone/>
              <a:defRPr sz="1529" b="1"/>
            </a:lvl7pPr>
            <a:lvl8pPr marL="3154091" indent="0">
              <a:buNone/>
              <a:defRPr sz="1529" b="1"/>
            </a:lvl8pPr>
            <a:lvl9pPr marL="3604675" indent="0">
              <a:buNone/>
              <a:defRPr sz="1529" b="1"/>
            </a:lvl9pPr>
          </a:lstStyle>
          <a:p>
            <a:pPr lvl="0"/>
            <a:r>
              <a:rPr lang="fr-FR"/>
              <a:t>Cliquez pour modifier les styles du texte du masque</a:t>
            </a:r>
          </a:p>
        </p:txBody>
      </p:sp>
      <p:sp>
        <p:nvSpPr>
          <p:cNvPr id="6" name="Espace réservé du contenu 5"/>
          <p:cNvSpPr>
            <a:spLocks noGrp="1"/>
          </p:cNvSpPr>
          <p:nvPr>
            <p:ph sz="quarter" idx="4"/>
          </p:nvPr>
        </p:nvSpPr>
        <p:spPr>
          <a:xfrm>
            <a:off x="3290227" y="3020660"/>
            <a:ext cx="2862924" cy="5487900"/>
          </a:xfrm>
        </p:spPr>
        <p:txBody>
          <a:bodyPr/>
          <a:lstStyle>
            <a:lvl1pPr>
              <a:defRPr sz="2339"/>
            </a:lvl1pPr>
            <a:lvl2pPr>
              <a:defRPr sz="1979"/>
            </a:lvl2pPr>
            <a:lvl3pPr>
              <a:defRPr sz="1799"/>
            </a:lvl3pPr>
            <a:lvl4pPr>
              <a:defRPr sz="1529"/>
            </a:lvl4pPr>
            <a:lvl5pPr>
              <a:defRPr sz="1529"/>
            </a:lvl5pPr>
            <a:lvl6pPr>
              <a:defRPr sz="1529"/>
            </a:lvl6pPr>
            <a:lvl7pPr>
              <a:defRPr sz="1529"/>
            </a:lvl7pPr>
            <a:lvl8pPr>
              <a:defRPr sz="1529"/>
            </a:lvl8pPr>
            <a:lvl9pPr>
              <a:defRPr sz="1529"/>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7" name="Espace réservé de la date 6"/>
          <p:cNvSpPr>
            <a:spLocks noGrp="1"/>
          </p:cNvSpPr>
          <p:nvPr>
            <p:ph type="dt" sz="half" idx="10"/>
          </p:nvPr>
        </p:nvSpPr>
        <p:spPr/>
        <p:txBody>
          <a:bodyPr/>
          <a:lstStyle/>
          <a:p>
            <a:fld id="{AA309A6D-C09C-4548-B29A-6CF363A7E532}" type="datetimeFigureOut">
              <a:rPr lang="fr-FR" smtClean="0"/>
              <a:pPr/>
              <a:t>04/10/2021</a:t>
            </a:fld>
            <a:endParaRPr lang="fr-BE"/>
          </a:p>
        </p:txBody>
      </p:sp>
      <p:sp>
        <p:nvSpPr>
          <p:cNvPr id="8" name="Espace réservé du pied de page 7"/>
          <p:cNvSpPr>
            <a:spLocks noGrp="1"/>
          </p:cNvSpPr>
          <p:nvPr>
            <p:ph type="ftr" sz="quarter" idx="11"/>
          </p:nvPr>
        </p:nvSpPr>
        <p:spPr/>
        <p:txBody>
          <a:bodyPr/>
          <a:lstStyle/>
          <a:p>
            <a:endParaRPr lang="fr-BE"/>
          </a:p>
        </p:txBody>
      </p:sp>
      <p:sp>
        <p:nvSpPr>
          <p:cNvPr id="9" name="Espace réservé du numéro de diapositive 8"/>
          <p:cNvSpPr>
            <a:spLocks noGrp="1"/>
          </p:cNvSpPr>
          <p:nvPr>
            <p:ph type="sldNum" sz="quarter" idx="12"/>
          </p:nvPr>
        </p:nvSpPr>
        <p:spPr/>
        <p:txBody>
          <a:bodyPr/>
          <a:lstStyle/>
          <a:p>
            <a:fld id="{CF4668DC-857F-487D-BFFA-8C0CA5037977}" type="slidenum">
              <a:rPr lang="fr-BE" smtClean="0"/>
              <a:pPr/>
              <a:t>‹N°›</a:t>
            </a:fld>
            <a:endParaRPr lang="fr-BE"/>
          </a:p>
        </p:txBody>
      </p:sp>
    </p:spTree>
    <p:extLst>
      <p:ext uri="{BB962C8B-B14F-4D97-AF65-F5344CB8AC3E}">
        <p14:creationId xmlns:p14="http://schemas.microsoft.com/office/powerpoint/2010/main" val="42533693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endParaRPr lang="fr-BE"/>
          </a:p>
        </p:txBody>
      </p:sp>
      <p:sp>
        <p:nvSpPr>
          <p:cNvPr id="3" name="Espace réservé de la date 2"/>
          <p:cNvSpPr>
            <a:spLocks noGrp="1"/>
          </p:cNvSpPr>
          <p:nvPr>
            <p:ph type="dt" sz="half" idx="10"/>
          </p:nvPr>
        </p:nvSpPr>
        <p:spPr/>
        <p:txBody>
          <a:bodyPr/>
          <a:lstStyle/>
          <a:p>
            <a:fld id="{AA309A6D-C09C-4548-B29A-6CF363A7E532}" type="datetimeFigureOut">
              <a:rPr lang="fr-FR" smtClean="0"/>
              <a:pPr/>
              <a:t>04/10/2021</a:t>
            </a:fld>
            <a:endParaRPr lang="fr-BE"/>
          </a:p>
        </p:txBody>
      </p:sp>
      <p:sp>
        <p:nvSpPr>
          <p:cNvPr id="4" name="Espace réservé du pied de page 3"/>
          <p:cNvSpPr>
            <a:spLocks noGrp="1"/>
          </p:cNvSpPr>
          <p:nvPr>
            <p:ph type="ftr" sz="quarter" idx="11"/>
          </p:nvPr>
        </p:nvSpPr>
        <p:spPr/>
        <p:txBody>
          <a:bodyPr/>
          <a:lstStyle/>
          <a:p>
            <a:endParaRPr lang="fr-BE"/>
          </a:p>
        </p:txBody>
      </p:sp>
      <p:sp>
        <p:nvSpPr>
          <p:cNvPr id="5" name="Espace réservé du numéro de diapositive 4"/>
          <p:cNvSpPr>
            <a:spLocks noGrp="1"/>
          </p:cNvSpPr>
          <p:nvPr>
            <p:ph type="sldNum" sz="quarter" idx="12"/>
          </p:nvPr>
        </p:nvSpPr>
        <p:spPr/>
        <p:txBody>
          <a:bodyPr/>
          <a:lstStyle/>
          <a:p>
            <a:fld id="{CF4668DC-857F-487D-BFFA-8C0CA5037977}" type="slidenum">
              <a:rPr lang="fr-BE" smtClean="0"/>
              <a:pPr/>
              <a:t>‹N°›</a:t>
            </a:fld>
            <a:endParaRPr lang="fr-BE"/>
          </a:p>
        </p:txBody>
      </p:sp>
    </p:spTree>
    <p:extLst>
      <p:ext uri="{BB962C8B-B14F-4D97-AF65-F5344CB8AC3E}">
        <p14:creationId xmlns:p14="http://schemas.microsoft.com/office/powerpoint/2010/main" val="38031355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AA309A6D-C09C-4548-B29A-6CF363A7E532}" type="datetimeFigureOut">
              <a:rPr lang="fr-FR" smtClean="0"/>
              <a:pPr/>
              <a:t>04/10/2021</a:t>
            </a:fld>
            <a:endParaRPr lang="fr-BE"/>
          </a:p>
        </p:txBody>
      </p:sp>
      <p:sp>
        <p:nvSpPr>
          <p:cNvPr id="3" name="Espace réservé du pied de page 2"/>
          <p:cNvSpPr>
            <a:spLocks noGrp="1"/>
          </p:cNvSpPr>
          <p:nvPr>
            <p:ph type="ftr" sz="quarter" idx="11"/>
          </p:nvPr>
        </p:nvSpPr>
        <p:spPr/>
        <p:txBody>
          <a:bodyPr/>
          <a:lstStyle/>
          <a:p>
            <a:endParaRPr lang="fr-BE"/>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‹N°›</a:t>
            </a:fld>
            <a:endParaRPr lang="fr-BE"/>
          </a:p>
        </p:txBody>
      </p:sp>
    </p:spTree>
    <p:extLst>
      <p:ext uri="{BB962C8B-B14F-4D97-AF65-F5344CB8AC3E}">
        <p14:creationId xmlns:p14="http://schemas.microsoft.com/office/powerpoint/2010/main" val="11448750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323851" y="379237"/>
            <a:ext cx="2130889" cy="1613958"/>
          </a:xfrm>
        </p:spPr>
        <p:txBody>
          <a:bodyPr anchor="b"/>
          <a:lstStyle>
            <a:lvl1pPr algn="l">
              <a:defRPr sz="1979" b="1"/>
            </a:lvl1pPr>
          </a:lstStyle>
          <a:p>
            <a:r>
              <a:rPr lang="fr-FR"/>
              <a:t>Cliquez pour modifier le style du titre</a:t>
            </a:r>
            <a:endParaRPr lang="fr-BE"/>
          </a:p>
        </p:txBody>
      </p:sp>
      <p:sp>
        <p:nvSpPr>
          <p:cNvPr id="3" name="Espace réservé du contenu 2"/>
          <p:cNvSpPr>
            <a:spLocks noGrp="1"/>
          </p:cNvSpPr>
          <p:nvPr>
            <p:ph idx="1"/>
          </p:nvPr>
        </p:nvSpPr>
        <p:spPr>
          <a:xfrm>
            <a:off x="2532328" y="379238"/>
            <a:ext cx="3620824" cy="8129324"/>
          </a:xfrm>
        </p:spPr>
        <p:txBody>
          <a:bodyPr/>
          <a:lstStyle>
            <a:lvl1pPr>
              <a:defRPr sz="3238"/>
            </a:lvl1pPr>
            <a:lvl2pPr>
              <a:defRPr sz="2788"/>
            </a:lvl2pPr>
            <a:lvl3pPr>
              <a:defRPr sz="2339"/>
            </a:lvl3pPr>
            <a:lvl4pPr>
              <a:defRPr sz="1979"/>
            </a:lvl4pPr>
            <a:lvl5pPr>
              <a:defRPr sz="1979"/>
            </a:lvl5pPr>
            <a:lvl6pPr>
              <a:defRPr sz="1979"/>
            </a:lvl6pPr>
            <a:lvl7pPr>
              <a:defRPr sz="1979"/>
            </a:lvl7pPr>
            <a:lvl8pPr>
              <a:defRPr sz="1979"/>
            </a:lvl8pPr>
            <a:lvl9pPr>
              <a:defRPr sz="1979"/>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texte 3"/>
          <p:cNvSpPr>
            <a:spLocks noGrp="1"/>
          </p:cNvSpPr>
          <p:nvPr>
            <p:ph type="body" sz="half" idx="2"/>
          </p:nvPr>
        </p:nvSpPr>
        <p:spPr>
          <a:xfrm>
            <a:off x="323851" y="1993196"/>
            <a:ext cx="2130889" cy="6515365"/>
          </a:xfrm>
        </p:spPr>
        <p:txBody>
          <a:bodyPr/>
          <a:lstStyle>
            <a:lvl1pPr marL="0" indent="0">
              <a:buNone/>
              <a:defRPr sz="1349"/>
            </a:lvl1pPr>
            <a:lvl2pPr marL="450585" indent="0">
              <a:buNone/>
              <a:defRPr sz="1169"/>
            </a:lvl2pPr>
            <a:lvl3pPr marL="901169" indent="0">
              <a:buNone/>
              <a:defRPr sz="989"/>
            </a:lvl3pPr>
            <a:lvl4pPr marL="1351753" indent="0">
              <a:buNone/>
              <a:defRPr sz="899"/>
            </a:lvl4pPr>
            <a:lvl5pPr marL="1802338" indent="0">
              <a:buNone/>
              <a:defRPr sz="899"/>
            </a:lvl5pPr>
            <a:lvl6pPr marL="2252922" indent="0">
              <a:buNone/>
              <a:defRPr sz="899"/>
            </a:lvl6pPr>
            <a:lvl7pPr marL="2703507" indent="0">
              <a:buNone/>
              <a:defRPr sz="899"/>
            </a:lvl7pPr>
            <a:lvl8pPr marL="3154091" indent="0">
              <a:buNone/>
              <a:defRPr sz="899"/>
            </a:lvl8pPr>
            <a:lvl9pPr marL="3604675" indent="0">
              <a:buNone/>
              <a:defRPr sz="899"/>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AA309A6D-C09C-4548-B29A-6CF363A7E532}" type="datetimeFigureOut">
              <a:rPr lang="fr-FR" smtClean="0"/>
              <a:pPr/>
              <a:t>04/10/2021</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Tree>
    <p:extLst>
      <p:ext uri="{BB962C8B-B14F-4D97-AF65-F5344CB8AC3E}">
        <p14:creationId xmlns:p14="http://schemas.microsoft.com/office/powerpoint/2010/main" val="41852357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269537" y="6667501"/>
            <a:ext cx="3886200" cy="787137"/>
          </a:xfrm>
        </p:spPr>
        <p:txBody>
          <a:bodyPr anchor="b"/>
          <a:lstStyle>
            <a:lvl1pPr algn="l">
              <a:defRPr sz="1979" b="1"/>
            </a:lvl1pPr>
          </a:lstStyle>
          <a:p>
            <a:r>
              <a:rPr lang="fr-FR"/>
              <a:t>Cliquez pour modifier le style du titre</a:t>
            </a:r>
            <a:endParaRPr lang="fr-BE"/>
          </a:p>
        </p:txBody>
      </p:sp>
      <p:sp>
        <p:nvSpPr>
          <p:cNvPr id="3" name="Espace réservé pour une image  2"/>
          <p:cNvSpPr>
            <a:spLocks noGrp="1"/>
          </p:cNvSpPr>
          <p:nvPr>
            <p:ph type="pic" idx="1"/>
          </p:nvPr>
        </p:nvSpPr>
        <p:spPr>
          <a:xfrm>
            <a:off x="1269537" y="851077"/>
            <a:ext cx="3886200" cy="5715000"/>
          </a:xfrm>
        </p:spPr>
        <p:txBody>
          <a:bodyPr/>
          <a:lstStyle>
            <a:lvl1pPr marL="0" indent="0">
              <a:buNone/>
              <a:defRPr sz="3238"/>
            </a:lvl1pPr>
            <a:lvl2pPr marL="450585" indent="0">
              <a:buNone/>
              <a:defRPr sz="2788"/>
            </a:lvl2pPr>
            <a:lvl3pPr marL="901169" indent="0">
              <a:buNone/>
              <a:defRPr sz="2339"/>
            </a:lvl3pPr>
            <a:lvl4pPr marL="1351753" indent="0">
              <a:buNone/>
              <a:defRPr sz="1979"/>
            </a:lvl4pPr>
            <a:lvl5pPr marL="1802338" indent="0">
              <a:buNone/>
              <a:defRPr sz="1979"/>
            </a:lvl5pPr>
            <a:lvl6pPr marL="2252922" indent="0">
              <a:buNone/>
              <a:defRPr sz="1979"/>
            </a:lvl6pPr>
            <a:lvl7pPr marL="2703507" indent="0">
              <a:buNone/>
              <a:defRPr sz="1979"/>
            </a:lvl7pPr>
            <a:lvl8pPr marL="3154091" indent="0">
              <a:buNone/>
              <a:defRPr sz="1979"/>
            </a:lvl8pPr>
            <a:lvl9pPr marL="3604675" indent="0">
              <a:buNone/>
              <a:defRPr sz="1979"/>
            </a:lvl9pPr>
          </a:lstStyle>
          <a:p>
            <a:endParaRPr lang="fr-BE"/>
          </a:p>
        </p:txBody>
      </p:sp>
      <p:sp>
        <p:nvSpPr>
          <p:cNvPr id="4" name="Espace réservé du texte 3"/>
          <p:cNvSpPr>
            <a:spLocks noGrp="1"/>
          </p:cNvSpPr>
          <p:nvPr>
            <p:ph type="body" sz="half" idx="2"/>
          </p:nvPr>
        </p:nvSpPr>
        <p:spPr>
          <a:xfrm>
            <a:off x="1269537" y="7454637"/>
            <a:ext cx="3886200" cy="1117864"/>
          </a:xfrm>
        </p:spPr>
        <p:txBody>
          <a:bodyPr/>
          <a:lstStyle>
            <a:lvl1pPr marL="0" indent="0">
              <a:buNone/>
              <a:defRPr sz="1349"/>
            </a:lvl1pPr>
            <a:lvl2pPr marL="450585" indent="0">
              <a:buNone/>
              <a:defRPr sz="1169"/>
            </a:lvl2pPr>
            <a:lvl3pPr marL="901169" indent="0">
              <a:buNone/>
              <a:defRPr sz="989"/>
            </a:lvl3pPr>
            <a:lvl4pPr marL="1351753" indent="0">
              <a:buNone/>
              <a:defRPr sz="899"/>
            </a:lvl4pPr>
            <a:lvl5pPr marL="1802338" indent="0">
              <a:buNone/>
              <a:defRPr sz="899"/>
            </a:lvl5pPr>
            <a:lvl6pPr marL="2252922" indent="0">
              <a:buNone/>
              <a:defRPr sz="899"/>
            </a:lvl6pPr>
            <a:lvl7pPr marL="2703507" indent="0">
              <a:buNone/>
              <a:defRPr sz="899"/>
            </a:lvl7pPr>
            <a:lvl8pPr marL="3154091" indent="0">
              <a:buNone/>
              <a:defRPr sz="899"/>
            </a:lvl8pPr>
            <a:lvl9pPr marL="3604675" indent="0">
              <a:buNone/>
              <a:defRPr sz="899"/>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AA309A6D-C09C-4548-B29A-6CF363A7E532}" type="datetimeFigureOut">
              <a:rPr lang="fr-FR" smtClean="0"/>
              <a:pPr/>
              <a:t>04/10/2021</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Tree>
    <p:extLst>
      <p:ext uri="{BB962C8B-B14F-4D97-AF65-F5344CB8AC3E}">
        <p14:creationId xmlns:p14="http://schemas.microsoft.com/office/powerpoint/2010/main" val="21614655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endParaRPr lang="fr-BE"/>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p:cNvSpPr>
            <a:spLocks noGrp="1"/>
          </p:cNvSpPr>
          <p:nvPr>
            <p:ph type="dt" sz="half" idx="10"/>
          </p:nvPr>
        </p:nvSpPr>
        <p:spPr/>
        <p:txBody>
          <a:bodyPr/>
          <a:lstStyle/>
          <a:p>
            <a:fld id="{AA309A6D-C09C-4548-B29A-6CF363A7E532}" type="datetimeFigureOut">
              <a:rPr lang="fr-FR" smtClean="0"/>
              <a:pPr/>
              <a:t>04/10/2021</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extLst>
      <p:ext uri="{BB962C8B-B14F-4D97-AF65-F5344CB8AC3E}">
        <p14:creationId xmlns:p14="http://schemas.microsoft.com/office/powerpoint/2010/main" val="26288923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4695825" y="381444"/>
            <a:ext cx="1457325" cy="8127117"/>
          </a:xfrm>
        </p:spPr>
        <p:txBody>
          <a:bodyPr vert="eaVert"/>
          <a:lstStyle/>
          <a:p>
            <a:r>
              <a:rPr lang="fr-FR"/>
              <a:t>Cliquez pour modifier le style du titre</a:t>
            </a:r>
            <a:endParaRPr lang="fr-BE"/>
          </a:p>
        </p:txBody>
      </p:sp>
      <p:sp>
        <p:nvSpPr>
          <p:cNvPr id="3" name="Espace réservé du texte vertical 2"/>
          <p:cNvSpPr>
            <a:spLocks noGrp="1"/>
          </p:cNvSpPr>
          <p:nvPr>
            <p:ph type="body" orient="vert" idx="1"/>
          </p:nvPr>
        </p:nvSpPr>
        <p:spPr>
          <a:xfrm>
            <a:off x="323850" y="381444"/>
            <a:ext cx="4264025" cy="812711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p:cNvSpPr>
            <a:spLocks noGrp="1"/>
          </p:cNvSpPr>
          <p:nvPr>
            <p:ph type="dt" sz="half" idx="10"/>
          </p:nvPr>
        </p:nvSpPr>
        <p:spPr/>
        <p:txBody>
          <a:bodyPr/>
          <a:lstStyle/>
          <a:p>
            <a:fld id="{AA309A6D-C09C-4548-B29A-6CF363A7E532}" type="datetimeFigureOut">
              <a:rPr lang="fr-FR" smtClean="0"/>
              <a:pPr/>
              <a:t>04/10/2021</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extLst>
      <p:ext uri="{BB962C8B-B14F-4D97-AF65-F5344CB8AC3E}">
        <p14:creationId xmlns:p14="http://schemas.microsoft.com/office/powerpoint/2010/main" val="19213147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Connecteur droit 6">
            <a:extLst>
              <a:ext uri="{FF2B5EF4-FFF2-40B4-BE49-F238E27FC236}">
                <a16:creationId xmlns:a16="http://schemas.microsoft.com/office/drawing/2014/main" id="{9F0C8D24-955E-4704-97FB-70D77EDE28DC}"/>
              </a:ext>
            </a:extLst>
          </p:cNvPr>
          <p:cNvCxnSpPr>
            <a:cxnSpLocks/>
          </p:cNvCxnSpPr>
          <p:nvPr userDrawn="1"/>
        </p:nvCxnSpPr>
        <p:spPr>
          <a:xfrm>
            <a:off x="143111" y="9380040"/>
            <a:ext cx="6190778" cy="0"/>
          </a:xfrm>
          <a:prstGeom prst="line">
            <a:avLst/>
          </a:prstGeom>
          <a:noFill/>
          <a:ln w="9525" cap="flat" cmpd="sng" algn="ctr">
            <a:solidFill>
              <a:srgbClr val="4F81BD">
                <a:shade val="95000"/>
                <a:satMod val="105000"/>
              </a:srgbClr>
            </a:solidFill>
            <a:prstDash val="solid"/>
          </a:ln>
          <a:effectLst/>
        </p:spPr>
      </p:cxnSp>
      <p:sp>
        <p:nvSpPr>
          <p:cNvPr id="8" name="Rectangle 7">
            <a:extLst>
              <a:ext uri="{FF2B5EF4-FFF2-40B4-BE49-F238E27FC236}">
                <a16:creationId xmlns:a16="http://schemas.microsoft.com/office/drawing/2014/main" id="{13A7AF4B-1F4C-4C52-B981-1AEFB374742D}"/>
              </a:ext>
            </a:extLst>
          </p:cNvPr>
          <p:cNvSpPr/>
          <p:nvPr userDrawn="1"/>
        </p:nvSpPr>
        <p:spPr>
          <a:xfrm>
            <a:off x="2878460" y="9245053"/>
            <a:ext cx="720080" cy="269975"/>
          </a:xfrm>
          <a:prstGeom prst="rect">
            <a:avLst/>
          </a:prstGeom>
          <a:solidFill>
            <a:sysClr val="window" lastClr="FFFFFF"/>
          </a:solidFill>
          <a:ln w="25400" cap="flat" cmpd="sng" algn="ctr">
            <a:noFill/>
            <a:prstDash val="solid"/>
          </a:ln>
          <a:effectLst/>
        </p:spPr>
        <p:txBody>
          <a:bodyPr rIns="36000" rtlCol="0" anchor="ctr"/>
          <a:lstStyle/>
          <a:p>
            <a:pPr marL="0" marR="0" lvl="0" indent="0" algn="ctr" defTabSz="1001855" eaLnBrk="1" fontAlgn="auto" latinLnBrk="0" hangingPunct="1">
              <a:lnSpc>
                <a:spcPct val="100000"/>
              </a:lnSpc>
              <a:spcBef>
                <a:spcPts val="0"/>
              </a:spcBef>
              <a:spcAft>
                <a:spcPts val="0"/>
              </a:spcAft>
              <a:buClrTx/>
              <a:buSzTx/>
              <a:buFontTx/>
              <a:buNone/>
              <a:tabLst/>
              <a:defRPr/>
            </a:pPr>
            <a:r>
              <a:rPr kumimoji="0" lang="fr-FR" sz="1000" b="0" i="0" u="none" strike="noStrike" kern="0" cap="none" spc="0" normalizeH="0" baseline="0" noProof="0" dirty="0">
                <a:ln>
                  <a:noFill/>
                </a:ln>
                <a:solidFill>
                  <a:prstClr val="black">
                    <a:lumMod val="65000"/>
                    <a:lumOff val="35000"/>
                  </a:prstClr>
                </a:solidFill>
                <a:effectLst/>
                <a:uLnTx/>
                <a:uFillTx/>
                <a:latin typeface="Calibri"/>
                <a:ea typeface="+mn-ea"/>
                <a:cs typeface="+mn-cs"/>
              </a:rPr>
              <a:t>Page </a:t>
            </a:r>
            <a:fld id="{C4E81319-F88B-4461-BD66-18C26DEBAE0F}" type="slidenum">
              <a:rPr kumimoji="0" lang="fr-FR" sz="1000" b="0" i="0" u="none" strike="noStrike" kern="0" cap="none" spc="0" normalizeH="0" baseline="0" noProof="0" smtClean="0">
                <a:ln>
                  <a:noFill/>
                </a:ln>
                <a:solidFill>
                  <a:prstClr val="black">
                    <a:lumMod val="65000"/>
                    <a:lumOff val="35000"/>
                  </a:prstClr>
                </a:solidFill>
                <a:effectLst/>
                <a:uLnTx/>
                <a:uFillTx/>
                <a:latin typeface="Calibri"/>
                <a:ea typeface="+mn-ea"/>
                <a:cs typeface="+mn-cs"/>
              </a:rPr>
              <a:pPr marL="0" marR="0" lvl="0" indent="0" algn="ctr" defTabSz="1001855" eaLnBrk="1" fontAlgn="auto" latinLnBrk="0" hangingPunct="1">
                <a:lnSpc>
                  <a:spcPct val="100000"/>
                </a:lnSpc>
                <a:spcBef>
                  <a:spcPts val="0"/>
                </a:spcBef>
                <a:spcAft>
                  <a:spcPts val="0"/>
                </a:spcAft>
                <a:buClrTx/>
                <a:buSzTx/>
                <a:buFontTx/>
                <a:buNone/>
                <a:tabLst/>
                <a:defRPr/>
              </a:pPr>
              <a:t>‹N°›</a:t>
            </a:fld>
            <a:endParaRPr kumimoji="0" lang="fr-FR" sz="1000" b="0" i="0" u="none" strike="noStrike" kern="0" cap="none" spc="0" normalizeH="0" baseline="0" noProof="0" dirty="0">
              <a:ln>
                <a:noFill/>
              </a:ln>
              <a:solidFill>
                <a:prstClr val="black">
                  <a:lumMod val="65000"/>
                  <a:lumOff val="35000"/>
                </a:prstClr>
              </a:solidFill>
              <a:effectLst/>
              <a:uLnTx/>
              <a:uFillTx/>
              <a:latin typeface="Calibri"/>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323850" y="381442"/>
            <a:ext cx="5829300" cy="1587500"/>
          </a:xfrm>
          <a:prstGeom prst="rect">
            <a:avLst/>
          </a:prstGeom>
        </p:spPr>
        <p:txBody>
          <a:bodyPr vert="horz" lIns="100186" tIns="50093" rIns="100186" bIns="50093" rtlCol="0" anchor="ctr">
            <a:normAutofit/>
          </a:bodyPr>
          <a:lstStyle/>
          <a:p>
            <a:r>
              <a:rPr lang="fr-FR"/>
              <a:t>Cliquez pour modifier le style du titre</a:t>
            </a:r>
            <a:endParaRPr lang="fr-BE"/>
          </a:p>
        </p:txBody>
      </p:sp>
      <p:sp>
        <p:nvSpPr>
          <p:cNvPr id="3" name="Espace réservé du texte 2"/>
          <p:cNvSpPr>
            <a:spLocks noGrp="1"/>
          </p:cNvSpPr>
          <p:nvPr>
            <p:ph type="body" idx="1"/>
          </p:nvPr>
        </p:nvSpPr>
        <p:spPr>
          <a:xfrm>
            <a:off x="323850" y="2222503"/>
            <a:ext cx="5829300" cy="6286059"/>
          </a:xfrm>
          <a:prstGeom prst="rect">
            <a:avLst/>
          </a:prstGeom>
        </p:spPr>
        <p:txBody>
          <a:bodyPr vert="horz" lIns="100186" tIns="50093" rIns="100186" bIns="50093"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p:cNvSpPr>
            <a:spLocks noGrp="1"/>
          </p:cNvSpPr>
          <p:nvPr>
            <p:ph type="dt" sz="half" idx="2"/>
          </p:nvPr>
        </p:nvSpPr>
        <p:spPr>
          <a:xfrm>
            <a:off x="323850" y="8828265"/>
            <a:ext cx="1511300" cy="507118"/>
          </a:xfrm>
          <a:prstGeom prst="rect">
            <a:avLst/>
          </a:prstGeom>
        </p:spPr>
        <p:txBody>
          <a:bodyPr vert="horz" lIns="100186" tIns="50093" rIns="100186" bIns="50093" rtlCol="0" anchor="ctr"/>
          <a:lstStyle>
            <a:lvl1pPr algn="l">
              <a:defRPr sz="1169">
                <a:solidFill>
                  <a:schemeClr val="tx1">
                    <a:tint val="75000"/>
                  </a:schemeClr>
                </a:solidFill>
                <a:latin typeface="Calibri" panose="020F0502020204030204" pitchFamily="34" charset="0"/>
              </a:defRPr>
            </a:lvl1pPr>
          </a:lstStyle>
          <a:p>
            <a:fld id="{AA309A6D-C09C-4548-B29A-6CF363A7E532}" type="datetimeFigureOut">
              <a:rPr lang="fr-FR" smtClean="0"/>
              <a:pPr/>
              <a:t>04/10/2021</a:t>
            </a:fld>
            <a:endParaRPr lang="fr-BE" dirty="0"/>
          </a:p>
        </p:txBody>
      </p:sp>
      <p:sp>
        <p:nvSpPr>
          <p:cNvPr id="5" name="Espace réservé du pied de page 4"/>
          <p:cNvSpPr>
            <a:spLocks noGrp="1"/>
          </p:cNvSpPr>
          <p:nvPr>
            <p:ph type="ftr" sz="quarter" idx="3"/>
          </p:nvPr>
        </p:nvSpPr>
        <p:spPr>
          <a:xfrm>
            <a:off x="2212976" y="8828265"/>
            <a:ext cx="2051050" cy="507118"/>
          </a:xfrm>
          <a:prstGeom prst="rect">
            <a:avLst/>
          </a:prstGeom>
        </p:spPr>
        <p:txBody>
          <a:bodyPr vert="horz" lIns="100186" tIns="50093" rIns="100186" bIns="50093" rtlCol="0" anchor="ctr"/>
          <a:lstStyle>
            <a:lvl1pPr algn="ctr">
              <a:defRPr sz="1169">
                <a:solidFill>
                  <a:schemeClr val="tx1">
                    <a:tint val="75000"/>
                  </a:schemeClr>
                </a:solidFill>
                <a:latin typeface="Calibri" panose="020F0502020204030204" pitchFamily="34" charset="0"/>
              </a:defRPr>
            </a:lvl1pPr>
          </a:lstStyle>
          <a:p>
            <a:endParaRPr lang="fr-BE" dirty="0"/>
          </a:p>
        </p:txBody>
      </p:sp>
      <p:sp>
        <p:nvSpPr>
          <p:cNvPr id="6" name="Espace réservé du numéro de diapositive 5"/>
          <p:cNvSpPr>
            <a:spLocks noGrp="1"/>
          </p:cNvSpPr>
          <p:nvPr>
            <p:ph type="sldNum" sz="quarter" idx="4"/>
          </p:nvPr>
        </p:nvSpPr>
        <p:spPr>
          <a:xfrm>
            <a:off x="4641850" y="8828265"/>
            <a:ext cx="1511300" cy="507118"/>
          </a:xfrm>
          <a:prstGeom prst="rect">
            <a:avLst/>
          </a:prstGeom>
        </p:spPr>
        <p:txBody>
          <a:bodyPr vert="horz" lIns="100186" tIns="50093" rIns="100186" bIns="50093" rtlCol="0" anchor="ctr"/>
          <a:lstStyle>
            <a:lvl1pPr algn="r">
              <a:defRPr sz="1169">
                <a:solidFill>
                  <a:schemeClr val="tx1">
                    <a:tint val="75000"/>
                  </a:schemeClr>
                </a:solidFill>
                <a:latin typeface="Calibri" panose="020F0502020204030204" pitchFamily="34" charset="0"/>
              </a:defRPr>
            </a:lvl1pPr>
          </a:lstStyle>
          <a:p>
            <a:fld id="{CF4668DC-857F-487D-BFFA-8C0CA5037977}" type="slidenum">
              <a:rPr lang="fr-BE" smtClean="0"/>
              <a:pPr/>
              <a:t>‹N°›</a:t>
            </a:fld>
            <a:endParaRPr lang="fr-BE" dirty="0"/>
          </a:p>
        </p:txBody>
      </p:sp>
    </p:spTree>
    <p:extLst>
      <p:ext uri="{BB962C8B-B14F-4D97-AF65-F5344CB8AC3E}">
        <p14:creationId xmlns:p14="http://schemas.microsoft.com/office/powerpoint/2010/main" val="569356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01169" rtl="0" eaLnBrk="1" latinLnBrk="0" hangingPunct="1">
        <a:spcBef>
          <a:spcPct val="0"/>
        </a:spcBef>
        <a:buNone/>
        <a:defRPr sz="4318" kern="1200">
          <a:solidFill>
            <a:schemeClr val="tx1"/>
          </a:solidFill>
          <a:latin typeface="+mj-lt"/>
          <a:ea typeface="+mj-ea"/>
          <a:cs typeface="+mj-cs"/>
        </a:defRPr>
      </a:lvl1pPr>
    </p:titleStyle>
    <p:bodyStyle>
      <a:lvl1pPr marL="337939" indent="-337939" algn="l" defTabSz="901169" rtl="0" eaLnBrk="1" latinLnBrk="0" hangingPunct="1">
        <a:spcBef>
          <a:spcPct val="20000"/>
        </a:spcBef>
        <a:buFont typeface="Arial" pitchFamily="34" charset="0"/>
        <a:buChar char="•"/>
        <a:defRPr sz="3238" kern="1200">
          <a:solidFill>
            <a:schemeClr val="tx1"/>
          </a:solidFill>
          <a:latin typeface="+mn-lt"/>
          <a:ea typeface="+mn-ea"/>
          <a:cs typeface="+mn-cs"/>
        </a:defRPr>
      </a:lvl1pPr>
      <a:lvl2pPr marL="732199" indent="-281615" algn="l" defTabSz="901169" rtl="0" eaLnBrk="1" latinLnBrk="0" hangingPunct="1">
        <a:spcBef>
          <a:spcPct val="20000"/>
        </a:spcBef>
        <a:buFont typeface="Arial" pitchFamily="34" charset="0"/>
        <a:buChar char="–"/>
        <a:defRPr sz="2788" kern="1200">
          <a:solidFill>
            <a:schemeClr val="tx1"/>
          </a:solidFill>
          <a:latin typeface="+mn-lt"/>
          <a:ea typeface="+mn-ea"/>
          <a:cs typeface="+mn-cs"/>
        </a:defRPr>
      </a:lvl2pPr>
      <a:lvl3pPr marL="1126461" indent="-225292" algn="l" defTabSz="901169" rtl="0" eaLnBrk="1" latinLnBrk="0" hangingPunct="1">
        <a:spcBef>
          <a:spcPct val="20000"/>
        </a:spcBef>
        <a:buFont typeface="Arial" pitchFamily="34" charset="0"/>
        <a:buChar char="•"/>
        <a:defRPr sz="2339" kern="1200">
          <a:solidFill>
            <a:schemeClr val="tx1"/>
          </a:solidFill>
          <a:latin typeface="+mn-lt"/>
          <a:ea typeface="+mn-ea"/>
          <a:cs typeface="+mn-cs"/>
        </a:defRPr>
      </a:lvl3pPr>
      <a:lvl4pPr marL="1577046" indent="-225292" algn="l" defTabSz="901169" rtl="0" eaLnBrk="1" latinLnBrk="0" hangingPunct="1">
        <a:spcBef>
          <a:spcPct val="20000"/>
        </a:spcBef>
        <a:buFont typeface="Arial" pitchFamily="34" charset="0"/>
        <a:buChar char="–"/>
        <a:defRPr sz="1979" kern="1200">
          <a:solidFill>
            <a:schemeClr val="tx1"/>
          </a:solidFill>
          <a:latin typeface="+mn-lt"/>
          <a:ea typeface="+mn-ea"/>
          <a:cs typeface="+mn-cs"/>
        </a:defRPr>
      </a:lvl4pPr>
      <a:lvl5pPr marL="2027630" indent="-225292" algn="l" defTabSz="901169" rtl="0" eaLnBrk="1" latinLnBrk="0" hangingPunct="1">
        <a:spcBef>
          <a:spcPct val="20000"/>
        </a:spcBef>
        <a:buFont typeface="Arial" pitchFamily="34" charset="0"/>
        <a:buChar char="»"/>
        <a:defRPr sz="1979" kern="1200">
          <a:solidFill>
            <a:schemeClr val="tx1"/>
          </a:solidFill>
          <a:latin typeface="+mn-lt"/>
          <a:ea typeface="+mn-ea"/>
          <a:cs typeface="+mn-cs"/>
        </a:defRPr>
      </a:lvl5pPr>
      <a:lvl6pPr marL="2478214" indent="-225292" algn="l" defTabSz="901169" rtl="0" eaLnBrk="1" latinLnBrk="0" hangingPunct="1">
        <a:spcBef>
          <a:spcPct val="20000"/>
        </a:spcBef>
        <a:buFont typeface="Arial" pitchFamily="34" charset="0"/>
        <a:buChar char="•"/>
        <a:defRPr sz="1979" kern="1200">
          <a:solidFill>
            <a:schemeClr val="tx1"/>
          </a:solidFill>
          <a:latin typeface="+mn-lt"/>
          <a:ea typeface="+mn-ea"/>
          <a:cs typeface="+mn-cs"/>
        </a:defRPr>
      </a:lvl6pPr>
      <a:lvl7pPr marL="2928799" indent="-225292" algn="l" defTabSz="901169" rtl="0" eaLnBrk="1" latinLnBrk="0" hangingPunct="1">
        <a:spcBef>
          <a:spcPct val="20000"/>
        </a:spcBef>
        <a:buFont typeface="Arial" pitchFamily="34" charset="0"/>
        <a:buChar char="•"/>
        <a:defRPr sz="1979" kern="1200">
          <a:solidFill>
            <a:schemeClr val="tx1"/>
          </a:solidFill>
          <a:latin typeface="+mn-lt"/>
          <a:ea typeface="+mn-ea"/>
          <a:cs typeface="+mn-cs"/>
        </a:defRPr>
      </a:lvl7pPr>
      <a:lvl8pPr marL="3379383" indent="-225292" algn="l" defTabSz="901169" rtl="0" eaLnBrk="1" latinLnBrk="0" hangingPunct="1">
        <a:spcBef>
          <a:spcPct val="20000"/>
        </a:spcBef>
        <a:buFont typeface="Arial" pitchFamily="34" charset="0"/>
        <a:buChar char="•"/>
        <a:defRPr sz="1979" kern="1200">
          <a:solidFill>
            <a:schemeClr val="tx1"/>
          </a:solidFill>
          <a:latin typeface="+mn-lt"/>
          <a:ea typeface="+mn-ea"/>
          <a:cs typeface="+mn-cs"/>
        </a:defRPr>
      </a:lvl8pPr>
      <a:lvl9pPr marL="3829968" indent="-225292" algn="l" defTabSz="901169" rtl="0" eaLnBrk="1" latinLnBrk="0" hangingPunct="1">
        <a:spcBef>
          <a:spcPct val="20000"/>
        </a:spcBef>
        <a:buFont typeface="Arial" pitchFamily="34" charset="0"/>
        <a:buChar char="•"/>
        <a:defRPr sz="1979" kern="1200">
          <a:solidFill>
            <a:schemeClr val="tx1"/>
          </a:solidFill>
          <a:latin typeface="+mn-lt"/>
          <a:ea typeface="+mn-ea"/>
          <a:cs typeface="+mn-cs"/>
        </a:defRPr>
      </a:lvl9pPr>
    </p:bodyStyle>
    <p:otherStyle>
      <a:defPPr>
        <a:defRPr lang="fr-FR"/>
      </a:defPPr>
      <a:lvl1pPr marL="0" algn="l" defTabSz="901169" rtl="0" eaLnBrk="1" latinLnBrk="0" hangingPunct="1">
        <a:defRPr sz="1799" kern="1200">
          <a:solidFill>
            <a:schemeClr val="tx1"/>
          </a:solidFill>
          <a:latin typeface="+mn-lt"/>
          <a:ea typeface="+mn-ea"/>
          <a:cs typeface="+mn-cs"/>
        </a:defRPr>
      </a:lvl1pPr>
      <a:lvl2pPr marL="450585" algn="l" defTabSz="901169" rtl="0" eaLnBrk="1" latinLnBrk="0" hangingPunct="1">
        <a:defRPr sz="1799" kern="1200">
          <a:solidFill>
            <a:schemeClr val="tx1"/>
          </a:solidFill>
          <a:latin typeface="+mn-lt"/>
          <a:ea typeface="+mn-ea"/>
          <a:cs typeface="+mn-cs"/>
        </a:defRPr>
      </a:lvl2pPr>
      <a:lvl3pPr marL="901169" algn="l" defTabSz="901169" rtl="0" eaLnBrk="1" latinLnBrk="0" hangingPunct="1">
        <a:defRPr sz="1799" kern="1200">
          <a:solidFill>
            <a:schemeClr val="tx1"/>
          </a:solidFill>
          <a:latin typeface="+mn-lt"/>
          <a:ea typeface="+mn-ea"/>
          <a:cs typeface="+mn-cs"/>
        </a:defRPr>
      </a:lvl3pPr>
      <a:lvl4pPr marL="1351753" algn="l" defTabSz="901169" rtl="0" eaLnBrk="1" latinLnBrk="0" hangingPunct="1">
        <a:defRPr sz="1799" kern="1200">
          <a:solidFill>
            <a:schemeClr val="tx1"/>
          </a:solidFill>
          <a:latin typeface="+mn-lt"/>
          <a:ea typeface="+mn-ea"/>
          <a:cs typeface="+mn-cs"/>
        </a:defRPr>
      </a:lvl4pPr>
      <a:lvl5pPr marL="1802338" algn="l" defTabSz="901169" rtl="0" eaLnBrk="1" latinLnBrk="0" hangingPunct="1">
        <a:defRPr sz="1799" kern="1200">
          <a:solidFill>
            <a:schemeClr val="tx1"/>
          </a:solidFill>
          <a:latin typeface="+mn-lt"/>
          <a:ea typeface="+mn-ea"/>
          <a:cs typeface="+mn-cs"/>
        </a:defRPr>
      </a:lvl5pPr>
      <a:lvl6pPr marL="2252922" algn="l" defTabSz="901169" rtl="0" eaLnBrk="1" latinLnBrk="0" hangingPunct="1">
        <a:defRPr sz="1799" kern="1200">
          <a:solidFill>
            <a:schemeClr val="tx1"/>
          </a:solidFill>
          <a:latin typeface="+mn-lt"/>
          <a:ea typeface="+mn-ea"/>
          <a:cs typeface="+mn-cs"/>
        </a:defRPr>
      </a:lvl6pPr>
      <a:lvl7pPr marL="2703507" algn="l" defTabSz="901169" rtl="0" eaLnBrk="1" latinLnBrk="0" hangingPunct="1">
        <a:defRPr sz="1799" kern="1200">
          <a:solidFill>
            <a:schemeClr val="tx1"/>
          </a:solidFill>
          <a:latin typeface="+mn-lt"/>
          <a:ea typeface="+mn-ea"/>
          <a:cs typeface="+mn-cs"/>
        </a:defRPr>
      </a:lvl7pPr>
      <a:lvl8pPr marL="3154091" algn="l" defTabSz="901169" rtl="0" eaLnBrk="1" latinLnBrk="0" hangingPunct="1">
        <a:defRPr sz="1799" kern="1200">
          <a:solidFill>
            <a:schemeClr val="tx1"/>
          </a:solidFill>
          <a:latin typeface="+mn-lt"/>
          <a:ea typeface="+mn-ea"/>
          <a:cs typeface="+mn-cs"/>
        </a:defRPr>
      </a:lvl8pPr>
      <a:lvl9pPr marL="3604675" algn="l" defTabSz="901169"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7.xml"/><Relationship Id="rId4" Type="http://schemas.openxmlformats.org/officeDocument/2006/relationships/image" Target="../media/image8.emf"/></Relationships>
</file>

<file path=ppt/slides/_rels/slide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image" Target="../media/image5.emf"/><Relationship Id="rId7"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Layout" Target="../slideLayouts/slideLayout7.xml"/><Relationship Id="rId6" Type="http://schemas.openxmlformats.org/officeDocument/2006/relationships/image" Target="../media/image7.emf"/><Relationship Id="rId5" Type="http://schemas.openxmlformats.org/officeDocument/2006/relationships/image" Target="../media/image9.emf"/><Relationship Id="rId4" Type="http://schemas.openxmlformats.org/officeDocument/2006/relationships/image" Target="../media/image3.emf"/></Relationships>
</file>

<file path=ppt/slides/_rels/slide1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6" name="Rectangle 205"/>
          <p:cNvSpPr/>
          <p:nvPr/>
        </p:nvSpPr>
        <p:spPr>
          <a:xfrm>
            <a:off x="684588" y="506272"/>
            <a:ext cx="5369132" cy="8084624"/>
          </a:xfrm>
          <a:prstGeom prst="rect">
            <a:avLst/>
          </a:prstGeom>
          <a:solidFill>
            <a:schemeClr val="bg1"/>
          </a:solidFill>
          <a:ln>
            <a:solidFill>
              <a:srgbClr val="27A8E0"/>
            </a:solidFill>
          </a:ln>
          <a:effectLst>
            <a:outerShdw blurRad="1397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81309" tIns="40653" rIns="81309" bIns="40653" rtlCol="0" anchor="ctr"/>
          <a:lstStyle/>
          <a:p>
            <a:pPr algn="ctr" defTabSz="901169" fontAlgn="auto">
              <a:spcBef>
                <a:spcPts val="0"/>
              </a:spcBef>
              <a:spcAft>
                <a:spcPts val="0"/>
              </a:spcAft>
            </a:pPr>
            <a:endParaRPr lang="fr-FR" sz="1799" dirty="0">
              <a:solidFill>
                <a:prstClr val="white"/>
              </a:solidFill>
              <a:latin typeface="Calibri" panose="020F0502020204030204" pitchFamily="34" charset="0"/>
            </a:endParaRPr>
          </a:p>
        </p:txBody>
      </p:sp>
      <p:sp>
        <p:nvSpPr>
          <p:cNvPr id="207" name="Rectangle 629"/>
          <p:cNvSpPr>
            <a:spLocks noChangeArrowheads="1"/>
          </p:cNvSpPr>
          <p:nvPr/>
        </p:nvSpPr>
        <p:spPr bwMode="auto">
          <a:xfrm>
            <a:off x="1035600" y="8864513"/>
            <a:ext cx="4667113" cy="414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1318" tIns="40660" rIns="81318" bIns="40660">
            <a:spAutoFit/>
          </a:bodyPr>
          <a:lstStyle/>
          <a:p>
            <a:pPr algn="ctr" defTabSz="901169" fontAlgn="auto">
              <a:spcBef>
                <a:spcPts val="0"/>
              </a:spcBef>
              <a:spcAft>
                <a:spcPts val="0"/>
              </a:spcAft>
            </a:pPr>
            <a:r>
              <a:rPr lang="fr-FR" sz="1079" dirty="0">
                <a:solidFill>
                  <a:prstClr val="black">
                    <a:lumMod val="65000"/>
                    <a:lumOff val="35000"/>
                  </a:prstClr>
                </a:solidFill>
                <a:latin typeface="Calibri" panose="020F0502020204030204" pitchFamily="34" charset="0"/>
                <a:cs typeface="Times New Roman" pitchFamily="18" charset="0"/>
              </a:rPr>
              <a:t>CIPE  –  Centre International de la Pédagogie d'Entreprise</a:t>
            </a:r>
          </a:p>
          <a:p>
            <a:pPr algn="ctr" defTabSz="901169" eaLnBrk="0" fontAlgn="auto" hangingPunct="0">
              <a:spcBef>
                <a:spcPts val="0"/>
              </a:spcBef>
              <a:spcAft>
                <a:spcPts val="0"/>
              </a:spcAft>
            </a:pPr>
            <a:r>
              <a:rPr lang="fr-FR" sz="1079" dirty="0">
                <a:solidFill>
                  <a:prstClr val="black">
                    <a:lumMod val="65000"/>
                    <a:lumOff val="35000"/>
                  </a:prstClr>
                </a:solidFill>
                <a:latin typeface="Calibri" panose="020F0502020204030204" pitchFamily="34" charset="0"/>
                <a:cs typeface="Times New Roman" pitchFamily="18" charset="0"/>
              </a:rPr>
              <a:t>info@cipe.fr   –   www.cipe.fr</a:t>
            </a:r>
            <a:endParaRPr lang="fr-FR" sz="1079" dirty="0">
              <a:solidFill>
                <a:prstClr val="black">
                  <a:lumMod val="65000"/>
                  <a:lumOff val="35000"/>
                </a:prstClr>
              </a:solidFill>
              <a:latin typeface="Calibri" panose="020F0502020204030204" pitchFamily="34" charset="0"/>
            </a:endParaRPr>
          </a:p>
        </p:txBody>
      </p:sp>
      <p:pic>
        <p:nvPicPr>
          <p:cNvPr id="209" name="Picture 10" descr="C:\Users\bertrands\Dropbox\Marketing\Logo Cipe\Logo CIPE Baseline image Couleurs bureautique.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14268" y="7722916"/>
            <a:ext cx="1909776" cy="703205"/>
          </a:xfrm>
          <a:prstGeom prst="rect">
            <a:avLst/>
          </a:prstGeom>
          <a:noFill/>
          <a:extLst>
            <a:ext uri="{909E8E84-426E-40DD-AFC4-6F175D3DCCD1}">
              <a14:hiddenFill xmlns:a14="http://schemas.microsoft.com/office/drawing/2010/main">
                <a:solidFill>
                  <a:srgbClr val="FFFFFF"/>
                </a:solidFill>
              </a14:hiddenFill>
            </a:ext>
          </a:extLst>
        </p:spPr>
      </p:pic>
      <p:sp>
        <p:nvSpPr>
          <p:cNvPr id="212" name="Rectangle 3081"/>
          <p:cNvSpPr>
            <a:spLocks noChangeArrowheads="1"/>
          </p:cNvSpPr>
          <p:nvPr/>
        </p:nvSpPr>
        <p:spPr bwMode="auto">
          <a:xfrm>
            <a:off x="1074651" y="5003650"/>
            <a:ext cx="4589007" cy="529496"/>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2823" tIns="42890" rIns="82823" bIns="42890">
            <a:spAutoFit/>
          </a:bodyPr>
          <a:lstStyle/>
          <a:p>
            <a:pPr algn="ctr" defTabSz="834180" fontAlgn="auto">
              <a:spcBef>
                <a:spcPts val="0"/>
              </a:spcBef>
              <a:spcAft>
                <a:spcPts val="0"/>
              </a:spcAft>
            </a:pPr>
            <a:r>
              <a:rPr lang="fr-FR" sz="2878" b="1" dirty="0">
                <a:solidFill>
                  <a:srgbClr val="27A8E0"/>
                </a:solidFill>
                <a:latin typeface="Calibri" panose="020F0502020204030204" pitchFamily="34" charset="0"/>
              </a:rPr>
              <a:t>Dossier Pédagogique</a:t>
            </a:r>
          </a:p>
        </p:txBody>
      </p:sp>
      <p:sp>
        <p:nvSpPr>
          <p:cNvPr id="234" name="ZoneTexte 233"/>
          <p:cNvSpPr txBox="1"/>
          <p:nvPr/>
        </p:nvSpPr>
        <p:spPr>
          <a:xfrm>
            <a:off x="1524311" y="6511266"/>
            <a:ext cx="3689687" cy="415254"/>
          </a:xfrm>
          <a:prstGeom prst="rect">
            <a:avLst/>
          </a:prstGeom>
          <a:noFill/>
        </p:spPr>
        <p:txBody>
          <a:bodyPr wrap="none" rtlCol="0">
            <a:noAutofit/>
          </a:bodyPr>
          <a:lstStyle/>
          <a:p>
            <a:pPr defTabSz="901169" fontAlgn="auto">
              <a:spcBef>
                <a:spcPts val="0"/>
              </a:spcBef>
              <a:spcAft>
                <a:spcPts val="0"/>
              </a:spcAft>
              <a:tabLst>
                <a:tab pos="2417530" algn="l"/>
              </a:tabLst>
            </a:pPr>
            <a:r>
              <a:rPr lang="fr-FR" sz="1259" b="1" dirty="0">
                <a:solidFill>
                  <a:srgbClr val="FF3300"/>
                </a:solidFill>
                <a:latin typeface="Calibri"/>
              </a:rPr>
              <a:t>/</a:t>
            </a:r>
            <a:r>
              <a:rPr lang="fr-FR" sz="1259" dirty="0">
                <a:solidFill>
                  <a:prstClr val="black">
                    <a:lumMod val="75000"/>
                    <a:lumOff val="25000"/>
                  </a:prstClr>
                </a:solidFill>
                <a:latin typeface="Calibri"/>
              </a:rPr>
              <a:t> </a:t>
            </a:r>
            <a:r>
              <a:rPr lang="fr-FR" sz="1259" dirty="0">
                <a:solidFill>
                  <a:prstClr val="black">
                    <a:lumMod val="65000"/>
                    <a:lumOff val="35000"/>
                  </a:prstClr>
                </a:solidFill>
                <a:latin typeface="Calibri"/>
              </a:rPr>
              <a:t>Ce dossier</a:t>
            </a:r>
            <a:br>
              <a:rPr lang="fr-FR" sz="1259" dirty="0">
                <a:solidFill>
                  <a:prstClr val="black">
                    <a:lumMod val="65000"/>
                    <a:lumOff val="35000"/>
                  </a:prstClr>
                </a:solidFill>
                <a:latin typeface="Calibri"/>
              </a:rPr>
            </a:br>
            <a:r>
              <a:rPr lang="fr-FR" sz="1259" dirty="0">
                <a:solidFill>
                  <a:prstClr val="black">
                    <a:lumMod val="65000"/>
                    <a:lumOff val="35000"/>
                  </a:prstClr>
                </a:solidFill>
                <a:latin typeface="Calibri"/>
              </a:rPr>
              <a:t>   appartient à : </a:t>
            </a:r>
            <a:r>
              <a:rPr lang="fr-FR" sz="1259" u="sng" dirty="0">
                <a:solidFill>
                  <a:prstClr val="black">
                    <a:lumMod val="65000"/>
                    <a:lumOff val="35000"/>
                  </a:prstClr>
                </a:solidFill>
                <a:latin typeface="Calibri"/>
              </a:rPr>
              <a:t>			</a:t>
            </a:r>
          </a:p>
        </p:txBody>
      </p:sp>
      <p:pic>
        <p:nvPicPr>
          <p:cNvPr id="11" name="Image 10">
            <a:extLst>
              <a:ext uri="{FF2B5EF4-FFF2-40B4-BE49-F238E27FC236}">
                <a16:creationId xmlns:a16="http://schemas.microsoft.com/office/drawing/2014/main" id="{AFC65591-376D-41F4-B8D4-B8F033C7FC7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2088" y="1290122"/>
            <a:ext cx="3821112" cy="2872818"/>
          </a:xfrm>
          <a:prstGeom prst="rect">
            <a:avLst/>
          </a:prstGeom>
        </p:spPr>
      </p:pic>
    </p:spTree>
    <p:extLst>
      <p:ext uri="{BB962C8B-B14F-4D97-AF65-F5344CB8AC3E}">
        <p14:creationId xmlns:p14="http://schemas.microsoft.com/office/powerpoint/2010/main" val="1025191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18"/>
          <p:cNvSpPr txBox="1">
            <a:spLocks noChangeArrowheads="1"/>
          </p:cNvSpPr>
          <p:nvPr/>
        </p:nvSpPr>
        <p:spPr bwMode="auto">
          <a:xfrm>
            <a:off x="531813" y="1789745"/>
            <a:ext cx="5419725" cy="4345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045" tIns="48523" rIns="97045" bIns="48523" anchor="ctr">
            <a:spAutoFit/>
          </a:bodyPr>
          <a:lstStyle>
            <a:lvl1pPr defTabSz="969963" eaLnBrk="0" hangingPunct="0">
              <a:defRPr sz="2400">
                <a:solidFill>
                  <a:schemeClr val="tx1"/>
                </a:solidFill>
                <a:latin typeface="Arial" pitchFamily="34" charset="0"/>
              </a:defRPr>
            </a:lvl1pPr>
            <a:lvl2pPr marL="742950" indent="-285750" defTabSz="969963" eaLnBrk="0" hangingPunct="0">
              <a:defRPr sz="2400">
                <a:solidFill>
                  <a:schemeClr val="tx1"/>
                </a:solidFill>
                <a:latin typeface="Arial" pitchFamily="34" charset="0"/>
              </a:defRPr>
            </a:lvl2pPr>
            <a:lvl3pPr marL="1143000" indent="-228600" defTabSz="969963" eaLnBrk="0" hangingPunct="0">
              <a:defRPr sz="2400">
                <a:solidFill>
                  <a:schemeClr val="tx1"/>
                </a:solidFill>
                <a:latin typeface="Arial" pitchFamily="34" charset="0"/>
              </a:defRPr>
            </a:lvl3pPr>
            <a:lvl4pPr marL="1600200" indent="-228600" defTabSz="969963" eaLnBrk="0" hangingPunct="0">
              <a:defRPr sz="2400">
                <a:solidFill>
                  <a:schemeClr val="tx1"/>
                </a:solidFill>
                <a:latin typeface="Arial" pitchFamily="34" charset="0"/>
              </a:defRPr>
            </a:lvl4pPr>
            <a:lvl5pPr marL="2057400" indent="-228600" defTabSz="969963" eaLnBrk="0" hangingPunct="0">
              <a:defRPr sz="2400">
                <a:solidFill>
                  <a:schemeClr val="tx1"/>
                </a:solidFill>
                <a:latin typeface="Arial" pitchFamily="34" charset="0"/>
              </a:defRPr>
            </a:lvl5pPr>
            <a:lvl6pPr marL="2514600" indent="-228600" defTabSz="969963" eaLnBrk="0" fontAlgn="base" hangingPunct="0">
              <a:spcBef>
                <a:spcPct val="0"/>
              </a:spcBef>
              <a:spcAft>
                <a:spcPct val="0"/>
              </a:spcAft>
              <a:defRPr sz="2400">
                <a:solidFill>
                  <a:schemeClr val="tx1"/>
                </a:solidFill>
                <a:latin typeface="Arial" pitchFamily="34" charset="0"/>
              </a:defRPr>
            </a:lvl6pPr>
            <a:lvl7pPr marL="2971800" indent="-228600" defTabSz="969963" eaLnBrk="0" fontAlgn="base" hangingPunct="0">
              <a:spcBef>
                <a:spcPct val="0"/>
              </a:spcBef>
              <a:spcAft>
                <a:spcPct val="0"/>
              </a:spcAft>
              <a:defRPr sz="2400">
                <a:solidFill>
                  <a:schemeClr val="tx1"/>
                </a:solidFill>
                <a:latin typeface="Arial" pitchFamily="34" charset="0"/>
              </a:defRPr>
            </a:lvl7pPr>
            <a:lvl8pPr marL="3429000" indent="-228600" defTabSz="969963" eaLnBrk="0" fontAlgn="base" hangingPunct="0">
              <a:spcBef>
                <a:spcPct val="0"/>
              </a:spcBef>
              <a:spcAft>
                <a:spcPct val="0"/>
              </a:spcAft>
              <a:defRPr sz="2400">
                <a:solidFill>
                  <a:schemeClr val="tx1"/>
                </a:solidFill>
                <a:latin typeface="Arial" pitchFamily="34" charset="0"/>
              </a:defRPr>
            </a:lvl8pPr>
            <a:lvl9pPr marL="3886200" indent="-228600" defTabSz="969963" eaLnBrk="0" fontAlgn="base" hangingPunct="0">
              <a:spcBef>
                <a:spcPct val="0"/>
              </a:spcBef>
              <a:spcAft>
                <a:spcPct val="0"/>
              </a:spcAft>
              <a:defRPr sz="2400">
                <a:solidFill>
                  <a:schemeClr val="tx1"/>
                </a:solidFill>
                <a:latin typeface="Arial" pitchFamily="34" charset="0"/>
              </a:defRPr>
            </a:lvl9pPr>
          </a:lstStyle>
          <a:p>
            <a:pPr algn="ctr"/>
            <a:r>
              <a:rPr lang="fr-FR" altLang="fr-FR" sz="1200" i="1" dirty="0">
                <a:solidFill>
                  <a:schemeClr val="tx1">
                    <a:lumMod val="75000"/>
                    <a:lumOff val="25000"/>
                  </a:schemeClr>
                </a:solidFill>
                <a:latin typeface="Calibri" panose="020F0502020204030204" pitchFamily="34" charset="0"/>
              </a:rPr>
              <a:t>AVERTISSEMENT</a:t>
            </a:r>
          </a:p>
          <a:p>
            <a:pPr algn="just"/>
            <a:endParaRPr lang="fr-FR" altLang="fr-FR" sz="1200" i="1" dirty="0">
              <a:solidFill>
                <a:schemeClr val="tx1">
                  <a:lumMod val="75000"/>
                  <a:lumOff val="25000"/>
                </a:schemeClr>
              </a:solidFill>
              <a:latin typeface="Calibri" panose="020F0502020204030204" pitchFamily="34" charset="0"/>
            </a:endParaRPr>
          </a:p>
          <a:p>
            <a:pPr algn="just"/>
            <a:r>
              <a:rPr lang="fr-FR" altLang="fr-FR" sz="1200" i="1" dirty="0">
                <a:solidFill>
                  <a:schemeClr val="tx1">
                    <a:lumMod val="75000"/>
                    <a:lumOff val="25000"/>
                  </a:schemeClr>
                </a:solidFill>
                <a:latin typeface="Calibri" panose="020F0502020204030204" pitchFamily="34" charset="0"/>
              </a:rPr>
              <a:t>La loi de 11 mars 1957 n'autorisant, aux termes des alinéas 2 et 3 de l'article 41, d'une part, que les "copies ou reproductions strictement réservées à l'usage privé du copiste et non destinées à une utilisation collective", et d'autre part, que les analyses et les courtes citations dans un but d'exemple et d'illustration, "toute représentation ou reproduction intégrale ou partielle, faite sans le consentement de l'auteur ou de ses ayants droits ou ayants cause, est illicite" (alinéa 1er de l'article 40).</a:t>
            </a:r>
          </a:p>
          <a:p>
            <a:pPr algn="just"/>
            <a:endParaRPr lang="fr-FR" altLang="fr-FR" sz="1200" i="1" dirty="0">
              <a:solidFill>
                <a:schemeClr val="tx1">
                  <a:lumMod val="75000"/>
                  <a:lumOff val="25000"/>
                </a:schemeClr>
              </a:solidFill>
              <a:latin typeface="Calibri" panose="020F0502020204030204" pitchFamily="34" charset="0"/>
            </a:endParaRPr>
          </a:p>
          <a:p>
            <a:pPr algn="just"/>
            <a:r>
              <a:rPr lang="fr-FR" altLang="fr-FR" sz="1200" i="1" dirty="0">
                <a:solidFill>
                  <a:schemeClr val="tx1">
                    <a:lumMod val="75000"/>
                    <a:lumOff val="25000"/>
                  </a:schemeClr>
                </a:solidFill>
                <a:latin typeface="Calibri" panose="020F0502020204030204" pitchFamily="34" charset="0"/>
              </a:rPr>
              <a:t>Cette représentation ou reproduction, par quelque procédé que ce soit, constituerait donc une contrefaçon sanctionnée par les alinéas 425 à 429 du Code pénal.</a:t>
            </a:r>
          </a:p>
          <a:p>
            <a:pPr algn="just"/>
            <a:endParaRPr lang="fr-FR" altLang="fr-FR" sz="1200" i="1" dirty="0">
              <a:solidFill>
                <a:schemeClr val="tx1">
                  <a:lumMod val="75000"/>
                  <a:lumOff val="25000"/>
                </a:schemeClr>
              </a:solidFill>
              <a:latin typeface="Calibri" panose="020F0502020204030204" pitchFamily="34" charset="0"/>
            </a:endParaRPr>
          </a:p>
          <a:p>
            <a:pPr algn="just"/>
            <a:endParaRPr lang="fr-FR" altLang="fr-FR" sz="1200" i="1" dirty="0">
              <a:solidFill>
                <a:schemeClr val="tx1">
                  <a:lumMod val="75000"/>
                  <a:lumOff val="25000"/>
                </a:schemeClr>
              </a:solidFill>
              <a:latin typeface="Calibri" panose="020F0502020204030204" pitchFamily="34" charset="0"/>
            </a:endParaRPr>
          </a:p>
          <a:p>
            <a:pPr algn="just"/>
            <a:endParaRPr lang="fr-FR" altLang="fr-FR" sz="1200" i="1" dirty="0">
              <a:solidFill>
                <a:schemeClr val="tx1">
                  <a:lumMod val="75000"/>
                  <a:lumOff val="25000"/>
                </a:schemeClr>
              </a:solidFill>
              <a:latin typeface="Calibri" panose="020F0502020204030204" pitchFamily="34" charset="0"/>
            </a:endParaRPr>
          </a:p>
          <a:p>
            <a:pPr algn="just"/>
            <a:endParaRPr lang="fr-FR" altLang="fr-FR" sz="1200" i="1" dirty="0">
              <a:solidFill>
                <a:schemeClr val="tx1">
                  <a:lumMod val="75000"/>
                  <a:lumOff val="25000"/>
                </a:schemeClr>
              </a:solidFill>
              <a:latin typeface="Calibri" panose="020F0502020204030204" pitchFamily="34" charset="0"/>
            </a:endParaRPr>
          </a:p>
          <a:p>
            <a:pPr algn="just"/>
            <a:endParaRPr lang="fr-FR" altLang="fr-FR" sz="1200" i="1" dirty="0">
              <a:solidFill>
                <a:schemeClr val="tx1">
                  <a:lumMod val="75000"/>
                  <a:lumOff val="25000"/>
                </a:schemeClr>
              </a:solidFill>
              <a:latin typeface="Calibri" panose="020F0502020204030204" pitchFamily="34" charset="0"/>
            </a:endParaRPr>
          </a:p>
          <a:p>
            <a:pPr algn="ctr"/>
            <a:r>
              <a:rPr lang="fr-FR" altLang="fr-FR" sz="1200" dirty="0">
                <a:solidFill>
                  <a:schemeClr val="tx1">
                    <a:lumMod val="75000"/>
                    <a:lumOff val="25000"/>
                  </a:schemeClr>
                </a:solidFill>
                <a:latin typeface="Calibri" panose="020F0502020204030204" pitchFamily="34" charset="0"/>
              </a:rPr>
              <a:t>Puissance 7</a:t>
            </a:r>
            <a:r>
              <a:rPr lang="fr-FR" altLang="fr-FR" sz="1200" baseline="30000" dirty="0">
                <a:solidFill>
                  <a:schemeClr val="tx1">
                    <a:lumMod val="75000"/>
                    <a:lumOff val="25000"/>
                  </a:schemeClr>
                </a:solidFill>
                <a:latin typeface="Calibri" panose="020F0502020204030204" pitchFamily="34" charset="0"/>
                <a:cs typeface="Calibri" panose="020F0502020204030204" pitchFamily="34" charset="0"/>
              </a:rPr>
              <a:t>®</a:t>
            </a:r>
            <a:r>
              <a:rPr lang="fr-FR" altLang="fr-FR" sz="1200" dirty="0">
                <a:solidFill>
                  <a:schemeClr val="tx1">
                    <a:lumMod val="75000"/>
                    <a:lumOff val="25000"/>
                  </a:schemeClr>
                </a:solidFill>
                <a:latin typeface="Calibri" panose="020F0502020204030204" pitchFamily="34" charset="0"/>
              </a:rPr>
              <a:t> a été conçu pour le CIPE par Henri </a:t>
            </a:r>
            <a:r>
              <a:rPr lang="fr-FR" altLang="fr-FR" sz="1200" dirty="0" err="1">
                <a:solidFill>
                  <a:schemeClr val="tx1">
                    <a:lumMod val="75000"/>
                    <a:lumOff val="25000"/>
                  </a:schemeClr>
                </a:solidFill>
                <a:latin typeface="Calibri" panose="020F0502020204030204" pitchFamily="34" charset="0"/>
              </a:rPr>
              <a:t>Mitonneau</a:t>
            </a:r>
            <a:r>
              <a:rPr lang="fr-FR" altLang="fr-FR" sz="1200" dirty="0">
                <a:solidFill>
                  <a:schemeClr val="tx1">
                    <a:lumMod val="75000"/>
                    <a:lumOff val="25000"/>
                  </a:schemeClr>
                </a:solidFill>
                <a:latin typeface="Calibri" panose="020F0502020204030204" pitchFamily="34" charset="0"/>
              </a:rPr>
              <a:t>.</a:t>
            </a:r>
          </a:p>
          <a:p>
            <a:pPr algn="ctr"/>
            <a:endParaRPr lang="fr-FR" altLang="fr-FR" sz="1200" dirty="0">
              <a:solidFill>
                <a:schemeClr val="tx1">
                  <a:lumMod val="75000"/>
                  <a:lumOff val="25000"/>
                </a:schemeClr>
              </a:solidFill>
              <a:latin typeface="Calibri" panose="020F0502020204030204" pitchFamily="34" charset="0"/>
            </a:endParaRPr>
          </a:p>
          <a:p>
            <a:pPr algn="ctr"/>
            <a:r>
              <a:rPr lang="fr-FR" altLang="fr-FR" sz="1200" dirty="0">
                <a:solidFill>
                  <a:schemeClr val="tx1">
                    <a:lumMod val="75000"/>
                    <a:lumOff val="25000"/>
                  </a:schemeClr>
                </a:solidFill>
                <a:latin typeface="Calibri" panose="020F0502020204030204" pitchFamily="34" charset="0"/>
              </a:rPr>
              <a:t>«PUISSANCE 7» est une marque déposée du CIPE.</a:t>
            </a:r>
          </a:p>
          <a:p>
            <a:pPr algn="ctr"/>
            <a:endParaRPr lang="fr-FR" altLang="fr-FR" sz="1200" dirty="0">
              <a:solidFill>
                <a:schemeClr val="tx1">
                  <a:lumMod val="75000"/>
                  <a:lumOff val="25000"/>
                </a:schemeClr>
              </a:solidFill>
              <a:latin typeface="Calibri" panose="020F0502020204030204" pitchFamily="34" charset="0"/>
            </a:endParaRPr>
          </a:p>
          <a:p>
            <a:pPr algn="ctr"/>
            <a:r>
              <a:rPr lang="fr-FR" altLang="fr-FR" sz="1200" dirty="0">
                <a:solidFill>
                  <a:schemeClr val="tx1">
                    <a:lumMod val="75000"/>
                    <a:lumOff val="25000"/>
                  </a:schemeClr>
                </a:solidFill>
                <a:latin typeface="Calibri" panose="020F0502020204030204" pitchFamily="34" charset="0"/>
              </a:rPr>
              <a:t>CIPE – Dépôt Légal Paris</a:t>
            </a:r>
          </a:p>
          <a:p>
            <a:pPr algn="ctr"/>
            <a:r>
              <a:rPr lang="fr-FR" altLang="fr-FR" sz="1200" b="1" i="1" dirty="0">
                <a:solidFill>
                  <a:schemeClr val="tx1">
                    <a:lumMod val="75000"/>
                    <a:lumOff val="25000"/>
                  </a:schemeClr>
                </a:solidFill>
                <a:latin typeface="Calibri" panose="020F0502020204030204" pitchFamily="34" charset="0"/>
              </a:rPr>
              <a:t>N° ISBN : 2-905920-08-4</a:t>
            </a:r>
          </a:p>
          <a:p>
            <a:pPr algn="ctr"/>
            <a:r>
              <a:rPr lang="fr-FR" altLang="fr-FR" sz="1200" dirty="0">
                <a:solidFill>
                  <a:schemeClr val="tx1">
                    <a:lumMod val="75000"/>
                    <a:lumOff val="25000"/>
                  </a:schemeClr>
                </a:solidFill>
                <a:latin typeface="Calibri" panose="020F0502020204030204" pitchFamily="34" charset="0"/>
              </a:rPr>
              <a:t>info@cipe.fr  -  www.cipe.fr</a:t>
            </a:r>
            <a:endParaRPr lang="fr-FR" altLang="fr-FR" sz="1200" i="1" dirty="0">
              <a:solidFill>
                <a:schemeClr val="tx1">
                  <a:lumMod val="75000"/>
                  <a:lumOff val="25000"/>
                </a:schemeClr>
              </a:solidFill>
              <a:latin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5123"/>
          <p:cNvSpPr txBox="1">
            <a:spLocks noChangeArrowheads="1"/>
          </p:cNvSpPr>
          <p:nvPr/>
        </p:nvSpPr>
        <p:spPr bwMode="auto">
          <a:xfrm>
            <a:off x="2350237" y="584200"/>
            <a:ext cx="1779701" cy="486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5907" tIns="42954" rIns="85907" bIns="42954">
            <a:spAutoFit/>
          </a:bodyPr>
          <a:lstStyle>
            <a:lvl1pPr defTabSz="858838" eaLnBrk="0" hangingPunct="0">
              <a:defRPr sz="2400">
                <a:solidFill>
                  <a:schemeClr val="tx1"/>
                </a:solidFill>
                <a:latin typeface="Arial" pitchFamily="34" charset="0"/>
              </a:defRPr>
            </a:lvl1pPr>
            <a:lvl2pPr marL="742950" indent="-285750" defTabSz="858838" eaLnBrk="0" hangingPunct="0">
              <a:defRPr sz="2400">
                <a:solidFill>
                  <a:schemeClr val="tx1"/>
                </a:solidFill>
                <a:latin typeface="Arial" pitchFamily="34" charset="0"/>
              </a:defRPr>
            </a:lvl2pPr>
            <a:lvl3pPr marL="1143000" indent="-228600" defTabSz="858838" eaLnBrk="0" hangingPunct="0">
              <a:defRPr sz="2400">
                <a:solidFill>
                  <a:schemeClr val="tx1"/>
                </a:solidFill>
                <a:latin typeface="Arial" pitchFamily="34" charset="0"/>
              </a:defRPr>
            </a:lvl3pPr>
            <a:lvl4pPr marL="1600200" indent="-228600" defTabSz="858838" eaLnBrk="0" hangingPunct="0">
              <a:defRPr sz="2400">
                <a:solidFill>
                  <a:schemeClr val="tx1"/>
                </a:solidFill>
                <a:latin typeface="Arial" pitchFamily="34" charset="0"/>
              </a:defRPr>
            </a:lvl4pPr>
            <a:lvl5pPr marL="2057400" indent="-228600" defTabSz="858838" eaLnBrk="0" hangingPunct="0">
              <a:defRPr sz="2400">
                <a:solidFill>
                  <a:schemeClr val="tx1"/>
                </a:solidFill>
                <a:latin typeface="Arial" pitchFamily="34" charset="0"/>
              </a:defRPr>
            </a:lvl5pPr>
            <a:lvl6pPr marL="2514600" indent="-228600" defTabSz="858838" eaLnBrk="0" fontAlgn="base" hangingPunct="0">
              <a:spcBef>
                <a:spcPct val="0"/>
              </a:spcBef>
              <a:spcAft>
                <a:spcPct val="0"/>
              </a:spcAft>
              <a:defRPr sz="2400">
                <a:solidFill>
                  <a:schemeClr val="tx1"/>
                </a:solidFill>
                <a:latin typeface="Arial" pitchFamily="34" charset="0"/>
              </a:defRPr>
            </a:lvl6pPr>
            <a:lvl7pPr marL="2971800" indent="-228600" defTabSz="858838" eaLnBrk="0" fontAlgn="base" hangingPunct="0">
              <a:spcBef>
                <a:spcPct val="0"/>
              </a:spcBef>
              <a:spcAft>
                <a:spcPct val="0"/>
              </a:spcAft>
              <a:defRPr sz="2400">
                <a:solidFill>
                  <a:schemeClr val="tx1"/>
                </a:solidFill>
                <a:latin typeface="Arial" pitchFamily="34" charset="0"/>
              </a:defRPr>
            </a:lvl7pPr>
            <a:lvl8pPr marL="3429000" indent="-228600" defTabSz="858838" eaLnBrk="0" fontAlgn="base" hangingPunct="0">
              <a:spcBef>
                <a:spcPct val="0"/>
              </a:spcBef>
              <a:spcAft>
                <a:spcPct val="0"/>
              </a:spcAft>
              <a:defRPr sz="2400">
                <a:solidFill>
                  <a:schemeClr val="tx1"/>
                </a:solidFill>
                <a:latin typeface="Arial" pitchFamily="34" charset="0"/>
              </a:defRPr>
            </a:lvl8pPr>
            <a:lvl9pPr marL="3886200" indent="-228600" defTabSz="858838" eaLnBrk="0" fontAlgn="base" hangingPunct="0">
              <a:spcBef>
                <a:spcPct val="0"/>
              </a:spcBef>
              <a:spcAft>
                <a:spcPct val="0"/>
              </a:spcAft>
              <a:defRPr sz="2400">
                <a:solidFill>
                  <a:schemeClr val="tx1"/>
                </a:solidFill>
                <a:latin typeface="Arial" pitchFamily="34" charset="0"/>
              </a:defRPr>
            </a:lvl9pPr>
          </a:lstStyle>
          <a:p>
            <a:pPr algn="ctr"/>
            <a:r>
              <a:rPr lang="fr-FR" altLang="fr-FR" sz="2600" b="1" dirty="0">
                <a:solidFill>
                  <a:srgbClr val="27A8E0"/>
                </a:solidFill>
                <a:latin typeface="Calibri" panose="020F0502020204030204" pitchFamily="34" charset="0"/>
              </a:rPr>
              <a:t>SOMMAIRE</a:t>
            </a:r>
          </a:p>
        </p:txBody>
      </p:sp>
      <p:sp>
        <p:nvSpPr>
          <p:cNvPr id="4099" name="Text Box 5124"/>
          <p:cNvSpPr txBox="1">
            <a:spLocks noChangeArrowheads="1"/>
          </p:cNvSpPr>
          <p:nvPr/>
        </p:nvSpPr>
        <p:spPr bwMode="auto">
          <a:xfrm>
            <a:off x="1086433" y="2109357"/>
            <a:ext cx="4304134" cy="4829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89747" tIns="44874" rIns="89747" bIns="44874">
            <a:spAutoFit/>
          </a:bodyPr>
          <a:lstStyle>
            <a:lvl1pPr defTabSz="898525" eaLnBrk="0" hangingPunct="0">
              <a:tabLst>
                <a:tab pos="1235075" algn="l"/>
                <a:tab pos="5334000" algn="r"/>
              </a:tabLst>
              <a:defRPr sz="2400">
                <a:solidFill>
                  <a:schemeClr val="tx1"/>
                </a:solidFill>
                <a:latin typeface="Arial" pitchFamily="34" charset="0"/>
              </a:defRPr>
            </a:lvl1pPr>
            <a:lvl2pPr marL="742950" indent="-285750" defTabSz="898525" eaLnBrk="0" hangingPunct="0">
              <a:tabLst>
                <a:tab pos="1235075" algn="l"/>
                <a:tab pos="5334000" algn="r"/>
              </a:tabLst>
              <a:defRPr sz="2400">
                <a:solidFill>
                  <a:schemeClr val="tx1"/>
                </a:solidFill>
                <a:latin typeface="Arial" pitchFamily="34" charset="0"/>
              </a:defRPr>
            </a:lvl2pPr>
            <a:lvl3pPr marL="1143000" indent="-228600" defTabSz="898525" eaLnBrk="0" hangingPunct="0">
              <a:tabLst>
                <a:tab pos="1235075" algn="l"/>
                <a:tab pos="5334000" algn="r"/>
              </a:tabLst>
              <a:defRPr sz="2400">
                <a:solidFill>
                  <a:schemeClr val="tx1"/>
                </a:solidFill>
                <a:latin typeface="Arial" pitchFamily="34" charset="0"/>
              </a:defRPr>
            </a:lvl3pPr>
            <a:lvl4pPr marL="1600200" indent="-228600" defTabSz="898525" eaLnBrk="0" hangingPunct="0">
              <a:tabLst>
                <a:tab pos="1235075" algn="l"/>
                <a:tab pos="5334000" algn="r"/>
              </a:tabLst>
              <a:defRPr sz="2400">
                <a:solidFill>
                  <a:schemeClr val="tx1"/>
                </a:solidFill>
                <a:latin typeface="Arial" pitchFamily="34" charset="0"/>
              </a:defRPr>
            </a:lvl4pPr>
            <a:lvl5pPr marL="2057400" indent="-228600" defTabSz="898525" eaLnBrk="0" hangingPunct="0">
              <a:tabLst>
                <a:tab pos="1235075" algn="l"/>
                <a:tab pos="5334000" algn="r"/>
              </a:tabLst>
              <a:defRPr sz="2400">
                <a:solidFill>
                  <a:schemeClr val="tx1"/>
                </a:solidFill>
                <a:latin typeface="Arial" pitchFamily="34" charset="0"/>
              </a:defRPr>
            </a:lvl5pPr>
            <a:lvl6pPr marL="2514600" indent="-228600" defTabSz="898525" eaLnBrk="0" fontAlgn="base" hangingPunct="0">
              <a:spcBef>
                <a:spcPct val="0"/>
              </a:spcBef>
              <a:spcAft>
                <a:spcPct val="0"/>
              </a:spcAft>
              <a:tabLst>
                <a:tab pos="1235075" algn="l"/>
                <a:tab pos="5334000" algn="r"/>
              </a:tabLst>
              <a:defRPr sz="2400">
                <a:solidFill>
                  <a:schemeClr val="tx1"/>
                </a:solidFill>
                <a:latin typeface="Arial" pitchFamily="34" charset="0"/>
              </a:defRPr>
            </a:lvl6pPr>
            <a:lvl7pPr marL="2971800" indent="-228600" defTabSz="898525" eaLnBrk="0" fontAlgn="base" hangingPunct="0">
              <a:spcBef>
                <a:spcPct val="0"/>
              </a:spcBef>
              <a:spcAft>
                <a:spcPct val="0"/>
              </a:spcAft>
              <a:tabLst>
                <a:tab pos="1235075" algn="l"/>
                <a:tab pos="5334000" algn="r"/>
              </a:tabLst>
              <a:defRPr sz="2400">
                <a:solidFill>
                  <a:schemeClr val="tx1"/>
                </a:solidFill>
                <a:latin typeface="Arial" pitchFamily="34" charset="0"/>
              </a:defRPr>
            </a:lvl7pPr>
            <a:lvl8pPr marL="3429000" indent="-228600" defTabSz="898525" eaLnBrk="0" fontAlgn="base" hangingPunct="0">
              <a:spcBef>
                <a:spcPct val="0"/>
              </a:spcBef>
              <a:spcAft>
                <a:spcPct val="0"/>
              </a:spcAft>
              <a:tabLst>
                <a:tab pos="1235075" algn="l"/>
                <a:tab pos="5334000" algn="r"/>
              </a:tabLst>
              <a:defRPr sz="2400">
                <a:solidFill>
                  <a:schemeClr val="tx1"/>
                </a:solidFill>
                <a:latin typeface="Arial" pitchFamily="34" charset="0"/>
              </a:defRPr>
            </a:lvl8pPr>
            <a:lvl9pPr marL="3886200" indent="-228600" defTabSz="898525" eaLnBrk="0" fontAlgn="base" hangingPunct="0">
              <a:spcBef>
                <a:spcPct val="0"/>
              </a:spcBef>
              <a:spcAft>
                <a:spcPct val="0"/>
              </a:spcAft>
              <a:tabLst>
                <a:tab pos="1235075" algn="l"/>
                <a:tab pos="5334000" algn="r"/>
              </a:tabLst>
              <a:defRPr sz="2400">
                <a:solidFill>
                  <a:schemeClr val="tx1"/>
                </a:solidFill>
                <a:latin typeface="Arial" pitchFamily="34" charset="0"/>
              </a:defRPr>
            </a:lvl9pPr>
          </a:lstStyle>
          <a:p>
            <a:pPr>
              <a:lnSpc>
                <a:spcPct val="130000"/>
              </a:lnSpc>
              <a:buClr>
                <a:schemeClr val="tx1"/>
              </a:buClr>
              <a:tabLst>
                <a:tab pos="4037013" algn="r"/>
              </a:tabLst>
            </a:pPr>
            <a:r>
              <a:rPr lang="fr-FR" altLang="fr-FR" sz="1400" b="1" dirty="0">
                <a:solidFill>
                  <a:srgbClr val="27A8E0"/>
                </a:solidFill>
                <a:latin typeface="Calibri" panose="020F0502020204030204" pitchFamily="34" charset="0"/>
              </a:rPr>
              <a:t>1/  </a:t>
            </a:r>
            <a:r>
              <a:rPr lang="fr-FR" altLang="fr-FR" sz="1400" dirty="0">
                <a:solidFill>
                  <a:srgbClr val="27A8E0"/>
                </a:solidFill>
                <a:latin typeface="Calibri" panose="020F0502020204030204" pitchFamily="34" charset="0"/>
              </a:rPr>
              <a:t>la démarche de Résolution de Problèmes	 p. 4</a:t>
            </a:r>
          </a:p>
          <a:p>
            <a:pPr eaLnBrk="1" hangingPunct="1">
              <a:lnSpc>
                <a:spcPct val="130000"/>
              </a:lnSpc>
              <a:buClr>
                <a:schemeClr val="tx1"/>
              </a:buClr>
              <a:buFont typeface="Wingdings" pitchFamily="2" charset="2"/>
              <a:buChar char="ü"/>
              <a:tabLst>
                <a:tab pos="4037013" algn="r"/>
              </a:tabLst>
            </a:pPr>
            <a:r>
              <a:rPr lang="fr-FR" altLang="fr-FR" sz="1400" dirty="0">
                <a:solidFill>
                  <a:schemeClr val="tx1">
                    <a:lumMod val="75000"/>
                    <a:lumOff val="25000"/>
                  </a:schemeClr>
                </a:solidFill>
                <a:latin typeface="Calibri" panose="020F0502020204030204" pitchFamily="34" charset="0"/>
              </a:rPr>
              <a:t>le Problème	 p. 5</a:t>
            </a:r>
          </a:p>
          <a:p>
            <a:pPr eaLnBrk="1" hangingPunct="1">
              <a:lnSpc>
                <a:spcPct val="130000"/>
              </a:lnSpc>
              <a:buClr>
                <a:schemeClr val="tx1"/>
              </a:buClr>
              <a:buFont typeface="Wingdings" pitchFamily="2" charset="2"/>
              <a:buChar char="ü"/>
              <a:tabLst>
                <a:tab pos="4037013" algn="r"/>
              </a:tabLst>
            </a:pPr>
            <a:r>
              <a:rPr lang="fr-FR" altLang="fr-FR" sz="1400" dirty="0">
                <a:solidFill>
                  <a:schemeClr val="tx1">
                    <a:lumMod val="75000"/>
                    <a:lumOff val="25000"/>
                  </a:schemeClr>
                </a:solidFill>
                <a:latin typeface="Calibri" panose="020F0502020204030204" pitchFamily="34" charset="0"/>
              </a:rPr>
              <a:t> les Causes	p. 7</a:t>
            </a:r>
          </a:p>
          <a:p>
            <a:pPr eaLnBrk="1" hangingPunct="1">
              <a:lnSpc>
                <a:spcPct val="130000"/>
              </a:lnSpc>
              <a:buClr>
                <a:schemeClr val="tx1"/>
              </a:buClr>
              <a:buFont typeface="Wingdings" pitchFamily="2" charset="2"/>
              <a:buChar char="ü"/>
              <a:tabLst>
                <a:tab pos="4037013" algn="r"/>
              </a:tabLst>
            </a:pPr>
            <a:r>
              <a:rPr lang="fr-FR" altLang="fr-FR" sz="1400" dirty="0">
                <a:solidFill>
                  <a:schemeClr val="tx1">
                    <a:lumMod val="75000"/>
                    <a:lumOff val="25000"/>
                  </a:schemeClr>
                </a:solidFill>
                <a:latin typeface="Calibri" panose="020F0502020204030204" pitchFamily="34" charset="0"/>
              </a:rPr>
              <a:t> les Solutions	 p. 9</a:t>
            </a:r>
          </a:p>
          <a:p>
            <a:pPr eaLnBrk="1" hangingPunct="1">
              <a:lnSpc>
                <a:spcPct val="130000"/>
              </a:lnSpc>
              <a:buClr>
                <a:schemeClr val="tx1"/>
              </a:buClr>
              <a:buFont typeface="Wingdings" pitchFamily="2" charset="2"/>
              <a:buChar char="ü"/>
              <a:tabLst>
                <a:tab pos="4037013" algn="r"/>
              </a:tabLst>
            </a:pPr>
            <a:r>
              <a:rPr lang="fr-FR" altLang="fr-FR" sz="1400" dirty="0">
                <a:solidFill>
                  <a:schemeClr val="tx1">
                    <a:lumMod val="75000"/>
                    <a:lumOff val="25000"/>
                  </a:schemeClr>
                </a:solidFill>
                <a:latin typeface="Calibri" panose="020F0502020204030204" pitchFamily="34" charset="0"/>
              </a:rPr>
              <a:t> l'Application	 p. 12</a:t>
            </a:r>
          </a:p>
          <a:p>
            <a:pPr eaLnBrk="1" hangingPunct="1">
              <a:lnSpc>
                <a:spcPct val="130000"/>
              </a:lnSpc>
              <a:buClr>
                <a:schemeClr val="tx1"/>
              </a:buClr>
              <a:buFont typeface="Wingdings" pitchFamily="2" charset="2"/>
              <a:buNone/>
              <a:tabLst>
                <a:tab pos="4037013" algn="r"/>
              </a:tabLst>
            </a:pPr>
            <a:endParaRPr lang="fr-FR" altLang="fr-FR" sz="1400" dirty="0">
              <a:solidFill>
                <a:schemeClr val="tx1">
                  <a:lumMod val="75000"/>
                  <a:lumOff val="25000"/>
                </a:schemeClr>
              </a:solidFill>
              <a:latin typeface="Calibri" panose="020F0502020204030204" pitchFamily="34" charset="0"/>
            </a:endParaRPr>
          </a:p>
          <a:p>
            <a:pPr>
              <a:lnSpc>
                <a:spcPct val="130000"/>
              </a:lnSpc>
              <a:buClr>
                <a:schemeClr val="tx1"/>
              </a:buClr>
              <a:tabLst>
                <a:tab pos="4037013" algn="r"/>
              </a:tabLst>
            </a:pPr>
            <a:r>
              <a:rPr lang="fr-FR" altLang="fr-FR" sz="1400" b="1" dirty="0">
                <a:solidFill>
                  <a:srgbClr val="27A8E0"/>
                </a:solidFill>
                <a:latin typeface="Calibri" panose="020F0502020204030204" pitchFamily="34" charset="0"/>
              </a:rPr>
              <a:t>2/</a:t>
            </a:r>
            <a:r>
              <a:rPr lang="fr-FR" altLang="fr-FR" sz="1400" dirty="0">
                <a:solidFill>
                  <a:srgbClr val="27A8E0"/>
                </a:solidFill>
                <a:latin typeface="Calibri" panose="020F0502020204030204" pitchFamily="34" charset="0"/>
              </a:rPr>
              <a:t>  les Outils de Résolution de Problèmes 	 p. 14</a:t>
            </a:r>
          </a:p>
          <a:p>
            <a:pPr eaLnBrk="1" hangingPunct="1">
              <a:lnSpc>
                <a:spcPct val="130000"/>
              </a:lnSpc>
              <a:buClr>
                <a:schemeClr val="tx1"/>
              </a:buClr>
              <a:buFont typeface="Wingdings" pitchFamily="2" charset="2"/>
              <a:buChar char="ü"/>
              <a:tabLst>
                <a:tab pos="4037013" algn="r"/>
              </a:tabLst>
            </a:pPr>
            <a:r>
              <a:rPr lang="fr-FR" altLang="fr-FR" sz="1400" dirty="0">
                <a:solidFill>
                  <a:schemeClr val="tx1">
                    <a:lumMod val="75000"/>
                    <a:lumOff val="25000"/>
                  </a:schemeClr>
                </a:solidFill>
                <a:latin typeface="Calibri" panose="020F0502020204030204" pitchFamily="34" charset="0"/>
              </a:rPr>
              <a:t> le QQOQCP	 p. 15</a:t>
            </a:r>
          </a:p>
          <a:p>
            <a:pPr eaLnBrk="1" hangingPunct="1">
              <a:lnSpc>
                <a:spcPct val="130000"/>
              </a:lnSpc>
              <a:buClr>
                <a:schemeClr val="tx1"/>
              </a:buClr>
              <a:buFont typeface="Wingdings" pitchFamily="2" charset="2"/>
              <a:buChar char="ü"/>
              <a:tabLst>
                <a:tab pos="4037013" algn="r"/>
              </a:tabLst>
            </a:pPr>
            <a:r>
              <a:rPr lang="fr-FR" altLang="fr-FR" sz="1400" dirty="0">
                <a:solidFill>
                  <a:schemeClr val="tx1">
                    <a:lumMod val="75000"/>
                    <a:lumOff val="25000"/>
                  </a:schemeClr>
                </a:solidFill>
                <a:latin typeface="Calibri" panose="020F0502020204030204" pitchFamily="34" charset="0"/>
              </a:rPr>
              <a:t> la Feuille de Relevé	 p. 16</a:t>
            </a:r>
          </a:p>
          <a:p>
            <a:pPr eaLnBrk="1" hangingPunct="1">
              <a:lnSpc>
                <a:spcPct val="130000"/>
              </a:lnSpc>
              <a:buClr>
                <a:schemeClr val="tx1"/>
              </a:buClr>
              <a:buFont typeface="Wingdings" pitchFamily="2" charset="2"/>
              <a:buChar char="ü"/>
              <a:tabLst>
                <a:tab pos="4037013" algn="r"/>
              </a:tabLst>
            </a:pPr>
            <a:r>
              <a:rPr lang="fr-FR" altLang="fr-FR" sz="1400" dirty="0">
                <a:solidFill>
                  <a:schemeClr val="tx1">
                    <a:lumMod val="75000"/>
                    <a:lumOff val="25000"/>
                  </a:schemeClr>
                </a:solidFill>
                <a:latin typeface="Calibri" panose="020F0502020204030204" pitchFamily="34" charset="0"/>
              </a:rPr>
              <a:t> le Graphique &amp; le Pareto	 p. 17</a:t>
            </a:r>
          </a:p>
          <a:p>
            <a:pPr eaLnBrk="1" hangingPunct="1">
              <a:lnSpc>
                <a:spcPct val="130000"/>
              </a:lnSpc>
              <a:buClr>
                <a:schemeClr val="tx1"/>
              </a:buClr>
              <a:buFont typeface="Wingdings" pitchFamily="2" charset="2"/>
              <a:buChar char="ü"/>
              <a:tabLst>
                <a:tab pos="4037013" algn="r"/>
              </a:tabLst>
            </a:pPr>
            <a:r>
              <a:rPr lang="fr-FR" altLang="fr-FR" sz="1400" dirty="0">
                <a:solidFill>
                  <a:schemeClr val="tx1">
                    <a:lumMod val="75000"/>
                    <a:lumOff val="25000"/>
                  </a:schemeClr>
                </a:solidFill>
                <a:latin typeface="Calibri" panose="020F0502020204030204" pitchFamily="34" charset="0"/>
              </a:rPr>
              <a:t> le Diagramme Causes-Effet	 p. 19</a:t>
            </a:r>
          </a:p>
          <a:p>
            <a:pPr eaLnBrk="1" hangingPunct="1">
              <a:lnSpc>
                <a:spcPct val="130000"/>
              </a:lnSpc>
              <a:buClr>
                <a:schemeClr val="tx1"/>
              </a:buClr>
              <a:buFont typeface="Wingdings" pitchFamily="2" charset="2"/>
              <a:buChar char="ü"/>
              <a:tabLst>
                <a:tab pos="4037013" algn="r"/>
              </a:tabLst>
            </a:pPr>
            <a:r>
              <a:rPr lang="fr-FR" altLang="fr-FR" sz="1400" dirty="0">
                <a:solidFill>
                  <a:schemeClr val="tx1">
                    <a:lumMod val="75000"/>
                    <a:lumOff val="25000"/>
                  </a:schemeClr>
                </a:solidFill>
                <a:latin typeface="Calibri" panose="020F0502020204030204" pitchFamily="34" charset="0"/>
              </a:rPr>
              <a:t> la Matrice	p. 20</a:t>
            </a:r>
          </a:p>
          <a:p>
            <a:pPr eaLnBrk="1" hangingPunct="1">
              <a:lnSpc>
                <a:spcPct val="130000"/>
              </a:lnSpc>
              <a:buClr>
                <a:schemeClr val="tx1"/>
              </a:buClr>
              <a:buFont typeface="Wingdings" pitchFamily="2" charset="2"/>
              <a:buChar char="ü"/>
              <a:tabLst>
                <a:tab pos="4037013" algn="r"/>
              </a:tabLst>
            </a:pPr>
            <a:r>
              <a:rPr lang="fr-FR" altLang="fr-FR" sz="1400" dirty="0">
                <a:solidFill>
                  <a:schemeClr val="tx1">
                    <a:lumMod val="75000"/>
                    <a:lumOff val="25000"/>
                  </a:schemeClr>
                </a:solidFill>
                <a:latin typeface="Calibri" panose="020F0502020204030204" pitchFamily="34" charset="0"/>
              </a:rPr>
              <a:t> le Brainstorming	 p. 21</a:t>
            </a:r>
          </a:p>
          <a:p>
            <a:pPr eaLnBrk="1" hangingPunct="1">
              <a:lnSpc>
                <a:spcPct val="130000"/>
              </a:lnSpc>
              <a:buClr>
                <a:schemeClr val="tx1"/>
              </a:buClr>
              <a:buFont typeface="Wingdings" pitchFamily="2" charset="2"/>
              <a:buChar char="ü"/>
              <a:tabLst>
                <a:tab pos="4037013" algn="r"/>
              </a:tabLst>
            </a:pPr>
            <a:r>
              <a:rPr lang="fr-FR" altLang="fr-FR" sz="1400" dirty="0">
                <a:solidFill>
                  <a:schemeClr val="tx1">
                    <a:lumMod val="75000"/>
                    <a:lumOff val="25000"/>
                  </a:schemeClr>
                </a:solidFill>
                <a:latin typeface="Calibri" panose="020F0502020204030204" pitchFamily="34" charset="0"/>
              </a:rPr>
              <a:t> le 5 Pourquoi	 p. 22</a:t>
            </a:r>
          </a:p>
          <a:p>
            <a:pPr marL="0" marR="0" lvl="0" indent="0" algn="l" defTabSz="914400" rtl="0" eaLnBrk="1" fontAlgn="base" latinLnBrk="0" hangingPunct="1">
              <a:lnSpc>
                <a:spcPct val="130000"/>
              </a:lnSpc>
              <a:spcBef>
                <a:spcPct val="0"/>
              </a:spcBef>
              <a:spcAft>
                <a:spcPct val="0"/>
              </a:spcAft>
              <a:buClr>
                <a:srgbClr val="000000"/>
              </a:buClr>
              <a:buSzTx/>
              <a:buFont typeface="Wingdings" pitchFamily="2" charset="2"/>
              <a:buNone/>
              <a:tabLst>
                <a:tab pos="4037013" algn="r"/>
              </a:tabLst>
              <a:defRPr/>
            </a:pPr>
            <a:endParaRPr kumimoji="0" lang="fr-FR" altLang="fr-FR" sz="1400" b="0" i="0" u="none" strike="noStrike" kern="1200" cap="none" spc="0" normalizeH="0" baseline="0" noProof="0" dirty="0">
              <a:ln>
                <a:noFill/>
              </a:ln>
              <a:solidFill>
                <a:srgbClr val="000000">
                  <a:lumMod val="75000"/>
                  <a:lumOff val="25000"/>
                </a:srgbClr>
              </a:solidFill>
              <a:effectLst/>
              <a:uLnTx/>
              <a:uFillTx/>
              <a:latin typeface="Calibri" panose="020F0502020204030204" pitchFamily="34" charset="0"/>
              <a:ea typeface="+mn-ea"/>
              <a:cs typeface="+mn-cs"/>
            </a:endParaRPr>
          </a:p>
          <a:p>
            <a:pPr marL="0" marR="0" lvl="0" indent="0" algn="l" defTabSz="914400" rtl="0" eaLnBrk="1" fontAlgn="base" latinLnBrk="0" hangingPunct="1">
              <a:lnSpc>
                <a:spcPct val="130000"/>
              </a:lnSpc>
              <a:spcBef>
                <a:spcPct val="0"/>
              </a:spcBef>
              <a:spcAft>
                <a:spcPct val="0"/>
              </a:spcAft>
              <a:buClr>
                <a:srgbClr val="000000"/>
              </a:buClr>
              <a:buSzTx/>
              <a:buFontTx/>
              <a:buNone/>
              <a:tabLst>
                <a:tab pos="4037013" algn="r"/>
              </a:tabLst>
              <a:defRPr/>
            </a:pPr>
            <a:r>
              <a:rPr kumimoji="0" lang="fr-FR" altLang="fr-FR" sz="1400" b="1" i="0" u="none" strike="noStrike" kern="1200" cap="none" spc="0" normalizeH="0" baseline="0" noProof="0" dirty="0">
                <a:ln>
                  <a:noFill/>
                </a:ln>
                <a:solidFill>
                  <a:srgbClr val="27A8E0"/>
                </a:solidFill>
                <a:effectLst/>
                <a:uLnTx/>
                <a:uFillTx/>
                <a:latin typeface="Calibri" panose="020F0502020204030204" pitchFamily="34" charset="0"/>
                <a:ea typeface="+mn-ea"/>
                <a:cs typeface="+mn-cs"/>
              </a:rPr>
              <a:t>3/</a:t>
            </a:r>
            <a:r>
              <a:rPr kumimoji="0" lang="fr-FR" altLang="fr-FR" sz="1400" b="0" i="0" u="none" strike="noStrike" kern="1200" cap="none" spc="0" normalizeH="0" baseline="0" noProof="0" dirty="0">
                <a:ln>
                  <a:noFill/>
                </a:ln>
                <a:solidFill>
                  <a:srgbClr val="27A8E0"/>
                </a:solidFill>
                <a:effectLst/>
                <a:uLnTx/>
                <a:uFillTx/>
                <a:latin typeface="Calibri" panose="020F0502020204030204" pitchFamily="34" charset="0"/>
                <a:ea typeface="+mn-ea"/>
                <a:cs typeface="+mn-cs"/>
              </a:rPr>
              <a:t>  Tableau récapitulatif 	 p. 23</a:t>
            </a:r>
          </a:p>
          <a:p>
            <a:pPr eaLnBrk="1" hangingPunct="1">
              <a:lnSpc>
                <a:spcPct val="130000"/>
              </a:lnSpc>
              <a:buClr>
                <a:schemeClr val="tx1"/>
              </a:buClr>
              <a:tabLst>
                <a:tab pos="4037013" algn="r"/>
              </a:tabLst>
            </a:pPr>
            <a:endParaRPr lang="fr-FR" altLang="fr-FR" sz="1400" dirty="0">
              <a:solidFill>
                <a:schemeClr val="tx1">
                  <a:lumMod val="75000"/>
                  <a:lumOff val="25000"/>
                </a:schemeClr>
              </a:solidFill>
              <a:latin typeface="Calibri" panose="020F0502020204030204" pitchFamily="34" charset="0"/>
            </a:endParaRPr>
          </a:p>
        </p:txBody>
      </p:sp>
      <p:sp>
        <p:nvSpPr>
          <p:cNvPr id="7" name="Line 5128">
            <a:extLst>
              <a:ext uri="{FF2B5EF4-FFF2-40B4-BE49-F238E27FC236}">
                <a16:creationId xmlns:a16="http://schemas.microsoft.com/office/drawing/2014/main" id="{818EF621-5A54-41E7-B9C7-CB7618282250}"/>
              </a:ext>
            </a:extLst>
          </p:cNvPr>
          <p:cNvSpPr>
            <a:spLocks noChangeShapeType="1"/>
          </p:cNvSpPr>
          <p:nvPr/>
        </p:nvSpPr>
        <p:spPr bwMode="auto">
          <a:xfrm>
            <a:off x="952792" y="3682380"/>
            <a:ext cx="4571416" cy="0"/>
          </a:xfrm>
          <a:prstGeom prst="line">
            <a:avLst/>
          </a:prstGeom>
          <a:noFill/>
          <a:ln w="9525">
            <a:solidFill>
              <a:srgbClr val="27A8E0"/>
            </a:solidFill>
            <a:round/>
            <a:headEnd/>
            <a:tailEnd/>
          </a:ln>
          <a:extLst>
            <a:ext uri="{909E8E84-426E-40DD-AFC4-6F175D3DCCD1}">
              <a14:hiddenFill xmlns:a14="http://schemas.microsoft.com/office/drawing/2010/main">
                <a:noFill/>
              </a14:hiddenFill>
            </a:ext>
          </a:extLst>
        </p:spPr>
        <p:txBody>
          <a:bodyPr/>
          <a:lstStyle/>
          <a:p>
            <a:endParaRPr lang="fr-FR" dirty="0">
              <a:latin typeface="Calibri" panose="020F0502020204030204" pitchFamily="34" charset="0"/>
            </a:endParaRPr>
          </a:p>
        </p:txBody>
      </p:sp>
      <p:sp>
        <p:nvSpPr>
          <p:cNvPr id="6" name="Line 5128">
            <a:extLst>
              <a:ext uri="{FF2B5EF4-FFF2-40B4-BE49-F238E27FC236}">
                <a16:creationId xmlns:a16="http://schemas.microsoft.com/office/drawing/2014/main" id="{49F48816-48EC-4F38-999B-2B889741EF33}"/>
              </a:ext>
            </a:extLst>
          </p:cNvPr>
          <p:cNvSpPr>
            <a:spLocks noChangeShapeType="1"/>
          </p:cNvSpPr>
          <p:nvPr/>
        </p:nvSpPr>
        <p:spPr bwMode="auto">
          <a:xfrm>
            <a:off x="952792" y="6202660"/>
            <a:ext cx="4571416" cy="0"/>
          </a:xfrm>
          <a:prstGeom prst="line">
            <a:avLst/>
          </a:prstGeom>
          <a:noFill/>
          <a:ln w="9525">
            <a:solidFill>
              <a:srgbClr val="27A8E0"/>
            </a:solidFill>
            <a:round/>
            <a:headEnd/>
            <a:tailEnd/>
          </a:ln>
          <a:extLst>
            <a:ext uri="{909E8E84-426E-40DD-AFC4-6F175D3DCCD1}">
              <a14:hiddenFill xmlns:a14="http://schemas.microsoft.com/office/drawing/2010/main">
                <a:noFill/>
              </a14:hiddenFill>
            </a:ext>
          </a:extLst>
        </p:spPr>
        <p:txBody>
          <a:bodyPr/>
          <a:lstStyle/>
          <a:p>
            <a:endParaRPr lang="fr-FR" dirty="0">
              <a:latin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ZoneTexte 22">
            <a:extLst>
              <a:ext uri="{FF2B5EF4-FFF2-40B4-BE49-F238E27FC236}">
                <a16:creationId xmlns:a16="http://schemas.microsoft.com/office/drawing/2014/main" id="{C94B00E5-67FE-4A73-AE04-500790CD8F2B}"/>
              </a:ext>
            </a:extLst>
          </p:cNvPr>
          <p:cNvSpPr txBox="1"/>
          <p:nvPr/>
        </p:nvSpPr>
        <p:spPr>
          <a:xfrm>
            <a:off x="226572" y="220031"/>
            <a:ext cx="5832592" cy="318924"/>
          </a:xfrm>
          <a:prstGeom prst="rect">
            <a:avLst/>
          </a:prstGeom>
          <a:noFill/>
        </p:spPr>
        <p:txBody>
          <a:bodyPr wrap="square" lIns="36000" tIns="36000" rIns="36000" bIns="36000" rtlCol="0">
            <a:spAutoFit/>
          </a:bodyPr>
          <a:lstStyle/>
          <a:p>
            <a:pPr marL="92075" indent="-92075">
              <a:spcAft>
                <a:spcPts val="600"/>
              </a:spcAft>
              <a:tabLst>
                <a:tab pos="6551613" algn="r"/>
              </a:tabLst>
            </a:pPr>
            <a:r>
              <a:rPr lang="fr-FR" sz="1600" b="1" dirty="0">
                <a:solidFill>
                  <a:srgbClr val="FF3300"/>
                </a:solidFill>
                <a:latin typeface="Calibri" panose="020F0502020204030204" pitchFamily="34" charset="0"/>
              </a:rPr>
              <a:t>1/ </a:t>
            </a:r>
            <a:r>
              <a:rPr lang="fr-FR" sz="1600" b="1" dirty="0">
                <a:solidFill>
                  <a:srgbClr val="27A8E0"/>
                </a:solidFill>
                <a:latin typeface="Calibri" panose="020F0502020204030204" pitchFamily="34" charset="0"/>
              </a:rPr>
              <a:t>La démarche de résolution de problème</a:t>
            </a:r>
            <a:endParaRPr lang="fr-FR" sz="1600" i="1" dirty="0">
              <a:solidFill>
                <a:srgbClr val="27A8E0"/>
              </a:solidFill>
              <a:latin typeface="Calibri" panose="020F0502020204030204" pitchFamily="34" charset="0"/>
            </a:endParaRPr>
          </a:p>
        </p:txBody>
      </p:sp>
      <p:sp>
        <p:nvSpPr>
          <p:cNvPr id="24" name="Rectangle 23">
            <a:extLst>
              <a:ext uri="{FF2B5EF4-FFF2-40B4-BE49-F238E27FC236}">
                <a16:creationId xmlns:a16="http://schemas.microsoft.com/office/drawing/2014/main" id="{9E446B90-1B1F-4EF5-B036-E3CDBF2C5379}"/>
              </a:ext>
            </a:extLst>
          </p:cNvPr>
          <p:cNvSpPr/>
          <p:nvPr/>
        </p:nvSpPr>
        <p:spPr bwMode="auto">
          <a:xfrm>
            <a:off x="159306" y="197967"/>
            <a:ext cx="5385360" cy="354494"/>
          </a:xfrm>
          <a:prstGeom prst="rect">
            <a:avLst/>
          </a:prstGeom>
          <a:noFill/>
          <a:ln w="19050" cap="flat" cmpd="sng" algn="ctr">
            <a:solidFill>
              <a:srgbClr val="FF33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endParaRPr lang="fr-FR" sz="1050" dirty="0">
              <a:solidFill>
                <a:schemeClr val="bg1"/>
              </a:solidFill>
              <a:latin typeface="Calibri" panose="020F0502020204030204" pitchFamily="34" charset="0"/>
            </a:endParaRPr>
          </a:p>
        </p:txBody>
      </p:sp>
      <p:sp>
        <p:nvSpPr>
          <p:cNvPr id="37" name="Text Box 14">
            <a:extLst>
              <a:ext uri="{FF2B5EF4-FFF2-40B4-BE49-F238E27FC236}">
                <a16:creationId xmlns:a16="http://schemas.microsoft.com/office/drawing/2014/main" id="{B4E77740-1059-44E6-B95D-31EA05E7EAE2}"/>
              </a:ext>
            </a:extLst>
          </p:cNvPr>
          <p:cNvSpPr txBox="1">
            <a:spLocks noChangeArrowheads="1"/>
          </p:cNvSpPr>
          <p:nvPr/>
        </p:nvSpPr>
        <p:spPr bwMode="auto">
          <a:xfrm>
            <a:off x="214164" y="5428263"/>
            <a:ext cx="2016224" cy="646331"/>
          </a:xfrm>
          <a:prstGeom prst="rect">
            <a:avLst/>
          </a:prstGeom>
          <a:noFill/>
          <a:ln>
            <a:noFill/>
          </a:ln>
          <a:effectLst/>
          <a:extLst>
            <a:ext uri="{909E8E84-426E-40DD-AFC4-6F175D3DCCD1}">
              <a14:hiddenFill xmlns:a14="http://schemas.microsoft.com/office/drawing/2010/main">
                <a:solidFill>
                  <a:srgbClr val="FF9C3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536950" indent="-3536950">
              <a:defRPr sz="3200">
                <a:solidFill>
                  <a:schemeClr val="tx1"/>
                </a:solidFill>
                <a:latin typeface="Arial" pitchFamily="34" charset="0"/>
              </a:defRPr>
            </a:lvl1pPr>
            <a:lvl2pPr marL="742950" indent="-285750">
              <a:defRPr sz="3200">
                <a:solidFill>
                  <a:schemeClr val="tx1"/>
                </a:solidFill>
                <a:latin typeface="Arial" pitchFamily="34" charset="0"/>
              </a:defRPr>
            </a:lvl2pPr>
            <a:lvl3pPr marL="1143000" indent="-228600">
              <a:defRPr sz="3200">
                <a:solidFill>
                  <a:schemeClr val="tx1"/>
                </a:solidFill>
                <a:latin typeface="Arial" pitchFamily="34" charset="0"/>
              </a:defRPr>
            </a:lvl3pPr>
            <a:lvl4pPr marL="1600200" indent="-228600">
              <a:defRPr sz="3200">
                <a:solidFill>
                  <a:schemeClr val="tx1"/>
                </a:solidFill>
                <a:latin typeface="Arial" pitchFamily="34" charset="0"/>
              </a:defRPr>
            </a:lvl4pPr>
            <a:lvl5pPr marL="2057400" indent="-228600">
              <a:defRPr sz="3200">
                <a:solidFill>
                  <a:schemeClr val="tx1"/>
                </a:solidFill>
                <a:latin typeface="Arial" pitchFamily="34" charset="0"/>
              </a:defRPr>
            </a:lvl5pPr>
            <a:lvl6pPr marL="2514600" indent="-228600" eaLnBrk="0" fontAlgn="base" hangingPunct="0">
              <a:spcBef>
                <a:spcPct val="0"/>
              </a:spcBef>
              <a:spcAft>
                <a:spcPct val="0"/>
              </a:spcAft>
              <a:defRPr sz="3200">
                <a:solidFill>
                  <a:schemeClr val="tx1"/>
                </a:solidFill>
                <a:latin typeface="Arial" pitchFamily="34" charset="0"/>
              </a:defRPr>
            </a:lvl6pPr>
            <a:lvl7pPr marL="2971800" indent="-228600" eaLnBrk="0" fontAlgn="base" hangingPunct="0">
              <a:spcBef>
                <a:spcPct val="0"/>
              </a:spcBef>
              <a:spcAft>
                <a:spcPct val="0"/>
              </a:spcAft>
              <a:defRPr sz="3200">
                <a:solidFill>
                  <a:schemeClr val="tx1"/>
                </a:solidFill>
                <a:latin typeface="Arial" pitchFamily="34" charset="0"/>
              </a:defRPr>
            </a:lvl7pPr>
            <a:lvl8pPr marL="3429000" indent="-228600" eaLnBrk="0" fontAlgn="base" hangingPunct="0">
              <a:spcBef>
                <a:spcPct val="0"/>
              </a:spcBef>
              <a:spcAft>
                <a:spcPct val="0"/>
              </a:spcAft>
              <a:defRPr sz="3200">
                <a:solidFill>
                  <a:schemeClr val="tx1"/>
                </a:solidFill>
                <a:latin typeface="Arial" pitchFamily="34" charset="0"/>
              </a:defRPr>
            </a:lvl8pPr>
            <a:lvl9pPr marL="3886200" indent="-228600" eaLnBrk="0" fontAlgn="base" hangingPunct="0">
              <a:spcBef>
                <a:spcPct val="0"/>
              </a:spcBef>
              <a:spcAft>
                <a:spcPct val="0"/>
              </a:spcAft>
              <a:defRPr sz="3200">
                <a:solidFill>
                  <a:schemeClr val="tx1"/>
                </a:solidFill>
                <a:latin typeface="Arial" pitchFamily="34" charset="0"/>
              </a:defRPr>
            </a:lvl9pPr>
          </a:lstStyle>
          <a:p>
            <a:pPr algn="ctr" eaLnBrk="0" hangingPunct="0">
              <a:buFont typeface="Symbol" pitchFamily="18" charset="2"/>
              <a:buNone/>
            </a:pPr>
            <a:r>
              <a:rPr lang="fr-FR" altLang="fr-FR" sz="1600" dirty="0">
                <a:solidFill>
                  <a:srgbClr val="27A8E0"/>
                </a:solidFill>
                <a:latin typeface="Calibri" panose="020F0502020204030204" pitchFamily="34" charset="0"/>
              </a:rPr>
              <a:t>PHASE </a:t>
            </a:r>
            <a:r>
              <a:rPr lang="fr-FR" altLang="fr-FR" sz="1600" b="1" dirty="0">
                <a:solidFill>
                  <a:srgbClr val="27A8E0"/>
                </a:solidFill>
                <a:latin typeface="Calibri" panose="020F0502020204030204" pitchFamily="34" charset="0"/>
              </a:rPr>
              <a:t>III</a:t>
            </a:r>
          </a:p>
          <a:p>
            <a:pPr algn="ctr" eaLnBrk="0" hangingPunct="0"/>
            <a:r>
              <a:rPr lang="fr-FR" altLang="fr-FR" sz="2000" b="1" dirty="0">
                <a:solidFill>
                  <a:srgbClr val="27A8E0"/>
                </a:solidFill>
                <a:latin typeface="Calibri" panose="020F0502020204030204" pitchFamily="34" charset="0"/>
              </a:rPr>
              <a:t>Les SOLUTIONS</a:t>
            </a:r>
          </a:p>
        </p:txBody>
      </p:sp>
      <p:sp>
        <p:nvSpPr>
          <p:cNvPr id="38" name="Text Box 15">
            <a:extLst>
              <a:ext uri="{FF2B5EF4-FFF2-40B4-BE49-F238E27FC236}">
                <a16:creationId xmlns:a16="http://schemas.microsoft.com/office/drawing/2014/main" id="{449DCE2F-E7E4-441F-BD61-8D3B09FEDD04}"/>
              </a:ext>
            </a:extLst>
          </p:cNvPr>
          <p:cNvSpPr txBox="1">
            <a:spLocks noChangeArrowheads="1"/>
          </p:cNvSpPr>
          <p:nvPr/>
        </p:nvSpPr>
        <p:spPr bwMode="auto">
          <a:xfrm>
            <a:off x="214164" y="3608806"/>
            <a:ext cx="2016224" cy="646331"/>
          </a:xfrm>
          <a:prstGeom prst="rect">
            <a:avLst/>
          </a:prstGeom>
          <a:noFill/>
          <a:ln>
            <a:noFill/>
          </a:ln>
          <a:effectLst/>
          <a:extLst>
            <a:ext uri="{909E8E84-426E-40DD-AFC4-6F175D3DCCD1}">
              <a14:hiddenFill xmlns:a14="http://schemas.microsoft.com/office/drawing/2010/main">
                <a:solidFill>
                  <a:srgbClr val="FF9C3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536950" indent="-3536950">
              <a:defRPr sz="3200">
                <a:solidFill>
                  <a:schemeClr val="tx1"/>
                </a:solidFill>
                <a:latin typeface="Arial" pitchFamily="34" charset="0"/>
              </a:defRPr>
            </a:lvl1pPr>
            <a:lvl2pPr marL="742950" indent="-285750">
              <a:defRPr sz="3200">
                <a:solidFill>
                  <a:schemeClr val="tx1"/>
                </a:solidFill>
                <a:latin typeface="Arial" pitchFamily="34" charset="0"/>
              </a:defRPr>
            </a:lvl2pPr>
            <a:lvl3pPr marL="1143000" indent="-228600">
              <a:defRPr sz="3200">
                <a:solidFill>
                  <a:schemeClr val="tx1"/>
                </a:solidFill>
                <a:latin typeface="Arial" pitchFamily="34" charset="0"/>
              </a:defRPr>
            </a:lvl3pPr>
            <a:lvl4pPr marL="1600200" indent="-228600">
              <a:defRPr sz="3200">
                <a:solidFill>
                  <a:schemeClr val="tx1"/>
                </a:solidFill>
                <a:latin typeface="Arial" pitchFamily="34" charset="0"/>
              </a:defRPr>
            </a:lvl4pPr>
            <a:lvl5pPr marL="2057400" indent="-228600">
              <a:defRPr sz="3200">
                <a:solidFill>
                  <a:schemeClr val="tx1"/>
                </a:solidFill>
                <a:latin typeface="Arial" pitchFamily="34" charset="0"/>
              </a:defRPr>
            </a:lvl5pPr>
            <a:lvl6pPr marL="2514600" indent="-228600" eaLnBrk="0" fontAlgn="base" hangingPunct="0">
              <a:spcBef>
                <a:spcPct val="0"/>
              </a:spcBef>
              <a:spcAft>
                <a:spcPct val="0"/>
              </a:spcAft>
              <a:defRPr sz="3200">
                <a:solidFill>
                  <a:schemeClr val="tx1"/>
                </a:solidFill>
                <a:latin typeface="Arial" pitchFamily="34" charset="0"/>
              </a:defRPr>
            </a:lvl6pPr>
            <a:lvl7pPr marL="2971800" indent="-228600" eaLnBrk="0" fontAlgn="base" hangingPunct="0">
              <a:spcBef>
                <a:spcPct val="0"/>
              </a:spcBef>
              <a:spcAft>
                <a:spcPct val="0"/>
              </a:spcAft>
              <a:defRPr sz="3200">
                <a:solidFill>
                  <a:schemeClr val="tx1"/>
                </a:solidFill>
                <a:latin typeface="Arial" pitchFamily="34" charset="0"/>
              </a:defRPr>
            </a:lvl7pPr>
            <a:lvl8pPr marL="3429000" indent="-228600" eaLnBrk="0" fontAlgn="base" hangingPunct="0">
              <a:spcBef>
                <a:spcPct val="0"/>
              </a:spcBef>
              <a:spcAft>
                <a:spcPct val="0"/>
              </a:spcAft>
              <a:defRPr sz="3200">
                <a:solidFill>
                  <a:schemeClr val="tx1"/>
                </a:solidFill>
                <a:latin typeface="Arial" pitchFamily="34" charset="0"/>
              </a:defRPr>
            </a:lvl8pPr>
            <a:lvl9pPr marL="3886200" indent="-228600" eaLnBrk="0" fontAlgn="base" hangingPunct="0">
              <a:spcBef>
                <a:spcPct val="0"/>
              </a:spcBef>
              <a:spcAft>
                <a:spcPct val="0"/>
              </a:spcAft>
              <a:defRPr sz="3200">
                <a:solidFill>
                  <a:schemeClr val="tx1"/>
                </a:solidFill>
                <a:latin typeface="Arial" pitchFamily="34" charset="0"/>
              </a:defRPr>
            </a:lvl9pPr>
          </a:lstStyle>
          <a:p>
            <a:pPr algn="ctr" eaLnBrk="0" hangingPunct="0">
              <a:buFont typeface="Symbol" pitchFamily="18" charset="2"/>
              <a:buNone/>
            </a:pPr>
            <a:r>
              <a:rPr lang="fr-FR" altLang="fr-FR" sz="1600" dirty="0">
                <a:solidFill>
                  <a:srgbClr val="27A8E0"/>
                </a:solidFill>
                <a:latin typeface="Calibri" panose="020F0502020204030204" pitchFamily="34" charset="0"/>
              </a:rPr>
              <a:t>PHASE </a:t>
            </a:r>
            <a:r>
              <a:rPr lang="fr-FR" altLang="fr-FR" sz="1600" b="1" dirty="0">
                <a:solidFill>
                  <a:srgbClr val="27A8E0"/>
                </a:solidFill>
                <a:latin typeface="Calibri" panose="020F0502020204030204" pitchFamily="34" charset="0"/>
              </a:rPr>
              <a:t>II</a:t>
            </a:r>
          </a:p>
          <a:p>
            <a:pPr algn="ctr" eaLnBrk="0" hangingPunct="0"/>
            <a:r>
              <a:rPr lang="fr-FR" altLang="fr-FR" sz="2000" b="1" dirty="0">
                <a:solidFill>
                  <a:srgbClr val="27A8E0"/>
                </a:solidFill>
                <a:latin typeface="Calibri" panose="020F0502020204030204" pitchFamily="34" charset="0"/>
              </a:rPr>
              <a:t>Les CAUSES</a:t>
            </a:r>
          </a:p>
        </p:txBody>
      </p:sp>
      <p:sp>
        <p:nvSpPr>
          <p:cNvPr id="39" name="Text Box 13">
            <a:extLst>
              <a:ext uri="{FF2B5EF4-FFF2-40B4-BE49-F238E27FC236}">
                <a16:creationId xmlns:a16="http://schemas.microsoft.com/office/drawing/2014/main" id="{21FA20F2-BCAB-4827-A0F4-6EB5DCB3B024}"/>
              </a:ext>
            </a:extLst>
          </p:cNvPr>
          <p:cNvSpPr txBox="1">
            <a:spLocks noChangeArrowheads="1"/>
          </p:cNvSpPr>
          <p:nvPr/>
        </p:nvSpPr>
        <p:spPr bwMode="auto">
          <a:xfrm>
            <a:off x="214164" y="1789349"/>
            <a:ext cx="2016224" cy="646331"/>
          </a:xfrm>
          <a:prstGeom prst="rect">
            <a:avLst/>
          </a:prstGeom>
          <a:noFill/>
          <a:ln>
            <a:noFill/>
          </a:ln>
          <a:effectLst/>
          <a:extLst>
            <a:ext uri="{909E8E84-426E-40DD-AFC4-6F175D3DCCD1}">
              <a14:hiddenFill xmlns:a14="http://schemas.microsoft.com/office/drawing/2010/main">
                <a:solidFill>
                  <a:srgbClr val="FF9C3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536950" indent="-3536950">
              <a:defRPr sz="3200">
                <a:solidFill>
                  <a:schemeClr val="tx1"/>
                </a:solidFill>
                <a:latin typeface="Arial" pitchFamily="34" charset="0"/>
              </a:defRPr>
            </a:lvl1pPr>
            <a:lvl2pPr marL="742950" indent="-285750">
              <a:defRPr sz="3200">
                <a:solidFill>
                  <a:schemeClr val="tx1"/>
                </a:solidFill>
                <a:latin typeface="Arial" pitchFamily="34" charset="0"/>
              </a:defRPr>
            </a:lvl2pPr>
            <a:lvl3pPr marL="1143000" indent="-228600">
              <a:defRPr sz="3200">
                <a:solidFill>
                  <a:schemeClr val="tx1"/>
                </a:solidFill>
                <a:latin typeface="Arial" pitchFamily="34" charset="0"/>
              </a:defRPr>
            </a:lvl3pPr>
            <a:lvl4pPr marL="1600200" indent="-228600">
              <a:defRPr sz="3200">
                <a:solidFill>
                  <a:schemeClr val="tx1"/>
                </a:solidFill>
                <a:latin typeface="Arial" pitchFamily="34" charset="0"/>
              </a:defRPr>
            </a:lvl4pPr>
            <a:lvl5pPr marL="2057400" indent="-228600">
              <a:defRPr sz="3200">
                <a:solidFill>
                  <a:schemeClr val="tx1"/>
                </a:solidFill>
                <a:latin typeface="Arial" pitchFamily="34" charset="0"/>
              </a:defRPr>
            </a:lvl5pPr>
            <a:lvl6pPr marL="2514600" indent="-228600" eaLnBrk="0" fontAlgn="base" hangingPunct="0">
              <a:spcBef>
                <a:spcPct val="0"/>
              </a:spcBef>
              <a:spcAft>
                <a:spcPct val="0"/>
              </a:spcAft>
              <a:defRPr sz="3200">
                <a:solidFill>
                  <a:schemeClr val="tx1"/>
                </a:solidFill>
                <a:latin typeface="Arial" pitchFamily="34" charset="0"/>
              </a:defRPr>
            </a:lvl6pPr>
            <a:lvl7pPr marL="2971800" indent="-228600" eaLnBrk="0" fontAlgn="base" hangingPunct="0">
              <a:spcBef>
                <a:spcPct val="0"/>
              </a:spcBef>
              <a:spcAft>
                <a:spcPct val="0"/>
              </a:spcAft>
              <a:defRPr sz="3200">
                <a:solidFill>
                  <a:schemeClr val="tx1"/>
                </a:solidFill>
                <a:latin typeface="Arial" pitchFamily="34" charset="0"/>
              </a:defRPr>
            </a:lvl7pPr>
            <a:lvl8pPr marL="3429000" indent="-228600" eaLnBrk="0" fontAlgn="base" hangingPunct="0">
              <a:spcBef>
                <a:spcPct val="0"/>
              </a:spcBef>
              <a:spcAft>
                <a:spcPct val="0"/>
              </a:spcAft>
              <a:defRPr sz="3200">
                <a:solidFill>
                  <a:schemeClr val="tx1"/>
                </a:solidFill>
                <a:latin typeface="Arial" pitchFamily="34" charset="0"/>
              </a:defRPr>
            </a:lvl8pPr>
            <a:lvl9pPr marL="3886200" indent="-228600" eaLnBrk="0" fontAlgn="base" hangingPunct="0">
              <a:spcBef>
                <a:spcPct val="0"/>
              </a:spcBef>
              <a:spcAft>
                <a:spcPct val="0"/>
              </a:spcAft>
              <a:defRPr sz="3200">
                <a:solidFill>
                  <a:schemeClr val="tx1"/>
                </a:solidFill>
                <a:latin typeface="Arial" pitchFamily="34" charset="0"/>
              </a:defRPr>
            </a:lvl9pPr>
          </a:lstStyle>
          <a:p>
            <a:pPr algn="ctr" eaLnBrk="0" hangingPunct="0">
              <a:buFont typeface="Symbol" pitchFamily="18" charset="2"/>
              <a:buNone/>
            </a:pPr>
            <a:r>
              <a:rPr lang="fr-FR" altLang="fr-FR" sz="1600" dirty="0">
                <a:solidFill>
                  <a:srgbClr val="27A8E0"/>
                </a:solidFill>
                <a:latin typeface="Calibri" panose="020F0502020204030204" pitchFamily="34" charset="0"/>
              </a:rPr>
              <a:t>PHASE </a:t>
            </a:r>
            <a:r>
              <a:rPr lang="fr-FR" altLang="fr-FR" sz="1600" b="1" dirty="0">
                <a:solidFill>
                  <a:srgbClr val="27A8E0"/>
                </a:solidFill>
                <a:latin typeface="Calibri" panose="020F0502020204030204" pitchFamily="34" charset="0"/>
              </a:rPr>
              <a:t>I</a:t>
            </a:r>
          </a:p>
          <a:p>
            <a:pPr algn="ctr" eaLnBrk="0" hangingPunct="0">
              <a:buFont typeface="Symbol" pitchFamily="18" charset="2"/>
              <a:buNone/>
            </a:pPr>
            <a:r>
              <a:rPr lang="fr-FR" altLang="fr-FR" sz="2000" b="1" dirty="0">
                <a:solidFill>
                  <a:srgbClr val="27A8E0"/>
                </a:solidFill>
                <a:latin typeface="Calibri" panose="020F0502020204030204" pitchFamily="34" charset="0"/>
              </a:rPr>
              <a:t>Le PROBLEME</a:t>
            </a:r>
          </a:p>
        </p:txBody>
      </p:sp>
      <p:sp>
        <p:nvSpPr>
          <p:cNvPr id="40" name="Text Box 16">
            <a:extLst>
              <a:ext uri="{FF2B5EF4-FFF2-40B4-BE49-F238E27FC236}">
                <a16:creationId xmlns:a16="http://schemas.microsoft.com/office/drawing/2014/main" id="{EB3B84D3-9CF8-4678-A298-029784C9153B}"/>
              </a:ext>
            </a:extLst>
          </p:cNvPr>
          <p:cNvSpPr txBox="1">
            <a:spLocks noChangeArrowheads="1"/>
          </p:cNvSpPr>
          <p:nvPr/>
        </p:nvSpPr>
        <p:spPr bwMode="auto">
          <a:xfrm>
            <a:off x="214164" y="7093831"/>
            <a:ext cx="2016224" cy="954107"/>
          </a:xfrm>
          <a:prstGeom prst="rect">
            <a:avLst/>
          </a:prstGeom>
          <a:noFill/>
          <a:ln>
            <a:noFill/>
          </a:ln>
          <a:effectLst/>
          <a:extLst>
            <a:ext uri="{909E8E84-426E-40DD-AFC4-6F175D3DCCD1}">
              <a14:hiddenFill xmlns:a14="http://schemas.microsoft.com/office/drawing/2010/main">
                <a:solidFill>
                  <a:srgbClr val="FF9C3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536950" indent="-3536950">
              <a:defRPr sz="3200">
                <a:solidFill>
                  <a:schemeClr val="tx1"/>
                </a:solidFill>
                <a:latin typeface="Arial" pitchFamily="34" charset="0"/>
              </a:defRPr>
            </a:lvl1pPr>
            <a:lvl2pPr marL="742950" indent="-285750">
              <a:defRPr sz="3200">
                <a:solidFill>
                  <a:schemeClr val="tx1"/>
                </a:solidFill>
                <a:latin typeface="Arial" pitchFamily="34" charset="0"/>
              </a:defRPr>
            </a:lvl2pPr>
            <a:lvl3pPr marL="1143000" indent="-228600">
              <a:defRPr sz="3200">
                <a:solidFill>
                  <a:schemeClr val="tx1"/>
                </a:solidFill>
                <a:latin typeface="Arial" pitchFamily="34" charset="0"/>
              </a:defRPr>
            </a:lvl3pPr>
            <a:lvl4pPr marL="1600200" indent="-228600">
              <a:defRPr sz="3200">
                <a:solidFill>
                  <a:schemeClr val="tx1"/>
                </a:solidFill>
                <a:latin typeface="Arial" pitchFamily="34" charset="0"/>
              </a:defRPr>
            </a:lvl4pPr>
            <a:lvl5pPr marL="2057400" indent="-228600">
              <a:defRPr sz="3200">
                <a:solidFill>
                  <a:schemeClr val="tx1"/>
                </a:solidFill>
                <a:latin typeface="Arial" pitchFamily="34" charset="0"/>
              </a:defRPr>
            </a:lvl5pPr>
            <a:lvl6pPr marL="2514600" indent="-228600" eaLnBrk="0" fontAlgn="base" hangingPunct="0">
              <a:spcBef>
                <a:spcPct val="0"/>
              </a:spcBef>
              <a:spcAft>
                <a:spcPct val="0"/>
              </a:spcAft>
              <a:defRPr sz="3200">
                <a:solidFill>
                  <a:schemeClr val="tx1"/>
                </a:solidFill>
                <a:latin typeface="Arial" pitchFamily="34" charset="0"/>
              </a:defRPr>
            </a:lvl6pPr>
            <a:lvl7pPr marL="2971800" indent="-228600" eaLnBrk="0" fontAlgn="base" hangingPunct="0">
              <a:spcBef>
                <a:spcPct val="0"/>
              </a:spcBef>
              <a:spcAft>
                <a:spcPct val="0"/>
              </a:spcAft>
              <a:defRPr sz="3200">
                <a:solidFill>
                  <a:schemeClr val="tx1"/>
                </a:solidFill>
                <a:latin typeface="Arial" pitchFamily="34" charset="0"/>
              </a:defRPr>
            </a:lvl7pPr>
            <a:lvl8pPr marL="3429000" indent="-228600" eaLnBrk="0" fontAlgn="base" hangingPunct="0">
              <a:spcBef>
                <a:spcPct val="0"/>
              </a:spcBef>
              <a:spcAft>
                <a:spcPct val="0"/>
              </a:spcAft>
              <a:defRPr sz="3200">
                <a:solidFill>
                  <a:schemeClr val="tx1"/>
                </a:solidFill>
                <a:latin typeface="Arial" pitchFamily="34" charset="0"/>
              </a:defRPr>
            </a:lvl8pPr>
            <a:lvl9pPr marL="3886200" indent="-228600" eaLnBrk="0" fontAlgn="base" hangingPunct="0">
              <a:spcBef>
                <a:spcPct val="0"/>
              </a:spcBef>
              <a:spcAft>
                <a:spcPct val="0"/>
              </a:spcAft>
              <a:defRPr sz="3200">
                <a:solidFill>
                  <a:schemeClr val="tx1"/>
                </a:solidFill>
                <a:latin typeface="Arial" pitchFamily="34" charset="0"/>
              </a:defRPr>
            </a:lvl9pPr>
          </a:lstStyle>
          <a:p>
            <a:pPr algn="ctr" eaLnBrk="0" hangingPunct="0">
              <a:buFont typeface="Symbol" pitchFamily="18" charset="2"/>
              <a:buNone/>
            </a:pPr>
            <a:r>
              <a:rPr lang="fr-FR" altLang="fr-FR" sz="1600" dirty="0">
                <a:solidFill>
                  <a:srgbClr val="27A8E0"/>
                </a:solidFill>
                <a:latin typeface="Calibri" panose="020F0502020204030204" pitchFamily="34" charset="0"/>
              </a:rPr>
              <a:t>PHASE </a:t>
            </a:r>
            <a:r>
              <a:rPr lang="fr-FR" altLang="fr-FR" sz="1600" b="1" dirty="0">
                <a:solidFill>
                  <a:srgbClr val="27A8E0"/>
                </a:solidFill>
                <a:latin typeface="Calibri" panose="020F0502020204030204" pitchFamily="34" charset="0"/>
              </a:rPr>
              <a:t>IV</a:t>
            </a:r>
          </a:p>
          <a:p>
            <a:pPr algn="ctr" eaLnBrk="0" hangingPunct="0"/>
            <a:r>
              <a:rPr lang="fr-FR" altLang="fr-FR" sz="2000" b="1" dirty="0">
                <a:solidFill>
                  <a:srgbClr val="27A8E0"/>
                </a:solidFill>
                <a:latin typeface="Calibri" panose="020F0502020204030204" pitchFamily="34" charset="0"/>
              </a:rPr>
              <a:t>La MISE</a:t>
            </a:r>
          </a:p>
          <a:p>
            <a:pPr algn="ctr" eaLnBrk="0" hangingPunct="0"/>
            <a:r>
              <a:rPr lang="fr-FR" altLang="fr-FR" sz="2000" b="1" dirty="0">
                <a:solidFill>
                  <a:srgbClr val="27A8E0"/>
                </a:solidFill>
                <a:latin typeface="Calibri" panose="020F0502020204030204" pitchFamily="34" charset="0"/>
              </a:rPr>
              <a:t>EN APPLICATION</a:t>
            </a:r>
          </a:p>
        </p:txBody>
      </p:sp>
      <p:sp>
        <p:nvSpPr>
          <p:cNvPr id="41" name="Text Box 17">
            <a:extLst>
              <a:ext uri="{FF2B5EF4-FFF2-40B4-BE49-F238E27FC236}">
                <a16:creationId xmlns:a16="http://schemas.microsoft.com/office/drawing/2014/main" id="{C8CDF1C6-D2B9-458C-9D38-D1DE6F48C9B3}"/>
              </a:ext>
            </a:extLst>
          </p:cNvPr>
          <p:cNvSpPr txBox="1">
            <a:spLocks noChangeArrowheads="1"/>
          </p:cNvSpPr>
          <p:nvPr/>
        </p:nvSpPr>
        <p:spPr bwMode="auto">
          <a:xfrm>
            <a:off x="2205462" y="1464514"/>
            <a:ext cx="3812374" cy="1296000"/>
          </a:xfrm>
          <a:prstGeom prst="rect">
            <a:avLst/>
          </a:prstGeom>
          <a:noFill/>
          <a:ln w="12700">
            <a:solidFill>
              <a:srgbClr val="27A8E0"/>
            </a:solidFill>
            <a:miter lim="800000"/>
            <a:headEnd/>
            <a:tailEnd/>
          </a:ln>
          <a:effectLst/>
          <a:extLst>
            <a:ext uri="{909E8E84-426E-40DD-AFC4-6F175D3DCCD1}">
              <a14:hiddenFill xmlns:a14="http://schemas.microsoft.com/office/drawing/2010/main">
                <a:solidFill>
                  <a:srgbClr val="FF9C3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000" tIns="72000" rIns="72000" bIns="72000" anchor="ctr" anchorCtr="0">
            <a:noAutofit/>
          </a:bodyPr>
          <a:lstStyle>
            <a:lvl1pPr marL="1143000" indent="-1054100">
              <a:defRPr sz="3200">
                <a:solidFill>
                  <a:schemeClr val="tx1"/>
                </a:solidFill>
                <a:latin typeface="Arial" pitchFamily="34" charset="0"/>
              </a:defRPr>
            </a:lvl1pPr>
            <a:lvl2pPr marL="742950" indent="-285750">
              <a:defRPr sz="3200">
                <a:solidFill>
                  <a:schemeClr val="tx1"/>
                </a:solidFill>
                <a:latin typeface="Arial" pitchFamily="34" charset="0"/>
              </a:defRPr>
            </a:lvl2pPr>
            <a:lvl3pPr marL="1143000" indent="-228600">
              <a:defRPr sz="3200">
                <a:solidFill>
                  <a:schemeClr val="tx1"/>
                </a:solidFill>
                <a:latin typeface="Arial" pitchFamily="34" charset="0"/>
              </a:defRPr>
            </a:lvl3pPr>
            <a:lvl4pPr marL="1600200" indent="-228600">
              <a:defRPr sz="3200">
                <a:solidFill>
                  <a:schemeClr val="tx1"/>
                </a:solidFill>
                <a:latin typeface="Arial" pitchFamily="34" charset="0"/>
              </a:defRPr>
            </a:lvl4pPr>
            <a:lvl5pPr marL="2057400" indent="-228600">
              <a:defRPr sz="3200">
                <a:solidFill>
                  <a:schemeClr val="tx1"/>
                </a:solidFill>
                <a:latin typeface="Arial" pitchFamily="34" charset="0"/>
              </a:defRPr>
            </a:lvl5pPr>
            <a:lvl6pPr marL="2514600" indent="-228600" eaLnBrk="0" fontAlgn="base" hangingPunct="0">
              <a:spcBef>
                <a:spcPct val="0"/>
              </a:spcBef>
              <a:spcAft>
                <a:spcPct val="0"/>
              </a:spcAft>
              <a:defRPr sz="3200">
                <a:solidFill>
                  <a:schemeClr val="tx1"/>
                </a:solidFill>
                <a:latin typeface="Arial" pitchFamily="34" charset="0"/>
              </a:defRPr>
            </a:lvl6pPr>
            <a:lvl7pPr marL="2971800" indent="-228600" eaLnBrk="0" fontAlgn="base" hangingPunct="0">
              <a:spcBef>
                <a:spcPct val="0"/>
              </a:spcBef>
              <a:spcAft>
                <a:spcPct val="0"/>
              </a:spcAft>
              <a:defRPr sz="3200">
                <a:solidFill>
                  <a:schemeClr val="tx1"/>
                </a:solidFill>
                <a:latin typeface="Arial" pitchFamily="34" charset="0"/>
              </a:defRPr>
            </a:lvl7pPr>
            <a:lvl8pPr marL="3429000" indent="-228600" eaLnBrk="0" fontAlgn="base" hangingPunct="0">
              <a:spcBef>
                <a:spcPct val="0"/>
              </a:spcBef>
              <a:spcAft>
                <a:spcPct val="0"/>
              </a:spcAft>
              <a:defRPr sz="3200">
                <a:solidFill>
                  <a:schemeClr val="tx1"/>
                </a:solidFill>
                <a:latin typeface="Arial" pitchFamily="34" charset="0"/>
              </a:defRPr>
            </a:lvl8pPr>
            <a:lvl9pPr marL="3886200" indent="-228600" eaLnBrk="0" fontAlgn="base" hangingPunct="0">
              <a:spcBef>
                <a:spcPct val="0"/>
              </a:spcBef>
              <a:spcAft>
                <a:spcPct val="0"/>
              </a:spcAft>
              <a:defRPr sz="3200">
                <a:solidFill>
                  <a:schemeClr val="tx1"/>
                </a:solidFill>
                <a:latin typeface="Arial" pitchFamily="34" charset="0"/>
              </a:defRPr>
            </a:lvl9pPr>
          </a:lstStyle>
          <a:p>
            <a:pPr marL="892175" indent="-803275" eaLnBrk="0" hangingPunct="0">
              <a:lnSpc>
                <a:spcPct val="110000"/>
              </a:lnSpc>
              <a:buFont typeface="Symbol" pitchFamily="18" charset="2"/>
              <a:buNone/>
            </a:pPr>
            <a:r>
              <a:rPr lang="fr-FR" altLang="fr-FR" sz="1200" dirty="0">
                <a:solidFill>
                  <a:srgbClr val="000000">
                    <a:lumMod val="75000"/>
                    <a:lumOff val="25000"/>
                  </a:srgbClr>
                </a:solidFill>
                <a:latin typeface="Calibri" panose="020F0502020204030204" pitchFamily="34" charset="0"/>
              </a:rPr>
              <a:t>étape 1 :</a:t>
            </a:r>
            <a:r>
              <a:rPr lang="fr-FR" altLang="fr-FR" sz="1600" dirty="0">
                <a:solidFill>
                  <a:srgbClr val="000000">
                    <a:lumMod val="75000"/>
                    <a:lumOff val="25000"/>
                  </a:srgbClr>
                </a:solidFill>
                <a:latin typeface="Calibri" panose="020F0502020204030204" pitchFamily="34" charset="0"/>
              </a:rPr>
              <a:t> 	</a:t>
            </a:r>
            <a:r>
              <a:rPr lang="fr-FR" altLang="fr-FR" sz="1600" b="1" dirty="0">
                <a:solidFill>
                  <a:srgbClr val="000000">
                    <a:lumMod val="75000"/>
                    <a:lumOff val="25000"/>
                  </a:srgbClr>
                </a:solidFill>
                <a:latin typeface="Calibri" panose="020F0502020204030204" pitchFamily="34" charset="0"/>
              </a:rPr>
              <a:t>définir la situation de départ</a:t>
            </a:r>
          </a:p>
          <a:p>
            <a:pPr marL="892175" indent="-803275" eaLnBrk="0" hangingPunct="0">
              <a:lnSpc>
                <a:spcPct val="110000"/>
              </a:lnSpc>
            </a:pPr>
            <a:r>
              <a:rPr lang="fr-FR" altLang="fr-FR" sz="1200" dirty="0">
                <a:solidFill>
                  <a:srgbClr val="000000">
                    <a:lumMod val="75000"/>
                    <a:lumOff val="25000"/>
                  </a:srgbClr>
                </a:solidFill>
                <a:latin typeface="Calibri" panose="020F0502020204030204" pitchFamily="34" charset="0"/>
              </a:rPr>
              <a:t>étape 2 :</a:t>
            </a:r>
            <a:r>
              <a:rPr lang="fr-FR" altLang="fr-FR" sz="1600" dirty="0">
                <a:solidFill>
                  <a:srgbClr val="000000">
                    <a:lumMod val="75000"/>
                    <a:lumOff val="25000"/>
                  </a:srgbClr>
                </a:solidFill>
                <a:latin typeface="Calibri" panose="020F0502020204030204" pitchFamily="34" charset="0"/>
              </a:rPr>
              <a:t> 	</a:t>
            </a:r>
            <a:r>
              <a:rPr lang="fr-FR" altLang="fr-FR" sz="1600" b="1" dirty="0">
                <a:solidFill>
                  <a:srgbClr val="000000">
                    <a:lumMod val="75000"/>
                    <a:lumOff val="25000"/>
                  </a:srgbClr>
                </a:solidFill>
                <a:latin typeface="Calibri" panose="020F0502020204030204" pitchFamily="34" charset="0"/>
              </a:rPr>
              <a:t>quantifier la situation actuelle</a:t>
            </a:r>
          </a:p>
          <a:p>
            <a:pPr marL="892175" indent="-803275" eaLnBrk="0" hangingPunct="0">
              <a:lnSpc>
                <a:spcPct val="110000"/>
              </a:lnSpc>
            </a:pPr>
            <a:r>
              <a:rPr lang="fr-FR" altLang="fr-FR" sz="1200" dirty="0">
                <a:solidFill>
                  <a:srgbClr val="000000">
                    <a:lumMod val="75000"/>
                    <a:lumOff val="25000"/>
                  </a:srgbClr>
                </a:solidFill>
                <a:latin typeface="Calibri" panose="020F0502020204030204" pitchFamily="34" charset="0"/>
              </a:rPr>
              <a:t>étape 3 :</a:t>
            </a:r>
            <a:r>
              <a:rPr lang="fr-FR" altLang="fr-FR" sz="1600" dirty="0">
                <a:solidFill>
                  <a:srgbClr val="000000">
                    <a:lumMod val="75000"/>
                    <a:lumOff val="25000"/>
                  </a:srgbClr>
                </a:solidFill>
                <a:latin typeface="Calibri" panose="020F0502020204030204" pitchFamily="34" charset="0"/>
              </a:rPr>
              <a:t> 	</a:t>
            </a:r>
            <a:r>
              <a:rPr lang="fr-FR" altLang="fr-FR" sz="1600" b="1" dirty="0">
                <a:solidFill>
                  <a:srgbClr val="000000">
                    <a:lumMod val="75000"/>
                    <a:lumOff val="25000"/>
                  </a:srgbClr>
                </a:solidFill>
                <a:latin typeface="Calibri" panose="020F0502020204030204" pitchFamily="34" charset="0"/>
              </a:rPr>
              <a:t>déterminer l'aspect important</a:t>
            </a:r>
          </a:p>
          <a:p>
            <a:pPr marL="892175" indent="-803275" eaLnBrk="0" hangingPunct="0">
              <a:lnSpc>
                <a:spcPct val="110000"/>
              </a:lnSpc>
            </a:pPr>
            <a:r>
              <a:rPr lang="fr-FR" altLang="fr-FR" sz="1200" dirty="0">
                <a:solidFill>
                  <a:srgbClr val="000000">
                    <a:lumMod val="75000"/>
                    <a:lumOff val="25000"/>
                  </a:srgbClr>
                </a:solidFill>
                <a:latin typeface="Calibri" panose="020F0502020204030204" pitchFamily="34" charset="0"/>
              </a:rPr>
              <a:t>étape 4 :</a:t>
            </a:r>
            <a:r>
              <a:rPr lang="fr-FR" altLang="fr-FR" sz="1600" dirty="0">
                <a:solidFill>
                  <a:srgbClr val="000000">
                    <a:lumMod val="75000"/>
                    <a:lumOff val="25000"/>
                  </a:srgbClr>
                </a:solidFill>
                <a:latin typeface="Calibri" panose="020F0502020204030204" pitchFamily="34" charset="0"/>
              </a:rPr>
              <a:t> 	</a:t>
            </a:r>
            <a:r>
              <a:rPr lang="fr-FR" altLang="fr-FR" sz="1600" b="1" dirty="0">
                <a:solidFill>
                  <a:srgbClr val="000000">
                    <a:lumMod val="75000"/>
                    <a:lumOff val="25000"/>
                  </a:srgbClr>
                </a:solidFill>
                <a:latin typeface="Calibri" panose="020F0502020204030204" pitchFamily="34" charset="0"/>
              </a:rPr>
              <a:t>définir l'objectif à atteindre</a:t>
            </a:r>
          </a:p>
        </p:txBody>
      </p:sp>
      <p:sp>
        <p:nvSpPr>
          <p:cNvPr id="42" name="Text Box 18">
            <a:extLst>
              <a:ext uri="{FF2B5EF4-FFF2-40B4-BE49-F238E27FC236}">
                <a16:creationId xmlns:a16="http://schemas.microsoft.com/office/drawing/2014/main" id="{00BFF55A-F680-4B0C-BD62-F0A6807FB8EB}"/>
              </a:ext>
            </a:extLst>
          </p:cNvPr>
          <p:cNvSpPr txBox="1">
            <a:spLocks noChangeArrowheads="1"/>
          </p:cNvSpPr>
          <p:nvPr/>
        </p:nvSpPr>
        <p:spPr bwMode="auto">
          <a:xfrm>
            <a:off x="2205462" y="5103428"/>
            <a:ext cx="3812374" cy="1296000"/>
          </a:xfrm>
          <a:prstGeom prst="rect">
            <a:avLst/>
          </a:prstGeom>
          <a:noFill/>
          <a:ln w="12700">
            <a:solidFill>
              <a:srgbClr val="27A8E0"/>
            </a:solidFill>
            <a:miter lim="800000"/>
            <a:headEnd/>
            <a:tailEnd/>
          </a:ln>
          <a:effectLst/>
          <a:extLst>
            <a:ext uri="{909E8E84-426E-40DD-AFC4-6F175D3DCCD1}">
              <a14:hiddenFill xmlns:a14="http://schemas.microsoft.com/office/drawing/2010/main">
                <a:solidFill>
                  <a:srgbClr val="FF9C3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000" tIns="72000" rIns="72000" bIns="72000" anchor="ctr" anchorCtr="0">
            <a:noAutofit/>
          </a:bodyPr>
          <a:lstStyle>
            <a:lvl1pPr marL="1143000" indent="-1054100">
              <a:defRPr sz="3200">
                <a:solidFill>
                  <a:schemeClr val="tx1"/>
                </a:solidFill>
                <a:latin typeface="Arial" pitchFamily="34" charset="0"/>
              </a:defRPr>
            </a:lvl1pPr>
            <a:lvl2pPr marL="742950" indent="-285750">
              <a:defRPr sz="3200">
                <a:solidFill>
                  <a:schemeClr val="tx1"/>
                </a:solidFill>
                <a:latin typeface="Arial" pitchFamily="34" charset="0"/>
              </a:defRPr>
            </a:lvl2pPr>
            <a:lvl3pPr marL="1143000" indent="-228600">
              <a:defRPr sz="3200">
                <a:solidFill>
                  <a:schemeClr val="tx1"/>
                </a:solidFill>
                <a:latin typeface="Arial" pitchFamily="34" charset="0"/>
              </a:defRPr>
            </a:lvl3pPr>
            <a:lvl4pPr marL="1600200" indent="-228600">
              <a:defRPr sz="3200">
                <a:solidFill>
                  <a:schemeClr val="tx1"/>
                </a:solidFill>
                <a:latin typeface="Arial" pitchFamily="34" charset="0"/>
              </a:defRPr>
            </a:lvl4pPr>
            <a:lvl5pPr marL="2057400" indent="-228600">
              <a:defRPr sz="3200">
                <a:solidFill>
                  <a:schemeClr val="tx1"/>
                </a:solidFill>
                <a:latin typeface="Arial" pitchFamily="34" charset="0"/>
              </a:defRPr>
            </a:lvl5pPr>
            <a:lvl6pPr marL="2514600" indent="-228600" eaLnBrk="0" fontAlgn="base" hangingPunct="0">
              <a:spcBef>
                <a:spcPct val="0"/>
              </a:spcBef>
              <a:spcAft>
                <a:spcPct val="0"/>
              </a:spcAft>
              <a:defRPr sz="3200">
                <a:solidFill>
                  <a:schemeClr val="tx1"/>
                </a:solidFill>
                <a:latin typeface="Arial" pitchFamily="34" charset="0"/>
              </a:defRPr>
            </a:lvl6pPr>
            <a:lvl7pPr marL="2971800" indent="-228600" eaLnBrk="0" fontAlgn="base" hangingPunct="0">
              <a:spcBef>
                <a:spcPct val="0"/>
              </a:spcBef>
              <a:spcAft>
                <a:spcPct val="0"/>
              </a:spcAft>
              <a:defRPr sz="3200">
                <a:solidFill>
                  <a:schemeClr val="tx1"/>
                </a:solidFill>
                <a:latin typeface="Arial" pitchFamily="34" charset="0"/>
              </a:defRPr>
            </a:lvl7pPr>
            <a:lvl8pPr marL="3429000" indent="-228600" eaLnBrk="0" fontAlgn="base" hangingPunct="0">
              <a:spcBef>
                <a:spcPct val="0"/>
              </a:spcBef>
              <a:spcAft>
                <a:spcPct val="0"/>
              </a:spcAft>
              <a:defRPr sz="3200">
                <a:solidFill>
                  <a:schemeClr val="tx1"/>
                </a:solidFill>
                <a:latin typeface="Arial" pitchFamily="34" charset="0"/>
              </a:defRPr>
            </a:lvl8pPr>
            <a:lvl9pPr marL="3886200" indent="-228600" eaLnBrk="0" fontAlgn="base" hangingPunct="0">
              <a:spcBef>
                <a:spcPct val="0"/>
              </a:spcBef>
              <a:spcAft>
                <a:spcPct val="0"/>
              </a:spcAft>
              <a:defRPr sz="3200">
                <a:solidFill>
                  <a:schemeClr val="tx1"/>
                </a:solidFill>
                <a:latin typeface="Arial" pitchFamily="34" charset="0"/>
              </a:defRPr>
            </a:lvl9pPr>
          </a:lstStyle>
          <a:p>
            <a:pPr marL="892175" indent="-803275" eaLnBrk="0" hangingPunct="0">
              <a:lnSpc>
                <a:spcPct val="110000"/>
              </a:lnSpc>
            </a:pPr>
            <a:r>
              <a:rPr lang="fr-FR" altLang="fr-FR" sz="1200" dirty="0">
                <a:solidFill>
                  <a:srgbClr val="000000">
                    <a:lumMod val="75000"/>
                    <a:lumOff val="25000"/>
                  </a:srgbClr>
                </a:solidFill>
                <a:latin typeface="Calibri" panose="020F0502020204030204" pitchFamily="34" charset="0"/>
              </a:rPr>
              <a:t>étape 8 :</a:t>
            </a:r>
            <a:r>
              <a:rPr lang="fr-FR" altLang="fr-FR" sz="1600" dirty="0">
                <a:solidFill>
                  <a:srgbClr val="000000">
                    <a:lumMod val="75000"/>
                    <a:lumOff val="25000"/>
                  </a:srgbClr>
                </a:solidFill>
                <a:latin typeface="Calibri" panose="020F0502020204030204" pitchFamily="34" charset="0"/>
              </a:rPr>
              <a:t> 	</a:t>
            </a:r>
            <a:r>
              <a:rPr lang="fr-FR" altLang="fr-FR" sz="1600" b="1" dirty="0">
                <a:solidFill>
                  <a:srgbClr val="000000">
                    <a:lumMod val="75000"/>
                    <a:lumOff val="25000"/>
                  </a:srgbClr>
                </a:solidFill>
                <a:latin typeface="Calibri" panose="020F0502020204030204" pitchFamily="34" charset="0"/>
              </a:rPr>
              <a:t>rechercher toutes les solutions</a:t>
            </a:r>
          </a:p>
          <a:p>
            <a:pPr marL="892175" indent="-803275" eaLnBrk="0" hangingPunct="0">
              <a:lnSpc>
                <a:spcPct val="110000"/>
              </a:lnSpc>
            </a:pPr>
            <a:r>
              <a:rPr lang="fr-FR" altLang="fr-FR" sz="1200" dirty="0">
                <a:solidFill>
                  <a:srgbClr val="000000">
                    <a:lumMod val="75000"/>
                    <a:lumOff val="25000"/>
                  </a:srgbClr>
                </a:solidFill>
                <a:latin typeface="Calibri" panose="020F0502020204030204" pitchFamily="34" charset="0"/>
              </a:rPr>
              <a:t>étape 9 :</a:t>
            </a:r>
            <a:r>
              <a:rPr lang="fr-FR" altLang="fr-FR" sz="1600" dirty="0">
                <a:solidFill>
                  <a:srgbClr val="000000">
                    <a:lumMod val="75000"/>
                    <a:lumOff val="25000"/>
                  </a:srgbClr>
                </a:solidFill>
                <a:latin typeface="Calibri" panose="020F0502020204030204" pitchFamily="34" charset="0"/>
              </a:rPr>
              <a:t> 	</a:t>
            </a:r>
            <a:r>
              <a:rPr lang="fr-FR" altLang="fr-FR" sz="1600" b="1" dirty="0">
                <a:solidFill>
                  <a:srgbClr val="000000">
                    <a:lumMod val="75000"/>
                    <a:lumOff val="25000"/>
                  </a:srgbClr>
                </a:solidFill>
                <a:latin typeface="Calibri" panose="020F0502020204030204" pitchFamily="34" charset="0"/>
              </a:rPr>
              <a:t>définir les critères d'évaluation</a:t>
            </a:r>
          </a:p>
          <a:p>
            <a:pPr marL="892175" indent="-803275" eaLnBrk="0" hangingPunct="0">
              <a:lnSpc>
                <a:spcPct val="110000"/>
              </a:lnSpc>
            </a:pPr>
            <a:r>
              <a:rPr lang="fr-FR" altLang="fr-FR" sz="1200" dirty="0">
                <a:solidFill>
                  <a:srgbClr val="000000">
                    <a:lumMod val="75000"/>
                    <a:lumOff val="25000"/>
                  </a:srgbClr>
                </a:solidFill>
                <a:latin typeface="Calibri" panose="020F0502020204030204" pitchFamily="34" charset="0"/>
              </a:rPr>
              <a:t>étape 10 :</a:t>
            </a:r>
            <a:r>
              <a:rPr lang="fr-FR" altLang="fr-FR" sz="1600" dirty="0">
                <a:solidFill>
                  <a:srgbClr val="000000">
                    <a:lumMod val="75000"/>
                    <a:lumOff val="25000"/>
                  </a:srgbClr>
                </a:solidFill>
                <a:latin typeface="Calibri" panose="020F0502020204030204" pitchFamily="34" charset="0"/>
              </a:rPr>
              <a:t> 	</a:t>
            </a:r>
            <a:r>
              <a:rPr lang="fr-FR" altLang="fr-FR" sz="1600" b="1" dirty="0">
                <a:solidFill>
                  <a:srgbClr val="000000">
                    <a:lumMod val="75000"/>
                    <a:lumOff val="25000"/>
                  </a:srgbClr>
                </a:solidFill>
                <a:latin typeface="Calibri" panose="020F0502020204030204" pitchFamily="34" charset="0"/>
              </a:rPr>
              <a:t>décider les solutions à appliquer</a:t>
            </a:r>
          </a:p>
          <a:p>
            <a:pPr marL="892175" indent="-803275" eaLnBrk="0" hangingPunct="0">
              <a:lnSpc>
                <a:spcPct val="110000"/>
              </a:lnSpc>
            </a:pPr>
            <a:r>
              <a:rPr lang="fr-FR" altLang="fr-FR" sz="1200" dirty="0">
                <a:solidFill>
                  <a:srgbClr val="000000">
                    <a:lumMod val="75000"/>
                    <a:lumOff val="25000"/>
                  </a:srgbClr>
                </a:solidFill>
                <a:latin typeface="Calibri" panose="020F0502020204030204" pitchFamily="34" charset="0"/>
              </a:rPr>
              <a:t>étape 11 : 	</a:t>
            </a:r>
            <a:r>
              <a:rPr lang="fr-FR" altLang="fr-FR" sz="1600" b="1" dirty="0">
                <a:solidFill>
                  <a:srgbClr val="000000">
                    <a:lumMod val="75000"/>
                    <a:lumOff val="25000"/>
                  </a:srgbClr>
                </a:solidFill>
                <a:latin typeface="Calibri" panose="020F0502020204030204" pitchFamily="34" charset="0"/>
              </a:rPr>
              <a:t>valider les solutions</a:t>
            </a:r>
          </a:p>
        </p:txBody>
      </p:sp>
      <p:sp>
        <p:nvSpPr>
          <p:cNvPr id="43" name="Text Box 19">
            <a:extLst>
              <a:ext uri="{FF2B5EF4-FFF2-40B4-BE49-F238E27FC236}">
                <a16:creationId xmlns:a16="http://schemas.microsoft.com/office/drawing/2014/main" id="{F9E23983-D6F8-413A-A556-86060330BA57}"/>
              </a:ext>
            </a:extLst>
          </p:cNvPr>
          <p:cNvSpPr txBox="1">
            <a:spLocks noChangeArrowheads="1"/>
          </p:cNvSpPr>
          <p:nvPr/>
        </p:nvSpPr>
        <p:spPr bwMode="auto">
          <a:xfrm>
            <a:off x="2205462" y="3283971"/>
            <a:ext cx="3812374" cy="1296000"/>
          </a:xfrm>
          <a:prstGeom prst="rect">
            <a:avLst/>
          </a:prstGeom>
          <a:noFill/>
          <a:ln w="12700">
            <a:solidFill>
              <a:srgbClr val="27A8E0"/>
            </a:solidFill>
            <a:miter lim="800000"/>
            <a:headEnd/>
            <a:tailEnd/>
          </a:ln>
          <a:effectLst/>
          <a:extLst>
            <a:ext uri="{909E8E84-426E-40DD-AFC4-6F175D3DCCD1}">
              <a14:hiddenFill xmlns:a14="http://schemas.microsoft.com/office/drawing/2010/main">
                <a:solidFill>
                  <a:srgbClr val="FF9C3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000" tIns="72000" rIns="72000" bIns="72000" anchor="ctr" anchorCtr="0">
            <a:noAutofit/>
          </a:bodyPr>
          <a:lstStyle>
            <a:lvl1pPr marL="1143000" indent="-1054100">
              <a:defRPr sz="3200">
                <a:solidFill>
                  <a:schemeClr val="tx1"/>
                </a:solidFill>
                <a:latin typeface="Arial" pitchFamily="34" charset="0"/>
              </a:defRPr>
            </a:lvl1pPr>
            <a:lvl2pPr marL="742950" indent="-285750">
              <a:defRPr sz="3200">
                <a:solidFill>
                  <a:schemeClr val="tx1"/>
                </a:solidFill>
                <a:latin typeface="Arial" pitchFamily="34" charset="0"/>
              </a:defRPr>
            </a:lvl2pPr>
            <a:lvl3pPr marL="1143000" indent="-228600">
              <a:defRPr sz="3200">
                <a:solidFill>
                  <a:schemeClr val="tx1"/>
                </a:solidFill>
                <a:latin typeface="Arial" pitchFamily="34" charset="0"/>
              </a:defRPr>
            </a:lvl3pPr>
            <a:lvl4pPr marL="1600200" indent="-228600">
              <a:defRPr sz="3200">
                <a:solidFill>
                  <a:schemeClr val="tx1"/>
                </a:solidFill>
                <a:latin typeface="Arial" pitchFamily="34" charset="0"/>
              </a:defRPr>
            </a:lvl4pPr>
            <a:lvl5pPr marL="2057400" indent="-228600">
              <a:defRPr sz="3200">
                <a:solidFill>
                  <a:schemeClr val="tx1"/>
                </a:solidFill>
                <a:latin typeface="Arial" pitchFamily="34" charset="0"/>
              </a:defRPr>
            </a:lvl5pPr>
            <a:lvl6pPr marL="2514600" indent="-228600" eaLnBrk="0" fontAlgn="base" hangingPunct="0">
              <a:spcBef>
                <a:spcPct val="0"/>
              </a:spcBef>
              <a:spcAft>
                <a:spcPct val="0"/>
              </a:spcAft>
              <a:defRPr sz="3200">
                <a:solidFill>
                  <a:schemeClr val="tx1"/>
                </a:solidFill>
                <a:latin typeface="Arial" pitchFamily="34" charset="0"/>
              </a:defRPr>
            </a:lvl6pPr>
            <a:lvl7pPr marL="2971800" indent="-228600" eaLnBrk="0" fontAlgn="base" hangingPunct="0">
              <a:spcBef>
                <a:spcPct val="0"/>
              </a:spcBef>
              <a:spcAft>
                <a:spcPct val="0"/>
              </a:spcAft>
              <a:defRPr sz="3200">
                <a:solidFill>
                  <a:schemeClr val="tx1"/>
                </a:solidFill>
                <a:latin typeface="Arial" pitchFamily="34" charset="0"/>
              </a:defRPr>
            </a:lvl7pPr>
            <a:lvl8pPr marL="3429000" indent="-228600" eaLnBrk="0" fontAlgn="base" hangingPunct="0">
              <a:spcBef>
                <a:spcPct val="0"/>
              </a:spcBef>
              <a:spcAft>
                <a:spcPct val="0"/>
              </a:spcAft>
              <a:defRPr sz="3200">
                <a:solidFill>
                  <a:schemeClr val="tx1"/>
                </a:solidFill>
                <a:latin typeface="Arial" pitchFamily="34" charset="0"/>
              </a:defRPr>
            </a:lvl8pPr>
            <a:lvl9pPr marL="3886200" indent="-228600" eaLnBrk="0" fontAlgn="base" hangingPunct="0">
              <a:spcBef>
                <a:spcPct val="0"/>
              </a:spcBef>
              <a:spcAft>
                <a:spcPct val="0"/>
              </a:spcAft>
              <a:defRPr sz="3200">
                <a:solidFill>
                  <a:schemeClr val="tx1"/>
                </a:solidFill>
                <a:latin typeface="Arial" pitchFamily="34" charset="0"/>
              </a:defRPr>
            </a:lvl9pPr>
          </a:lstStyle>
          <a:p>
            <a:pPr marL="892175" indent="-803275" eaLnBrk="0" hangingPunct="0">
              <a:lnSpc>
                <a:spcPct val="110000"/>
              </a:lnSpc>
            </a:pPr>
            <a:r>
              <a:rPr lang="fr-FR" altLang="fr-FR" sz="1200" dirty="0">
                <a:solidFill>
                  <a:srgbClr val="000000">
                    <a:lumMod val="75000"/>
                    <a:lumOff val="25000"/>
                  </a:srgbClr>
                </a:solidFill>
                <a:latin typeface="Calibri" panose="020F0502020204030204" pitchFamily="34" charset="0"/>
              </a:rPr>
              <a:t>étape 5 :</a:t>
            </a:r>
            <a:r>
              <a:rPr lang="fr-FR" altLang="fr-FR" sz="1600" dirty="0">
                <a:solidFill>
                  <a:srgbClr val="000000">
                    <a:lumMod val="75000"/>
                    <a:lumOff val="25000"/>
                  </a:srgbClr>
                </a:solidFill>
                <a:latin typeface="Calibri" panose="020F0502020204030204" pitchFamily="34" charset="0"/>
              </a:rPr>
              <a:t> 	</a:t>
            </a:r>
            <a:r>
              <a:rPr lang="fr-FR" altLang="fr-FR" sz="1600" b="1" dirty="0">
                <a:solidFill>
                  <a:srgbClr val="000000">
                    <a:lumMod val="75000"/>
                    <a:lumOff val="25000"/>
                  </a:srgbClr>
                </a:solidFill>
                <a:latin typeface="Calibri" panose="020F0502020204030204" pitchFamily="34" charset="0"/>
              </a:rPr>
              <a:t>énoncer toutes les causes</a:t>
            </a:r>
          </a:p>
          <a:p>
            <a:pPr marL="892175" indent="-803275" eaLnBrk="0" hangingPunct="0">
              <a:lnSpc>
                <a:spcPct val="110000"/>
              </a:lnSpc>
            </a:pPr>
            <a:r>
              <a:rPr lang="fr-FR" altLang="fr-FR" sz="1200" dirty="0">
                <a:solidFill>
                  <a:srgbClr val="000000">
                    <a:lumMod val="75000"/>
                    <a:lumOff val="25000"/>
                  </a:srgbClr>
                </a:solidFill>
                <a:latin typeface="Calibri" panose="020F0502020204030204" pitchFamily="34" charset="0"/>
              </a:rPr>
              <a:t>étape 6 : 	</a:t>
            </a:r>
            <a:r>
              <a:rPr lang="fr-FR" altLang="fr-FR" sz="1600" b="1" dirty="0">
                <a:solidFill>
                  <a:srgbClr val="000000">
                    <a:lumMod val="75000"/>
                    <a:lumOff val="25000"/>
                  </a:srgbClr>
                </a:solidFill>
                <a:latin typeface="Calibri" panose="020F0502020204030204" pitchFamily="34" charset="0"/>
              </a:rPr>
              <a:t>analyser les causes</a:t>
            </a:r>
          </a:p>
          <a:p>
            <a:pPr marL="892175" indent="-803275" eaLnBrk="0" hangingPunct="0">
              <a:lnSpc>
                <a:spcPct val="110000"/>
              </a:lnSpc>
            </a:pPr>
            <a:r>
              <a:rPr lang="fr-FR" altLang="fr-FR" sz="1200" dirty="0">
                <a:solidFill>
                  <a:srgbClr val="000000">
                    <a:lumMod val="75000"/>
                    <a:lumOff val="25000"/>
                  </a:srgbClr>
                </a:solidFill>
                <a:latin typeface="Calibri" panose="020F0502020204030204" pitchFamily="34" charset="0"/>
              </a:rPr>
              <a:t>étape 7 :</a:t>
            </a:r>
            <a:r>
              <a:rPr lang="fr-FR" altLang="fr-FR" sz="1600" dirty="0">
                <a:solidFill>
                  <a:srgbClr val="000000">
                    <a:lumMod val="75000"/>
                    <a:lumOff val="25000"/>
                  </a:srgbClr>
                </a:solidFill>
                <a:latin typeface="Calibri" panose="020F0502020204030204" pitchFamily="34" charset="0"/>
              </a:rPr>
              <a:t> 	</a:t>
            </a:r>
            <a:r>
              <a:rPr lang="fr-FR" altLang="fr-FR" sz="1600" b="1" dirty="0">
                <a:solidFill>
                  <a:srgbClr val="000000">
                    <a:lumMod val="75000"/>
                    <a:lumOff val="25000"/>
                  </a:srgbClr>
                </a:solidFill>
                <a:latin typeface="Calibri" panose="020F0502020204030204" pitchFamily="34" charset="0"/>
              </a:rPr>
              <a:t>vérifier les causes</a:t>
            </a:r>
          </a:p>
        </p:txBody>
      </p:sp>
      <p:sp>
        <p:nvSpPr>
          <p:cNvPr id="44" name="Text Box 20">
            <a:extLst>
              <a:ext uri="{FF2B5EF4-FFF2-40B4-BE49-F238E27FC236}">
                <a16:creationId xmlns:a16="http://schemas.microsoft.com/office/drawing/2014/main" id="{440DE4D6-4952-4429-8228-846EE5316139}"/>
              </a:ext>
            </a:extLst>
          </p:cNvPr>
          <p:cNvSpPr txBox="1">
            <a:spLocks noChangeArrowheads="1"/>
          </p:cNvSpPr>
          <p:nvPr/>
        </p:nvSpPr>
        <p:spPr bwMode="auto">
          <a:xfrm>
            <a:off x="2205462" y="6922884"/>
            <a:ext cx="3812374" cy="1296000"/>
          </a:xfrm>
          <a:prstGeom prst="rect">
            <a:avLst/>
          </a:prstGeom>
          <a:noFill/>
          <a:ln w="12700">
            <a:solidFill>
              <a:srgbClr val="27A8E0"/>
            </a:solidFill>
            <a:miter lim="800000"/>
            <a:headEnd/>
            <a:tailEnd/>
          </a:ln>
          <a:effectLst/>
          <a:extLst>
            <a:ext uri="{909E8E84-426E-40DD-AFC4-6F175D3DCCD1}">
              <a14:hiddenFill xmlns:a14="http://schemas.microsoft.com/office/drawing/2010/main">
                <a:solidFill>
                  <a:srgbClr val="FF9C3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000" tIns="72000" rIns="72000" bIns="72000" anchor="ctr" anchorCtr="0">
            <a:noAutofit/>
          </a:bodyPr>
          <a:lstStyle>
            <a:lvl1pPr marL="1143000" indent="-1054100">
              <a:defRPr sz="3200">
                <a:solidFill>
                  <a:schemeClr val="tx1"/>
                </a:solidFill>
                <a:latin typeface="Arial" pitchFamily="34" charset="0"/>
              </a:defRPr>
            </a:lvl1pPr>
            <a:lvl2pPr marL="742950" indent="-285750">
              <a:defRPr sz="3200">
                <a:solidFill>
                  <a:schemeClr val="tx1"/>
                </a:solidFill>
                <a:latin typeface="Arial" pitchFamily="34" charset="0"/>
              </a:defRPr>
            </a:lvl2pPr>
            <a:lvl3pPr marL="1143000" indent="-228600">
              <a:defRPr sz="3200">
                <a:solidFill>
                  <a:schemeClr val="tx1"/>
                </a:solidFill>
                <a:latin typeface="Arial" pitchFamily="34" charset="0"/>
              </a:defRPr>
            </a:lvl3pPr>
            <a:lvl4pPr marL="1600200" indent="-228600">
              <a:defRPr sz="3200">
                <a:solidFill>
                  <a:schemeClr val="tx1"/>
                </a:solidFill>
                <a:latin typeface="Arial" pitchFamily="34" charset="0"/>
              </a:defRPr>
            </a:lvl4pPr>
            <a:lvl5pPr marL="2057400" indent="-228600">
              <a:defRPr sz="3200">
                <a:solidFill>
                  <a:schemeClr val="tx1"/>
                </a:solidFill>
                <a:latin typeface="Arial" pitchFamily="34" charset="0"/>
              </a:defRPr>
            </a:lvl5pPr>
            <a:lvl6pPr marL="2514600" indent="-228600" eaLnBrk="0" fontAlgn="base" hangingPunct="0">
              <a:spcBef>
                <a:spcPct val="0"/>
              </a:spcBef>
              <a:spcAft>
                <a:spcPct val="0"/>
              </a:spcAft>
              <a:defRPr sz="3200">
                <a:solidFill>
                  <a:schemeClr val="tx1"/>
                </a:solidFill>
                <a:latin typeface="Arial" pitchFamily="34" charset="0"/>
              </a:defRPr>
            </a:lvl6pPr>
            <a:lvl7pPr marL="2971800" indent="-228600" eaLnBrk="0" fontAlgn="base" hangingPunct="0">
              <a:spcBef>
                <a:spcPct val="0"/>
              </a:spcBef>
              <a:spcAft>
                <a:spcPct val="0"/>
              </a:spcAft>
              <a:defRPr sz="3200">
                <a:solidFill>
                  <a:schemeClr val="tx1"/>
                </a:solidFill>
                <a:latin typeface="Arial" pitchFamily="34" charset="0"/>
              </a:defRPr>
            </a:lvl7pPr>
            <a:lvl8pPr marL="3429000" indent="-228600" eaLnBrk="0" fontAlgn="base" hangingPunct="0">
              <a:spcBef>
                <a:spcPct val="0"/>
              </a:spcBef>
              <a:spcAft>
                <a:spcPct val="0"/>
              </a:spcAft>
              <a:defRPr sz="3200">
                <a:solidFill>
                  <a:schemeClr val="tx1"/>
                </a:solidFill>
                <a:latin typeface="Arial" pitchFamily="34" charset="0"/>
              </a:defRPr>
            </a:lvl8pPr>
            <a:lvl9pPr marL="3886200" indent="-228600" eaLnBrk="0" fontAlgn="base" hangingPunct="0">
              <a:spcBef>
                <a:spcPct val="0"/>
              </a:spcBef>
              <a:spcAft>
                <a:spcPct val="0"/>
              </a:spcAft>
              <a:defRPr sz="3200">
                <a:solidFill>
                  <a:schemeClr val="tx1"/>
                </a:solidFill>
                <a:latin typeface="Arial" pitchFamily="34" charset="0"/>
              </a:defRPr>
            </a:lvl9pPr>
          </a:lstStyle>
          <a:p>
            <a:pPr marL="892175" indent="-803275" eaLnBrk="0" hangingPunct="0">
              <a:lnSpc>
                <a:spcPct val="110000"/>
              </a:lnSpc>
            </a:pPr>
            <a:r>
              <a:rPr lang="fr-FR" altLang="fr-FR" sz="1200" dirty="0">
                <a:solidFill>
                  <a:srgbClr val="000000">
                    <a:lumMod val="75000"/>
                    <a:lumOff val="25000"/>
                  </a:srgbClr>
                </a:solidFill>
                <a:latin typeface="Calibri" panose="020F0502020204030204" pitchFamily="34" charset="0"/>
              </a:rPr>
              <a:t>étape 12 :</a:t>
            </a:r>
            <a:r>
              <a:rPr lang="fr-FR" altLang="fr-FR" sz="1600" dirty="0">
                <a:solidFill>
                  <a:srgbClr val="000000">
                    <a:lumMod val="75000"/>
                    <a:lumOff val="25000"/>
                  </a:srgbClr>
                </a:solidFill>
                <a:latin typeface="Calibri" panose="020F0502020204030204" pitchFamily="34" charset="0"/>
              </a:rPr>
              <a:t> 	</a:t>
            </a:r>
            <a:r>
              <a:rPr lang="fr-FR" altLang="fr-FR" sz="1600" b="1" dirty="0">
                <a:solidFill>
                  <a:srgbClr val="000000">
                    <a:lumMod val="75000"/>
                    <a:lumOff val="25000"/>
                  </a:srgbClr>
                </a:solidFill>
                <a:latin typeface="Calibri" panose="020F0502020204030204" pitchFamily="34" charset="0"/>
              </a:rPr>
              <a:t>impliquer les personnels</a:t>
            </a:r>
          </a:p>
          <a:p>
            <a:pPr marL="892175" indent="-803275" eaLnBrk="0" hangingPunct="0">
              <a:lnSpc>
                <a:spcPct val="110000"/>
              </a:lnSpc>
            </a:pPr>
            <a:r>
              <a:rPr lang="fr-FR" altLang="fr-FR" sz="1200" dirty="0">
                <a:solidFill>
                  <a:srgbClr val="000000">
                    <a:lumMod val="75000"/>
                    <a:lumOff val="25000"/>
                  </a:srgbClr>
                </a:solidFill>
                <a:latin typeface="Calibri" panose="020F0502020204030204" pitchFamily="34" charset="0"/>
              </a:rPr>
              <a:t>étape 13 :</a:t>
            </a:r>
            <a:r>
              <a:rPr lang="fr-FR" altLang="fr-FR" sz="1600" dirty="0">
                <a:solidFill>
                  <a:srgbClr val="000000">
                    <a:lumMod val="75000"/>
                    <a:lumOff val="25000"/>
                  </a:srgbClr>
                </a:solidFill>
                <a:latin typeface="Calibri" panose="020F0502020204030204" pitchFamily="34" charset="0"/>
              </a:rPr>
              <a:t> 	</a:t>
            </a:r>
            <a:r>
              <a:rPr lang="fr-FR" altLang="fr-FR" sz="1600" b="1" dirty="0">
                <a:solidFill>
                  <a:srgbClr val="000000">
                    <a:lumMod val="75000"/>
                    <a:lumOff val="25000"/>
                  </a:srgbClr>
                </a:solidFill>
                <a:latin typeface="Calibri" panose="020F0502020204030204" pitchFamily="34" charset="0"/>
              </a:rPr>
              <a:t>suivre la réalisation</a:t>
            </a:r>
          </a:p>
          <a:p>
            <a:pPr marL="892175" indent="-803275" eaLnBrk="0" hangingPunct="0">
              <a:lnSpc>
                <a:spcPct val="110000"/>
              </a:lnSpc>
            </a:pPr>
            <a:r>
              <a:rPr lang="fr-FR" altLang="fr-FR" sz="1200" dirty="0">
                <a:solidFill>
                  <a:srgbClr val="000000">
                    <a:lumMod val="75000"/>
                    <a:lumOff val="25000"/>
                  </a:srgbClr>
                </a:solidFill>
                <a:latin typeface="Calibri" panose="020F0502020204030204" pitchFamily="34" charset="0"/>
              </a:rPr>
              <a:t>étape 14 :</a:t>
            </a:r>
            <a:r>
              <a:rPr lang="fr-FR" altLang="fr-FR" sz="1600" dirty="0">
                <a:solidFill>
                  <a:srgbClr val="000000">
                    <a:lumMod val="75000"/>
                    <a:lumOff val="25000"/>
                  </a:srgbClr>
                </a:solidFill>
                <a:latin typeface="Calibri" panose="020F0502020204030204" pitchFamily="34" charset="0"/>
              </a:rPr>
              <a:t> 	</a:t>
            </a:r>
            <a:r>
              <a:rPr lang="fr-FR" altLang="fr-FR" sz="1600" b="1" dirty="0">
                <a:solidFill>
                  <a:srgbClr val="000000">
                    <a:lumMod val="75000"/>
                    <a:lumOff val="25000"/>
                  </a:srgbClr>
                </a:solidFill>
                <a:latin typeface="Calibri" panose="020F0502020204030204" pitchFamily="34" charset="0"/>
              </a:rPr>
              <a:t>standardiser et reboucler</a:t>
            </a:r>
          </a:p>
        </p:txBody>
      </p:sp>
      <p:sp>
        <p:nvSpPr>
          <p:cNvPr id="45" name="Triangle isocèle 44">
            <a:extLst>
              <a:ext uri="{FF2B5EF4-FFF2-40B4-BE49-F238E27FC236}">
                <a16:creationId xmlns:a16="http://schemas.microsoft.com/office/drawing/2014/main" id="{00610FC4-E8BA-4B2D-BD90-974F6CAF2E68}"/>
              </a:ext>
            </a:extLst>
          </p:cNvPr>
          <p:cNvSpPr/>
          <p:nvPr/>
        </p:nvSpPr>
        <p:spPr bwMode="auto">
          <a:xfrm rot="10800000">
            <a:off x="880938" y="2915561"/>
            <a:ext cx="682678" cy="213361"/>
          </a:xfrm>
          <a:prstGeom prst="triangle">
            <a:avLst/>
          </a:prstGeom>
          <a:solidFill>
            <a:srgbClr val="27A8E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hangingPunct="0"/>
            <a:endParaRPr lang="fr-FR" sz="1600" dirty="0">
              <a:solidFill>
                <a:srgbClr val="FFFFFF"/>
              </a:solidFill>
              <a:latin typeface="Calibri" panose="020F0502020204030204" pitchFamily="34" charset="0"/>
            </a:endParaRPr>
          </a:p>
        </p:txBody>
      </p:sp>
      <p:sp>
        <p:nvSpPr>
          <p:cNvPr id="46" name="Triangle isocèle 45">
            <a:extLst>
              <a:ext uri="{FF2B5EF4-FFF2-40B4-BE49-F238E27FC236}">
                <a16:creationId xmlns:a16="http://schemas.microsoft.com/office/drawing/2014/main" id="{02A9D4C9-F7D7-4D44-8767-A1B86F981FE4}"/>
              </a:ext>
            </a:extLst>
          </p:cNvPr>
          <p:cNvSpPr/>
          <p:nvPr/>
        </p:nvSpPr>
        <p:spPr bwMode="auto">
          <a:xfrm rot="10800000">
            <a:off x="880938" y="4735018"/>
            <a:ext cx="682678" cy="213361"/>
          </a:xfrm>
          <a:prstGeom prst="triangle">
            <a:avLst/>
          </a:prstGeom>
          <a:solidFill>
            <a:srgbClr val="27A8E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hangingPunct="0"/>
            <a:endParaRPr lang="fr-FR" sz="1600" dirty="0">
              <a:solidFill>
                <a:srgbClr val="FFFFFF"/>
              </a:solidFill>
              <a:latin typeface="Calibri" panose="020F0502020204030204" pitchFamily="34" charset="0"/>
            </a:endParaRPr>
          </a:p>
        </p:txBody>
      </p:sp>
      <p:sp>
        <p:nvSpPr>
          <p:cNvPr id="47" name="Triangle isocèle 46">
            <a:extLst>
              <a:ext uri="{FF2B5EF4-FFF2-40B4-BE49-F238E27FC236}">
                <a16:creationId xmlns:a16="http://schemas.microsoft.com/office/drawing/2014/main" id="{7B2694B8-277D-4473-AF56-CDA1AFBA6317}"/>
              </a:ext>
            </a:extLst>
          </p:cNvPr>
          <p:cNvSpPr/>
          <p:nvPr/>
        </p:nvSpPr>
        <p:spPr bwMode="auto">
          <a:xfrm rot="10800000">
            <a:off x="880937" y="6554475"/>
            <a:ext cx="682678" cy="213361"/>
          </a:xfrm>
          <a:prstGeom prst="triangle">
            <a:avLst/>
          </a:prstGeom>
          <a:solidFill>
            <a:srgbClr val="27A8E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hangingPunct="0"/>
            <a:endParaRPr lang="fr-FR" sz="1600" dirty="0">
              <a:solidFill>
                <a:srgbClr val="FFFFFF"/>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animBg="1"/>
      <p:bldP spid="4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228600" y="1600200"/>
            <a:ext cx="4234036" cy="6463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r>
              <a:rPr kumimoji="0" lang="fr-FR" sz="1400" b="1" i="0" u="none" strike="noStrike" kern="1200" cap="none" spc="0" normalizeH="0" baseline="0" noProof="0" dirty="0">
                <a:ln>
                  <a:noFill/>
                </a:ln>
                <a:solidFill>
                  <a:srgbClr val="FF3300"/>
                </a:solidFill>
                <a:effectLst/>
                <a:uLnTx/>
                <a:uFillTx/>
                <a:latin typeface="Calibri"/>
                <a:ea typeface="+mn-ea"/>
                <a:cs typeface="+mn-cs"/>
              </a:rPr>
              <a:t>/ </a:t>
            </a:r>
            <a:r>
              <a:rPr lang="sk-SK" altLang="fr-FR" sz="1400" b="1" dirty="0">
                <a:solidFill>
                  <a:srgbClr val="27A8E0"/>
                </a:solidFill>
                <a:latin typeface="Calibri"/>
              </a:rPr>
              <a:t>Etape 1 - Définir la situation de départ (Quelles informations manquent ?)</a:t>
            </a: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Outil : le QQOQCP</a:t>
            </a:r>
            <a:endParaRPr lang="sk-SK" altLang="fr-FR" sz="1200" b="1"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"De quoi s'agit-il ?" avait coutume de dire le Général Foch. De fait, avons-nous une vue claire du problème à résoudre ? Avant d'engager des ressources dans l'action il convient de poser correctement le problème.</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Tel qu'il est formulé au départ le problème s'exprime souvent de façon vague, subjective, voire abstraite. II convient de clarifier le problème, d'identifier quelles sont les données, qui est concerné,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Le </a:t>
            </a:r>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QQOQCP</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est un outil qui permet d'analyser les données de départ pour bien poser le problème.</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endParaRPr lang="fr-FR" altLang="fr-FR" sz="1200" dirty="0">
              <a:solidFill>
                <a:schemeClr val="tx1">
                  <a:lumMod val="65000"/>
                  <a:lumOff val="35000"/>
                </a:schemeClr>
              </a:solidFill>
              <a:latin typeface="Calibri" panose="020F0502020204030204" pitchFamily="34" charset="0"/>
              <a:cs typeface="Calibri" panose="020F0502020204030204" pitchFamily="34" charset="0"/>
            </a:endParaRPr>
          </a:p>
          <a:p>
            <a:pPr eaLnBrk="1" hangingPunct="1"/>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kumimoji="0" lang="fr-FR" sz="1400" b="1" i="0" u="none" strike="noStrike" kern="1200" cap="none" spc="0" normalizeH="0" baseline="0" noProof="0" dirty="0">
                <a:ln>
                  <a:noFill/>
                </a:ln>
                <a:solidFill>
                  <a:srgbClr val="FF3300"/>
                </a:solidFill>
                <a:effectLst/>
                <a:uLnTx/>
                <a:uFillTx/>
                <a:latin typeface="Calibri"/>
                <a:ea typeface="+mn-ea"/>
                <a:cs typeface="+mn-cs"/>
              </a:rPr>
              <a:t>/ </a:t>
            </a:r>
            <a:r>
              <a:rPr lang="sk-SK" altLang="fr-FR" sz="1400" b="1" dirty="0">
                <a:solidFill>
                  <a:srgbClr val="27A8E0"/>
                </a:solidFill>
                <a:latin typeface="Calibri"/>
              </a:rPr>
              <a:t>Etape 2 - Quantifier la situation actuelle</a:t>
            </a:r>
          </a:p>
          <a:p>
            <a:pPr eaLnBrk="1" hangingPunct="1"/>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Outils : la Feuille de relevés - l'Histogramme</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Times New Roman" pitchFamily="18" charset="0"/>
              </a:rPr>
              <a:t>Généralement les données nécessaires pour traiter un problème sont disséminées dans différents services de l'entreprise. Parfois, il est nécessaire d'enquêter auprès du personnel. Les données sont nombreuses et diverses. II convient de les ordonner.</a:t>
            </a: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La </a:t>
            </a:r>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Collecte de données</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permet de rassembler et de classer toutes les données utiles au traitement du problème.</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L'histogramme</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donne une image plus précise des données. Cette image permet de commencer à construire une représentation du problème étudié. Les valeurs d'une mesure qui apparaissent le plus souvent peuvent ainsi être visualisées.</a:t>
            </a:r>
            <a:endParaRPr lang="sk-SK" altLang="fr-FR" sz="1200" dirty="0">
              <a:solidFill>
                <a:schemeClr val="tx1">
                  <a:lumMod val="65000"/>
                  <a:lumOff val="35000"/>
                </a:schemeClr>
              </a:solidFill>
              <a:latin typeface="Calibri" panose="020F0502020204030204" pitchFamily="34" charset="0"/>
              <a:cs typeface="Times New Roman" pitchFamily="18" charset="0"/>
            </a:endParaRPr>
          </a:p>
        </p:txBody>
      </p:sp>
      <p:sp>
        <p:nvSpPr>
          <p:cNvPr id="10243" name="Text Box 4"/>
          <p:cNvSpPr txBox="1">
            <a:spLocks noChangeArrowheads="1"/>
          </p:cNvSpPr>
          <p:nvPr/>
        </p:nvSpPr>
        <p:spPr bwMode="auto">
          <a:xfrm>
            <a:off x="498475" y="457200"/>
            <a:ext cx="5480050" cy="533400"/>
          </a:xfrm>
          <a:prstGeom prst="rect">
            <a:avLst/>
          </a:prstGeom>
          <a:solidFill>
            <a:schemeClr val="bg1"/>
          </a:solidFill>
          <a:ln w="19050">
            <a:solidFill>
              <a:srgbClr val="FF3300"/>
            </a:solidFill>
            <a:miter lim="800000"/>
            <a:headEnd/>
            <a:tailEnd/>
          </a:ln>
          <a:effectLst/>
        </p:spPr>
        <p:txBody>
          <a:bodyPr anchor="ct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ctr" eaLnBrk="1" hangingPunct="1"/>
            <a:r>
              <a:rPr lang="fr-FR" altLang="fr-FR" sz="2000" cap="small" dirty="0">
                <a:solidFill>
                  <a:srgbClr val="27A8E0"/>
                </a:solidFill>
                <a:latin typeface="Calibri" panose="020F0502020204030204" pitchFamily="34" charset="0"/>
              </a:rPr>
              <a:t>Phase</a:t>
            </a:r>
            <a:r>
              <a:rPr lang="fr-FR" altLang="fr-FR" sz="2000" b="1" cap="small" dirty="0">
                <a:solidFill>
                  <a:srgbClr val="27A8E0"/>
                </a:solidFill>
                <a:latin typeface="Calibri" panose="020F0502020204030204" pitchFamily="34" charset="0"/>
              </a:rPr>
              <a:t> </a:t>
            </a:r>
            <a:r>
              <a:rPr lang="fr-FR" altLang="fr-FR" sz="2000" b="1" dirty="0">
                <a:solidFill>
                  <a:srgbClr val="27A8E0"/>
                </a:solidFill>
                <a:latin typeface="Calibri" panose="020F0502020204030204" pitchFamily="34" charset="0"/>
              </a:rPr>
              <a:t>I – LE PROBLÈME</a:t>
            </a:r>
            <a:endParaRPr lang="sk-SK" altLang="fr-FR" sz="2000" b="1" dirty="0">
              <a:solidFill>
                <a:srgbClr val="27A8E0"/>
              </a:solidFill>
              <a:latin typeface="Calibri" panose="020F0502020204030204" pitchFamily="34" charset="0"/>
            </a:endParaRPr>
          </a:p>
        </p:txBody>
      </p:sp>
      <p:pic>
        <p:nvPicPr>
          <p:cNvPr id="5" name="Image 4">
            <a:extLst>
              <a:ext uri="{FF2B5EF4-FFF2-40B4-BE49-F238E27FC236}">
                <a16:creationId xmlns:a16="http://schemas.microsoft.com/office/drawing/2014/main" id="{2D865D2A-F54B-4388-B571-36467586997F}"/>
              </a:ext>
            </a:extLst>
          </p:cNvPr>
          <p:cNvPicPr>
            <a:picLocks noChangeAspect="1"/>
          </p:cNvPicPr>
          <p:nvPr/>
        </p:nvPicPr>
        <p:blipFill rotWithShape="1">
          <a:blip r:embed="rId2"/>
          <a:srcRect l="1338" b="2572"/>
          <a:stretch/>
        </p:blipFill>
        <p:spPr>
          <a:xfrm>
            <a:off x="4602399" y="2037159"/>
            <a:ext cx="1646001" cy="1412533"/>
          </a:xfrm>
          <a:prstGeom prst="rect">
            <a:avLst/>
          </a:prstGeom>
        </p:spPr>
      </p:pic>
      <p:pic>
        <p:nvPicPr>
          <p:cNvPr id="6" name="Image 5">
            <a:extLst>
              <a:ext uri="{FF2B5EF4-FFF2-40B4-BE49-F238E27FC236}">
                <a16:creationId xmlns:a16="http://schemas.microsoft.com/office/drawing/2014/main" id="{E2909326-1F27-4483-B3BE-5007A54105BE}"/>
              </a:ext>
            </a:extLst>
          </p:cNvPr>
          <p:cNvPicPr>
            <a:picLocks noChangeAspect="1"/>
          </p:cNvPicPr>
          <p:nvPr/>
        </p:nvPicPr>
        <p:blipFill>
          <a:blip r:embed="rId3"/>
          <a:stretch>
            <a:fillRect/>
          </a:stretch>
        </p:blipFill>
        <p:spPr>
          <a:xfrm>
            <a:off x="4606653" y="5222061"/>
            <a:ext cx="1641748" cy="1408479"/>
          </a:xfrm>
          <a:prstGeom prst="rect">
            <a:avLst/>
          </a:prstGeom>
        </p:spPr>
      </p:pic>
      <p:pic>
        <p:nvPicPr>
          <p:cNvPr id="7" name="Image 6">
            <a:extLst>
              <a:ext uri="{FF2B5EF4-FFF2-40B4-BE49-F238E27FC236}">
                <a16:creationId xmlns:a16="http://schemas.microsoft.com/office/drawing/2014/main" id="{C5E51DBB-67BB-485A-826B-8D2EB1BCBEED}"/>
              </a:ext>
            </a:extLst>
          </p:cNvPr>
          <p:cNvPicPr>
            <a:picLocks noChangeAspect="1"/>
          </p:cNvPicPr>
          <p:nvPr/>
        </p:nvPicPr>
        <p:blipFill rotWithShape="1">
          <a:blip r:embed="rId4"/>
          <a:srcRect l="890" r="571"/>
          <a:stretch/>
        </p:blipFill>
        <p:spPr>
          <a:xfrm>
            <a:off x="4596687" y="6850732"/>
            <a:ext cx="1651713" cy="140847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228599" y="1600200"/>
            <a:ext cx="5749925" cy="738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r>
              <a:rPr kumimoji="0" lang="fr-FR" sz="1400" b="1" i="0" u="none" strike="noStrike" kern="1200" cap="none" spc="0" normalizeH="0" baseline="0" noProof="0" dirty="0">
                <a:ln>
                  <a:noFill/>
                </a:ln>
                <a:solidFill>
                  <a:srgbClr val="FF3300"/>
                </a:solidFill>
                <a:effectLst/>
                <a:uLnTx/>
                <a:uFillTx/>
                <a:latin typeface="Calibri"/>
                <a:ea typeface="+mn-ea"/>
                <a:cs typeface="+mn-cs"/>
              </a:rPr>
              <a:t>/ </a:t>
            </a:r>
            <a:r>
              <a:rPr lang="sk-SK" altLang="fr-FR" sz="1400" b="1" dirty="0">
                <a:solidFill>
                  <a:srgbClr val="27A8E0"/>
                </a:solidFill>
                <a:latin typeface="Calibri"/>
              </a:rPr>
              <a:t>Etape 3 - </a:t>
            </a:r>
            <a:r>
              <a:rPr lang="fr-FR" altLang="fr-FR" sz="1400" b="1" dirty="0">
                <a:solidFill>
                  <a:srgbClr val="27A8E0"/>
                </a:solidFill>
                <a:latin typeface="Calibri"/>
              </a:rPr>
              <a:t>Déterminer l'</a:t>
            </a:r>
            <a:r>
              <a:rPr lang="sk-SK" altLang="fr-FR" sz="1400" b="1" dirty="0">
                <a:solidFill>
                  <a:srgbClr val="27A8E0"/>
                </a:solidFill>
                <a:latin typeface="Calibri"/>
              </a:rPr>
              <a:t>aspect important du problème (Choisir l'aspect du problème à traiter)</a:t>
            </a: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Outil : le Pareto</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Les défauts, les anomalies, les symptômes ne sont pas tous de la </a:t>
            </a:r>
            <a:br>
              <a:rPr lang="fr-FR" altLang="fr-FR" sz="1200" dirty="0">
                <a:solidFill>
                  <a:schemeClr val="tx1">
                    <a:lumMod val="65000"/>
                    <a:lumOff val="35000"/>
                  </a:schemeClr>
                </a:solidFill>
                <a:latin typeface="Calibri" panose="020F0502020204030204" pitchFamily="34" charset="0"/>
                <a:cs typeface="Calibri" panose="020F0502020204030204" pitchFamily="34" charset="0"/>
              </a:rPr>
            </a:b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même importance. L'histogramme ne permet que de représenter </a:t>
            </a:r>
            <a:br>
              <a:rPr lang="fr-FR" altLang="fr-FR" sz="1200" dirty="0">
                <a:solidFill>
                  <a:schemeClr val="tx1">
                    <a:lumMod val="65000"/>
                    <a:lumOff val="35000"/>
                  </a:schemeClr>
                </a:solidFill>
                <a:latin typeface="Calibri" panose="020F0502020204030204" pitchFamily="34" charset="0"/>
                <a:cs typeface="Calibri" panose="020F0502020204030204" pitchFamily="34" charset="0"/>
              </a:rPr>
            </a:b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la distribution d’un type de données. Le </a:t>
            </a:r>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Pareto</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permet de </a:t>
            </a:r>
            <a:br>
              <a:rPr lang="fr-FR" altLang="fr-FR" sz="1200" dirty="0">
                <a:solidFill>
                  <a:schemeClr val="tx1">
                    <a:lumMod val="65000"/>
                    <a:lumOff val="35000"/>
                  </a:schemeClr>
                </a:solidFill>
                <a:latin typeface="Calibri" panose="020F0502020204030204" pitchFamily="34" charset="0"/>
                <a:cs typeface="Calibri" panose="020F0502020204030204" pitchFamily="34" charset="0"/>
              </a:rPr>
            </a:b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rapprocher les différents aspect du problème pour mettre en </a:t>
            </a:r>
            <a:br>
              <a:rPr lang="fr-FR" altLang="fr-FR" sz="1200" dirty="0">
                <a:solidFill>
                  <a:schemeClr val="tx1">
                    <a:lumMod val="65000"/>
                    <a:lumOff val="35000"/>
                  </a:schemeClr>
                </a:solidFill>
                <a:latin typeface="Calibri" panose="020F0502020204030204" pitchFamily="34" charset="0"/>
                <a:cs typeface="Calibri" panose="020F0502020204030204" pitchFamily="34" charset="0"/>
              </a:rPr>
            </a:b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évidence celui qui est le plus important et sur lequel il convient </a:t>
            </a:r>
            <a:br>
              <a:rPr lang="fr-FR" altLang="fr-FR" sz="1200" dirty="0">
                <a:solidFill>
                  <a:schemeClr val="tx1">
                    <a:lumMod val="65000"/>
                    <a:lumOff val="35000"/>
                  </a:schemeClr>
                </a:solidFill>
                <a:latin typeface="Calibri" panose="020F0502020204030204" pitchFamily="34" charset="0"/>
                <a:cs typeface="Calibri" panose="020F0502020204030204" pitchFamily="34" charset="0"/>
              </a:rPr>
            </a:b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d'intervenir en priorité. Le défaut le plus fréquent est mis en </a:t>
            </a:r>
            <a:br>
              <a:rPr lang="fr-FR" altLang="fr-FR" sz="1200" dirty="0">
                <a:solidFill>
                  <a:schemeClr val="tx1">
                    <a:lumMod val="65000"/>
                    <a:lumOff val="35000"/>
                  </a:schemeClr>
                </a:solidFill>
                <a:latin typeface="Calibri" panose="020F0502020204030204" pitchFamily="34" charset="0"/>
                <a:cs typeface="Calibri" panose="020F0502020204030204" pitchFamily="34" charset="0"/>
              </a:rPr>
            </a:b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évidence.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Est-ce pour autant le plus important ? II convient d'attribuer un poids aux différents types de défauts en fonction de leur gravité pour être sûr d'agir sur le plus important.</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Dans un deuxième temps le </a:t>
            </a:r>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Pareto</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permet une analyse plus détaillée : le type de défaut sélectionné est décomposé dans ses différents sous-types pour distinguer si l'un d'entre eux est prépondérant.</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endParaRPr lang="fr-FR" altLang="fr-FR" sz="1200" dirty="0">
              <a:solidFill>
                <a:schemeClr val="tx1">
                  <a:lumMod val="65000"/>
                  <a:lumOff val="35000"/>
                </a:schemeClr>
              </a:solidFill>
              <a:latin typeface="Calibri" panose="020F0502020204030204" pitchFamily="34" charset="0"/>
              <a:cs typeface="Calibri" panose="020F0502020204030204" pitchFamily="34" charset="0"/>
            </a:endParaRPr>
          </a:p>
          <a:p>
            <a:pPr eaLnBrk="1" hangingPunct="1"/>
            <a:endParaRPr lang="fr-FR" altLang="fr-FR" sz="1200" dirty="0">
              <a:solidFill>
                <a:schemeClr val="tx1">
                  <a:lumMod val="65000"/>
                  <a:lumOff val="35000"/>
                </a:schemeClr>
              </a:solidFill>
              <a:latin typeface="Calibri" panose="020F0502020204030204" pitchFamily="34" charset="0"/>
              <a:cs typeface="Calibri" panose="020F0502020204030204" pitchFamily="34" charset="0"/>
            </a:endParaRPr>
          </a:p>
          <a:p>
            <a:pPr eaLnBrk="1" hangingPunct="1"/>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kumimoji="0" lang="fr-FR" sz="1400" b="1" i="0" u="none" strike="noStrike" kern="1200" cap="none" spc="0" normalizeH="0" baseline="0" noProof="0" dirty="0">
                <a:ln>
                  <a:noFill/>
                </a:ln>
                <a:solidFill>
                  <a:srgbClr val="FF3300"/>
                </a:solidFill>
                <a:effectLst/>
                <a:uLnTx/>
                <a:uFillTx/>
                <a:latin typeface="Calibri"/>
                <a:ea typeface="+mn-ea"/>
                <a:cs typeface="+mn-cs"/>
              </a:rPr>
              <a:t>/ </a:t>
            </a:r>
            <a:r>
              <a:rPr lang="sk-SK" altLang="fr-FR" sz="1400" b="1" dirty="0">
                <a:solidFill>
                  <a:srgbClr val="27A8E0"/>
                </a:solidFill>
                <a:latin typeface="Calibri"/>
              </a:rPr>
              <a:t>Etape 4 - </a:t>
            </a:r>
            <a:r>
              <a:rPr lang="fr-FR" altLang="fr-FR" sz="1400" b="1" dirty="0">
                <a:solidFill>
                  <a:srgbClr val="27A8E0"/>
                </a:solidFill>
                <a:latin typeface="Calibri"/>
              </a:rPr>
              <a:t>Définir l'</a:t>
            </a:r>
            <a:r>
              <a:rPr lang="sk-SK" altLang="fr-FR" sz="1400" b="1" dirty="0">
                <a:solidFill>
                  <a:srgbClr val="27A8E0"/>
                </a:solidFill>
                <a:latin typeface="Calibri"/>
              </a:rPr>
              <a:t>objectif à atteindre</a:t>
            </a: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b="1"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Outil : le QQOQCP</a:t>
            </a:r>
            <a:endParaRPr lang="sk-SK" altLang="fr-FR" sz="1200" b="1"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Résoudre un problème, c'est atteindre un objectif que l'on s'est fixé au départ.</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De même qu'il faut clarifier la situation de départ, il est indispensable de déterminer où l'on veut se rendre : quelle est la nouvelle situation escomptée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Le critère de réussite étant défini, on peut généralement en déduire comment mesurer la progression, quel indicateur de performance exploiter.</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Cet effort de clarification est nécessaire car il permet de vérifier </a:t>
            </a:r>
            <a:br>
              <a:rPr lang="fr-FR" altLang="fr-FR" sz="1200" dirty="0">
                <a:solidFill>
                  <a:schemeClr val="tx1">
                    <a:lumMod val="65000"/>
                    <a:lumOff val="35000"/>
                  </a:schemeClr>
                </a:solidFill>
                <a:latin typeface="Calibri" panose="020F0502020204030204" pitchFamily="34" charset="0"/>
                <a:cs typeface="Calibri" panose="020F0502020204030204" pitchFamily="34" charset="0"/>
              </a:rPr>
            </a:b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que le problème est effectivement traité. Il est également utile </a:t>
            </a:r>
            <a:br>
              <a:rPr lang="fr-FR" altLang="fr-FR" sz="1200" dirty="0">
                <a:solidFill>
                  <a:schemeClr val="tx1">
                    <a:lumMod val="65000"/>
                    <a:lumOff val="35000"/>
                  </a:schemeClr>
                </a:solidFill>
                <a:latin typeface="Calibri" panose="020F0502020204030204" pitchFamily="34" charset="0"/>
                <a:cs typeface="Calibri" panose="020F0502020204030204" pitchFamily="34" charset="0"/>
              </a:rPr>
            </a:b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pour les autres : connaître la destination aide à assurer la cohérence </a:t>
            </a:r>
            <a:br>
              <a:rPr lang="fr-FR" altLang="fr-FR" sz="1200" dirty="0">
                <a:solidFill>
                  <a:schemeClr val="tx1">
                    <a:lumMod val="65000"/>
                    <a:lumOff val="35000"/>
                  </a:schemeClr>
                </a:solidFill>
                <a:latin typeface="Calibri" panose="020F0502020204030204" pitchFamily="34" charset="0"/>
                <a:cs typeface="Calibri" panose="020F0502020204030204" pitchFamily="34" charset="0"/>
              </a:rPr>
            </a:b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des actions et à partager au sein du groupe le constat </a:t>
            </a:r>
            <a:br>
              <a:rPr lang="fr-FR" altLang="fr-FR" sz="1200" dirty="0">
                <a:solidFill>
                  <a:schemeClr val="tx1">
                    <a:lumMod val="65000"/>
                    <a:lumOff val="35000"/>
                  </a:schemeClr>
                </a:solidFill>
                <a:latin typeface="Calibri" panose="020F0502020204030204" pitchFamily="34" charset="0"/>
                <a:cs typeface="Calibri" panose="020F0502020204030204" pitchFamily="34" charset="0"/>
              </a:rPr>
            </a:b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d'accomplissement de l'objectif.</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Le </a:t>
            </a:r>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QQOQCP</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sert à définir l'objectif, à le quantifier et à identifier </a:t>
            </a:r>
            <a:br>
              <a:rPr lang="fr-FR" altLang="fr-FR" sz="1200" dirty="0">
                <a:solidFill>
                  <a:schemeClr val="tx1">
                    <a:lumMod val="65000"/>
                    <a:lumOff val="35000"/>
                  </a:schemeClr>
                </a:solidFill>
                <a:latin typeface="Calibri" panose="020F0502020204030204" pitchFamily="34" charset="0"/>
                <a:cs typeface="Calibri" panose="020F0502020204030204" pitchFamily="34" charset="0"/>
              </a:rPr>
            </a:b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les acte</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s</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concernés.</a:t>
            </a:r>
            <a:endParaRPr lang="sk-SK" altLang="fr-FR" sz="1200" dirty="0">
              <a:solidFill>
                <a:schemeClr val="tx1">
                  <a:lumMod val="65000"/>
                  <a:lumOff val="35000"/>
                </a:schemeClr>
              </a:solidFill>
              <a:latin typeface="Calibri" panose="020F0502020204030204" pitchFamily="34" charset="0"/>
            </a:endParaRPr>
          </a:p>
        </p:txBody>
      </p:sp>
      <p:sp>
        <p:nvSpPr>
          <p:cNvPr id="11267" name="Text Box 3"/>
          <p:cNvSpPr txBox="1">
            <a:spLocks noChangeArrowheads="1"/>
          </p:cNvSpPr>
          <p:nvPr/>
        </p:nvSpPr>
        <p:spPr bwMode="auto">
          <a:xfrm>
            <a:off x="498475" y="457200"/>
            <a:ext cx="5480050" cy="533400"/>
          </a:xfrm>
          <a:prstGeom prst="rect">
            <a:avLst/>
          </a:prstGeom>
          <a:solidFill>
            <a:schemeClr val="bg1"/>
          </a:solidFill>
          <a:ln w="19050">
            <a:solidFill>
              <a:srgbClr val="FF3300"/>
            </a:solidFill>
            <a:miter lim="800000"/>
            <a:headEnd/>
            <a:tailEnd/>
          </a:ln>
          <a:effectLst/>
        </p:spPr>
        <p:txBody>
          <a:bodyPr anchor="ctr"/>
          <a:lstStyle>
            <a:defPPr>
              <a:defRPr lang="fr-FR"/>
            </a:defPPr>
            <a:lvl1pPr algn="ctr" eaLnBrk="1" hangingPunct="1">
              <a:defRPr sz="2000" b="1">
                <a:solidFill>
                  <a:srgbClr val="27A8E0"/>
                </a:solidFill>
                <a:latin typeface="Calibri" panose="020F0502020204030204" pitchFamily="34" charset="0"/>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fr-FR" altLang="fr-FR" sz="2000" cap="small" dirty="0">
                <a:solidFill>
                  <a:srgbClr val="27A8E0"/>
                </a:solidFill>
                <a:latin typeface="Calibri" panose="020F0502020204030204" pitchFamily="34" charset="0"/>
              </a:rPr>
              <a:t>Phase</a:t>
            </a:r>
            <a:r>
              <a:rPr lang="fr-FR" altLang="fr-FR" sz="2000" b="1" dirty="0">
                <a:solidFill>
                  <a:srgbClr val="27A8E0"/>
                </a:solidFill>
                <a:latin typeface="Calibri" panose="020F0502020204030204" pitchFamily="34" charset="0"/>
              </a:rPr>
              <a:t> I – LE PROBLÈME</a:t>
            </a:r>
            <a:endParaRPr lang="sk-SK" altLang="fr-FR" dirty="0"/>
          </a:p>
        </p:txBody>
      </p:sp>
      <p:pic>
        <p:nvPicPr>
          <p:cNvPr id="11" name="Image 10">
            <a:extLst>
              <a:ext uri="{FF2B5EF4-FFF2-40B4-BE49-F238E27FC236}">
                <a16:creationId xmlns:a16="http://schemas.microsoft.com/office/drawing/2014/main" id="{84FD2615-5FAC-45FF-83EF-844476B99042}"/>
              </a:ext>
            </a:extLst>
          </p:cNvPr>
          <p:cNvPicPr>
            <a:picLocks noChangeAspect="1"/>
          </p:cNvPicPr>
          <p:nvPr/>
        </p:nvPicPr>
        <p:blipFill rotWithShape="1">
          <a:blip r:embed="rId2"/>
          <a:srcRect l="1338" b="2572"/>
          <a:stretch/>
        </p:blipFill>
        <p:spPr>
          <a:xfrm>
            <a:off x="4602399" y="7333054"/>
            <a:ext cx="1646001" cy="1412533"/>
          </a:xfrm>
          <a:prstGeom prst="rect">
            <a:avLst/>
          </a:prstGeom>
        </p:spPr>
      </p:pic>
      <p:pic>
        <p:nvPicPr>
          <p:cNvPr id="13" name="Image 12">
            <a:extLst>
              <a:ext uri="{FF2B5EF4-FFF2-40B4-BE49-F238E27FC236}">
                <a16:creationId xmlns:a16="http://schemas.microsoft.com/office/drawing/2014/main" id="{9A9DCF7B-3E8D-4200-B545-468C5AC2227B}"/>
              </a:ext>
            </a:extLst>
          </p:cNvPr>
          <p:cNvPicPr>
            <a:picLocks noChangeAspect="1"/>
          </p:cNvPicPr>
          <p:nvPr/>
        </p:nvPicPr>
        <p:blipFill rotWithShape="1">
          <a:blip r:embed="rId3"/>
          <a:srcRect l="890" r="571"/>
          <a:stretch/>
        </p:blipFill>
        <p:spPr>
          <a:xfrm>
            <a:off x="4596687" y="2050382"/>
            <a:ext cx="1651713" cy="140847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228600" y="1600200"/>
            <a:ext cx="4234036" cy="6986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r>
              <a:rPr kumimoji="0" lang="fr-FR" sz="1400" b="1" i="0" u="none" strike="noStrike" kern="1200" cap="none" spc="0" normalizeH="0" baseline="0" noProof="0" dirty="0">
                <a:ln>
                  <a:noFill/>
                </a:ln>
                <a:solidFill>
                  <a:srgbClr val="FF3300"/>
                </a:solidFill>
                <a:effectLst/>
                <a:uLnTx/>
                <a:uFillTx/>
                <a:latin typeface="Calibri"/>
                <a:ea typeface="+mn-ea"/>
                <a:cs typeface="+mn-cs"/>
              </a:rPr>
              <a:t>/ </a:t>
            </a:r>
            <a:r>
              <a:rPr lang="sk-SK" altLang="fr-FR" sz="1400" b="1" dirty="0">
                <a:solidFill>
                  <a:srgbClr val="27A8E0"/>
                </a:solidFill>
                <a:latin typeface="Calibri"/>
              </a:rPr>
              <a:t>Etape 5 - </a:t>
            </a:r>
            <a:r>
              <a:rPr lang="fr-FR" altLang="fr-FR" sz="1400" b="1" dirty="0">
                <a:solidFill>
                  <a:srgbClr val="27A8E0"/>
                </a:solidFill>
                <a:latin typeface="Calibri"/>
              </a:rPr>
              <a:t>Énoncer t</a:t>
            </a:r>
            <a:r>
              <a:rPr lang="sk-SK" altLang="fr-FR" sz="1400" b="1" dirty="0">
                <a:solidFill>
                  <a:srgbClr val="27A8E0"/>
                </a:solidFill>
                <a:latin typeface="Calibri"/>
              </a:rPr>
              <a:t>outes les causes possibles</a:t>
            </a: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Outil : le Brainstorming</a:t>
            </a:r>
            <a:endParaRPr lang="sk-SK" altLang="fr-FR" sz="1200" b="1"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II est toujours tentant d'atteindre directement le but que l'on s'est fixé. II est également toujours possible de proposer au moins une solution lorsque le problème est défini. Mais, ce qui compte le plus ce n'est pas toujours de faire disparaître dans l'instant un problème : on risquerait de ne faire disparaître que les apparences, et de le voir ressurgir après coup.</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Les causes du problème ne sont peut-être pas celles auxquelles on pense a priori. Recourir au </a:t>
            </a:r>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Brainstorming</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permet d'élargir le champ de réflexion pour capter toutes les idées de causes possibles.</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endParaRPr lang="fr-FR" altLang="fr-FR" sz="1200" dirty="0">
              <a:solidFill>
                <a:schemeClr val="tx1">
                  <a:lumMod val="65000"/>
                  <a:lumOff val="35000"/>
                </a:schemeClr>
              </a:solidFill>
              <a:latin typeface="Calibri" panose="020F0502020204030204" pitchFamily="34" charset="0"/>
              <a:cs typeface="Calibri" panose="020F0502020204030204" pitchFamily="34" charset="0"/>
            </a:endParaRPr>
          </a:p>
          <a:p>
            <a:pPr eaLnBrk="1" hangingPunct="1"/>
            <a:endParaRPr lang="fr-FR" altLang="fr-FR" sz="1200" dirty="0">
              <a:solidFill>
                <a:schemeClr val="tx1">
                  <a:lumMod val="65000"/>
                  <a:lumOff val="35000"/>
                </a:schemeClr>
              </a:solidFill>
              <a:latin typeface="Calibri" panose="020F0502020204030204" pitchFamily="34" charset="0"/>
              <a:cs typeface="Calibri" panose="020F0502020204030204" pitchFamily="34" charset="0"/>
            </a:endParaRPr>
          </a:p>
          <a:p>
            <a:pPr eaLnBrk="1" hangingPunct="1"/>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kumimoji="0" lang="fr-FR" sz="1400" b="1" i="0" u="none" strike="noStrike" kern="1200" cap="none" spc="0" normalizeH="0" baseline="0" noProof="0" dirty="0">
                <a:ln>
                  <a:noFill/>
                </a:ln>
                <a:solidFill>
                  <a:srgbClr val="FF3300"/>
                </a:solidFill>
                <a:effectLst/>
                <a:uLnTx/>
                <a:uFillTx/>
                <a:latin typeface="Calibri"/>
                <a:ea typeface="+mn-ea"/>
                <a:cs typeface="+mn-cs"/>
              </a:rPr>
              <a:t>/ </a:t>
            </a:r>
            <a:r>
              <a:rPr lang="sk-SK" altLang="fr-FR" sz="1400" b="1" dirty="0">
                <a:solidFill>
                  <a:srgbClr val="27A8E0"/>
                </a:solidFill>
                <a:latin typeface="Calibri"/>
              </a:rPr>
              <a:t>Etape 6 - Analyse</a:t>
            </a:r>
            <a:r>
              <a:rPr lang="fr-FR" altLang="fr-FR" sz="1400" b="1" dirty="0">
                <a:solidFill>
                  <a:srgbClr val="27A8E0"/>
                </a:solidFill>
                <a:latin typeface="Calibri"/>
              </a:rPr>
              <a:t>r</a:t>
            </a:r>
            <a:r>
              <a:rPr lang="sk-SK" altLang="fr-FR" sz="1400" b="1" dirty="0">
                <a:solidFill>
                  <a:srgbClr val="27A8E0"/>
                </a:solidFill>
                <a:latin typeface="Calibri"/>
              </a:rPr>
              <a:t> </a:t>
            </a:r>
            <a:r>
              <a:rPr lang="fr-FR" altLang="fr-FR" sz="1400" b="1" dirty="0">
                <a:solidFill>
                  <a:srgbClr val="27A8E0"/>
                </a:solidFill>
                <a:latin typeface="Calibri"/>
              </a:rPr>
              <a:t>l</a:t>
            </a:r>
            <a:r>
              <a:rPr lang="sk-SK" altLang="fr-FR" sz="1400" b="1" dirty="0">
                <a:solidFill>
                  <a:srgbClr val="27A8E0"/>
                </a:solidFill>
                <a:latin typeface="Calibri"/>
              </a:rPr>
              <a:t>es causes</a:t>
            </a: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Outil : le Diagramme causes- effet</a:t>
            </a:r>
            <a:endParaRPr lang="sk-SK" altLang="fr-FR" sz="1200" b="1"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Les causes possibles étant listées</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il faut éliminer celles qui n'ont manifestement pas d'incidence sur le problème que l'on traite</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et ne retenir que celles qui semblent au contraire en relation avec lui. Ce rapport est matérialisé par une flèche reliant la cause avec l'effet par lequel le problème se manifeste.</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Le diagramme </a:t>
            </a:r>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"Causes-effet"</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sert à disposer toutes les causes précédemment inventoriées en les regroupant par thèmes tels que les "5 M" : main d'œuvre, méthode, matière, milieu, machine et matière (mais d'autres classifications sont possibles).</a:t>
            </a:r>
            <a:endParaRPr lang="fr-FR" altLang="fr-FR" sz="1200" dirty="0">
              <a:solidFill>
                <a:schemeClr val="tx1">
                  <a:lumMod val="65000"/>
                  <a:lumOff val="35000"/>
                </a:schemeClr>
              </a:solidFill>
              <a:latin typeface="Calibri" panose="020F0502020204030204" pitchFamily="34" charset="0"/>
              <a:cs typeface="Calibri" panose="020F0502020204030204" pitchFamily="34" charset="0"/>
            </a:endParaRPr>
          </a:p>
          <a:p>
            <a:pPr eaLnBrk="1" hangingPunct="1"/>
            <a:endParaRPr lang="fr-FR" altLang="fr-FR" sz="1200" dirty="0">
              <a:solidFill>
                <a:schemeClr val="tx1">
                  <a:lumMod val="65000"/>
                  <a:lumOff val="35000"/>
                </a:schemeClr>
              </a:solidFill>
              <a:latin typeface="Calibri" panose="020F0502020204030204" pitchFamily="34" charset="0"/>
              <a:cs typeface="Calibri" panose="020F0502020204030204" pitchFamily="34"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Cet outil sert également à apprécier la vraisemblance de la relation de chacune des causes avec l'effet.</a:t>
            </a:r>
            <a:endParaRPr lang="sk-SK" altLang="fr-FR" sz="1200" dirty="0">
              <a:solidFill>
                <a:schemeClr val="tx1">
                  <a:lumMod val="65000"/>
                  <a:lumOff val="35000"/>
                </a:schemeClr>
              </a:solidFill>
              <a:latin typeface="Calibri" panose="020F0502020204030204" pitchFamily="34" charset="0"/>
            </a:endParaRPr>
          </a:p>
        </p:txBody>
      </p:sp>
      <p:sp>
        <p:nvSpPr>
          <p:cNvPr id="12291" name="Text Box 3"/>
          <p:cNvSpPr txBox="1">
            <a:spLocks noChangeArrowheads="1"/>
          </p:cNvSpPr>
          <p:nvPr/>
        </p:nvSpPr>
        <p:spPr bwMode="auto">
          <a:xfrm>
            <a:off x="498475" y="457200"/>
            <a:ext cx="5480050" cy="533400"/>
          </a:xfrm>
          <a:prstGeom prst="rect">
            <a:avLst/>
          </a:prstGeom>
          <a:solidFill>
            <a:schemeClr val="bg1"/>
          </a:solidFill>
          <a:ln w="19050">
            <a:solidFill>
              <a:srgbClr val="FF3300"/>
            </a:solidFill>
            <a:miter lim="800000"/>
            <a:headEnd/>
            <a:tailEnd/>
          </a:ln>
          <a:effectLst/>
        </p:spPr>
        <p:txBody>
          <a:bodyPr anchor="ctr"/>
          <a:lstStyle>
            <a:defPPr>
              <a:defRPr lang="fr-FR"/>
            </a:defPPr>
            <a:lvl1pPr algn="ctr" eaLnBrk="1" hangingPunct="1">
              <a:defRPr sz="2000" b="1">
                <a:solidFill>
                  <a:srgbClr val="27A8E0"/>
                </a:solidFill>
                <a:latin typeface="Calibri" panose="020F0502020204030204" pitchFamily="34" charset="0"/>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fr-FR" altLang="fr-FR" sz="2000" cap="small" dirty="0">
                <a:solidFill>
                  <a:srgbClr val="27A8E0"/>
                </a:solidFill>
                <a:latin typeface="Calibri" panose="020F0502020204030204" pitchFamily="34" charset="0"/>
              </a:rPr>
              <a:t>Phase</a:t>
            </a:r>
            <a:r>
              <a:rPr lang="fr-FR" altLang="fr-FR" dirty="0"/>
              <a:t> II – LES CAUSES</a:t>
            </a:r>
            <a:endParaRPr lang="sk-SK" altLang="fr-FR" dirty="0"/>
          </a:p>
        </p:txBody>
      </p:sp>
      <p:pic>
        <p:nvPicPr>
          <p:cNvPr id="15" name="Image 14">
            <a:extLst>
              <a:ext uri="{FF2B5EF4-FFF2-40B4-BE49-F238E27FC236}">
                <a16:creationId xmlns:a16="http://schemas.microsoft.com/office/drawing/2014/main" id="{300F8CC0-F6D3-4D2D-BBD2-902E85836C5B}"/>
              </a:ext>
            </a:extLst>
          </p:cNvPr>
          <p:cNvPicPr>
            <a:picLocks noChangeAspect="1"/>
          </p:cNvPicPr>
          <p:nvPr/>
        </p:nvPicPr>
        <p:blipFill>
          <a:blip r:embed="rId2"/>
          <a:stretch>
            <a:fillRect/>
          </a:stretch>
        </p:blipFill>
        <p:spPr>
          <a:xfrm>
            <a:off x="4606653" y="2022812"/>
            <a:ext cx="1641748" cy="1408479"/>
          </a:xfrm>
          <a:prstGeom prst="rect">
            <a:avLst/>
          </a:prstGeom>
        </p:spPr>
      </p:pic>
      <p:pic>
        <p:nvPicPr>
          <p:cNvPr id="18" name="Image 17">
            <a:extLst>
              <a:ext uri="{FF2B5EF4-FFF2-40B4-BE49-F238E27FC236}">
                <a16:creationId xmlns:a16="http://schemas.microsoft.com/office/drawing/2014/main" id="{49B60015-E251-4672-9E03-EB488D67355B}"/>
              </a:ext>
            </a:extLst>
          </p:cNvPr>
          <p:cNvPicPr>
            <a:picLocks noChangeAspect="1"/>
          </p:cNvPicPr>
          <p:nvPr/>
        </p:nvPicPr>
        <p:blipFill>
          <a:blip r:embed="rId3"/>
          <a:stretch>
            <a:fillRect/>
          </a:stretch>
        </p:blipFill>
        <p:spPr>
          <a:xfrm>
            <a:off x="4606653" y="6418684"/>
            <a:ext cx="1641748" cy="140847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228600" y="1600200"/>
            <a:ext cx="4234036" cy="4878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r>
              <a:rPr kumimoji="0" lang="fr-FR" sz="1400" b="1" i="0" u="none" strike="noStrike" kern="1200" cap="none" spc="0" normalizeH="0" baseline="0" noProof="0" dirty="0">
                <a:ln>
                  <a:noFill/>
                </a:ln>
                <a:solidFill>
                  <a:srgbClr val="FF3300"/>
                </a:solidFill>
                <a:effectLst/>
                <a:uLnTx/>
                <a:uFillTx/>
                <a:latin typeface="Calibri"/>
                <a:ea typeface="+mn-ea"/>
                <a:cs typeface="+mn-cs"/>
              </a:rPr>
              <a:t>/ </a:t>
            </a:r>
            <a:r>
              <a:rPr lang="sk-SK" altLang="fr-FR" sz="1400" b="1" dirty="0">
                <a:solidFill>
                  <a:srgbClr val="27A8E0"/>
                </a:solidFill>
                <a:latin typeface="Calibri"/>
              </a:rPr>
              <a:t>Etape 7 - Vérifi</a:t>
            </a:r>
            <a:r>
              <a:rPr lang="fr-FR" altLang="fr-FR" sz="1400" b="1" dirty="0">
                <a:solidFill>
                  <a:srgbClr val="27A8E0"/>
                </a:solidFill>
                <a:latin typeface="Calibri"/>
              </a:rPr>
              <a:t>er les causes</a:t>
            </a:r>
            <a:endParaRPr lang="sk-SK" altLang="fr-FR" sz="1400" b="1" dirty="0">
              <a:solidFill>
                <a:srgbClr val="27A8E0"/>
              </a:solidFill>
              <a:latin typeface="Calibri"/>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Outil : la Matrice (vote pondéré)</a:t>
            </a:r>
            <a:r>
              <a:rPr lang="fr-FR" altLang="fr-FR" sz="1200" b="1" dirty="0">
                <a:solidFill>
                  <a:schemeClr val="tx1">
                    <a:lumMod val="65000"/>
                    <a:lumOff val="35000"/>
                  </a:schemeClr>
                </a:solidFill>
                <a:latin typeface="Calibri" panose="020F0502020204030204" pitchFamily="34" charset="0"/>
                <a:cs typeface="Calibri" panose="020F0502020204030204" pitchFamily="34" charset="0"/>
              </a:rPr>
              <a:t> et le 5 Pourquoi</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Les conclusions émises à la suite de l'analyse causes-effet ne sont que des hypothèses. De même qu'on ne peut condamner sans preuves il convient de soumettre ces hypothèses à l'épreuve des faits.</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La </a:t>
            </a:r>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collecte de données</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fournit un moyen pour relever au cours du temps les événements susceptibles de démontrer la réalité des relations de causes à effet.</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Le diagramme de </a:t>
            </a:r>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Pareto</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peut s'avérer utile pour comparer entre elles Ies causes et faire apparaître celles qui se vérifient le plus souvent.</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Une décision importante ne peut être abandonnée au simple fonctionnement d'un "mécanisme" déductif. La </a:t>
            </a:r>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matrice</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sert à restituer aux acteurs du groupe leur responsabilités décisionnelles à la lumière des analyse</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s</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précédentes (vote pondéré).</a:t>
            </a:r>
            <a:endParaRPr lang="fr-FR" altLang="fr-FR" sz="1200" dirty="0">
              <a:solidFill>
                <a:schemeClr val="tx1">
                  <a:lumMod val="65000"/>
                  <a:lumOff val="35000"/>
                </a:schemeClr>
              </a:solidFill>
              <a:latin typeface="Calibri" panose="020F0502020204030204" pitchFamily="34" charset="0"/>
              <a:cs typeface="Calibri" panose="020F0502020204030204" pitchFamily="34" charset="0"/>
            </a:endParaRPr>
          </a:p>
          <a:p>
            <a:pPr eaLnBrk="1" hangingPunct="1"/>
            <a:endParaRPr lang="fr-FR" altLang="fr-FR" sz="1200" dirty="0">
              <a:solidFill>
                <a:schemeClr val="tx1">
                  <a:lumMod val="65000"/>
                  <a:lumOff val="35000"/>
                </a:schemeClr>
              </a:solidFill>
              <a:latin typeface="Calibri" panose="020F0502020204030204" pitchFamily="34" charset="0"/>
              <a:cs typeface="Calibri" panose="020F0502020204030204" pitchFamily="34" charset="0"/>
            </a:endParaRPr>
          </a:p>
          <a:p>
            <a:pPr eaLnBrk="1" hangingPunct="1"/>
            <a:r>
              <a:rPr lang="fr-FR" sz="1200" dirty="0">
                <a:solidFill>
                  <a:schemeClr val="tx1">
                    <a:lumMod val="65000"/>
                    <a:lumOff val="35000"/>
                  </a:schemeClr>
                </a:solidFill>
                <a:latin typeface="Calibri" panose="020F0502020204030204" pitchFamily="34" charset="0"/>
                <a:cs typeface="Calibri" panose="020F0502020204030204" pitchFamily="34" charset="0"/>
              </a:rPr>
              <a:t>Le 5 Pourquoi permettra de formaliser l'arborescence des causes, en vue d'établir les relations entre les causes apparentes et les causes racines</a:t>
            </a:r>
          </a:p>
        </p:txBody>
      </p:sp>
      <p:sp>
        <p:nvSpPr>
          <p:cNvPr id="13315" name="Text Box 3"/>
          <p:cNvSpPr txBox="1">
            <a:spLocks noChangeArrowheads="1"/>
          </p:cNvSpPr>
          <p:nvPr/>
        </p:nvSpPr>
        <p:spPr bwMode="auto">
          <a:xfrm>
            <a:off x="498475" y="457200"/>
            <a:ext cx="5480050" cy="533400"/>
          </a:xfrm>
          <a:prstGeom prst="rect">
            <a:avLst/>
          </a:prstGeom>
          <a:solidFill>
            <a:schemeClr val="bg1"/>
          </a:solidFill>
          <a:ln w="19050">
            <a:solidFill>
              <a:srgbClr val="FF3300"/>
            </a:solidFill>
            <a:miter lim="800000"/>
            <a:headEnd/>
            <a:tailEnd/>
          </a:ln>
          <a:effectLst/>
        </p:spPr>
        <p:txBody>
          <a:bodyPr anchor="ctr"/>
          <a:lstStyle>
            <a:defPPr>
              <a:defRPr lang="fr-FR"/>
            </a:defPPr>
            <a:lvl1pPr algn="ctr" eaLnBrk="1" hangingPunct="1">
              <a:defRPr sz="2000" b="1">
                <a:solidFill>
                  <a:srgbClr val="27A8E0"/>
                </a:solidFill>
                <a:latin typeface="Calibri" panose="020F0502020204030204" pitchFamily="34" charset="0"/>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fr-FR" altLang="fr-FR" sz="2000" cap="small" dirty="0">
                <a:solidFill>
                  <a:srgbClr val="27A8E0"/>
                </a:solidFill>
                <a:latin typeface="Calibri" panose="020F0502020204030204" pitchFamily="34" charset="0"/>
              </a:rPr>
              <a:t>Phase</a:t>
            </a:r>
            <a:r>
              <a:rPr lang="fr-FR" altLang="fr-FR" dirty="0"/>
              <a:t> II – LES CAUSES</a:t>
            </a:r>
            <a:endParaRPr lang="sk-SK" altLang="fr-FR" dirty="0"/>
          </a:p>
        </p:txBody>
      </p:sp>
      <p:pic>
        <p:nvPicPr>
          <p:cNvPr id="16" name="Image 15">
            <a:extLst>
              <a:ext uri="{FF2B5EF4-FFF2-40B4-BE49-F238E27FC236}">
                <a16:creationId xmlns:a16="http://schemas.microsoft.com/office/drawing/2014/main" id="{EC70D214-A00B-4C17-BD02-BCF9AE8A83FC}"/>
              </a:ext>
            </a:extLst>
          </p:cNvPr>
          <p:cNvPicPr>
            <a:picLocks noChangeAspect="1"/>
          </p:cNvPicPr>
          <p:nvPr/>
        </p:nvPicPr>
        <p:blipFill>
          <a:blip r:embed="rId2"/>
          <a:stretch>
            <a:fillRect/>
          </a:stretch>
        </p:blipFill>
        <p:spPr>
          <a:xfrm>
            <a:off x="4606653" y="2467326"/>
            <a:ext cx="1641748" cy="1408479"/>
          </a:xfrm>
          <a:prstGeom prst="rect">
            <a:avLst/>
          </a:prstGeom>
        </p:spPr>
      </p:pic>
      <p:pic>
        <p:nvPicPr>
          <p:cNvPr id="18" name="Image 17">
            <a:extLst>
              <a:ext uri="{FF2B5EF4-FFF2-40B4-BE49-F238E27FC236}">
                <a16:creationId xmlns:a16="http://schemas.microsoft.com/office/drawing/2014/main" id="{33BB9078-DDD0-4A2D-ADC0-4645BAB6B5BC}"/>
              </a:ext>
            </a:extLst>
          </p:cNvPr>
          <p:cNvPicPr>
            <a:picLocks noChangeAspect="1"/>
          </p:cNvPicPr>
          <p:nvPr/>
        </p:nvPicPr>
        <p:blipFill rotWithShape="1">
          <a:blip r:embed="rId3"/>
          <a:srcRect l="1394" b="839"/>
          <a:stretch/>
        </p:blipFill>
        <p:spPr>
          <a:xfrm>
            <a:off x="4604996" y="4474468"/>
            <a:ext cx="1645061" cy="14122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228600" y="1600200"/>
            <a:ext cx="4162028" cy="7417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r>
              <a:rPr kumimoji="0" lang="fr-FR" sz="1400" b="1" i="0" u="none" strike="noStrike" kern="1200" cap="none" spc="0" normalizeH="0" baseline="0" noProof="0" dirty="0">
                <a:ln>
                  <a:noFill/>
                </a:ln>
                <a:solidFill>
                  <a:srgbClr val="FF3300"/>
                </a:solidFill>
                <a:effectLst/>
                <a:uLnTx/>
                <a:uFillTx/>
                <a:latin typeface="Calibri"/>
                <a:ea typeface="+mn-ea"/>
                <a:cs typeface="+mn-cs"/>
              </a:rPr>
              <a:t>/ </a:t>
            </a:r>
            <a:r>
              <a:rPr lang="sk-SK" altLang="fr-FR" sz="1400" b="1" dirty="0">
                <a:solidFill>
                  <a:srgbClr val="27A8E0"/>
                </a:solidFill>
                <a:latin typeface="Calibri"/>
              </a:rPr>
              <a:t>Etape 8 - </a:t>
            </a:r>
            <a:r>
              <a:rPr lang="fr-FR" altLang="fr-FR" sz="1400" b="1" dirty="0">
                <a:solidFill>
                  <a:srgbClr val="27A8E0"/>
                </a:solidFill>
                <a:latin typeface="Calibri"/>
              </a:rPr>
              <a:t>Rechercher toutes les </a:t>
            </a:r>
            <a:r>
              <a:rPr lang="sk-SK" altLang="fr-FR" sz="1400" b="1" dirty="0">
                <a:solidFill>
                  <a:srgbClr val="27A8E0"/>
                </a:solidFill>
                <a:latin typeface="Calibri"/>
              </a:rPr>
              <a:t>solutions possibles</a:t>
            </a: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b="1"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Outil : le Brainstorming</a:t>
            </a:r>
            <a:endParaRPr lang="sk-SK" altLang="fr-FR" sz="1200" b="1"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Résoudre un problème constitue une opportunité pour introduire un changement, aller dans le sens de l'amélioration de l'entreprise et la faire progresser d’un échelon. De ce point de vue</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il importe d'ouvrir ici aussi le champ de réflexion de chacun pour découvrir les solutions les plus rentables</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et qui contribuent le plus efficacement à l'accomplissement des objectifs de l'entreprise.</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Le </a:t>
            </a:r>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Brainstorming </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est l'outil privilégié pour mettre la créativité de chacun à contribution. II peut déboucher sur une liste riche en solutions pratiques et nouvelles.</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endParaRPr lang="fr-FR" altLang="fr-FR" sz="1200" dirty="0">
              <a:solidFill>
                <a:schemeClr val="tx1">
                  <a:lumMod val="65000"/>
                  <a:lumOff val="35000"/>
                </a:schemeClr>
              </a:solidFill>
              <a:latin typeface="Calibri" panose="020F0502020204030204" pitchFamily="34" charset="0"/>
              <a:cs typeface="Calibri" panose="020F0502020204030204" pitchFamily="34" charset="0"/>
            </a:endParaRPr>
          </a:p>
          <a:p>
            <a:pPr eaLnBrk="1" hangingPunct="1"/>
            <a:endParaRPr lang="fr-FR" altLang="fr-FR" sz="1200" dirty="0">
              <a:solidFill>
                <a:schemeClr val="tx1">
                  <a:lumMod val="65000"/>
                  <a:lumOff val="35000"/>
                </a:schemeClr>
              </a:solidFill>
              <a:latin typeface="Calibri" panose="020F0502020204030204" pitchFamily="34" charset="0"/>
              <a:cs typeface="Calibri" panose="020F0502020204030204" pitchFamily="34" charset="0"/>
            </a:endParaRPr>
          </a:p>
          <a:p>
            <a:pPr eaLnBrk="1" hangingPunct="1"/>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kumimoji="0" lang="fr-FR" sz="1400" b="1" i="0" u="none" strike="noStrike" kern="1200" cap="none" spc="0" normalizeH="0" baseline="0" noProof="0" dirty="0">
                <a:ln>
                  <a:noFill/>
                </a:ln>
                <a:solidFill>
                  <a:srgbClr val="FF3300"/>
                </a:solidFill>
                <a:effectLst/>
                <a:uLnTx/>
                <a:uFillTx/>
                <a:latin typeface="Calibri"/>
                <a:ea typeface="+mn-ea"/>
                <a:cs typeface="+mn-cs"/>
              </a:rPr>
              <a:t>/ </a:t>
            </a:r>
            <a:r>
              <a:rPr lang="sk-SK" altLang="fr-FR" sz="1400" b="1" dirty="0">
                <a:solidFill>
                  <a:srgbClr val="27A8E0"/>
                </a:solidFill>
                <a:latin typeface="Calibri"/>
              </a:rPr>
              <a:t>Etape 9 - </a:t>
            </a:r>
            <a:r>
              <a:rPr lang="fr-FR" altLang="fr-FR" sz="1400" b="1" dirty="0">
                <a:solidFill>
                  <a:srgbClr val="27A8E0"/>
                </a:solidFill>
                <a:latin typeface="Calibri"/>
              </a:rPr>
              <a:t>Définir les</a:t>
            </a:r>
            <a:r>
              <a:rPr lang="sk-SK" altLang="fr-FR" sz="1400" b="1" dirty="0">
                <a:solidFill>
                  <a:srgbClr val="27A8E0"/>
                </a:solidFill>
                <a:latin typeface="Calibri"/>
              </a:rPr>
              <a:t> critères d'évaluation des solutions</a:t>
            </a: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Outil : la Matrice (Vote Pondéré</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Choisir la solution à appliquer est un acte important qui engage l'avenir. Chacun possède ses bonnes raisons pour privilégier telle ou telle solution.</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Les critères d'évaluation doivent être établis "à froid", c'est-à-dire avant le choix de solutions qui </a:t>
            </a:r>
            <a:r>
              <a:rPr lang="fr-FR" altLang="fr-FR" sz="1200" dirty="0" err="1">
                <a:solidFill>
                  <a:schemeClr val="tx1">
                    <a:lumMod val="65000"/>
                    <a:lumOff val="35000"/>
                  </a:schemeClr>
                </a:solidFill>
                <a:latin typeface="Calibri" panose="020F0502020204030204" pitchFamily="34" charset="0"/>
                <a:cs typeface="Calibri" panose="020F0502020204030204" pitchFamily="34" charset="0"/>
              </a:rPr>
              <a:t>relèv</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e</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nt</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d'un processus souvent passionnel et subjectif.</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 </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Il s'agit donc bien d'une étape à considérer par elle-même</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et à mener lorsque les tensions se sont apaisées.</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endParaRPr lang="fr-FR" altLang="fr-FR" sz="1200" dirty="0">
              <a:solidFill>
                <a:schemeClr val="tx1">
                  <a:lumMod val="65000"/>
                  <a:lumOff val="35000"/>
                </a:schemeClr>
              </a:solidFill>
              <a:latin typeface="Calibri" panose="020F0502020204030204" pitchFamily="34" charset="0"/>
              <a:cs typeface="Calibri" panose="020F0502020204030204" pitchFamily="34"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La </a:t>
            </a:r>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matrice</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convient pour choisir en groupe les critères permettant d'évaluer les solutions précédemment proposées (vote pondéré).</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endParaRPr>
          </a:p>
        </p:txBody>
      </p:sp>
      <p:sp>
        <p:nvSpPr>
          <p:cNvPr id="14339" name="Text Box 3"/>
          <p:cNvSpPr txBox="1">
            <a:spLocks noChangeArrowheads="1"/>
          </p:cNvSpPr>
          <p:nvPr/>
        </p:nvSpPr>
        <p:spPr bwMode="auto">
          <a:xfrm>
            <a:off x="498475" y="457200"/>
            <a:ext cx="5480050" cy="533400"/>
          </a:xfrm>
          <a:prstGeom prst="rect">
            <a:avLst/>
          </a:prstGeom>
          <a:solidFill>
            <a:schemeClr val="bg1"/>
          </a:solidFill>
          <a:ln w="19050">
            <a:solidFill>
              <a:srgbClr val="FF3300"/>
            </a:solidFill>
            <a:miter lim="800000"/>
            <a:headEnd/>
            <a:tailEnd/>
          </a:ln>
          <a:effectLst/>
        </p:spPr>
        <p:txBody>
          <a:bodyPr anchor="ctr"/>
          <a:lstStyle>
            <a:defPPr>
              <a:defRPr lang="fr-FR"/>
            </a:defPPr>
            <a:lvl1pPr algn="ctr" eaLnBrk="1" hangingPunct="1">
              <a:defRPr sz="2000" b="1">
                <a:solidFill>
                  <a:srgbClr val="27A8E0"/>
                </a:solidFill>
                <a:latin typeface="Calibri" panose="020F0502020204030204" pitchFamily="34" charset="0"/>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fr-FR" altLang="fr-FR" sz="2000" cap="small" dirty="0">
                <a:solidFill>
                  <a:srgbClr val="27A8E0"/>
                </a:solidFill>
                <a:latin typeface="Calibri" panose="020F0502020204030204" pitchFamily="34" charset="0"/>
              </a:rPr>
              <a:t>Phase</a:t>
            </a:r>
            <a:r>
              <a:rPr lang="fr-FR" altLang="fr-FR" dirty="0"/>
              <a:t> III – LES SOLUTIONS</a:t>
            </a:r>
            <a:endParaRPr lang="sk-SK" altLang="fr-FR" dirty="0"/>
          </a:p>
        </p:txBody>
      </p:sp>
      <p:pic>
        <p:nvPicPr>
          <p:cNvPr id="8" name="Image 7">
            <a:extLst>
              <a:ext uri="{FF2B5EF4-FFF2-40B4-BE49-F238E27FC236}">
                <a16:creationId xmlns:a16="http://schemas.microsoft.com/office/drawing/2014/main" id="{46E6B28A-EBFF-41BC-823B-D288F909CCCE}"/>
              </a:ext>
            </a:extLst>
          </p:cNvPr>
          <p:cNvPicPr>
            <a:picLocks noChangeAspect="1"/>
          </p:cNvPicPr>
          <p:nvPr/>
        </p:nvPicPr>
        <p:blipFill>
          <a:blip r:embed="rId2"/>
          <a:stretch>
            <a:fillRect/>
          </a:stretch>
        </p:blipFill>
        <p:spPr>
          <a:xfrm>
            <a:off x="4606653" y="2167911"/>
            <a:ext cx="1641748" cy="1408479"/>
          </a:xfrm>
          <a:prstGeom prst="rect">
            <a:avLst/>
          </a:prstGeom>
        </p:spPr>
      </p:pic>
      <p:pic>
        <p:nvPicPr>
          <p:cNvPr id="9" name="Image 8">
            <a:extLst>
              <a:ext uri="{FF2B5EF4-FFF2-40B4-BE49-F238E27FC236}">
                <a16:creationId xmlns:a16="http://schemas.microsoft.com/office/drawing/2014/main" id="{D5C0F8B8-AD83-40B1-9954-9D437A6AB796}"/>
              </a:ext>
            </a:extLst>
          </p:cNvPr>
          <p:cNvPicPr>
            <a:picLocks noChangeAspect="1"/>
          </p:cNvPicPr>
          <p:nvPr/>
        </p:nvPicPr>
        <p:blipFill>
          <a:blip r:embed="rId3"/>
          <a:stretch>
            <a:fillRect/>
          </a:stretch>
        </p:blipFill>
        <p:spPr>
          <a:xfrm>
            <a:off x="4606653" y="6652849"/>
            <a:ext cx="1641748" cy="140847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228600" y="1600200"/>
            <a:ext cx="4234036" cy="3447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r>
              <a:rPr kumimoji="0" lang="fr-FR" sz="1400" b="1" i="0" u="none" strike="noStrike" kern="1200" cap="none" spc="0" normalizeH="0" baseline="0" noProof="0" dirty="0">
                <a:ln>
                  <a:noFill/>
                </a:ln>
                <a:solidFill>
                  <a:srgbClr val="FF3300"/>
                </a:solidFill>
                <a:effectLst/>
                <a:uLnTx/>
                <a:uFillTx/>
                <a:latin typeface="Calibri"/>
                <a:ea typeface="+mn-ea"/>
                <a:cs typeface="+mn-cs"/>
              </a:rPr>
              <a:t>/ </a:t>
            </a:r>
            <a:r>
              <a:rPr lang="sk-SK" altLang="fr-FR" sz="1400" b="1" dirty="0">
                <a:solidFill>
                  <a:srgbClr val="27A8E0"/>
                </a:solidFill>
                <a:latin typeface="Calibri"/>
              </a:rPr>
              <a:t>Etape 10 - </a:t>
            </a:r>
            <a:r>
              <a:rPr lang="fr-FR" altLang="fr-FR" sz="1400" b="1" dirty="0">
                <a:solidFill>
                  <a:srgbClr val="27A8E0"/>
                </a:solidFill>
                <a:latin typeface="Calibri"/>
              </a:rPr>
              <a:t>Décider</a:t>
            </a:r>
            <a:r>
              <a:rPr lang="sk-SK" altLang="fr-FR" sz="1400" b="1" dirty="0">
                <a:solidFill>
                  <a:srgbClr val="27A8E0"/>
                </a:solidFill>
                <a:latin typeface="Calibri"/>
              </a:rPr>
              <a:t> les solutions à appliquer</a:t>
            </a: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Outil : la Matrice (vote pondéré)</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Les solutions émises à l'étape 8 ont provisoirement été mises en attente pour établir les critères d'évaluation. La </a:t>
            </a:r>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Matrice</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sert à chiffrer quelles sont les solutions qui répondent le mieux à ces critères (vote pondéré).</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La décision ne doit pas ici non plus être confiée à la seule arithmétique des chiffres. Le groupe doit prendre un certain recul pour analyser les résultats à la lumière de commentaires complémentaires.</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Le vote doit être considéré comme une démarche systématique visant au consensus sur la décision à prendre. Celle-ci doit finalement se référer au bon sens et à l'intelligence du groupe.</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endParaRPr lang="sk-SK" altLang="fr-FR" sz="1200" dirty="0">
              <a:solidFill>
                <a:schemeClr val="tx1">
                  <a:lumMod val="65000"/>
                  <a:lumOff val="35000"/>
                </a:schemeClr>
              </a:solidFill>
              <a:latin typeface="Calibri" panose="020F0502020204030204" pitchFamily="34" charset="0"/>
            </a:endParaRPr>
          </a:p>
        </p:txBody>
      </p:sp>
      <p:sp>
        <p:nvSpPr>
          <p:cNvPr id="15363" name="Text Box 3"/>
          <p:cNvSpPr txBox="1">
            <a:spLocks noChangeArrowheads="1"/>
          </p:cNvSpPr>
          <p:nvPr/>
        </p:nvSpPr>
        <p:spPr bwMode="auto">
          <a:xfrm>
            <a:off x="498475" y="457200"/>
            <a:ext cx="5480050" cy="533400"/>
          </a:xfrm>
          <a:prstGeom prst="rect">
            <a:avLst/>
          </a:prstGeom>
          <a:solidFill>
            <a:schemeClr val="bg1"/>
          </a:solidFill>
          <a:ln w="19050">
            <a:solidFill>
              <a:srgbClr val="FF3300"/>
            </a:solidFill>
            <a:miter lim="800000"/>
            <a:headEnd/>
            <a:tailEnd/>
          </a:ln>
          <a:effectLst/>
        </p:spPr>
        <p:txBody>
          <a:bodyPr anchor="ctr"/>
          <a:lstStyle>
            <a:defPPr>
              <a:defRPr lang="fr-FR"/>
            </a:defPPr>
            <a:lvl1pPr algn="ctr" eaLnBrk="1" hangingPunct="1">
              <a:defRPr sz="2000" b="1">
                <a:solidFill>
                  <a:srgbClr val="27A8E0"/>
                </a:solidFill>
                <a:latin typeface="Calibri" panose="020F0502020204030204" pitchFamily="34" charset="0"/>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fr-FR" altLang="fr-FR" sz="2000" cap="small" dirty="0">
                <a:solidFill>
                  <a:srgbClr val="27A8E0"/>
                </a:solidFill>
                <a:latin typeface="Calibri" panose="020F0502020204030204" pitchFamily="34" charset="0"/>
              </a:rPr>
              <a:t>Phase</a:t>
            </a:r>
            <a:r>
              <a:rPr lang="fr-FR" altLang="fr-FR" dirty="0"/>
              <a:t> III – LES SOLUTIONS</a:t>
            </a:r>
            <a:endParaRPr lang="sk-SK" altLang="fr-FR" dirty="0"/>
          </a:p>
        </p:txBody>
      </p:sp>
      <p:pic>
        <p:nvPicPr>
          <p:cNvPr id="9" name="Image 8">
            <a:extLst>
              <a:ext uri="{FF2B5EF4-FFF2-40B4-BE49-F238E27FC236}">
                <a16:creationId xmlns:a16="http://schemas.microsoft.com/office/drawing/2014/main" id="{E0EA15E9-CE24-48F9-B567-C2C3EC2F80CC}"/>
              </a:ext>
            </a:extLst>
          </p:cNvPr>
          <p:cNvPicPr>
            <a:picLocks noChangeAspect="1"/>
          </p:cNvPicPr>
          <p:nvPr/>
        </p:nvPicPr>
        <p:blipFill>
          <a:blip r:embed="rId2"/>
          <a:stretch>
            <a:fillRect/>
          </a:stretch>
        </p:blipFill>
        <p:spPr>
          <a:xfrm>
            <a:off x="4606653" y="2119804"/>
            <a:ext cx="1641748" cy="140847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228600" y="1600200"/>
            <a:ext cx="4234036" cy="5109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r>
              <a:rPr kumimoji="0" lang="fr-FR" sz="1400" b="1" i="0" u="none" strike="noStrike" kern="1200" cap="none" spc="0" normalizeH="0" baseline="0" noProof="0" dirty="0">
                <a:ln>
                  <a:noFill/>
                </a:ln>
                <a:solidFill>
                  <a:srgbClr val="FF3300"/>
                </a:solidFill>
                <a:effectLst/>
                <a:uLnTx/>
                <a:uFillTx/>
                <a:latin typeface="Calibri"/>
                <a:ea typeface="+mn-ea"/>
                <a:cs typeface="+mn-cs"/>
              </a:rPr>
              <a:t>/ </a:t>
            </a:r>
            <a:r>
              <a:rPr lang="sk-SK" altLang="fr-FR" sz="1400" b="1" dirty="0">
                <a:solidFill>
                  <a:srgbClr val="27A8E0"/>
                </a:solidFill>
                <a:latin typeface="Calibri"/>
              </a:rPr>
              <a:t>Etape 11 - </a:t>
            </a:r>
            <a:r>
              <a:rPr lang="fr-FR" altLang="fr-FR" sz="1400" b="1" dirty="0">
                <a:solidFill>
                  <a:srgbClr val="27A8E0"/>
                </a:solidFill>
                <a:latin typeface="Calibri"/>
              </a:rPr>
              <a:t>V</a:t>
            </a:r>
            <a:r>
              <a:rPr lang="sk-SK" altLang="fr-FR" sz="1400" b="1" dirty="0">
                <a:solidFill>
                  <a:srgbClr val="27A8E0"/>
                </a:solidFill>
                <a:latin typeface="Calibri"/>
              </a:rPr>
              <a:t>alider les solutions</a:t>
            </a: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Outils : QQOQCP + Tous les diagrammes utilisés pendant les étapes précédentes</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Les solutions choisies engagent l'entreprise en même temps que le groupe de résolution de problème.</a:t>
            </a:r>
            <a:endParaRPr lang="fr-FR" altLang="fr-FR" sz="1200" dirty="0">
              <a:solidFill>
                <a:schemeClr val="tx1">
                  <a:lumMod val="65000"/>
                  <a:lumOff val="35000"/>
                </a:schemeClr>
              </a:solidFill>
              <a:latin typeface="Calibri" panose="020F0502020204030204" pitchFamily="34" charset="0"/>
              <a:cs typeface="Calibri" panose="020F0502020204030204" pitchFamily="34"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Lorsque l'enjeu le justifie, il convient d'impliquer le management à l'échelon hiérarchique approprié.</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L'acte de présentation à la Direction vise plusieurs objectifs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marL="171450" indent="-171450" eaLnBrk="1" hangingPunct="1">
              <a:buFontTx/>
              <a:buChar char="-"/>
            </a:pPr>
            <a:r>
              <a:rPr lang="sk-SK" altLang="fr-FR" sz="1200" dirty="0">
                <a:solidFill>
                  <a:schemeClr val="tx1">
                    <a:lumMod val="65000"/>
                    <a:lumOff val="35000"/>
                  </a:schemeClr>
                </a:solidFill>
                <a:latin typeface="Calibri" panose="020F0502020204030204" pitchFamily="34" charset="0"/>
                <a:cs typeface="Times New Roman" pitchFamily="18" charset="0"/>
              </a:rPr>
              <a:t>Des conclusions importantes sont communiquées au</a:t>
            </a:r>
            <a:r>
              <a:rPr lang="fr-FR" altLang="fr-FR" sz="1200" dirty="0">
                <a:solidFill>
                  <a:schemeClr val="tx1">
                    <a:lumMod val="65000"/>
                    <a:lumOff val="35000"/>
                  </a:schemeClr>
                </a:solidFill>
                <a:latin typeface="Calibri" panose="020F0502020204030204" pitchFamily="34" charset="0"/>
                <a:cs typeface="Times New Roman" pitchFamily="18" charset="0"/>
              </a:rPr>
              <a:t> </a:t>
            </a:r>
            <a:r>
              <a:rPr lang="sk-SK" altLang="fr-FR" sz="1200" dirty="0">
                <a:solidFill>
                  <a:schemeClr val="tx1">
                    <a:lumMod val="65000"/>
                    <a:lumOff val="35000"/>
                  </a:schemeClr>
                </a:solidFill>
                <a:latin typeface="Calibri" panose="020F0502020204030204" pitchFamily="34" charset="0"/>
                <a:cs typeface="Times New Roman" pitchFamily="18" charset="0"/>
              </a:rPr>
              <a:t>management, d’o</a:t>
            </a:r>
            <a:r>
              <a:rPr lang="fr-FR" altLang="fr-FR" sz="1200" dirty="0">
                <a:solidFill>
                  <a:schemeClr val="tx1">
                    <a:lumMod val="65000"/>
                    <a:lumOff val="35000"/>
                  </a:schemeClr>
                </a:solidFill>
                <a:latin typeface="Calibri" panose="020F0502020204030204" pitchFamily="34" charset="0"/>
                <a:cs typeface="Times New Roman" pitchFamily="18" charset="0"/>
              </a:rPr>
              <a:t>ù</a:t>
            </a:r>
            <a:r>
              <a:rPr lang="sk-SK" altLang="fr-FR" sz="1200" dirty="0">
                <a:solidFill>
                  <a:schemeClr val="tx1">
                    <a:lumMod val="65000"/>
                    <a:lumOff val="35000"/>
                  </a:schemeClr>
                </a:solidFill>
                <a:latin typeface="Calibri" panose="020F0502020204030204" pitchFamily="34" charset="0"/>
                <a:cs typeface="Times New Roman" pitchFamily="18" charset="0"/>
              </a:rPr>
              <a:t> un "feed</a:t>
            </a:r>
            <a:r>
              <a:rPr lang="fr-FR" altLang="fr-FR" sz="1200" dirty="0">
                <a:solidFill>
                  <a:schemeClr val="tx1">
                    <a:lumMod val="65000"/>
                    <a:lumOff val="35000"/>
                  </a:schemeClr>
                </a:solidFill>
                <a:latin typeface="Calibri" panose="020F0502020204030204" pitchFamily="34" charset="0"/>
                <a:cs typeface="Times New Roman" pitchFamily="18" charset="0"/>
              </a:rPr>
              <a:t>-</a:t>
            </a:r>
            <a:r>
              <a:rPr lang="sk-SK" altLang="fr-FR" sz="1200" dirty="0">
                <a:solidFill>
                  <a:schemeClr val="tx1">
                    <a:lumMod val="65000"/>
                    <a:lumOff val="35000"/>
                  </a:schemeClr>
                </a:solidFill>
                <a:latin typeface="Calibri" panose="020F0502020204030204" pitchFamily="34" charset="0"/>
                <a:cs typeface="Times New Roman" pitchFamily="18" charset="0"/>
              </a:rPr>
              <a:t>back" indispensable aux fonctions de Direction.</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marL="171450" indent="-171450" eaLnBrk="1" hangingPunct="1">
              <a:buFontTx/>
              <a:buChar char="-"/>
            </a:pP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Le management est mis en situation d'apprécier la qualité du</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 </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travail réalisé</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et d'évaluer celui-ci à la fois sur la forme et sur le fond.</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marL="171450" indent="-171450" eaLnBrk="1" hangingPunct="1">
              <a:buFontTx/>
              <a:buChar char="-"/>
            </a:pP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Le groupe de travail trouve dans cette étape une motivation supplémentaire pour accomplir une performance.</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marL="171450" indent="-171450" eaLnBrk="1" hangingPunct="1">
              <a:buFontTx/>
              <a:buChar char="-"/>
            </a:pP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La présentation effectuée revêt une valeur d'exemple pour ceux qui y assistent et incite à la diffusion de la méthode dans l'entreprise.</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Le </a:t>
            </a:r>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QQOQCP</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sert à justifier les choix effectués. Les </a:t>
            </a:r>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diagrammes</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établis au cours des différentes étapes permettent d'expliquer quels objectifs ont été recherchés et quelles décisions y ont été prises.</a:t>
            </a:r>
            <a:endParaRPr lang="sk-SK" altLang="fr-FR" sz="1200" dirty="0">
              <a:solidFill>
                <a:schemeClr val="tx1">
                  <a:lumMod val="65000"/>
                  <a:lumOff val="35000"/>
                </a:schemeClr>
              </a:solidFill>
              <a:latin typeface="Calibri" panose="020F0502020204030204" pitchFamily="34" charset="0"/>
              <a:cs typeface="Times New Roman" pitchFamily="18" charset="0"/>
            </a:endParaRPr>
          </a:p>
        </p:txBody>
      </p:sp>
      <p:sp>
        <p:nvSpPr>
          <p:cNvPr id="16387" name="Text Box 3"/>
          <p:cNvSpPr txBox="1">
            <a:spLocks noChangeArrowheads="1"/>
          </p:cNvSpPr>
          <p:nvPr/>
        </p:nvSpPr>
        <p:spPr bwMode="auto">
          <a:xfrm>
            <a:off x="498475" y="457200"/>
            <a:ext cx="5480050" cy="533400"/>
          </a:xfrm>
          <a:prstGeom prst="rect">
            <a:avLst/>
          </a:prstGeom>
          <a:solidFill>
            <a:schemeClr val="bg1"/>
          </a:solidFill>
          <a:ln w="19050">
            <a:solidFill>
              <a:srgbClr val="FF3300"/>
            </a:solidFill>
            <a:miter lim="800000"/>
            <a:headEnd/>
            <a:tailEnd/>
          </a:ln>
          <a:effectLst/>
        </p:spPr>
        <p:txBody>
          <a:bodyPr anchor="ctr"/>
          <a:lstStyle>
            <a:defPPr>
              <a:defRPr lang="fr-FR"/>
            </a:defPPr>
            <a:lvl1pPr algn="ctr" eaLnBrk="1" hangingPunct="1">
              <a:defRPr sz="2000" b="1">
                <a:solidFill>
                  <a:srgbClr val="27A8E0"/>
                </a:solidFill>
                <a:latin typeface="Calibri" panose="020F0502020204030204" pitchFamily="34" charset="0"/>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fr-FR" altLang="fr-FR" sz="2000" cap="small" dirty="0">
                <a:solidFill>
                  <a:srgbClr val="27A8E0"/>
                </a:solidFill>
                <a:latin typeface="Calibri" panose="020F0502020204030204" pitchFamily="34" charset="0"/>
              </a:rPr>
              <a:t>Phase</a:t>
            </a:r>
            <a:r>
              <a:rPr lang="fr-FR" altLang="fr-FR" dirty="0"/>
              <a:t> III – LES SOLUTIONS</a:t>
            </a:r>
            <a:endParaRPr lang="sk-SK" altLang="fr-FR" dirty="0"/>
          </a:p>
        </p:txBody>
      </p:sp>
      <p:pic>
        <p:nvPicPr>
          <p:cNvPr id="4" name="Image 3">
            <a:extLst>
              <a:ext uri="{FF2B5EF4-FFF2-40B4-BE49-F238E27FC236}">
                <a16:creationId xmlns:a16="http://schemas.microsoft.com/office/drawing/2014/main" id="{79ACA0D7-0820-468A-AB2C-C675533A49BC}"/>
              </a:ext>
            </a:extLst>
          </p:cNvPr>
          <p:cNvPicPr>
            <a:picLocks noChangeAspect="1"/>
          </p:cNvPicPr>
          <p:nvPr/>
        </p:nvPicPr>
        <p:blipFill rotWithShape="1">
          <a:blip r:embed="rId2"/>
          <a:srcRect l="1338" b="2572"/>
          <a:stretch/>
        </p:blipFill>
        <p:spPr>
          <a:xfrm>
            <a:off x="4602399" y="2530252"/>
            <a:ext cx="1646001" cy="141253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228600" y="1600200"/>
            <a:ext cx="4234036" cy="680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r>
              <a:rPr kumimoji="0" lang="fr-FR" sz="1400" b="1" i="0" u="none" strike="noStrike" kern="1200" cap="none" spc="0" normalizeH="0" baseline="0" noProof="0" dirty="0">
                <a:ln>
                  <a:noFill/>
                </a:ln>
                <a:solidFill>
                  <a:srgbClr val="FF3300"/>
                </a:solidFill>
                <a:effectLst/>
                <a:uLnTx/>
                <a:uFillTx/>
                <a:latin typeface="Calibri"/>
                <a:ea typeface="+mn-ea"/>
                <a:cs typeface="+mn-cs"/>
              </a:rPr>
              <a:t>/ </a:t>
            </a:r>
            <a:r>
              <a:rPr lang="sk-SK" altLang="fr-FR" sz="1400" b="1" dirty="0">
                <a:solidFill>
                  <a:srgbClr val="27A8E0"/>
                </a:solidFill>
                <a:latin typeface="Calibri"/>
              </a:rPr>
              <a:t>Etape 12 </a:t>
            </a:r>
            <a:r>
              <a:rPr lang="fr-FR" altLang="fr-FR" sz="1400" b="1" dirty="0">
                <a:solidFill>
                  <a:srgbClr val="27A8E0"/>
                </a:solidFill>
                <a:latin typeface="Calibri"/>
              </a:rPr>
              <a:t>-</a:t>
            </a:r>
            <a:r>
              <a:rPr lang="sk-SK" altLang="fr-FR" sz="1400" b="1" dirty="0">
                <a:solidFill>
                  <a:srgbClr val="27A8E0"/>
                </a:solidFill>
                <a:latin typeface="Calibri"/>
              </a:rPr>
              <a:t> Impliquer</a:t>
            </a:r>
            <a:r>
              <a:rPr lang="fr-FR" altLang="fr-FR" sz="1400" b="1" dirty="0">
                <a:solidFill>
                  <a:srgbClr val="27A8E0"/>
                </a:solidFill>
                <a:latin typeface="Calibri"/>
              </a:rPr>
              <a:t> les personnels</a:t>
            </a:r>
          </a:p>
          <a:p>
            <a:pPr eaLnBrk="1" hangingPunct="1"/>
            <a:endParaRPr lang="sk-SK" altLang="fr-FR" sz="1200" b="1" dirty="0">
              <a:solidFill>
                <a:schemeClr val="tx1">
                  <a:lumMod val="65000"/>
                  <a:lumOff val="35000"/>
                </a:schemeClr>
              </a:solidFill>
              <a:latin typeface="Calibri" panose="020F0502020204030204" pitchFamily="34" charset="0"/>
              <a:cs typeface="Calibri" panose="020F0502020204030204" pitchFamily="34" charset="0"/>
            </a:endParaRP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Outil : la Matrice (Plan d'action)</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Les solutions à appliquer étant définies et validées, leur mise en œuvre passe par la décision du "qui fait quoi". II s'agit de répartir les tâches de façon à d'une part vérifier que chacune d'entre elles est bien affectée</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 et d'autre part </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de s'assurer que la charge est équitablement répartie selon les capacités de chacun.</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La </a:t>
            </a:r>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Matrice</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constitue l'outil approprié pour répartir la conduite des actions.</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 </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Elle permet également de vérifier en groupe et de façon systématique le bien fondé des affectations proposées</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et de conserver la mémoire de ces décisions.</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endParaRPr lang="fr-FR" altLang="fr-FR" sz="1200" dirty="0">
              <a:solidFill>
                <a:schemeClr val="tx1">
                  <a:lumMod val="65000"/>
                  <a:lumOff val="35000"/>
                </a:schemeClr>
              </a:solidFill>
              <a:latin typeface="Calibri" panose="020F0502020204030204" pitchFamily="34" charset="0"/>
              <a:cs typeface="Calibri" panose="020F0502020204030204" pitchFamily="34" charset="0"/>
            </a:endParaRPr>
          </a:p>
          <a:p>
            <a:pPr eaLnBrk="1" hangingPunct="1"/>
            <a:endParaRPr lang="fr-FR" altLang="fr-FR" sz="1200" dirty="0">
              <a:solidFill>
                <a:schemeClr val="tx1">
                  <a:lumMod val="65000"/>
                  <a:lumOff val="35000"/>
                </a:schemeClr>
              </a:solidFill>
              <a:latin typeface="Calibri" panose="020F0502020204030204" pitchFamily="34" charset="0"/>
              <a:cs typeface="Calibri" panose="020F0502020204030204" pitchFamily="34" charset="0"/>
            </a:endParaRPr>
          </a:p>
          <a:p>
            <a:pPr eaLnBrk="1" hangingPunct="1"/>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kumimoji="0" lang="fr-FR" sz="1400" b="1" i="0" u="none" strike="noStrike" kern="1200" cap="none" spc="0" normalizeH="0" baseline="0" noProof="0" dirty="0">
                <a:ln>
                  <a:noFill/>
                </a:ln>
                <a:solidFill>
                  <a:srgbClr val="FF3300"/>
                </a:solidFill>
                <a:effectLst/>
                <a:uLnTx/>
                <a:uFillTx/>
                <a:latin typeface="Calibri"/>
                <a:ea typeface="+mn-ea"/>
                <a:cs typeface="+mn-cs"/>
              </a:rPr>
              <a:t>/ </a:t>
            </a:r>
            <a:r>
              <a:rPr lang="sk-SK" altLang="fr-FR" sz="1400" b="1" dirty="0">
                <a:solidFill>
                  <a:srgbClr val="27A8E0"/>
                </a:solidFill>
                <a:latin typeface="Calibri"/>
              </a:rPr>
              <a:t>Etape 13 - Suivre la réalisation</a:t>
            </a: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Outil</a:t>
            </a:r>
            <a:r>
              <a:rPr lang="fr-FR" altLang="fr-FR" sz="1200" b="1" dirty="0">
                <a:solidFill>
                  <a:schemeClr val="tx1">
                    <a:lumMod val="65000"/>
                    <a:lumOff val="35000"/>
                  </a:schemeClr>
                </a:solidFill>
                <a:latin typeface="Calibri" panose="020F0502020204030204" pitchFamily="34" charset="0"/>
                <a:cs typeface="Calibri" panose="020F0502020204030204" pitchFamily="34" charset="0"/>
              </a:rPr>
              <a:t> : </a:t>
            </a:r>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la Feuille de Relevés</a:t>
            </a:r>
            <a:endParaRPr lang="sk-SK" altLang="fr-FR" sz="1200" b="1"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Un objectif a été convenu au début de la résolution de problème (étape</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 </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4). Il faut donc suivre la disparition effective du problème.</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La </a:t>
            </a:r>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feuille de relevés</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procure les informations de suivi.</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Le problème peut également évoluer en fonction de circonstances imprévues (la cause principale a disparu d'elle-même, une nouvelle cause est survenue, le problème est devenu sans objet, ...).</a:t>
            </a:r>
            <a:endParaRPr lang="fr-FR" altLang="fr-FR" sz="1200" dirty="0">
              <a:solidFill>
                <a:schemeClr val="tx1">
                  <a:lumMod val="65000"/>
                  <a:lumOff val="35000"/>
                </a:schemeClr>
              </a:solidFill>
              <a:latin typeface="Calibri" panose="020F0502020204030204" pitchFamily="34" charset="0"/>
              <a:cs typeface="Calibri" panose="020F0502020204030204" pitchFamily="34"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Le travail réalisé au cours des étapes précédentes a été mémorisé et capitalisé sur les tableaux et diagrammes constitués. II est donc ici possible de reprendre ces éléments et de les utiliser dans les nouvelles circonstances.</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endParaRPr lang="sk-SK" altLang="fr-FR" sz="1200" dirty="0">
              <a:solidFill>
                <a:schemeClr val="tx1">
                  <a:lumMod val="65000"/>
                  <a:lumOff val="35000"/>
                </a:schemeClr>
              </a:solidFill>
              <a:latin typeface="Calibri" panose="020F0502020204030204" pitchFamily="34" charset="0"/>
              <a:cs typeface="Times New Roman" pitchFamily="18" charset="0"/>
            </a:endParaRPr>
          </a:p>
        </p:txBody>
      </p:sp>
      <p:sp>
        <p:nvSpPr>
          <p:cNvPr id="17411" name="Text Box 3"/>
          <p:cNvSpPr txBox="1">
            <a:spLocks noChangeArrowheads="1"/>
          </p:cNvSpPr>
          <p:nvPr/>
        </p:nvSpPr>
        <p:spPr bwMode="auto">
          <a:xfrm>
            <a:off x="498475" y="457200"/>
            <a:ext cx="5480050" cy="533400"/>
          </a:xfrm>
          <a:prstGeom prst="rect">
            <a:avLst/>
          </a:prstGeom>
          <a:solidFill>
            <a:schemeClr val="bg1"/>
          </a:solidFill>
          <a:ln w="19050">
            <a:solidFill>
              <a:srgbClr val="FF3300"/>
            </a:solidFill>
            <a:miter lim="800000"/>
            <a:headEnd/>
            <a:tailEnd/>
          </a:ln>
          <a:effectLst/>
        </p:spPr>
        <p:txBody>
          <a:bodyPr anchor="ctr"/>
          <a:lstStyle>
            <a:defPPr>
              <a:defRPr lang="fr-FR"/>
            </a:defPPr>
            <a:lvl1pPr algn="ctr" eaLnBrk="1" hangingPunct="1">
              <a:defRPr sz="2000" b="1">
                <a:solidFill>
                  <a:srgbClr val="27A8E0"/>
                </a:solidFill>
                <a:latin typeface="Calibri" panose="020F0502020204030204" pitchFamily="34" charset="0"/>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fr-FR" altLang="fr-FR" sz="2000" cap="small" dirty="0">
                <a:solidFill>
                  <a:srgbClr val="27A8E0"/>
                </a:solidFill>
                <a:latin typeface="Calibri" panose="020F0502020204030204" pitchFamily="34" charset="0"/>
              </a:rPr>
              <a:t>Phase</a:t>
            </a:r>
            <a:r>
              <a:rPr lang="fr-FR" altLang="fr-FR" dirty="0"/>
              <a:t> IV – L'APPLICATION</a:t>
            </a:r>
            <a:endParaRPr lang="sk-SK" altLang="fr-FR" dirty="0"/>
          </a:p>
        </p:txBody>
      </p:sp>
      <p:pic>
        <p:nvPicPr>
          <p:cNvPr id="5" name="Image 4">
            <a:extLst>
              <a:ext uri="{FF2B5EF4-FFF2-40B4-BE49-F238E27FC236}">
                <a16:creationId xmlns:a16="http://schemas.microsoft.com/office/drawing/2014/main" id="{978A741E-498D-4BAA-A219-8E26A807D60F}"/>
              </a:ext>
            </a:extLst>
          </p:cNvPr>
          <p:cNvPicPr>
            <a:picLocks noChangeAspect="1"/>
          </p:cNvPicPr>
          <p:nvPr/>
        </p:nvPicPr>
        <p:blipFill>
          <a:blip r:embed="rId2"/>
          <a:stretch>
            <a:fillRect/>
          </a:stretch>
        </p:blipFill>
        <p:spPr>
          <a:xfrm>
            <a:off x="4606653" y="5410572"/>
            <a:ext cx="1641748" cy="1408479"/>
          </a:xfrm>
          <a:prstGeom prst="rect">
            <a:avLst/>
          </a:prstGeom>
        </p:spPr>
      </p:pic>
      <p:pic>
        <p:nvPicPr>
          <p:cNvPr id="6" name="Image 5">
            <a:extLst>
              <a:ext uri="{FF2B5EF4-FFF2-40B4-BE49-F238E27FC236}">
                <a16:creationId xmlns:a16="http://schemas.microsoft.com/office/drawing/2014/main" id="{56D13567-5CC5-4D05-97A2-E2667865F03E}"/>
              </a:ext>
            </a:extLst>
          </p:cNvPr>
          <p:cNvPicPr>
            <a:picLocks noChangeAspect="1"/>
          </p:cNvPicPr>
          <p:nvPr/>
        </p:nvPicPr>
        <p:blipFill rotWithShape="1">
          <a:blip r:embed="rId3"/>
          <a:srcRect l="890" r="571"/>
          <a:stretch/>
        </p:blipFill>
        <p:spPr>
          <a:xfrm>
            <a:off x="4596687" y="6995896"/>
            <a:ext cx="1651713" cy="1408479"/>
          </a:xfrm>
          <a:prstGeom prst="rect">
            <a:avLst/>
          </a:prstGeom>
        </p:spPr>
      </p:pic>
      <p:pic>
        <p:nvPicPr>
          <p:cNvPr id="9" name="Image 8">
            <a:extLst>
              <a:ext uri="{FF2B5EF4-FFF2-40B4-BE49-F238E27FC236}">
                <a16:creationId xmlns:a16="http://schemas.microsoft.com/office/drawing/2014/main" id="{5F2032BD-87FE-4514-A0F8-2C8DAC435951}"/>
              </a:ext>
            </a:extLst>
          </p:cNvPr>
          <p:cNvPicPr>
            <a:picLocks noChangeAspect="1"/>
          </p:cNvPicPr>
          <p:nvPr/>
        </p:nvPicPr>
        <p:blipFill>
          <a:blip r:embed="rId4"/>
          <a:stretch>
            <a:fillRect/>
          </a:stretch>
        </p:blipFill>
        <p:spPr>
          <a:xfrm>
            <a:off x="4606653" y="2486846"/>
            <a:ext cx="1641748" cy="140847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228600" y="1600200"/>
            <a:ext cx="4234036" cy="3447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r>
              <a:rPr kumimoji="0" lang="fr-FR" sz="1400" b="1" i="0" u="none" strike="noStrike" kern="1200" cap="none" spc="0" normalizeH="0" baseline="0" noProof="0" dirty="0">
                <a:ln>
                  <a:noFill/>
                </a:ln>
                <a:solidFill>
                  <a:srgbClr val="FF3300"/>
                </a:solidFill>
                <a:effectLst/>
                <a:uLnTx/>
                <a:uFillTx/>
                <a:latin typeface="Calibri"/>
                <a:ea typeface="+mn-ea"/>
                <a:cs typeface="+mn-cs"/>
              </a:rPr>
              <a:t>/ </a:t>
            </a:r>
            <a:r>
              <a:rPr lang="sk-SK" altLang="fr-FR" sz="1400" b="1" dirty="0">
                <a:solidFill>
                  <a:srgbClr val="27A8E0"/>
                </a:solidFill>
                <a:latin typeface="Calibri"/>
              </a:rPr>
              <a:t>Etape 14 - Standardiser</a:t>
            </a:r>
            <a:r>
              <a:rPr lang="fr-FR" altLang="fr-FR" sz="1400" b="1" dirty="0">
                <a:solidFill>
                  <a:srgbClr val="27A8E0"/>
                </a:solidFill>
                <a:latin typeface="Calibri"/>
              </a:rPr>
              <a:t> et reboucler</a:t>
            </a:r>
            <a:endParaRPr lang="sk-SK" altLang="fr-FR" sz="1400" b="1" dirty="0">
              <a:solidFill>
                <a:srgbClr val="27A8E0"/>
              </a:solidFill>
              <a:latin typeface="Calibri"/>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Outil : le QQOQCP</a:t>
            </a:r>
            <a:endParaRPr lang="sk-SK" altLang="fr-FR" sz="1200" b="1"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Times New Roman" pitchFamily="18" charset="0"/>
              </a:rPr>
              <a:t>Le problème étant résolu, une étape a été franchie dans le sens de l'amélioration de la qualité.</a:t>
            </a: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La standardisation de la solution conduit à capitaliser le progrès réalisé</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et à l'étendre à d'autres activités de l'entreprise. Améliorer et standardiser sont les deux pôles du progrès dans l'entreprise. La résolution de problème constitue le trait d'union de ces deux pôles.</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Le </a:t>
            </a:r>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QQOQCP</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sert à définir les actions à entreprendre pour étendre la sol</a:t>
            </a:r>
            <a:r>
              <a:rPr lang="fr-FR" altLang="fr-FR" sz="1200" dirty="0" err="1">
                <a:solidFill>
                  <a:schemeClr val="tx1">
                    <a:lumMod val="65000"/>
                    <a:lumOff val="35000"/>
                  </a:schemeClr>
                </a:solidFill>
                <a:latin typeface="Calibri" panose="020F0502020204030204" pitchFamily="34" charset="0"/>
                <a:cs typeface="Calibri" panose="020F0502020204030204" pitchFamily="34" charset="0"/>
              </a:rPr>
              <a:t>ution</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dans l'entreprise.</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endParaRPr lang="sk-SK" altLang="fr-FR" sz="1200" dirty="0">
              <a:solidFill>
                <a:schemeClr val="tx1">
                  <a:lumMod val="65000"/>
                  <a:lumOff val="35000"/>
                </a:schemeClr>
              </a:solidFill>
              <a:latin typeface="Calibri" panose="020F0502020204030204" pitchFamily="34" charset="0"/>
            </a:endParaRPr>
          </a:p>
        </p:txBody>
      </p:sp>
      <p:sp>
        <p:nvSpPr>
          <p:cNvPr id="18435" name="Text Box 4"/>
          <p:cNvSpPr txBox="1">
            <a:spLocks noChangeArrowheads="1"/>
          </p:cNvSpPr>
          <p:nvPr/>
        </p:nvSpPr>
        <p:spPr bwMode="auto">
          <a:xfrm>
            <a:off x="498475" y="457200"/>
            <a:ext cx="5480050" cy="533400"/>
          </a:xfrm>
          <a:prstGeom prst="rect">
            <a:avLst/>
          </a:prstGeom>
          <a:solidFill>
            <a:schemeClr val="bg1"/>
          </a:solidFill>
          <a:ln w="19050">
            <a:solidFill>
              <a:srgbClr val="FF3300"/>
            </a:solidFill>
            <a:miter lim="800000"/>
            <a:headEnd/>
            <a:tailEnd/>
          </a:ln>
          <a:effectLst/>
        </p:spPr>
        <p:txBody>
          <a:bodyPr anchor="ctr"/>
          <a:lstStyle>
            <a:defPPr>
              <a:defRPr lang="fr-FR"/>
            </a:defPPr>
            <a:lvl1pPr algn="ctr" eaLnBrk="1" hangingPunct="1">
              <a:defRPr sz="2000" b="1">
                <a:solidFill>
                  <a:srgbClr val="27A8E0"/>
                </a:solidFill>
                <a:latin typeface="Calibri" panose="020F0502020204030204" pitchFamily="34" charset="0"/>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fr-FR" altLang="fr-FR" sz="2000" cap="small" dirty="0">
                <a:solidFill>
                  <a:srgbClr val="27A8E0"/>
                </a:solidFill>
                <a:latin typeface="Calibri" panose="020F0502020204030204" pitchFamily="34" charset="0"/>
              </a:rPr>
              <a:t>Phase</a:t>
            </a:r>
            <a:r>
              <a:rPr lang="fr-FR" altLang="fr-FR" dirty="0"/>
              <a:t> IV – L'APPLICATION</a:t>
            </a:r>
            <a:endParaRPr lang="sk-SK" altLang="fr-FR" dirty="0"/>
          </a:p>
        </p:txBody>
      </p:sp>
      <p:pic>
        <p:nvPicPr>
          <p:cNvPr id="4" name="Image 3">
            <a:extLst>
              <a:ext uri="{FF2B5EF4-FFF2-40B4-BE49-F238E27FC236}">
                <a16:creationId xmlns:a16="http://schemas.microsoft.com/office/drawing/2014/main" id="{3DF2483B-8EAB-47A0-8144-EBBC2D0F7B06}"/>
              </a:ext>
            </a:extLst>
          </p:cNvPr>
          <p:cNvPicPr>
            <a:picLocks noChangeAspect="1"/>
          </p:cNvPicPr>
          <p:nvPr/>
        </p:nvPicPr>
        <p:blipFill rotWithShape="1">
          <a:blip r:embed="rId2"/>
          <a:srcRect l="1338" b="2572"/>
          <a:stretch/>
        </p:blipFill>
        <p:spPr>
          <a:xfrm>
            <a:off x="4602399" y="2314228"/>
            <a:ext cx="1646001" cy="141253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ZoneTexte 22">
            <a:extLst>
              <a:ext uri="{FF2B5EF4-FFF2-40B4-BE49-F238E27FC236}">
                <a16:creationId xmlns:a16="http://schemas.microsoft.com/office/drawing/2014/main" id="{C94B00E5-67FE-4A73-AE04-500790CD8F2B}"/>
              </a:ext>
            </a:extLst>
          </p:cNvPr>
          <p:cNvSpPr txBox="1"/>
          <p:nvPr/>
        </p:nvSpPr>
        <p:spPr>
          <a:xfrm>
            <a:off x="226572" y="220031"/>
            <a:ext cx="5832592" cy="318924"/>
          </a:xfrm>
          <a:prstGeom prst="rect">
            <a:avLst/>
          </a:prstGeom>
          <a:noFill/>
        </p:spPr>
        <p:txBody>
          <a:bodyPr wrap="square" lIns="36000" tIns="36000" rIns="36000" bIns="36000" rtlCol="0">
            <a:spAutoFit/>
          </a:bodyPr>
          <a:lstStyle/>
          <a:p>
            <a:pPr marL="92075" indent="-92075">
              <a:spcAft>
                <a:spcPts val="600"/>
              </a:spcAft>
              <a:tabLst>
                <a:tab pos="6551613" algn="r"/>
              </a:tabLst>
            </a:pPr>
            <a:r>
              <a:rPr lang="fr-FR" sz="1600" b="1" dirty="0">
                <a:solidFill>
                  <a:srgbClr val="FF3300"/>
                </a:solidFill>
                <a:latin typeface="Calibri" panose="020F0502020204030204" pitchFamily="34" charset="0"/>
              </a:rPr>
              <a:t>2/ </a:t>
            </a:r>
            <a:r>
              <a:rPr lang="fr-FR" sz="1600" b="1" dirty="0">
                <a:solidFill>
                  <a:srgbClr val="27A8E0"/>
                </a:solidFill>
                <a:latin typeface="Calibri" panose="020F0502020204030204" pitchFamily="34" charset="0"/>
              </a:rPr>
              <a:t>Les outils de résolution de problème</a:t>
            </a:r>
            <a:endParaRPr lang="fr-FR" sz="1600" i="1" dirty="0">
              <a:solidFill>
                <a:srgbClr val="27A8E0"/>
              </a:solidFill>
              <a:latin typeface="Calibri" panose="020F0502020204030204" pitchFamily="34" charset="0"/>
            </a:endParaRPr>
          </a:p>
        </p:txBody>
      </p:sp>
      <p:sp>
        <p:nvSpPr>
          <p:cNvPr id="24" name="Rectangle 23">
            <a:extLst>
              <a:ext uri="{FF2B5EF4-FFF2-40B4-BE49-F238E27FC236}">
                <a16:creationId xmlns:a16="http://schemas.microsoft.com/office/drawing/2014/main" id="{9E446B90-1B1F-4EF5-B036-E3CDBF2C5379}"/>
              </a:ext>
            </a:extLst>
          </p:cNvPr>
          <p:cNvSpPr/>
          <p:nvPr/>
        </p:nvSpPr>
        <p:spPr bwMode="auto">
          <a:xfrm>
            <a:off x="159306" y="197967"/>
            <a:ext cx="5385360" cy="354494"/>
          </a:xfrm>
          <a:prstGeom prst="rect">
            <a:avLst/>
          </a:prstGeom>
          <a:noFill/>
          <a:ln w="19050" cap="flat" cmpd="sng" algn="ctr">
            <a:solidFill>
              <a:srgbClr val="FF33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endParaRPr lang="fr-FR" sz="1050" dirty="0">
              <a:solidFill>
                <a:schemeClr val="bg1"/>
              </a:solidFill>
              <a:latin typeface="Calibri" panose="020F0502020204030204" pitchFamily="34" charset="0"/>
            </a:endParaRPr>
          </a:p>
        </p:txBody>
      </p:sp>
      <p:grpSp>
        <p:nvGrpSpPr>
          <p:cNvPr id="25" name="Groupe 24">
            <a:extLst>
              <a:ext uri="{FF2B5EF4-FFF2-40B4-BE49-F238E27FC236}">
                <a16:creationId xmlns:a16="http://schemas.microsoft.com/office/drawing/2014/main" id="{BF953068-B65F-4E21-90F3-71482C90CCCD}"/>
              </a:ext>
            </a:extLst>
          </p:cNvPr>
          <p:cNvGrpSpPr/>
          <p:nvPr/>
        </p:nvGrpSpPr>
        <p:grpSpPr>
          <a:xfrm>
            <a:off x="346388" y="929726"/>
            <a:ext cx="1775795" cy="1930694"/>
            <a:chOff x="529844" y="722229"/>
            <a:chExt cx="2126042" cy="2311491"/>
          </a:xfrm>
        </p:grpSpPr>
        <p:pic>
          <p:nvPicPr>
            <p:cNvPr id="26" name="Image 25">
              <a:extLst>
                <a:ext uri="{FF2B5EF4-FFF2-40B4-BE49-F238E27FC236}">
                  <a16:creationId xmlns:a16="http://schemas.microsoft.com/office/drawing/2014/main" id="{C5DB95F1-C76A-407E-847B-5E2697AE4C7B}"/>
                </a:ext>
              </a:extLst>
            </p:cNvPr>
            <p:cNvPicPr>
              <a:picLocks noChangeAspect="1"/>
            </p:cNvPicPr>
            <p:nvPr/>
          </p:nvPicPr>
          <p:blipFill>
            <a:blip r:embed="rId2"/>
            <a:stretch>
              <a:fillRect/>
            </a:stretch>
          </p:blipFill>
          <p:spPr>
            <a:xfrm>
              <a:off x="529844" y="722229"/>
              <a:ext cx="2126042" cy="1823961"/>
            </a:xfrm>
            <a:prstGeom prst="rect">
              <a:avLst/>
            </a:prstGeom>
          </p:spPr>
        </p:pic>
        <p:sp>
          <p:nvSpPr>
            <p:cNvPr id="27" name="Rectangle 15">
              <a:extLst>
                <a:ext uri="{FF2B5EF4-FFF2-40B4-BE49-F238E27FC236}">
                  <a16:creationId xmlns:a16="http://schemas.microsoft.com/office/drawing/2014/main" id="{40B709DC-0F20-4601-9967-004E403A0BE2}"/>
                </a:ext>
              </a:extLst>
            </p:cNvPr>
            <p:cNvSpPr>
              <a:spLocks noChangeArrowheads="1"/>
            </p:cNvSpPr>
            <p:nvPr/>
          </p:nvSpPr>
          <p:spPr bwMode="auto">
            <a:xfrm>
              <a:off x="720524" y="2638432"/>
              <a:ext cx="174468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0" tIns="54000" rIns="0" bIns="54000" anchor="ctr"/>
            <a:lstStyle>
              <a:lvl1pPr>
                <a:spcBef>
                  <a:spcPct val="20000"/>
                </a:spcBef>
                <a:buClr>
                  <a:srgbClr val="990033"/>
                </a:buClr>
                <a:buFont typeface="Wingdings" panose="05000000000000000000" pitchFamily="2" charset="2"/>
                <a:buChar char="n"/>
                <a:defRPr sz="2400">
                  <a:solidFill>
                    <a:schemeClr val="tx1"/>
                  </a:solidFill>
                  <a:latin typeface="Arial" panose="020B0604020202020204" pitchFamily="34" charset="0"/>
                </a:defRPr>
              </a:lvl1pPr>
              <a:lvl2pPr marL="742950" indent="-285750">
                <a:spcBef>
                  <a:spcPct val="20000"/>
                </a:spcBef>
                <a:buClr>
                  <a:srgbClr val="A50021"/>
                </a:buClr>
                <a:buFont typeface="Wingdings" panose="05000000000000000000" pitchFamily="2" charset="2"/>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SzPct val="120000"/>
                <a:buChar char="•"/>
                <a:defRPr sz="1400">
                  <a:solidFill>
                    <a:schemeClr val="tx1"/>
                  </a:solidFill>
                  <a:latin typeface="Arial" panose="020B0604020202020204" pitchFamily="34" charset="0"/>
                </a:defRPr>
              </a:lvl4pPr>
              <a:lvl5pPr marL="2057400" indent="-228600">
                <a:spcBef>
                  <a:spcPct val="20000"/>
                </a:spcBef>
                <a:buFont typeface="Webdings" panose="05030102010509060703" pitchFamily="18" charset="2"/>
                <a:buChar char="4"/>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9pPr>
            </a:lstStyle>
            <a:p>
              <a:pPr algn="ctr" fontAlgn="auto">
                <a:spcBef>
                  <a:spcPct val="0"/>
                </a:spcBef>
                <a:spcAft>
                  <a:spcPts val="0"/>
                </a:spcAft>
                <a:buClrTx/>
                <a:buFontTx/>
                <a:buNone/>
                <a:defRPr/>
              </a:pPr>
              <a:r>
                <a:rPr lang="fr-FR" altLang="fr-FR" sz="1400" i="1" kern="0" dirty="0">
                  <a:solidFill>
                    <a:srgbClr val="000000"/>
                  </a:solidFill>
                  <a:latin typeface="Calibri" panose="020F0502020204030204" pitchFamily="34" charset="0"/>
                  <a:cs typeface="Calibri" panose="020F0502020204030204" pitchFamily="34" charset="0"/>
                </a:rPr>
                <a:t>Chercher des idées</a:t>
              </a:r>
              <a:br>
                <a:rPr lang="fr-FR" altLang="fr-FR" sz="1400" i="1" kern="0" dirty="0">
                  <a:solidFill>
                    <a:srgbClr val="000000"/>
                  </a:solidFill>
                  <a:latin typeface="Calibri" panose="020F0502020204030204" pitchFamily="34" charset="0"/>
                  <a:cs typeface="Calibri" panose="020F0502020204030204" pitchFamily="34" charset="0"/>
                </a:rPr>
              </a:br>
              <a:r>
                <a:rPr lang="fr-FR" altLang="fr-FR" sz="1400" i="1" kern="0" dirty="0">
                  <a:solidFill>
                    <a:srgbClr val="000000"/>
                  </a:solidFill>
                  <a:latin typeface="Calibri" panose="020F0502020204030204" pitchFamily="34" charset="0"/>
                  <a:cs typeface="Calibri" panose="020F0502020204030204" pitchFamily="34" charset="0"/>
                </a:rPr>
                <a:t>en groupe</a:t>
              </a:r>
            </a:p>
          </p:txBody>
        </p:sp>
      </p:grpSp>
      <p:grpSp>
        <p:nvGrpSpPr>
          <p:cNvPr id="28" name="Groupe 27">
            <a:extLst>
              <a:ext uri="{FF2B5EF4-FFF2-40B4-BE49-F238E27FC236}">
                <a16:creationId xmlns:a16="http://schemas.microsoft.com/office/drawing/2014/main" id="{13F9FD21-FD29-406E-BE7D-17BE2F9B311B}"/>
              </a:ext>
            </a:extLst>
          </p:cNvPr>
          <p:cNvGrpSpPr/>
          <p:nvPr/>
        </p:nvGrpSpPr>
        <p:grpSpPr>
          <a:xfrm>
            <a:off x="2572170" y="5375850"/>
            <a:ext cx="3474642" cy="1523479"/>
            <a:chOff x="5381834" y="2758370"/>
            <a:chExt cx="4159959" cy="1823961"/>
          </a:xfrm>
        </p:grpSpPr>
        <p:pic>
          <p:nvPicPr>
            <p:cNvPr id="29" name="Image 28">
              <a:extLst>
                <a:ext uri="{FF2B5EF4-FFF2-40B4-BE49-F238E27FC236}">
                  <a16:creationId xmlns:a16="http://schemas.microsoft.com/office/drawing/2014/main" id="{A63B17D9-59B3-43A5-9479-ADD063C943BD}"/>
                </a:ext>
              </a:extLst>
            </p:cNvPr>
            <p:cNvPicPr>
              <a:picLocks noChangeAspect="1"/>
            </p:cNvPicPr>
            <p:nvPr/>
          </p:nvPicPr>
          <p:blipFill rotWithShape="1">
            <a:blip r:embed="rId3"/>
            <a:srcRect l="890" r="571"/>
            <a:stretch/>
          </p:blipFill>
          <p:spPr>
            <a:xfrm>
              <a:off x="5381834" y="2758370"/>
              <a:ext cx="2138947" cy="1823961"/>
            </a:xfrm>
            <a:prstGeom prst="rect">
              <a:avLst/>
            </a:prstGeom>
          </p:spPr>
        </p:pic>
        <p:sp>
          <p:nvSpPr>
            <p:cNvPr id="30" name="Rectangle 36">
              <a:extLst>
                <a:ext uri="{FF2B5EF4-FFF2-40B4-BE49-F238E27FC236}">
                  <a16:creationId xmlns:a16="http://schemas.microsoft.com/office/drawing/2014/main" id="{7D6246E5-C6F4-44C4-8A68-1C7B759535B3}"/>
                </a:ext>
              </a:extLst>
            </p:cNvPr>
            <p:cNvSpPr>
              <a:spLocks noChangeArrowheads="1"/>
            </p:cNvSpPr>
            <p:nvPr/>
          </p:nvSpPr>
          <p:spPr bwMode="auto">
            <a:xfrm>
              <a:off x="7629437" y="3489350"/>
              <a:ext cx="1912356"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0" tIns="54000" rIns="0" bIns="54000" anchor="ctr"/>
            <a:lstStyle>
              <a:lvl1pPr>
                <a:spcBef>
                  <a:spcPct val="20000"/>
                </a:spcBef>
                <a:buClr>
                  <a:srgbClr val="990033"/>
                </a:buClr>
                <a:buFont typeface="Wingdings" panose="05000000000000000000" pitchFamily="2" charset="2"/>
                <a:buChar char="n"/>
                <a:defRPr sz="2400">
                  <a:solidFill>
                    <a:schemeClr val="tx1"/>
                  </a:solidFill>
                  <a:latin typeface="Arial" panose="020B0604020202020204" pitchFamily="34" charset="0"/>
                </a:defRPr>
              </a:lvl1pPr>
              <a:lvl2pPr marL="742950" indent="-285750">
                <a:spcBef>
                  <a:spcPct val="20000"/>
                </a:spcBef>
                <a:buClr>
                  <a:srgbClr val="A50021"/>
                </a:buClr>
                <a:buFont typeface="Wingdings" panose="05000000000000000000" pitchFamily="2" charset="2"/>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SzPct val="120000"/>
                <a:buChar char="•"/>
                <a:defRPr sz="1400">
                  <a:solidFill>
                    <a:schemeClr val="tx1"/>
                  </a:solidFill>
                  <a:latin typeface="Arial" panose="020B0604020202020204" pitchFamily="34" charset="0"/>
                </a:defRPr>
              </a:lvl4pPr>
              <a:lvl5pPr marL="2057400" indent="-228600">
                <a:spcBef>
                  <a:spcPct val="20000"/>
                </a:spcBef>
                <a:buFont typeface="Webdings" panose="05030102010509060703" pitchFamily="18" charset="2"/>
                <a:buChar char="4"/>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9pPr>
            </a:lstStyle>
            <a:p>
              <a:pPr fontAlgn="auto">
                <a:spcBef>
                  <a:spcPct val="0"/>
                </a:spcBef>
                <a:spcAft>
                  <a:spcPts val="0"/>
                </a:spcAft>
                <a:buClrTx/>
                <a:buFontTx/>
                <a:buNone/>
                <a:defRPr/>
              </a:pPr>
              <a:r>
                <a:rPr lang="fr-FR" altLang="fr-FR" sz="1400" i="1" kern="0" dirty="0">
                  <a:solidFill>
                    <a:srgbClr val="000000"/>
                  </a:solidFill>
                  <a:latin typeface="Calibri" panose="020F0502020204030204" pitchFamily="34" charset="0"/>
                  <a:cs typeface="Calibri" panose="020F0502020204030204" pitchFamily="34" charset="0"/>
                </a:rPr>
                <a:t>Représenter visuellement</a:t>
              </a:r>
              <a:br>
                <a:rPr lang="fr-FR" altLang="fr-FR" sz="1400" i="1" kern="0" dirty="0">
                  <a:solidFill>
                    <a:srgbClr val="000000"/>
                  </a:solidFill>
                  <a:latin typeface="Calibri" panose="020F0502020204030204" pitchFamily="34" charset="0"/>
                  <a:cs typeface="Calibri" panose="020F0502020204030204" pitchFamily="34" charset="0"/>
                </a:rPr>
              </a:br>
              <a:r>
                <a:rPr lang="fr-FR" altLang="fr-FR" sz="1400" i="1" kern="0" dirty="0">
                  <a:solidFill>
                    <a:srgbClr val="000000"/>
                  </a:solidFill>
                  <a:latin typeface="Calibri" panose="020F0502020204030204" pitchFamily="34" charset="0"/>
                  <a:cs typeface="Calibri" panose="020F0502020204030204" pitchFamily="34" charset="0"/>
                </a:rPr>
                <a:t>des données</a:t>
              </a:r>
            </a:p>
            <a:p>
              <a:pPr fontAlgn="auto">
                <a:spcBef>
                  <a:spcPct val="0"/>
                </a:spcBef>
                <a:spcAft>
                  <a:spcPts val="0"/>
                </a:spcAft>
                <a:buClrTx/>
                <a:buFont typeface="Wingdings" panose="05000000000000000000" pitchFamily="2" charset="2"/>
                <a:buNone/>
              </a:pPr>
              <a:endParaRPr lang="fr-FR" altLang="fr-FR" sz="1400" i="1" kern="0" dirty="0">
                <a:solidFill>
                  <a:srgbClr val="000000"/>
                </a:solidFill>
                <a:latin typeface="Calibri" panose="020F0502020204030204" pitchFamily="34" charset="0"/>
                <a:cs typeface="Calibri" panose="020F0502020204030204" pitchFamily="34" charset="0"/>
              </a:endParaRPr>
            </a:p>
            <a:p>
              <a:pPr fontAlgn="auto">
                <a:spcBef>
                  <a:spcPct val="0"/>
                </a:spcBef>
                <a:spcAft>
                  <a:spcPts val="0"/>
                </a:spcAft>
                <a:buClrTx/>
                <a:buFont typeface="Wingdings" panose="05000000000000000000" pitchFamily="2" charset="2"/>
                <a:buNone/>
              </a:pPr>
              <a:r>
                <a:rPr lang="fr-FR" altLang="fr-FR" sz="1400" i="1" kern="0" dirty="0">
                  <a:solidFill>
                    <a:srgbClr val="000000"/>
                  </a:solidFill>
                  <a:latin typeface="Calibri" panose="020F0502020204030204" pitchFamily="34" charset="0"/>
                  <a:cs typeface="Calibri" panose="020F0502020204030204" pitchFamily="34" charset="0"/>
                </a:rPr>
                <a:t>Classer des données selon leur importance</a:t>
              </a:r>
            </a:p>
          </p:txBody>
        </p:sp>
      </p:grpSp>
      <p:grpSp>
        <p:nvGrpSpPr>
          <p:cNvPr id="31" name="Groupe 30">
            <a:extLst>
              <a:ext uri="{FF2B5EF4-FFF2-40B4-BE49-F238E27FC236}">
                <a16:creationId xmlns:a16="http://schemas.microsoft.com/office/drawing/2014/main" id="{868CED58-8EBB-479B-9E55-A019A04695DA}"/>
              </a:ext>
            </a:extLst>
          </p:cNvPr>
          <p:cNvGrpSpPr/>
          <p:nvPr/>
        </p:nvGrpSpPr>
        <p:grpSpPr>
          <a:xfrm>
            <a:off x="3108104" y="7540438"/>
            <a:ext cx="2909901" cy="1527864"/>
            <a:chOff x="5980513" y="4916112"/>
            <a:chExt cx="3483833" cy="1829211"/>
          </a:xfrm>
        </p:grpSpPr>
        <p:pic>
          <p:nvPicPr>
            <p:cNvPr id="32" name="Image 31">
              <a:extLst>
                <a:ext uri="{FF2B5EF4-FFF2-40B4-BE49-F238E27FC236}">
                  <a16:creationId xmlns:a16="http://schemas.microsoft.com/office/drawing/2014/main" id="{C952E8FA-25E8-476F-8373-24847043774D}"/>
                </a:ext>
              </a:extLst>
            </p:cNvPr>
            <p:cNvPicPr>
              <a:picLocks noChangeAspect="1"/>
            </p:cNvPicPr>
            <p:nvPr/>
          </p:nvPicPr>
          <p:blipFill rotWithShape="1">
            <a:blip r:embed="rId4"/>
            <a:srcRect l="1338" b="2572"/>
            <a:stretch/>
          </p:blipFill>
          <p:spPr>
            <a:xfrm>
              <a:off x="5980513" y="4916112"/>
              <a:ext cx="2131550" cy="1829211"/>
            </a:xfrm>
            <a:prstGeom prst="rect">
              <a:avLst/>
            </a:prstGeom>
          </p:spPr>
        </p:pic>
        <p:sp>
          <p:nvSpPr>
            <p:cNvPr id="33" name="Rectangle 49">
              <a:extLst>
                <a:ext uri="{FF2B5EF4-FFF2-40B4-BE49-F238E27FC236}">
                  <a16:creationId xmlns:a16="http://schemas.microsoft.com/office/drawing/2014/main" id="{38AA69B5-6E8A-4EC5-A15B-7657FFEC5ED0}"/>
                </a:ext>
              </a:extLst>
            </p:cNvPr>
            <p:cNvSpPr>
              <a:spLocks noChangeArrowheads="1"/>
            </p:cNvSpPr>
            <p:nvPr/>
          </p:nvSpPr>
          <p:spPr bwMode="auto">
            <a:xfrm>
              <a:off x="8224477" y="5628312"/>
              <a:ext cx="1239869"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0" tIns="54000" rIns="0" bIns="54000" anchor="ctr"/>
            <a:lstStyle>
              <a:lvl1pPr>
                <a:spcBef>
                  <a:spcPct val="20000"/>
                </a:spcBef>
                <a:buClr>
                  <a:srgbClr val="990033"/>
                </a:buClr>
                <a:buFont typeface="Wingdings" panose="05000000000000000000" pitchFamily="2" charset="2"/>
                <a:buChar char="n"/>
                <a:defRPr sz="2400">
                  <a:solidFill>
                    <a:schemeClr val="tx1"/>
                  </a:solidFill>
                  <a:latin typeface="Arial" panose="020B0604020202020204" pitchFamily="34" charset="0"/>
                </a:defRPr>
              </a:lvl1pPr>
              <a:lvl2pPr marL="742950" indent="-285750">
                <a:spcBef>
                  <a:spcPct val="20000"/>
                </a:spcBef>
                <a:buClr>
                  <a:srgbClr val="A50021"/>
                </a:buClr>
                <a:buFont typeface="Wingdings" panose="05000000000000000000" pitchFamily="2" charset="2"/>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SzPct val="120000"/>
                <a:buChar char="•"/>
                <a:defRPr sz="1400">
                  <a:solidFill>
                    <a:schemeClr val="tx1"/>
                  </a:solidFill>
                  <a:latin typeface="Arial" panose="020B0604020202020204" pitchFamily="34" charset="0"/>
                </a:defRPr>
              </a:lvl4pPr>
              <a:lvl5pPr marL="2057400" indent="-228600">
                <a:spcBef>
                  <a:spcPct val="20000"/>
                </a:spcBef>
                <a:buFont typeface="Webdings" panose="05030102010509060703" pitchFamily="18" charset="2"/>
                <a:buChar char="4"/>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9pPr>
            </a:lstStyle>
            <a:p>
              <a:pPr fontAlgn="auto">
                <a:spcBef>
                  <a:spcPct val="0"/>
                </a:spcBef>
                <a:spcAft>
                  <a:spcPts val="0"/>
                </a:spcAft>
                <a:buClrTx/>
                <a:buFontTx/>
                <a:buNone/>
                <a:defRPr/>
              </a:pPr>
              <a:r>
                <a:rPr lang="fr-FR" altLang="fr-FR" sz="1400" i="1" kern="0" dirty="0">
                  <a:solidFill>
                    <a:srgbClr val="000000"/>
                  </a:solidFill>
                  <a:latin typeface="Calibri" panose="020F0502020204030204" pitchFamily="34" charset="0"/>
                  <a:cs typeface="Calibri" panose="020F0502020204030204" pitchFamily="34" charset="0"/>
                </a:rPr>
                <a:t>Décrire</a:t>
              </a:r>
            </a:p>
            <a:p>
              <a:pPr fontAlgn="auto">
                <a:spcBef>
                  <a:spcPct val="0"/>
                </a:spcBef>
                <a:spcAft>
                  <a:spcPts val="0"/>
                </a:spcAft>
                <a:buClrTx/>
                <a:buFontTx/>
                <a:buNone/>
                <a:defRPr/>
              </a:pPr>
              <a:r>
                <a:rPr lang="fr-FR" altLang="fr-FR" sz="1400" i="1" kern="0" dirty="0">
                  <a:solidFill>
                    <a:srgbClr val="000000"/>
                  </a:solidFill>
                  <a:latin typeface="Calibri" panose="020F0502020204030204" pitchFamily="34" charset="0"/>
                  <a:cs typeface="Calibri" panose="020F0502020204030204" pitchFamily="34" charset="0"/>
                </a:rPr>
                <a:t>une situation</a:t>
              </a:r>
              <a:br>
                <a:rPr lang="fr-FR" altLang="fr-FR" sz="1400" i="1" kern="0" dirty="0">
                  <a:solidFill>
                    <a:srgbClr val="000000"/>
                  </a:solidFill>
                  <a:latin typeface="Calibri" panose="020F0502020204030204" pitchFamily="34" charset="0"/>
                  <a:cs typeface="Calibri" panose="020F0502020204030204" pitchFamily="34" charset="0"/>
                </a:rPr>
              </a:br>
              <a:r>
                <a:rPr lang="fr-FR" altLang="fr-FR" sz="1400" i="1" kern="0" dirty="0">
                  <a:solidFill>
                    <a:srgbClr val="000000"/>
                  </a:solidFill>
                  <a:latin typeface="Calibri" panose="020F0502020204030204" pitchFamily="34" charset="0"/>
                  <a:cs typeface="Calibri" panose="020F0502020204030204" pitchFamily="34" charset="0"/>
                </a:rPr>
                <a:t>de façon précise</a:t>
              </a:r>
            </a:p>
          </p:txBody>
        </p:sp>
      </p:grpSp>
      <p:grpSp>
        <p:nvGrpSpPr>
          <p:cNvPr id="34" name="Groupe 33">
            <a:extLst>
              <a:ext uri="{FF2B5EF4-FFF2-40B4-BE49-F238E27FC236}">
                <a16:creationId xmlns:a16="http://schemas.microsoft.com/office/drawing/2014/main" id="{BF5E0459-3808-40EC-890C-3D9269E923B8}"/>
              </a:ext>
            </a:extLst>
          </p:cNvPr>
          <p:cNvGrpSpPr/>
          <p:nvPr/>
        </p:nvGrpSpPr>
        <p:grpSpPr>
          <a:xfrm>
            <a:off x="255172" y="3375114"/>
            <a:ext cx="1779378" cy="2066865"/>
            <a:chOff x="159391" y="2829115"/>
            <a:chExt cx="2130331" cy="2474520"/>
          </a:xfrm>
        </p:grpSpPr>
        <p:pic>
          <p:nvPicPr>
            <p:cNvPr id="35" name="Image 34">
              <a:extLst>
                <a:ext uri="{FF2B5EF4-FFF2-40B4-BE49-F238E27FC236}">
                  <a16:creationId xmlns:a16="http://schemas.microsoft.com/office/drawing/2014/main" id="{33E55CF1-0F5E-448C-9F2E-FD5CC9C94A80}"/>
                </a:ext>
              </a:extLst>
            </p:cNvPr>
            <p:cNvPicPr>
              <a:picLocks noChangeAspect="1"/>
            </p:cNvPicPr>
            <p:nvPr/>
          </p:nvPicPr>
          <p:blipFill rotWithShape="1">
            <a:blip r:embed="rId5"/>
            <a:srcRect l="1394" b="839"/>
            <a:stretch/>
          </p:blipFill>
          <p:spPr>
            <a:xfrm>
              <a:off x="159391" y="2829115"/>
              <a:ext cx="2130331" cy="1828884"/>
            </a:xfrm>
            <a:prstGeom prst="rect">
              <a:avLst/>
            </a:prstGeom>
          </p:spPr>
        </p:pic>
        <p:sp>
          <p:nvSpPr>
            <p:cNvPr id="36" name="Rectangle 81">
              <a:extLst>
                <a:ext uri="{FF2B5EF4-FFF2-40B4-BE49-F238E27FC236}">
                  <a16:creationId xmlns:a16="http://schemas.microsoft.com/office/drawing/2014/main" id="{C5785651-6F1A-4B66-9C9D-A456F84E4419}"/>
                </a:ext>
              </a:extLst>
            </p:cNvPr>
            <p:cNvSpPr>
              <a:spLocks noChangeArrowheads="1"/>
            </p:cNvSpPr>
            <p:nvPr/>
          </p:nvSpPr>
          <p:spPr bwMode="auto">
            <a:xfrm>
              <a:off x="205914" y="4873422"/>
              <a:ext cx="2037286"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0" tIns="54000" rIns="0" bIns="54000" anchor="ctr"/>
            <a:lstStyle>
              <a:lvl1pPr>
                <a:spcBef>
                  <a:spcPct val="20000"/>
                </a:spcBef>
                <a:buClr>
                  <a:srgbClr val="990033"/>
                </a:buClr>
                <a:buFont typeface="Wingdings" panose="05000000000000000000" pitchFamily="2" charset="2"/>
                <a:buChar char="n"/>
                <a:defRPr sz="2400">
                  <a:solidFill>
                    <a:schemeClr val="tx1"/>
                  </a:solidFill>
                  <a:latin typeface="Arial" panose="020B0604020202020204" pitchFamily="34" charset="0"/>
                </a:defRPr>
              </a:lvl1pPr>
              <a:lvl2pPr marL="742950" indent="-285750">
                <a:spcBef>
                  <a:spcPct val="20000"/>
                </a:spcBef>
                <a:buClr>
                  <a:srgbClr val="A50021"/>
                </a:buClr>
                <a:buFont typeface="Wingdings" panose="05000000000000000000" pitchFamily="2" charset="2"/>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SzPct val="120000"/>
                <a:buChar char="•"/>
                <a:defRPr sz="1400">
                  <a:solidFill>
                    <a:schemeClr val="tx1"/>
                  </a:solidFill>
                  <a:latin typeface="Arial" panose="020B0604020202020204" pitchFamily="34" charset="0"/>
                </a:defRPr>
              </a:lvl4pPr>
              <a:lvl5pPr marL="2057400" indent="-228600">
                <a:spcBef>
                  <a:spcPct val="20000"/>
                </a:spcBef>
                <a:buFont typeface="Webdings" panose="05030102010509060703" pitchFamily="18" charset="2"/>
                <a:buChar char="4"/>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9pPr>
            </a:lstStyle>
            <a:p>
              <a:pPr algn="ctr" fontAlgn="auto">
                <a:lnSpc>
                  <a:spcPct val="110000"/>
                </a:lnSpc>
                <a:spcBef>
                  <a:spcPct val="0"/>
                </a:spcBef>
                <a:spcAft>
                  <a:spcPts val="0"/>
                </a:spcAft>
                <a:buClrTx/>
                <a:buFontTx/>
                <a:buNone/>
                <a:defRPr/>
              </a:pPr>
              <a:r>
                <a:rPr lang="fr-FR" altLang="fr-FR" sz="1400" i="1" kern="0" dirty="0">
                  <a:solidFill>
                    <a:srgbClr val="000000"/>
                  </a:solidFill>
                  <a:latin typeface="Calibri" panose="020F0502020204030204" pitchFamily="34" charset="0"/>
                  <a:cs typeface="Calibri" panose="020F0502020204030204" pitchFamily="34" charset="0"/>
                </a:rPr>
                <a:t>Trouver</a:t>
              </a:r>
            </a:p>
            <a:p>
              <a:pPr algn="ctr" fontAlgn="auto">
                <a:lnSpc>
                  <a:spcPct val="110000"/>
                </a:lnSpc>
                <a:spcBef>
                  <a:spcPct val="0"/>
                </a:spcBef>
                <a:spcAft>
                  <a:spcPts val="0"/>
                </a:spcAft>
                <a:buClrTx/>
                <a:buFontTx/>
                <a:buNone/>
                <a:defRPr/>
              </a:pPr>
              <a:r>
                <a:rPr lang="fr-FR" altLang="fr-FR" sz="1400" i="1" kern="0" dirty="0">
                  <a:solidFill>
                    <a:srgbClr val="000000"/>
                  </a:solidFill>
                  <a:latin typeface="Calibri" panose="020F0502020204030204" pitchFamily="34" charset="0"/>
                  <a:cs typeface="Calibri" panose="020F0502020204030204" pitchFamily="34" charset="0"/>
                </a:rPr>
                <a:t>les causes racines</a:t>
              </a:r>
            </a:p>
            <a:p>
              <a:pPr algn="ctr" fontAlgn="auto">
                <a:lnSpc>
                  <a:spcPct val="110000"/>
                </a:lnSpc>
                <a:spcBef>
                  <a:spcPct val="0"/>
                </a:spcBef>
                <a:spcAft>
                  <a:spcPts val="0"/>
                </a:spcAft>
                <a:buClrTx/>
                <a:buFontTx/>
                <a:buNone/>
                <a:defRPr/>
              </a:pPr>
              <a:r>
                <a:rPr lang="fr-FR" altLang="fr-FR" sz="1400" i="1" kern="0" dirty="0">
                  <a:solidFill>
                    <a:srgbClr val="000000"/>
                  </a:solidFill>
                  <a:latin typeface="Calibri" panose="020F0502020204030204" pitchFamily="34" charset="0"/>
                  <a:cs typeface="Calibri" panose="020F0502020204030204" pitchFamily="34" charset="0"/>
                </a:rPr>
                <a:t>d’un effet</a:t>
              </a:r>
            </a:p>
          </p:txBody>
        </p:sp>
      </p:grpSp>
      <p:grpSp>
        <p:nvGrpSpPr>
          <p:cNvPr id="48" name="Groupe 47">
            <a:extLst>
              <a:ext uri="{FF2B5EF4-FFF2-40B4-BE49-F238E27FC236}">
                <a16:creationId xmlns:a16="http://schemas.microsoft.com/office/drawing/2014/main" id="{9BED22BA-865A-4736-B007-3AA35D6A53B7}"/>
              </a:ext>
            </a:extLst>
          </p:cNvPr>
          <p:cNvGrpSpPr/>
          <p:nvPr/>
        </p:nvGrpSpPr>
        <p:grpSpPr>
          <a:xfrm>
            <a:off x="2719367" y="1147278"/>
            <a:ext cx="3399453" cy="1523479"/>
            <a:chOff x="5394739" y="302160"/>
            <a:chExt cx="4069940" cy="1823961"/>
          </a:xfrm>
        </p:grpSpPr>
        <p:pic>
          <p:nvPicPr>
            <p:cNvPr id="49" name="Image 48">
              <a:extLst>
                <a:ext uri="{FF2B5EF4-FFF2-40B4-BE49-F238E27FC236}">
                  <a16:creationId xmlns:a16="http://schemas.microsoft.com/office/drawing/2014/main" id="{0D8B77F0-5F39-46E1-94D9-40837431EE56}"/>
                </a:ext>
              </a:extLst>
            </p:cNvPr>
            <p:cNvPicPr>
              <a:picLocks noChangeAspect="1"/>
            </p:cNvPicPr>
            <p:nvPr/>
          </p:nvPicPr>
          <p:blipFill>
            <a:blip r:embed="rId6"/>
            <a:stretch>
              <a:fillRect/>
            </a:stretch>
          </p:blipFill>
          <p:spPr>
            <a:xfrm>
              <a:off x="5394739" y="302160"/>
              <a:ext cx="2126042" cy="1823961"/>
            </a:xfrm>
            <a:prstGeom prst="rect">
              <a:avLst/>
            </a:prstGeom>
          </p:spPr>
        </p:pic>
        <p:sp>
          <p:nvSpPr>
            <p:cNvPr id="50" name="Rectangle 100">
              <a:extLst>
                <a:ext uri="{FF2B5EF4-FFF2-40B4-BE49-F238E27FC236}">
                  <a16:creationId xmlns:a16="http://schemas.microsoft.com/office/drawing/2014/main" id="{33934FC2-4B50-41E0-B424-A241F956F84D}"/>
                </a:ext>
              </a:extLst>
            </p:cNvPr>
            <p:cNvSpPr>
              <a:spLocks noChangeArrowheads="1"/>
            </p:cNvSpPr>
            <p:nvPr/>
          </p:nvSpPr>
          <p:spPr bwMode="auto">
            <a:xfrm>
              <a:off x="7650069" y="1016496"/>
              <a:ext cx="181461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0" tIns="54000" rIns="0" bIns="54000" anchor="ctr"/>
            <a:lstStyle>
              <a:lvl1pPr>
                <a:spcBef>
                  <a:spcPct val="20000"/>
                </a:spcBef>
                <a:buClr>
                  <a:srgbClr val="990033"/>
                </a:buClr>
                <a:buFont typeface="Wingdings" panose="05000000000000000000" pitchFamily="2" charset="2"/>
                <a:buChar char="n"/>
                <a:defRPr sz="2400">
                  <a:solidFill>
                    <a:schemeClr val="tx1"/>
                  </a:solidFill>
                  <a:latin typeface="Arial" panose="020B0604020202020204" pitchFamily="34" charset="0"/>
                </a:defRPr>
              </a:lvl1pPr>
              <a:lvl2pPr marL="742950" indent="-285750">
                <a:spcBef>
                  <a:spcPct val="20000"/>
                </a:spcBef>
                <a:buClr>
                  <a:srgbClr val="A50021"/>
                </a:buClr>
                <a:buFont typeface="Wingdings" panose="05000000000000000000" pitchFamily="2" charset="2"/>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SzPct val="120000"/>
                <a:buChar char="•"/>
                <a:defRPr sz="1400">
                  <a:solidFill>
                    <a:schemeClr val="tx1"/>
                  </a:solidFill>
                  <a:latin typeface="Arial" panose="020B0604020202020204" pitchFamily="34" charset="0"/>
                </a:defRPr>
              </a:lvl4pPr>
              <a:lvl5pPr marL="2057400" indent="-228600">
                <a:spcBef>
                  <a:spcPct val="20000"/>
                </a:spcBef>
                <a:buFont typeface="Webdings" panose="05030102010509060703" pitchFamily="18" charset="2"/>
                <a:buChar char="4"/>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9pPr>
            </a:lstStyle>
            <a:p>
              <a:pPr fontAlgn="auto">
                <a:lnSpc>
                  <a:spcPct val="110000"/>
                </a:lnSpc>
                <a:spcBef>
                  <a:spcPct val="0"/>
                </a:spcBef>
                <a:spcAft>
                  <a:spcPts val="0"/>
                </a:spcAft>
                <a:buClrTx/>
                <a:buFontTx/>
                <a:buNone/>
                <a:defRPr/>
              </a:pPr>
              <a:r>
                <a:rPr lang="fr-FR" altLang="fr-FR" sz="1400" i="1" kern="0" dirty="0">
                  <a:solidFill>
                    <a:srgbClr val="000000"/>
                  </a:solidFill>
                  <a:latin typeface="Calibri" panose="020F0502020204030204" pitchFamily="34" charset="0"/>
                  <a:cs typeface="Calibri" panose="020F0502020204030204" pitchFamily="34" charset="0"/>
                </a:rPr>
                <a:t>Identifier et classer les causes possibles d’un effet</a:t>
              </a:r>
            </a:p>
          </p:txBody>
        </p:sp>
      </p:grpSp>
      <p:grpSp>
        <p:nvGrpSpPr>
          <p:cNvPr id="51" name="Groupe 50">
            <a:extLst>
              <a:ext uri="{FF2B5EF4-FFF2-40B4-BE49-F238E27FC236}">
                <a16:creationId xmlns:a16="http://schemas.microsoft.com/office/drawing/2014/main" id="{1E0CE9CA-2420-45C6-982C-58391C427A12}"/>
              </a:ext>
            </a:extLst>
          </p:cNvPr>
          <p:cNvGrpSpPr/>
          <p:nvPr/>
        </p:nvGrpSpPr>
        <p:grpSpPr>
          <a:xfrm>
            <a:off x="2966250" y="3375114"/>
            <a:ext cx="3015181" cy="1523479"/>
            <a:chOff x="2949308" y="2402165"/>
            <a:chExt cx="3609877" cy="1823961"/>
          </a:xfrm>
        </p:grpSpPr>
        <p:pic>
          <p:nvPicPr>
            <p:cNvPr id="52" name="Image 51">
              <a:extLst>
                <a:ext uri="{FF2B5EF4-FFF2-40B4-BE49-F238E27FC236}">
                  <a16:creationId xmlns:a16="http://schemas.microsoft.com/office/drawing/2014/main" id="{FB67B1A2-3C9D-4692-89E6-7947BBDC0960}"/>
                </a:ext>
              </a:extLst>
            </p:cNvPr>
            <p:cNvPicPr>
              <a:picLocks noChangeAspect="1"/>
            </p:cNvPicPr>
            <p:nvPr/>
          </p:nvPicPr>
          <p:blipFill>
            <a:blip r:embed="rId7"/>
            <a:stretch>
              <a:fillRect/>
            </a:stretch>
          </p:blipFill>
          <p:spPr>
            <a:xfrm>
              <a:off x="2949308" y="2402165"/>
              <a:ext cx="2126042" cy="1823961"/>
            </a:xfrm>
            <a:prstGeom prst="rect">
              <a:avLst/>
            </a:prstGeom>
          </p:spPr>
        </p:pic>
        <p:sp>
          <p:nvSpPr>
            <p:cNvPr id="53" name="Rectangle 130">
              <a:extLst>
                <a:ext uri="{FF2B5EF4-FFF2-40B4-BE49-F238E27FC236}">
                  <a16:creationId xmlns:a16="http://schemas.microsoft.com/office/drawing/2014/main" id="{BD078132-7C1F-45E6-B23B-644EB644E948}"/>
                </a:ext>
              </a:extLst>
            </p:cNvPr>
            <p:cNvSpPr>
              <a:spLocks noChangeArrowheads="1"/>
            </p:cNvSpPr>
            <p:nvPr/>
          </p:nvSpPr>
          <p:spPr bwMode="auto">
            <a:xfrm>
              <a:off x="5155955" y="3050149"/>
              <a:ext cx="1403230" cy="453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lIns="0" tIns="54000" rIns="0" bIns="54000" anchor="ctr"/>
            <a:lstStyle>
              <a:lvl1pPr>
                <a:spcBef>
                  <a:spcPct val="20000"/>
                </a:spcBef>
                <a:buClr>
                  <a:srgbClr val="990033"/>
                </a:buClr>
                <a:buFont typeface="Wingdings" panose="05000000000000000000" pitchFamily="2" charset="2"/>
                <a:buChar char="n"/>
                <a:defRPr sz="2400">
                  <a:solidFill>
                    <a:schemeClr val="tx1"/>
                  </a:solidFill>
                  <a:latin typeface="Arial" panose="020B0604020202020204" pitchFamily="34" charset="0"/>
                </a:defRPr>
              </a:lvl1pPr>
              <a:lvl2pPr marL="742950" indent="-285750">
                <a:spcBef>
                  <a:spcPct val="20000"/>
                </a:spcBef>
                <a:buClr>
                  <a:srgbClr val="A50021"/>
                </a:buClr>
                <a:buFont typeface="Wingdings" panose="05000000000000000000" pitchFamily="2" charset="2"/>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SzPct val="120000"/>
                <a:buChar char="•"/>
                <a:defRPr sz="1400">
                  <a:solidFill>
                    <a:schemeClr val="tx1"/>
                  </a:solidFill>
                  <a:latin typeface="Arial" panose="020B0604020202020204" pitchFamily="34" charset="0"/>
                </a:defRPr>
              </a:lvl4pPr>
              <a:lvl5pPr marL="2057400" indent="-228600">
                <a:spcBef>
                  <a:spcPct val="20000"/>
                </a:spcBef>
                <a:buFont typeface="Webdings" panose="05030102010509060703" pitchFamily="18" charset="2"/>
                <a:buChar char="4"/>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9pPr>
            </a:lstStyle>
            <a:p>
              <a:pPr fontAlgn="auto">
                <a:lnSpc>
                  <a:spcPct val="110000"/>
                </a:lnSpc>
                <a:spcBef>
                  <a:spcPct val="0"/>
                </a:spcBef>
                <a:spcAft>
                  <a:spcPts val="0"/>
                </a:spcAft>
                <a:buClrTx/>
                <a:buFontTx/>
                <a:buNone/>
                <a:defRPr/>
              </a:pPr>
              <a:r>
                <a:rPr lang="fr-FR" altLang="fr-FR" sz="1400" i="1" kern="0" dirty="0">
                  <a:solidFill>
                    <a:srgbClr val="000000"/>
                  </a:solidFill>
                  <a:latin typeface="Calibri" panose="020F0502020204030204" pitchFamily="34" charset="0"/>
                  <a:cs typeface="Calibri" panose="020F0502020204030204" pitchFamily="34" charset="0"/>
                </a:rPr>
                <a:t>Enregistrer</a:t>
              </a:r>
            </a:p>
            <a:p>
              <a:pPr fontAlgn="auto">
                <a:lnSpc>
                  <a:spcPct val="110000"/>
                </a:lnSpc>
                <a:spcBef>
                  <a:spcPct val="0"/>
                </a:spcBef>
                <a:spcAft>
                  <a:spcPts val="0"/>
                </a:spcAft>
                <a:buClrTx/>
                <a:buFontTx/>
                <a:buNone/>
                <a:defRPr/>
              </a:pPr>
              <a:r>
                <a:rPr lang="fr-FR" altLang="fr-FR" sz="1400" i="1" kern="0" dirty="0">
                  <a:solidFill>
                    <a:srgbClr val="000000"/>
                  </a:solidFill>
                  <a:latin typeface="Calibri" panose="020F0502020204030204" pitchFamily="34" charset="0"/>
                  <a:cs typeface="Calibri" panose="020F0502020204030204" pitchFamily="34" charset="0"/>
                </a:rPr>
                <a:t>des données</a:t>
              </a:r>
            </a:p>
          </p:txBody>
        </p:sp>
      </p:grpSp>
      <p:grpSp>
        <p:nvGrpSpPr>
          <p:cNvPr id="54" name="Groupe 53">
            <a:extLst>
              <a:ext uri="{FF2B5EF4-FFF2-40B4-BE49-F238E27FC236}">
                <a16:creationId xmlns:a16="http://schemas.microsoft.com/office/drawing/2014/main" id="{D2017656-F626-433C-810F-C7780D10BA37}"/>
              </a:ext>
            </a:extLst>
          </p:cNvPr>
          <p:cNvGrpSpPr/>
          <p:nvPr/>
        </p:nvGrpSpPr>
        <p:grpSpPr>
          <a:xfrm>
            <a:off x="337984" y="6899329"/>
            <a:ext cx="1863718" cy="1988946"/>
            <a:chOff x="1884766" y="4897858"/>
            <a:chExt cx="2231306" cy="2381232"/>
          </a:xfrm>
        </p:grpSpPr>
        <p:pic>
          <p:nvPicPr>
            <p:cNvPr id="55" name="Image 54">
              <a:extLst>
                <a:ext uri="{FF2B5EF4-FFF2-40B4-BE49-F238E27FC236}">
                  <a16:creationId xmlns:a16="http://schemas.microsoft.com/office/drawing/2014/main" id="{BBF1CDA0-145C-410A-842A-2B2AEF6F0EDD}"/>
                </a:ext>
              </a:extLst>
            </p:cNvPr>
            <p:cNvPicPr>
              <a:picLocks noChangeAspect="1"/>
            </p:cNvPicPr>
            <p:nvPr/>
          </p:nvPicPr>
          <p:blipFill>
            <a:blip r:embed="rId8"/>
            <a:stretch>
              <a:fillRect/>
            </a:stretch>
          </p:blipFill>
          <p:spPr>
            <a:xfrm>
              <a:off x="1937399" y="4897858"/>
              <a:ext cx="2126042" cy="1823961"/>
            </a:xfrm>
            <a:prstGeom prst="rect">
              <a:avLst/>
            </a:prstGeom>
          </p:spPr>
        </p:pic>
        <p:sp>
          <p:nvSpPr>
            <p:cNvPr id="56" name="Rectangle 43">
              <a:extLst>
                <a:ext uri="{FF2B5EF4-FFF2-40B4-BE49-F238E27FC236}">
                  <a16:creationId xmlns:a16="http://schemas.microsoft.com/office/drawing/2014/main" id="{14D2D5D3-B64D-4A19-ACE2-7F6AFA2B2FBC}"/>
                </a:ext>
              </a:extLst>
            </p:cNvPr>
            <p:cNvSpPr>
              <a:spLocks noChangeArrowheads="1"/>
            </p:cNvSpPr>
            <p:nvPr/>
          </p:nvSpPr>
          <p:spPr bwMode="auto">
            <a:xfrm>
              <a:off x="1884766" y="6775097"/>
              <a:ext cx="2231306" cy="503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lgn="ctr">
                  <a:solidFill>
                    <a:srgbClr val="000000"/>
                  </a:solidFill>
                  <a:miter lim="800000"/>
                  <a:headEnd/>
                  <a:tailEnd/>
                </a14:hiddenLine>
              </a:ext>
            </a:extLst>
          </p:spPr>
          <p:txBody>
            <a:bodyPr lIns="0" tIns="54000" rIns="0" bIns="54000" anchor="ctr"/>
            <a:lstStyle>
              <a:lvl1pPr>
                <a:spcBef>
                  <a:spcPct val="20000"/>
                </a:spcBef>
                <a:buClr>
                  <a:srgbClr val="990033"/>
                </a:buClr>
                <a:buFont typeface="Wingdings" panose="05000000000000000000" pitchFamily="2" charset="2"/>
                <a:buChar char="n"/>
                <a:defRPr sz="2400">
                  <a:solidFill>
                    <a:schemeClr val="tx1"/>
                  </a:solidFill>
                  <a:latin typeface="Arial" panose="020B0604020202020204" pitchFamily="34" charset="0"/>
                </a:defRPr>
              </a:lvl1pPr>
              <a:lvl2pPr marL="742950" indent="-285750">
                <a:spcBef>
                  <a:spcPct val="20000"/>
                </a:spcBef>
                <a:buClr>
                  <a:srgbClr val="A50021"/>
                </a:buClr>
                <a:buFont typeface="Wingdings" panose="05000000000000000000" pitchFamily="2" charset="2"/>
                <a:buChar char="§"/>
                <a:defRPr>
                  <a:solidFill>
                    <a:schemeClr val="tx1"/>
                  </a:solidFill>
                  <a:latin typeface="Arial" panose="020B0604020202020204" pitchFamily="34" charset="0"/>
                </a:defRPr>
              </a:lvl2pPr>
              <a:lvl3pPr marL="1143000" indent="-228600">
                <a:spcBef>
                  <a:spcPct val="20000"/>
                </a:spcBef>
                <a:buChar char="–"/>
                <a:defRPr sz="1600">
                  <a:solidFill>
                    <a:schemeClr val="tx1"/>
                  </a:solidFill>
                  <a:latin typeface="Arial" panose="020B0604020202020204" pitchFamily="34" charset="0"/>
                </a:defRPr>
              </a:lvl3pPr>
              <a:lvl4pPr marL="1600200" indent="-228600">
                <a:spcBef>
                  <a:spcPct val="20000"/>
                </a:spcBef>
                <a:buSzPct val="120000"/>
                <a:buChar char="•"/>
                <a:defRPr sz="1400">
                  <a:solidFill>
                    <a:schemeClr val="tx1"/>
                  </a:solidFill>
                  <a:latin typeface="Arial" panose="020B0604020202020204" pitchFamily="34" charset="0"/>
                </a:defRPr>
              </a:lvl4pPr>
              <a:lvl5pPr marL="2057400" indent="-228600">
                <a:spcBef>
                  <a:spcPct val="20000"/>
                </a:spcBef>
                <a:buFont typeface="Webdings" panose="05030102010509060703" pitchFamily="18" charset="2"/>
                <a:buChar char="4"/>
                <a:defRPr sz="14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ebdings" panose="05030102010509060703" pitchFamily="18" charset="2"/>
                <a:buChar char="4"/>
                <a:defRPr sz="1400">
                  <a:solidFill>
                    <a:schemeClr val="tx1"/>
                  </a:solidFill>
                  <a:latin typeface="Arial" panose="020B0604020202020204" pitchFamily="34" charset="0"/>
                </a:defRPr>
              </a:lvl9pPr>
            </a:lstStyle>
            <a:p>
              <a:pPr algn="ctr">
                <a:spcBef>
                  <a:spcPct val="0"/>
                </a:spcBef>
                <a:buClrTx/>
                <a:buFontTx/>
                <a:buNone/>
              </a:pPr>
              <a:r>
                <a:rPr lang="fr-FR" altLang="fr-FR" sz="1400" i="1" dirty="0">
                  <a:solidFill>
                    <a:srgbClr val="000000"/>
                  </a:solidFill>
                  <a:latin typeface="Calibri" panose="020F0502020204030204" pitchFamily="34" charset="0"/>
                  <a:cs typeface="Calibri" panose="020F0502020204030204" pitchFamily="34" charset="0"/>
                </a:rPr>
                <a:t>Classer des solutions </a:t>
              </a:r>
            </a:p>
            <a:p>
              <a:pPr algn="ctr">
                <a:spcBef>
                  <a:spcPct val="0"/>
                </a:spcBef>
                <a:buClrTx/>
                <a:buFontTx/>
                <a:buNone/>
              </a:pPr>
              <a:r>
                <a:rPr lang="fr-FR" altLang="fr-FR" sz="1400" i="1" dirty="0">
                  <a:solidFill>
                    <a:srgbClr val="000000"/>
                  </a:solidFill>
                  <a:latin typeface="Calibri" panose="020F0502020204030204" pitchFamily="34" charset="0"/>
                  <a:cs typeface="Calibri" panose="020F0502020204030204" pitchFamily="34" charset="0"/>
                </a:rPr>
                <a:t>selon certains critères</a:t>
              </a:r>
            </a:p>
          </p:txBody>
        </p:sp>
      </p:grpSp>
    </p:spTree>
    <p:extLst>
      <p:ext uri="{BB962C8B-B14F-4D97-AF65-F5344CB8AC3E}">
        <p14:creationId xmlns:p14="http://schemas.microsoft.com/office/powerpoint/2010/main" val="3586899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228600" y="1576388"/>
            <a:ext cx="601980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Objectifs :</a:t>
            </a:r>
            <a:endParaRPr lang="sk-SK" altLang="fr-FR" sz="1200" b="1"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Décrire une situation que l'on veut améliorer.</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Cerner un problème, identifier ses aspects essentiels.</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Utilisation</a:t>
            </a: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Répondre successivement aux questions en les appliquant au sujet étudié.</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Recommencer au moins une fois pour s'assurer que les réponses sont pertinentes.</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Exemple : Une entreprise lance un projet Qualité Totale</a:t>
            </a: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QUI ?	L'ensemble du personnel</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tabLst>
                <a:tab pos="1074738" algn="l"/>
              </a:tabLst>
            </a:pP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QUOI ?	Le projet</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tabLst>
                <a:tab pos="1074738" algn="l"/>
              </a:tabLst>
            </a:pP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O</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U</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	Dans tous les établissements</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tabLst>
                <a:tab pos="1074738" algn="l"/>
              </a:tabLst>
            </a:pP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QUAND ?	Dans 6 semaines</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tabLst>
                <a:tab pos="1074738" algn="l"/>
              </a:tabLst>
            </a:pP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COMMENT ?	Par un plan précis de mise en œuvre</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tabLst>
                <a:tab pos="1074738" algn="l"/>
              </a:tabLst>
            </a:pP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POURQUOI ?	Pour améliorer la position sur le marché</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 et l</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e</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s</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performances</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 </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économiques</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Pour chaque question il convient, si besoin est, de répondre à la question Combien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p:txBody>
      </p:sp>
      <p:sp>
        <p:nvSpPr>
          <p:cNvPr id="20483" name="Text Box 3"/>
          <p:cNvSpPr txBox="1">
            <a:spLocks noChangeArrowheads="1"/>
          </p:cNvSpPr>
          <p:nvPr/>
        </p:nvSpPr>
        <p:spPr bwMode="auto">
          <a:xfrm>
            <a:off x="498475" y="457200"/>
            <a:ext cx="4036169" cy="533400"/>
          </a:xfrm>
          <a:prstGeom prst="rect">
            <a:avLst/>
          </a:prstGeom>
          <a:solidFill>
            <a:schemeClr val="bg1"/>
          </a:solidFill>
          <a:ln w="19050">
            <a:solidFill>
              <a:srgbClr val="FF3300"/>
            </a:solidFill>
            <a:miter lim="800000"/>
            <a:headEnd/>
            <a:tailEnd/>
          </a:ln>
          <a:effectLst/>
        </p:spPr>
        <p:txBody>
          <a:bodyPr anchor="ctr"/>
          <a:lstStyle>
            <a:defPPr>
              <a:defRPr lang="fr-FR"/>
            </a:defPPr>
            <a:lvl1pPr algn="ctr" eaLnBrk="1" hangingPunct="1">
              <a:defRPr sz="2000" b="1" cap="small">
                <a:solidFill>
                  <a:srgbClr val="27A8E0"/>
                </a:solidFill>
                <a:latin typeface="Calibri" panose="020F0502020204030204" pitchFamily="34" charset="0"/>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fr-FR" altLang="fr-FR" dirty="0"/>
              <a:t>LE Q.Q.O.Q.C</a:t>
            </a:r>
            <a:r>
              <a:rPr lang="fr-FR" altLang="fr-FR"/>
              <a:t>.P</a:t>
            </a:r>
            <a:endParaRPr lang="sk-SK" altLang="fr-FR" dirty="0"/>
          </a:p>
        </p:txBody>
      </p:sp>
      <p:pic>
        <p:nvPicPr>
          <p:cNvPr id="5" name="Image 4">
            <a:extLst>
              <a:ext uri="{FF2B5EF4-FFF2-40B4-BE49-F238E27FC236}">
                <a16:creationId xmlns:a16="http://schemas.microsoft.com/office/drawing/2014/main" id="{31BF9D5D-255D-4127-B878-B249AE1DB502}"/>
              </a:ext>
            </a:extLst>
          </p:cNvPr>
          <p:cNvPicPr>
            <a:picLocks noChangeAspect="1"/>
          </p:cNvPicPr>
          <p:nvPr/>
        </p:nvPicPr>
        <p:blipFill rotWithShape="1">
          <a:blip r:embed="rId2"/>
          <a:srcRect l="1338" b="2572"/>
          <a:stretch/>
        </p:blipFill>
        <p:spPr>
          <a:xfrm>
            <a:off x="4600112" y="225996"/>
            <a:ext cx="1644812" cy="1411512"/>
          </a:xfrm>
          <a:prstGeom prst="rect">
            <a:avLst/>
          </a:prstGeom>
        </p:spPr>
      </p:pic>
      <p:grpSp>
        <p:nvGrpSpPr>
          <p:cNvPr id="2" name="Groupe 1">
            <a:extLst>
              <a:ext uri="{FF2B5EF4-FFF2-40B4-BE49-F238E27FC236}">
                <a16:creationId xmlns:a16="http://schemas.microsoft.com/office/drawing/2014/main" id="{BF7B1CC1-29A1-4FDF-A942-FB75A06ADAD9}"/>
              </a:ext>
            </a:extLst>
          </p:cNvPr>
          <p:cNvGrpSpPr/>
          <p:nvPr/>
        </p:nvGrpSpPr>
        <p:grpSpPr>
          <a:xfrm>
            <a:off x="232398" y="5158555"/>
            <a:ext cx="5886422" cy="3996433"/>
            <a:chOff x="115888" y="406807"/>
            <a:chExt cx="7391400" cy="10337393"/>
          </a:xfrm>
        </p:grpSpPr>
        <p:sp>
          <p:nvSpPr>
            <p:cNvPr id="14" name="Rectangle 34">
              <a:extLst>
                <a:ext uri="{FF2B5EF4-FFF2-40B4-BE49-F238E27FC236}">
                  <a16:creationId xmlns:a16="http://schemas.microsoft.com/office/drawing/2014/main" id="{E5CAA54E-4C42-4EFA-9775-526BBFEA42C3}"/>
                </a:ext>
              </a:extLst>
            </p:cNvPr>
            <p:cNvSpPr>
              <a:spLocks noChangeArrowheads="1"/>
            </p:cNvSpPr>
            <p:nvPr/>
          </p:nvSpPr>
          <p:spPr bwMode="auto">
            <a:xfrm>
              <a:off x="152400" y="685800"/>
              <a:ext cx="7315200" cy="1558925"/>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0"/>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endParaRPr lang="fr-FR" altLang="fr-FR">
                <a:latin typeface="Calibri" panose="020F0502020204030204" pitchFamily="34" charset="0"/>
                <a:cs typeface="Calibri" panose="020F0502020204030204" pitchFamily="34" charset="0"/>
              </a:endParaRPr>
            </a:p>
          </p:txBody>
        </p:sp>
        <p:sp>
          <p:nvSpPr>
            <p:cNvPr id="15" name="Rectangle 35">
              <a:extLst>
                <a:ext uri="{FF2B5EF4-FFF2-40B4-BE49-F238E27FC236}">
                  <a16:creationId xmlns:a16="http://schemas.microsoft.com/office/drawing/2014/main" id="{3DE7CC62-29D0-44CC-AC16-67E1E2A433EE}"/>
                </a:ext>
              </a:extLst>
            </p:cNvPr>
            <p:cNvSpPr>
              <a:spLocks noChangeArrowheads="1"/>
            </p:cNvSpPr>
            <p:nvPr/>
          </p:nvSpPr>
          <p:spPr bwMode="auto">
            <a:xfrm>
              <a:off x="152400" y="2386013"/>
              <a:ext cx="7315200" cy="1558925"/>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0"/>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endParaRPr lang="fr-FR" altLang="fr-FR">
                <a:latin typeface="Calibri" panose="020F0502020204030204" pitchFamily="34" charset="0"/>
                <a:cs typeface="Calibri" panose="020F0502020204030204" pitchFamily="34" charset="0"/>
              </a:endParaRPr>
            </a:p>
          </p:txBody>
        </p:sp>
        <p:sp>
          <p:nvSpPr>
            <p:cNvPr id="16" name="Rectangle 36">
              <a:extLst>
                <a:ext uri="{FF2B5EF4-FFF2-40B4-BE49-F238E27FC236}">
                  <a16:creationId xmlns:a16="http://schemas.microsoft.com/office/drawing/2014/main" id="{7BED0BFD-EE59-4682-ADA3-22F656298D54}"/>
                </a:ext>
              </a:extLst>
            </p:cNvPr>
            <p:cNvSpPr>
              <a:spLocks noChangeArrowheads="1"/>
            </p:cNvSpPr>
            <p:nvPr/>
          </p:nvSpPr>
          <p:spPr bwMode="auto">
            <a:xfrm>
              <a:off x="152400" y="4086225"/>
              <a:ext cx="7315200" cy="1557338"/>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0"/>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endParaRPr lang="fr-FR" altLang="fr-FR">
                <a:latin typeface="Calibri" panose="020F0502020204030204" pitchFamily="34" charset="0"/>
                <a:cs typeface="Calibri" panose="020F0502020204030204" pitchFamily="34" charset="0"/>
              </a:endParaRPr>
            </a:p>
          </p:txBody>
        </p:sp>
        <p:sp>
          <p:nvSpPr>
            <p:cNvPr id="17" name="Rectangle 37">
              <a:extLst>
                <a:ext uri="{FF2B5EF4-FFF2-40B4-BE49-F238E27FC236}">
                  <a16:creationId xmlns:a16="http://schemas.microsoft.com/office/drawing/2014/main" id="{FA8FB880-37CC-48D9-929A-000598542DB7}"/>
                </a:ext>
              </a:extLst>
            </p:cNvPr>
            <p:cNvSpPr>
              <a:spLocks noChangeArrowheads="1"/>
            </p:cNvSpPr>
            <p:nvPr/>
          </p:nvSpPr>
          <p:spPr bwMode="auto">
            <a:xfrm>
              <a:off x="152400" y="5786438"/>
              <a:ext cx="7315200" cy="1557337"/>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0"/>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endParaRPr lang="fr-FR" altLang="fr-FR">
                <a:latin typeface="Calibri" panose="020F0502020204030204" pitchFamily="34" charset="0"/>
                <a:cs typeface="Calibri" panose="020F0502020204030204" pitchFamily="34" charset="0"/>
              </a:endParaRPr>
            </a:p>
          </p:txBody>
        </p:sp>
        <p:sp>
          <p:nvSpPr>
            <p:cNvPr id="18" name="Rectangle 38">
              <a:extLst>
                <a:ext uri="{FF2B5EF4-FFF2-40B4-BE49-F238E27FC236}">
                  <a16:creationId xmlns:a16="http://schemas.microsoft.com/office/drawing/2014/main" id="{9AA24214-A491-4076-A192-0318ADFF919D}"/>
                </a:ext>
              </a:extLst>
            </p:cNvPr>
            <p:cNvSpPr>
              <a:spLocks noChangeArrowheads="1"/>
            </p:cNvSpPr>
            <p:nvPr/>
          </p:nvSpPr>
          <p:spPr bwMode="auto">
            <a:xfrm>
              <a:off x="152400" y="7485063"/>
              <a:ext cx="7315200" cy="1558925"/>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0"/>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endParaRPr lang="fr-FR" altLang="fr-FR">
                <a:latin typeface="Calibri" panose="020F0502020204030204" pitchFamily="34" charset="0"/>
                <a:cs typeface="Calibri" panose="020F0502020204030204" pitchFamily="34" charset="0"/>
              </a:endParaRPr>
            </a:p>
          </p:txBody>
        </p:sp>
        <p:sp>
          <p:nvSpPr>
            <p:cNvPr id="19" name="Rectangle 39">
              <a:extLst>
                <a:ext uri="{FF2B5EF4-FFF2-40B4-BE49-F238E27FC236}">
                  <a16:creationId xmlns:a16="http://schemas.microsoft.com/office/drawing/2014/main" id="{F55DF807-C6C8-4856-9D91-209F30BC9040}"/>
                </a:ext>
              </a:extLst>
            </p:cNvPr>
            <p:cNvSpPr>
              <a:spLocks noChangeArrowheads="1"/>
            </p:cNvSpPr>
            <p:nvPr/>
          </p:nvSpPr>
          <p:spPr bwMode="auto">
            <a:xfrm>
              <a:off x="152400" y="9185275"/>
              <a:ext cx="7315200" cy="1558925"/>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0"/>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endParaRPr lang="fr-FR" altLang="fr-FR">
                <a:latin typeface="Calibri" panose="020F0502020204030204" pitchFamily="34" charset="0"/>
                <a:cs typeface="Calibri" panose="020F0502020204030204" pitchFamily="34" charset="0"/>
              </a:endParaRPr>
            </a:p>
          </p:txBody>
        </p:sp>
        <p:sp>
          <p:nvSpPr>
            <p:cNvPr id="20" name="Text Box 41">
              <a:extLst>
                <a:ext uri="{FF2B5EF4-FFF2-40B4-BE49-F238E27FC236}">
                  <a16:creationId xmlns:a16="http://schemas.microsoft.com/office/drawing/2014/main" id="{6BC97200-7934-4333-BE6E-098B907EF536}"/>
                </a:ext>
              </a:extLst>
            </p:cNvPr>
            <p:cNvSpPr txBox="1">
              <a:spLocks noChangeArrowheads="1"/>
            </p:cNvSpPr>
            <p:nvPr/>
          </p:nvSpPr>
          <p:spPr bwMode="auto">
            <a:xfrm>
              <a:off x="115888" y="406807"/>
              <a:ext cx="7391400" cy="79611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0">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fr-FR" altLang="fr-FR" sz="1400">
                  <a:latin typeface="Calibri" panose="020F0502020204030204" pitchFamily="34" charset="0"/>
                  <a:cs typeface="Calibri" panose="020F0502020204030204" pitchFamily="34" charset="0"/>
                </a:rPr>
                <a:t>qui</a:t>
              </a:r>
            </a:p>
          </p:txBody>
        </p:sp>
        <p:sp>
          <p:nvSpPr>
            <p:cNvPr id="21" name="Text Box 42">
              <a:extLst>
                <a:ext uri="{FF2B5EF4-FFF2-40B4-BE49-F238E27FC236}">
                  <a16:creationId xmlns:a16="http://schemas.microsoft.com/office/drawing/2014/main" id="{01D895C8-48A4-4E3C-BA4C-C1D47154AF35}"/>
                </a:ext>
              </a:extLst>
            </p:cNvPr>
            <p:cNvSpPr txBox="1">
              <a:spLocks noChangeArrowheads="1"/>
            </p:cNvSpPr>
            <p:nvPr/>
          </p:nvSpPr>
          <p:spPr bwMode="auto">
            <a:xfrm>
              <a:off x="115888" y="2105432"/>
              <a:ext cx="7391400" cy="79611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0">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fr-FR" altLang="fr-FR" sz="1400">
                  <a:latin typeface="Calibri" panose="020F0502020204030204" pitchFamily="34" charset="0"/>
                  <a:cs typeface="Calibri" panose="020F0502020204030204" pitchFamily="34" charset="0"/>
                </a:rPr>
                <a:t>quoi</a:t>
              </a:r>
            </a:p>
          </p:txBody>
        </p:sp>
        <p:sp>
          <p:nvSpPr>
            <p:cNvPr id="22" name="Text Box 43">
              <a:extLst>
                <a:ext uri="{FF2B5EF4-FFF2-40B4-BE49-F238E27FC236}">
                  <a16:creationId xmlns:a16="http://schemas.microsoft.com/office/drawing/2014/main" id="{409BC45F-0BA0-46BC-80A4-D387221F7D35}"/>
                </a:ext>
              </a:extLst>
            </p:cNvPr>
            <p:cNvSpPr txBox="1">
              <a:spLocks noChangeArrowheads="1"/>
            </p:cNvSpPr>
            <p:nvPr/>
          </p:nvSpPr>
          <p:spPr bwMode="auto">
            <a:xfrm>
              <a:off x="115888" y="3805643"/>
              <a:ext cx="7391400" cy="79611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0">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fr-FR" altLang="fr-FR" sz="1400">
                  <a:latin typeface="Calibri" panose="020F0502020204030204" pitchFamily="34" charset="0"/>
                  <a:cs typeface="Calibri" panose="020F0502020204030204" pitchFamily="34" charset="0"/>
                </a:rPr>
                <a:t>où</a:t>
              </a:r>
            </a:p>
          </p:txBody>
        </p:sp>
        <p:sp>
          <p:nvSpPr>
            <p:cNvPr id="23" name="Text Box 44">
              <a:extLst>
                <a:ext uri="{FF2B5EF4-FFF2-40B4-BE49-F238E27FC236}">
                  <a16:creationId xmlns:a16="http://schemas.microsoft.com/office/drawing/2014/main" id="{434D6393-B576-4FEB-9016-93F8DB0CA8B6}"/>
                </a:ext>
              </a:extLst>
            </p:cNvPr>
            <p:cNvSpPr txBox="1">
              <a:spLocks noChangeArrowheads="1"/>
            </p:cNvSpPr>
            <p:nvPr/>
          </p:nvSpPr>
          <p:spPr bwMode="auto">
            <a:xfrm>
              <a:off x="115888" y="5505859"/>
              <a:ext cx="7391400" cy="79611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0">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fr-FR" altLang="fr-FR" sz="1400">
                  <a:latin typeface="Calibri" panose="020F0502020204030204" pitchFamily="34" charset="0"/>
                  <a:cs typeface="Calibri" panose="020F0502020204030204" pitchFamily="34" charset="0"/>
                </a:rPr>
                <a:t>quand</a:t>
              </a:r>
            </a:p>
          </p:txBody>
        </p:sp>
        <p:sp>
          <p:nvSpPr>
            <p:cNvPr id="24" name="Text Box 45">
              <a:extLst>
                <a:ext uri="{FF2B5EF4-FFF2-40B4-BE49-F238E27FC236}">
                  <a16:creationId xmlns:a16="http://schemas.microsoft.com/office/drawing/2014/main" id="{55A622BC-76A1-4DD1-BD36-7406A2ABCD50}"/>
                </a:ext>
              </a:extLst>
            </p:cNvPr>
            <p:cNvSpPr txBox="1">
              <a:spLocks noChangeArrowheads="1"/>
            </p:cNvSpPr>
            <p:nvPr/>
          </p:nvSpPr>
          <p:spPr bwMode="auto">
            <a:xfrm>
              <a:off x="115888" y="7206067"/>
              <a:ext cx="7391400" cy="79611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0">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fr-FR" altLang="fr-FR" sz="1400">
                  <a:latin typeface="Calibri" panose="020F0502020204030204" pitchFamily="34" charset="0"/>
                  <a:cs typeface="Calibri" panose="020F0502020204030204" pitchFamily="34" charset="0"/>
                </a:rPr>
                <a:t>comment</a:t>
              </a:r>
            </a:p>
          </p:txBody>
        </p:sp>
        <p:sp>
          <p:nvSpPr>
            <p:cNvPr id="25" name="Text Box 46">
              <a:extLst>
                <a:ext uri="{FF2B5EF4-FFF2-40B4-BE49-F238E27FC236}">
                  <a16:creationId xmlns:a16="http://schemas.microsoft.com/office/drawing/2014/main" id="{5688D05E-A232-41DA-A702-43DDBCA40595}"/>
                </a:ext>
              </a:extLst>
            </p:cNvPr>
            <p:cNvSpPr txBox="1">
              <a:spLocks noChangeArrowheads="1"/>
            </p:cNvSpPr>
            <p:nvPr/>
          </p:nvSpPr>
          <p:spPr bwMode="auto">
            <a:xfrm>
              <a:off x="115888" y="8906283"/>
              <a:ext cx="7391400" cy="79611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0">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fr-FR" altLang="fr-FR" sz="1400">
                  <a:latin typeface="Calibri" panose="020F0502020204030204" pitchFamily="34" charset="0"/>
                  <a:cs typeface="Calibri" panose="020F0502020204030204" pitchFamily="34" charset="0"/>
                </a:rPr>
                <a:t>pourquoi</a:t>
              </a:r>
            </a:p>
          </p:txBody>
        </p:sp>
      </p:grpSp>
      <p:sp>
        <p:nvSpPr>
          <p:cNvPr id="27" name="Text Box 41">
            <a:extLst>
              <a:ext uri="{FF2B5EF4-FFF2-40B4-BE49-F238E27FC236}">
                <a16:creationId xmlns:a16="http://schemas.microsoft.com/office/drawing/2014/main" id="{E90ADDAE-C48C-4BF9-BB07-EE0542968B4C}"/>
              </a:ext>
            </a:extLst>
          </p:cNvPr>
          <p:cNvSpPr txBox="1">
            <a:spLocks noChangeArrowheads="1"/>
          </p:cNvSpPr>
          <p:nvPr/>
        </p:nvSpPr>
        <p:spPr bwMode="auto">
          <a:xfrm rot="16200000">
            <a:off x="3431446" y="6995737"/>
            <a:ext cx="3982143" cy="30777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0">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ctr"/>
            <a:r>
              <a:rPr lang="fr-FR" altLang="fr-FR" sz="1400" dirty="0">
                <a:latin typeface="Calibri" panose="020F0502020204030204" pitchFamily="34" charset="0"/>
                <a:cs typeface="Calibri" panose="020F0502020204030204" pitchFamily="34" charset="0"/>
              </a:rPr>
              <a:t>combien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228600" y="1570038"/>
            <a:ext cx="60198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0488" indent="-90488"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just"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Objectifs :</a:t>
            </a:r>
            <a:endParaRPr lang="fr-FR" altLang="fr-FR" sz="1200" b="1"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Recueillir les données, chiffrées ou non, concernant un problème, au fur et à mesure qu'elles apparaissent.</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Présenter les données recueillies sous forme d'un tableau pour en faciliter l'exploi</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tation.</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Utilisation :</a:t>
            </a:r>
            <a:endParaRPr lang="sk-SK" altLang="fr-FR" sz="1200" b="1"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Définir : </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buFontTx/>
              <a:buChar char="-"/>
            </a:pP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L'information qui fait l'objet du relevé : Quel est l'évènement qui doit être noté ?</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L'unité utilisée pour le relevé suivant le type de comptage ou de mesure effectué ou l'attribut caractéristique et, dans ce cas, les critères de classement.</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Noter sans ambiguïté et en concordance avec les définitions ci-dessus les événe</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ments au fur et à mesure de leur observation.</a:t>
            </a:r>
            <a:endParaRPr lang="fr-FR" altLang="fr-FR" sz="1200" dirty="0">
              <a:solidFill>
                <a:schemeClr val="tx1">
                  <a:lumMod val="65000"/>
                  <a:lumOff val="35000"/>
                </a:schemeClr>
              </a:solidFill>
              <a:latin typeface="Calibri" panose="020F0502020204030204" pitchFamily="34" charset="0"/>
              <a:cs typeface="Calibri" panose="020F0502020204030204" pitchFamily="34"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Expliquer dans la légende la signification des signes utilisés pour les relevés.</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p:txBody>
      </p:sp>
      <p:sp>
        <p:nvSpPr>
          <p:cNvPr id="22531" name="Text Box 3"/>
          <p:cNvSpPr txBox="1">
            <a:spLocks noChangeArrowheads="1"/>
          </p:cNvSpPr>
          <p:nvPr/>
        </p:nvSpPr>
        <p:spPr bwMode="auto">
          <a:xfrm>
            <a:off x="498475" y="457200"/>
            <a:ext cx="4036169" cy="533400"/>
          </a:xfrm>
          <a:prstGeom prst="rect">
            <a:avLst/>
          </a:prstGeom>
          <a:solidFill>
            <a:schemeClr val="bg1"/>
          </a:solidFill>
          <a:ln w="19050">
            <a:solidFill>
              <a:srgbClr val="FF3300"/>
            </a:solidFill>
            <a:miter lim="800000"/>
            <a:headEnd/>
            <a:tailEnd/>
          </a:ln>
          <a:effectLst/>
        </p:spPr>
        <p:txBody>
          <a:bodyPr anchor="ctr"/>
          <a:lstStyle>
            <a:defPPr>
              <a:defRPr lang="fr-FR"/>
            </a:defPPr>
            <a:lvl1pPr algn="ctr" eaLnBrk="1" hangingPunct="1">
              <a:defRPr sz="2000" b="1" cap="small">
                <a:solidFill>
                  <a:srgbClr val="27A8E0"/>
                </a:solidFill>
                <a:latin typeface="Calibri" panose="020F0502020204030204" pitchFamily="34" charset="0"/>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fr-FR" altLang="fr-FR" dirty="0"/>
              <a:t>LA FEUILLE DE RELEVES</a:t>
            </a:r>
            <a:endParaRPr lang="sk-SK" altLang="fr-FR" dirty="0"/>
          </a:p>
        </p:txBody>
      </p:sp>
      <p:pic>
        <p:nvPicPr>
          <p:cNvPr id="4" name="Image 3">
            <a:extLst>
              <a:ext uri="{FF2B5EF4-FFF2-40B4-BE49-F238E27FC236}">
                <a16:creationId xmlns:a16="http://schemas.microsoft.com/office/drawing/2014/main" id="{2C4AEA6B-0F96-4B3F-9045-0F0B7F6CED25}"/>
              </a:ext>
            </a:extLst>
          </p:cNvPr>
          <p:cNvPicPr>
            <a:picLocks noChangeAspect="1"/>
          </p:cNvPicPr>
          <p:nvPr/>
        </p:nvPicPr>
        <p:blipFill>
          <a:blip r:embed="rId2"/>
          <a:stretch>
            <a:fillRect/>
          </a:stretch>
        </p:blipFill>
        <p:spPr>
          <a:xfrm>
            <a:off x="4600112" y="225996"/>
            <a:ext cx="1640562" cy="1407461"/>
          </a:xfrm>
          <a:prstGeom prst="rect">
            <a:avLst/>
          </a:prstGeom>
        </p:spPr>
      </p:pic>
      <p:grpSp>
        <p:nvGrpSpPr>
          <p:cNvPr id="5" name="Group 2">
            <a:extLst>
              <a:ext uri="{FF2B5EF4-FFF2-40B4-BE49-F238E27FC236}">
                <a16:creationId xmlns:a16="http://schemas.microsoft.com/office/drawing/2014/main" id="{7759E531-9EC2-488D-B5C3-350CF9454563}"/>
              </a:ext>
            </a:extLst>
          </p:cNvPr>
          <p:cNvGrpSpPr>
            <a:grpSpLocks/>
          </p:cNvGrpSpPr>
          <p:nvPr/>
        </p:nvGrpSpPr>
        <p:grpSpPr bwMode="auto">
          <a:xfrm>
            <a:off x="131739" y="5092641"/>
            <a:ext cx="6213522" cy="3830313"/>
            <a:chOff x="18" y="384"/>
            <a:chExt cx="7089" cy="4370"/>
          </a:xfrm>
        </p:grpSpPr>
        <p:grpSp>
          <p:nvGrpSpPr>
            <p:cNvPr id="6" name="Group 3">
              <a:extLst>
                <a:ext uri="{FF2B5EF4-FFF2-40B4-BE49-F238E27FC236}">
                  <a16:creationId xmlns:a16="http://schemas.microsoft.com/office/drawing/2014/main" id="{EC4CDA5A-CDBD-42FF-8704-DCB45C6FC60F}"/>
                </a:ext>
              </a:extLst>
            </p:cNvPr>
            <p:cNvGrpSpPr>
              <a:grpSpLocks/>
            </p:cNvGrpSpPr>
            <p:nvPr/>
          </p:nvGrpSpPr>
          <p:grpSpPr bwMode="auto">
            <a:xfrm>
              <a:off x="528" y="848"/>
              <a:ext cx="6000" cy="3376"/>
              <a:chOff x="576" y="992"/>
              <a:chExt cx="6000" cy="3382"/>
            </a:xfrm>
          </p:grpSpPr>
          <p:sp>
            <p:nvSpPr>
              <p:cNvPr id="45" name="Line 4">
                <a:extLst>
                  <a:ext uri="{FF2B5EF4-FFF2-40B4-BE49-F238E27FC236}">
                    <a16:creationId xmlns:a16="http://schemas.microsoft.com/office/drawing/2014/main" id="{6FA96E82-EA15-45E4-AC6D-946F2B01FB1A}"/>
                  </a:ext>
                </a:extLst>
              </p:cNvPr>
              <p:cNvSpPr>
                <a:spLocks noChangeShapeType="1"/>
              </p:cNvSpPr>
              <p:nvPr/>
            </p:nvSpPr>
            <p:spPr bwMode="auto">
              <a:xfrm rot="5400000">
                <a:off x="3576" y="-2008"/>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46" name="Line 5">
                <a:extLst>
                  <a:ext uri="{FF2B5EF4-FFF2-40B4-BE49-F238E27FC236}">
                    <a16:creationId xmlns:a16="http://schemas.microsoft.com/office/drawing/2014/main" id="{67399976-3F53-4896-A9D3-092C1BA8F111}"/>
                  </a:ext>
                </a:extLst>
              </p:cNvPr>
              <p:cNvSpPr>
                <a:spLocks noChangeShapeType="1"/>
              </p:cNvSpPr>
              <p:nvPr/>
            </p:nvSpPr>
            <p:spPr bwMode="auto">
              <a:xfrm rot="5400000">
                <a:off x="3576" y="-1915"/>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47" name="Line 6">
                <a:extLst>
                  <a:ext uri="{FF2B5EF4-FFF2-40B4-BE49-F238E27FC236}">
                    <a16:creationId xmlns:a16="http://schemas.microsoft.com/office/drawing/2014/main" id="{ABFFE272-1AE6-4C94-9F94-1D4C52D2EC78}"/>
                  </a:ext>
                </a:extLst>
              </p:cNvPr>
              <p:cNvSpPr>
                <a:spLocks noChangeShapeType="1"/>
              </p:cNvSpPr>
              <p:nvPr/>
            </p:nvSpPr>
            <p:spPr bwMode="auto">
              <a:xfrm rot="5400000">
                <a:off x="3576" y="-1821"/>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48" name="Line 7">
                <a:extLst>
                  <a:ext uri="{FF2B5EF4-FFF2-40B4-BE49-F238E27FC236}">
                    <a16:creationId xmlns:a16="http://schemas.microsoft.com/office/drawing/2014/main" id="{7D0F104E-AC3B-4F9F-BD47-E46DD77AF69B}"/>
                  </a:ext>
                </a:extLst>
              </p:cNvPr>
              <p:cNvSpPr>
                <a:spLocks noChangeShapeType="1"/>
              </p:cNvSpPr>
              <p:nvPr/>
            </p:nvSpPr>
            <p:spPr bwMode="auto">
              <a:xfrm rot="5400000">
                <a:off x="3576" y="-1727"/>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49" name="Line 8">
                <a:extLst>
                  <a:ext uri="{FF2B5EF4-FFF2-40B4-BE49-F238E27FC236}">
                    <a16:creationId xmlns:a16="http://schemas.microsoft.com/office/drawing/2014/main" id="{C905299C-A815-460A-8760-F6C6B141E74D}"/>
                  </a:ext>
                </a:extLst>
              </p:cNvPr>
              <p:cNvSpPr>
                <a:spLocks noChangeShapeType="1"/>
              </p:cNvSpPr>
              <p:nvPr/>
            </p:nvSpPr>
            <p:spPr bwMode="auto">
              <a:xfrm rot="5400000">
                <a:off x="3576" y="-1633"/>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50" name="Line 9">
                <a:extLst>
                  <a:ext uri="{FF2B5EF4-FFF2-40B4-BE49-F238E27FC236}">
                    <a16:creationId xmlns:a16="http://schemas.microsoft.com/office/drawing/2014/main" id="{408BA6C7-4D75-474F-8A81-120E5F632459}"/>
                  </a:ext>
                </a:extLst>
              </p:cNvPr>
              <p:cNvSpPr>
                <a:spLocks noChangeShapeType="1"/>
              </p:cNvSpPr>
              <p:nvPr/>
            </p:nvSpPr>
            <p:spPr bwMode="auto">
              <a:xfrm rot="5400000">
                <a:off x="3576" y="-1539"/>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51" name="Line 10">
                <a:extLst>
                  <a:ext uri="{FF2B5EF4-FFF2-40B4-BE49-F238E27FC236}">
                    <a16:creationId xmlns:a16="http://schemas.microsoft.com/office/drawing/2014/main" id="{0005F4F9-3001-48D8-9FC0-948C8F49EA26}"/>
                  </a:ext>
                </a:extLst>
              </p:cNvPr>
              <p:cNvSpPr>
                <a:spLocks noChangeShapeType="1"/>
              </p:cNvSpPr>
              <p:nvPr/>
            </p:nvSpPr>
            <p:spPr bwMode="auto">
              <a:xfrm rot="5400000">
                <a:off x="3576" y="-1445"/>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52" name="Line 11">
                <a:extLst>
                  <a:ext uri="{FF2B5EF4-FFF2-40B4-BE49-F238E27FC236}">
                    <a16:creationId xmlns:a16="http://schemas.microsoft.com/office/drawing/2014/main" id="{81DEAF12-2886-473B-9D4B-2865F7E5B876}"/>
                  </a:ext>
                </a:extLst>
              </p:cNvPr>
              <p:cNvSpPr>
                <a:spLocks noChangeShapeType="1"/>
              </p:cNvSpPr>
              <p:nvPr/>
            </p:nvSpPr>
            <p:spPr bwMode="auto">
              <a:xfrm rot="5400000">
                <a:off x="3576" y="-1351"/>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53" name="Line 12">
                <a:extLst>
                  <a:ext uri="{FF2B5EF4-FFF2-40B4-BE49-F238E27FC236}">
                    <a16:creationId xmlns:a16="http://schemas.microsoft.com/office/drawing/2014/main" id="{4718B4C9-4335-430C-A3D2-1A5370889368}"/>
                  </a:ext>
                </a:extLst>
              </p:cNvPr>
              <p:cNvSpPr>
                <a:spLocks noChangeShapeType="1"/>
              </p:cNvSpPr>
              <p:nvPr/>
            </p:nvSpPr>
            <p:spPr bwMode="auto">
              <a:xfrm rot="5400000">
                <a:off x="3576" y="-1257"/>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54" name="Line 13">
                <a:extLst>
                  <a:ext uri="{FF2B5EF4-FFF2-40B4-BE49-F238E27FC236}">
                    <a16:creationId xmlns:a16="http://schemas.microsoft.com/office/drawing/2014/main" id="{429374F8-78CB-49B1-933F-F08AE3100EE8}"/>
                  </a:ext>
                </a:extLst>
              </p:cNvPr>
              <p:cNvSpPr>
                <a:spLocks noChangeShapeType="1"/>
              </p:cNvSpPr>
              <p:nvPr/>
            </p:nvSpPr>
            <p:spPr bwMode="auto">
              <a:xfrm rot="5400000">
                <a:off x="3576" y="-1163"/>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55" name="Line 14">
                <a:extLst>
                  <a:ext uri="{FF2B5EF4-FFF2-40B4-BE49-F238E27FC236}">
                    <a16:creationId xmlns:a16="http://schemas.microsoft.com/office/drawing/2014/main" id="{1D7F3574-62E4-46D7-BE40-11E673B8B2CC}"/>
                  </a:ext>
                </a:extLst>
              </p:cNvPr>
              <p:cNvSpPr>
                <a:spLocks noChangeShapeType="1"/>
              </p:cNvSpPr>
              <p:nvPr/>
            </p:nvSpPr>
            <p:spPr bwMode="auto">
              <a:xfrm rot="5400000">
                <a:off x="3576" y="-1069"/>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56" name="Line 15">
                <a:extLst>
                  <a:ext uri="{FF2B5EF4-FFF2-40B4-BE49-F238E27FC236}">
                    <a16:creationId xmlns:a16="http://schemas.microsoft.com/office/drawing/2014/main" id="{6774026F-36E6-43E3-BFF7-AE3B14437551}"/>
                  </a:ext>
                </a:extLst>
              </p:cNvPr>
              <p:cNvSpPr>
                <a:spLocks noChangeShapeType="1"/>
              </p:cNvSpPr>
              <p:nvPr/>
            </p:nvSpPr>
            <p:spPr bwMode="auto">
              <a:xfrm rot="5400000">
                <a:off x="3576" y="-975"/>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57" name="Line 16">
                <a:extLst>
                  <a:ext uri="{FF2B5EF4-FFF2-40B4-BE49-F238E27FC236}">
                    <a16:creationId xmlns:a16="http://schemas.microsoft.com/office/drawing/2014/main" id="{230D20E3-F7DE-4710-8FCE-DD26061D3F45}"/>
                  </a:ext>
                </a:extLst>
              </p:cNvPr>
              <p:cNvSpPr>
                <a:spLocks noChangeShapeType="1"/>
              </p:cNvSpPr>
              <p:nvPr/>
            </p:nvSpPr>
            <p:spPr bwMode="auto">
              <a:xfrm rot="5400000">
                <a:off x="3576" y="-881"/>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58" name="Line 17">
                <a:extLst>
                  <a:ext uri="{FF2B5EF4-FFF2-40B4-BE49-F238E27FC236}">
                    <a16:creationId xmlns:a16="http://schemas.microsoft.com/office/drawing/2014/main" id="{2A5761C4-93E8-4336-AD5F-6E19754BFE93}"/>
                  </a:ext>
                </a:extLst>
              </p:cNvPr>
              <p:cNvSpPr>
                <a:spLocks noChangeShapeType="1"/>
              </p:cNvSpPr>
              <p:nvPr/>
            </p:nvSpPr>
            <p:spPr bwMode="auto">
              <a:xfrm rot="5400000">
                <a:off x="3576" y="-787"/>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59" name="Line 18">
                <a:extLst>
                  <a:ext uri="{FF2B5EF4-FFF2-40B4-BE49-F238E27FC236}">
                    <a16:creationId xmlns:a16="http://schemas.microsoft.com/office/drawing/2014/main" id="{79850C55-6A4D-4A3A-BD98-E12CD044F87A}"/>
                  </a:ext>
                </a:extLst>
              </p:cNvPr>
              <p:cNvSpPr>
                <a:spLocks noChangeShapeType="1"/>
              </p:cNvSpPr>
              <p:nvPr/>
            </p:nvSpPr>
            <p:spPr bwMode="auto">
              <a:xfrm rot="5400000">
                <a:off x="3576" y="-693"/>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60" name="Line 19">
                <a:extLst>
                  <a:ext uri="{FF2B5EF4-FFF2-40B4-BE49-F238E27FC236}">
                    <a16:creationId xmlns:a16="http://schemas.microsoft.com/office/drawing/2014/main" id="{8090972B-18BE-4A70-81FB-EF4E99A969C5}"/>
                  </a:ext>
                </a:extLst>
              </p:cNvPr>
              <p:cNvSpPr>
                <a:spLocks noChangeShapeType="1"/>
              </p:cNvSpPr>
              <p:nvPr/>
            </p:nvSpPr>
            <p:spPr bwMode="auto">
              <a:xfrm rot="5400000">
                <a:off x="3576" y="-599"/>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61" name="Line 20">
                <a:extLst>
                  <a:ext uri="{FF2B5EF4-FFF2-40B4-BE49-F238E27FC236}">
                    <a16:creationId xmlns:a16="http://schemas.microsoft.com/office/drawing/2014/main" id="{33064119-0319-4184-9A46-13D830DBA4F4}"/>
                  </a:ext>
                </a:extLst>
              </p:cNvPr>
              <p:cNvSpPr>
                <a:spLocks noChangeShapeType="1"/>
              </p:cNvSpPr>
              <p:nvPr/>
            </p:nvSpPr>
            <p:spPr bwMode="auto">
              <a:xfrm rot="5400000">
                <a:off x="3576" y="-505"/>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62" name="Line 21">
                <a:extLst>
                  <a:ext uri="{FF2B5EF4-FFF2-40B4-BE49-F238E27FC236}">
                    <a16:creationId xmlns:a16="http://schemas.microsoft.com/office/drawing/2014/main" id="{DB7951E7-9058-4532-8D0B-9C19890C51E3}"/>
                  </a:ext>
                </a:extLst>
              </p:cNvPr>
              <p:cNvSpPr>
                <a:spLocks noChangeShapeType="1"/>
              </p:cNvSpPr>
              <p:nvPr/>
            </p:nvSpPr>
            <p:spPr bwMode="auto">
              <a:xfrm rot="5400000">
                <a:off x="3576" y="-411"/>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63" name="Line 22">
                <a:extLst>
                  <a:ext uri="{FF2B5EF4-FFF2-40B4-BE49-F238E27FC236}">
                    <a16:creationId xmlns:a16="http://schemas.microsoft.com/office/drawing/2014/main" id="{F65B69AC-8DD9-4C6A-9669-E7837BA00708}"/>
                  </a:ext>
                </a:extLst>
              </p:cNvPr>
              <p:cNvSpPr>
                <a:spLocks noChangeShapeType="1"/>
              </p:cNvSpPr>
              <p:nvPr/>
            </p:nvSpPr>
            <p:spPr bwMode="auto">
              <a:xfrm rot="5400000">
                <a:off x="3576" y="-317"/>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64" name="Line 23">
                <a:extLst>
                  <a:ext uri="{FF2B5EF4-FFF2-40B4-BE49-F238E27FC236}">
                    <a16:creationId xmlns:a16="http://schemas.microsoft.com/office/drawing/2014/main" id="{955CC77A-9C0D-4FFC-A192-D950CA297E5F}"/>
                  </a:ext>
                </a:extLst>
              </p:cNvPr>
              <p:cNvSpPr>
                <a:spLocks noChangeShapeType="1"/>
              </p:cNvSpPr>
              <p:nvPr/>
            </p:nvSpPr>
            <p:spPr bwMode="auto">
              <a:xfrm rot="5400000">
                <a:off x="3576" y="-224"/>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65" name="Line 24">
                <a:extLst>
                  <a:ext uri="{FF2B5EF4-FFF2-40B4-BE49-F238E27FC236}">
                    <a16:creationId xmlns:a16="http://schemas.microsoft.com/office/drawing/2014/main" id="{E003B057-8F90-40E3-811D-637CBF7CB779}"/>
                  </a:ext>
                </a:extLst>
              </p:cNvPr>
              <p:cNvSpPr>
                <a:spLocks noChangeShapeType="1"/>
              </p:cNvSpPr>
              <p:nvPr/>
            </p:nvSpPr>
            <p:spPr bwMode="auto">
              <a:xfrm rot="5400000">
                <a:off x="3576" y="-130"/>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66" name="Line 25">
                <a:extLst>
                  <a:ext uri="{FF2B5EF4-FFF2-40B4-BE49-F238E27FC236}">
                    <a16:creationId xmlns:a16="http://schemas.microsoft.com/office/drawing/2014/main" id="{0C6A0CFF-E52E-48F5-92E0-AA0DEF91A4DB}"/>
                  </a:ext>
                </a:extLst>
              </p:cNvPr>
              <p:cNvSpPr>
                <a:spLocks noChangeShapeType="1"/>
              </p:cNvSpPr>
              <p:nvPr/>
            </p:nvSpPr>
            <p:spPr bwMode="auto">
              <a:xfrm rot="5400000">
                <a:off x="3576" y="-36"/>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67" name="Line 26">
                <a:extLst>
                  <a:ext uri="{FF2B5EF4-FFF2-40B4-BE49-F238E27FC236}">
                    <a16:creationId xmlns:a16="http://schemas.microsoft.com/office/drawing/2014/main" id="{78ACDBC6-9381-4628-A975-7484E165C281}"/>
                  </a:ext>
                </a:extLst>
              </p:cNvPr>
              <p:cNvSpPr>
                <a:spLocks noChangeShapeType="1"/>
              </p:cNvSpPr>
              <p:nvPr/>
            </p:nvSpPr>
            <p:spPr bwMode="auto">
              <a:xfrm rot="5400000">
                <a:off x="3576" y="58"/>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68" name="Line 27">
                <a:extLst>
                  <a:ext uri="{FF2B5EF4-FFF2-40B4-BE49-F238E27FC236}">
                    <a16:creationId xmlns:a16="http://schemas.microsoft.com/office/drawing/2014/main" id="{690CED26-7A26-4654-9BB7-662DBF3E06C8}"/>
                  </a:ext>
                </a:extLst>
              </p:cNvPr>
              <p:cNvSpPr>
                <a:spLocks noChangeShapeType="1"/>
              </p:cNvSpPr>
              <p:nvPr/>
            </p:nvSpPr>
            <p:spPr bwMode="auto">
              <a:xfrm rot="5400000">
                <a:off x="3576" y="152"/>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69" name="Line 28">
                <a:extLst>
                  <a:ext uri="{FF2B5EF4-FFF2-40B4-BE49-F238E27FC236}">
                    <a16:creationId xmlns:a16="http://schemas.microsoft.com/office/drawing/2014/main" id="{16303942-6D1A-494E-84FE-6A1A85E4DB87}"/>
                  </a:ext>
                </a:extLst>
              </p:cNvPr>
              <p:cNvSpPr>
                <a:spLocks noChangeShapeType="1"/>
              </p:cNvSpPr>
              <p:nvPr/>
            </p:nvSpPr>
            <p:spPr bwMode="auto">
              <a:xfrm rot="5400000">
                <a:off x="3576" y="246"/>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70" name="Line 29">
                <a:extLst>
                  <a:ext uri="{FF2B5EF4-FFF2-40B4-BE49-F238E27FC236}">
                    <a16:creationId xmlns:a16="http://schemas.microsoft.com/office/drawing/2014/main" id="{944CE072-19D8-4568-B78D-C25C3B1F55E8}"/>
                  </a:ext>
                </a:extLst>
              </p:cNvPr>
              <p:cNvSpPr>
                <a:spLocks noChangeShapeType="1"/>
              </p:cNvSpPr>
              <p:nvPr/>
            </p:nvSpPr>
            <p:spPr bwMode="auto">
              <a:xfrm rot="5400000">
                <a:off x="3576" y="340"/>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71" name="Line 30">
                <a:extLst>
                  <a:ext uri="{FF2B5EF4-FFF2-40B4-BE49-F238E27FC236}">
                    <a16:creationId xmlns:a16="http://schemas.microsoft.com/office/drawing/2014/main" id="{B681682E-DEBC-4227-A0EB-21D6091D7612}"/>
                  </a:ext>
                </a:extLst>
              </p:cNvPr>
              <p:cNvSpPr>
                <a:spLocks noChangeShapeType="1"/>
              </p:cNvSpPr>
              <p:nvPr/>
            </p:nvSpPr>
            <p:spPr bwMode="auto">
              <a:xfrm rot="5400000">
                <a:off x="3576" y="434"/>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72" name="Line 31">
                <a:extLst>
                  <a:ext uri="{FF2B5EF4-FFF2-40B4-BE49-F238E27FC236}">
                    <a16:creationId xmlns:a16="http://schemas.microsoft.com/office/drawing/2014/main" id="{5E6AF5ED-4DAD-4627-A39B-68D428613ACB}"/>
                  </a:ext>
                </a:extLst>
              </p:cNvPr>
              <p:cNvSpPr>
                <a:spLocks noChangeShapeType="1"/>
              </p:cNvSpPr>
              <p:nvPr/>
            </p:nvSpPr>
            <p:spPr bwMode="auto">
              <a:xfrm rot="5400000">
                <a:off x="3576" y="528"/>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73" name="Line 32">
                <a:extLst>
                  <a:ext uri="{FF2B5EF4-FFF2-40B4-BE49-F238E27FC236}">
                    <a16:creationId xmlns:a16="http://schemas.microsoft.com/office/drawing/2014/main" id="{7BCD2212-4EF6-4DE2-9CB8-6706DCEE85E3}"/>
                  </a:ext>
                </a:extLst>
              </p:cNvPr>
              <p:cNvSpPr>
                <a:spLocks noChangeShapeType="1"/>
              </p:cNvSpPr>
              <p:nvPr/>
            </p:nvSpPr>
            <p:spPr bwMode="auto">
              <a:xfrm rot="5400000">
                <a:off x="3576" y="622"/>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74" name="Line 33">
                <a:extLst>
                  <a:ext uri="{FF2B5EF4-FFF2-40B4-BE49-F238E27FC236}">
                    <a16:creationId xmlns:a16="http://schemas.microsoft.com/office/drawing/2014/main" id="{51451C7E-58CC-4D46-BE9F-FE716A7BEA23}"/>
                  </a:ext>
                </a:extLst>
              </p:cNvPr>
              <p:cNvSpPr>
                <a:spLocks noChangeShapeType="1"/>
              </p:cNvSpPr>
              <p:nvPr/>
            </p:nvSpPr>
            <p:spPr bwMode="auto">
              <a:xfrm rot="5400000">
                <a:off x="3576" y="716"/>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75" name="Line 34">
                <a:extLst>
                  <a:ext uri="{FF2B5EF4-FFF2-40B4-BE49-F238E27FC236}">
                    <a16:creationId xmlns:a16="http://schemas.microsoft.com/office/drawing/2014/main" id="{EF90548A-6E55-47C8-A4F5-EA67B134C63D}"/>
                  </a:ext>
                </a:extLst>
              </p:cNvPr>
              <p:cNvSpPr>
                <a:spLocks noChangeShapeType="1"/>
              </p:cNvSpPr>
              <p:nvPr/>
            </p:nvSpPr>
            <p:spPr bwMode="auto">
              <a:xfrm rot="5400000">
                <a:off x="3576" y="810"/>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76" name="Line 35">
                <a:extLst>
                  <a:ext uri="{FF2B5EF4-FFF2-40B4-BE49-F238E27FC236}">
                    <a16:creationId xmlns:a16="http://schemas.microsoft.com/office/drawing/2014/main" id="{B95182CF-AAA5-405F-9F9C-E08AE00E7676}"/>
                  </a:ext>
                </a:extLst>
              </p:cNvPr>
              <p:cNvSpPr>
                <a:spLocks noChangeShapeType="1"/>
              </p:cNvSpPr>
              <p:nvPr/>
            </p:nvSpPr>
            <p:spPr bwMode="auto">
              <a:xfrm rot="5400000">
                <a:off x="3576" y="904"/>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77" name="Line 36">
                <a:extLst>
                  <a:ext uri="{FF2B5EF4-FFF2-40B4-BE49-F238E27FC236}">
                    <a16:creationId xmlns:a16="http://schemas.microsoft.com/office/drawing/2014/main" id="{EB668930-DB74-481B-B2E6-A2782FE067F9}"/>
                  </a:ext>
                </a:extLst>
              </p:cNvPr>
              <p:cNvSpPr>
                <a:spLocks noChangeShapeType="1"/>
              </p:cNvSpPr>
              <p:nvPr/>
            </p:nvSpPr>
            <p:spPr bwMode="auto">
              <a:xfrm rot="5400000">
                <a:off x="3576" y="998"/>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78" name="Line 37">
                <a:extLst>
                  <a:ext uri="{FF2B5EF4-FFF2-40B4-BE49-F238E27FC236}">
                    <a16:creationId xmlns:a16="http://schemas.microsoft.com/office/drawing/2014/main" id="{67C8A264-8052-4FCC-A130-2A7CCCBB6BB6}"/>
                  </a:ext>
                </a:extLst>
              </p:cNvPr>
              <p:cNvSpPr>
                <a:spLocks noChangeShapeType="1"/>
              </p:cNvSpPr>
              <p:nvPr/>
            </p:nvSpPr>
            <p:spPr bwMode="auto">
              <a:xfrm rot="5400000">
                <a:off x="3576" y="1092"/>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79" name="Line 38">
                <a:extLst>
                  <a:ext uri="{FF2B5EF4-FFF2-40B4-BE49-F238E27FC236}">
                    <a16:creationId xmlns:a16="http://schemas.microsoft.com/office/drawing/2014/main" id="{89930D1D-E181-4D5D-B05F-350411DC1287}"/>
                  </a:ext>
                </a:extLst>
              </p:cNvPr>
              <p:cNvSpPr>
                <a:spLocks noChangeShapeType="1"/>
              </p:cNvSpPr>
              <p:nvPr/>
            </p:nvSpPr>
            <p:spPr bwMode="auto">
              <a:xfrm rot="5400000">
                <a:off x="3576" y="1186"/>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80" name="Line 39">
                <a:extLst>
                  <a:ext uri="{FF2B5EF4-FFF2-40B4-BE49-F238E27FC236}">
                    <a16:creationId xmlns:a16="http://schemas.microsoft.com/office/drawing/2014/main" id="{649B969C-299E-43E3-849F-E614AA2CF1FE}"/>
                  </a:ext>
                </a:extLst>
              </p:cNvPr>
              <p:cNvSpPr>
                <a:spLocks noChangeShapeType="1"/>
              </p:cNvSpPr>
              <p:nvPr/>
            </p:nvSpPr>
            <p:spPr bwMode="auto">
              <a:xfrm rot="5400000">
                <a:off x="3576" y="1280"/>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81" name="Line 40">
                <a:extLst>
                  <a:ext uri="{FF2B5EF4-FFF2-40B4-BE49-F238E27FC236}">
                    <a16:creationId xmlns:a16="http://schemas.microsoft.com/office/drawing/2014/main" id="{D3A4A76A-4787-49F9-B19C-DF4FC38B7872}"/>
                  </a:ext>
                </a:extLst>
              </p:cNvPr>
              <p:cNvSpPr>
                <a:spLocks noChangeShapeType="1"/>
              </p:cNvSpPr>
              <p:nvPr/>
            </p:nvSpPr>
            <p:spPr bwMode="auto">
              <a:xfrm rot="5400000">
                <a:off x="3576" y="1374"/>
                <a:ext cx="0" cy="6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grpSp>
        <p:sp>
          <p:nvSpPr>
            <p:cNvPr id="8" name="Line 42">
              <a:extLst>
                <a:ext uri="{FF2B5EF4-FFF2-40B4-BE49-F238E27FC236}">
                  <a16:creationId xmlns:a16="http://schemas.microsoft.com/office/drawing/2014/main" id="{A665FC98-0581-4EB3-87D1-CD80A6102015}"/>
                </a:ext>
              </a:extLst>
            </p:cNvPr>
            <p:cNvSpPr>
              <a:spLocks noChangeShapeType="1"/>
            </p:cNvSpPr>
            <p:nvPr/>
          </p:nvSpPr>
          <p:spPr bwMode="auto">
            <a:xfrm>
              <a:off x="144" y="385"/>
              <a:ext cx="0" cy="38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grpSp>
          <p:nvGrpSpPr>
            <p:cNvPr id="9" name="Group 43">
              <a:extLst>
                <a:ext uri="{FF2B5EF4-FFF2-40B4-BE49-F238E27FC236}">
                  <a16:creationId xmlns:a16="http://schemas.microsoft.com/office/drawing/2014/main" id="{7041AF67-005F-44F0-8D2C-DEF4D278BF26}"/>
                </a:ext>
              </a:extLst>
            </p:cNvPr>
            <p:cNvGrpSpPr>
              <a:grpSpLocks/>
            </p:cNvGrpSpPr>
            <p:nvPr/>
          </p:nvGrpSpPr>
          <p:grpSpPr bwMode="auto">
            <a:xfrm>
              <a:off x="706" y="385"/>
              <a:ext cx="5630" cy="4010"/>
              <a:chOff x="706" y="432"/>
              <a:chExt cx="5630" cy="3936"/>
            </a:xfrm>
          </p:grpSpPr>
          <p:sp>
            <p:nvSpPr>
              <p:cNvPr id="34" name="Line 44">
                <a:extLst>
                  <a:ext uri="{FF2B5EF4-FFF2-40B4-BE49-F238E27FC236}">
                    <a16:creationId xmlns:a16="http://schemas.microsoft.com/office/drawing/2014/main" id="{347FC730-409B-46EC-BE5A-01EE5331BB38}"/>
                  </a:ext>
                </a:extLst>
              </p:cNvPr>
              <p:cNvSpPr>
                <a:spLocks noChangeShapeType="1"/>
              </p:cNvSpPr>
              <p:nvPr/>
            </p:nvSpPr>
            <p:spPr bwMode="auto">
              <a:xfrm>
                <a:off x="706" y="432"/>
                <a:ext cx="0" cy="39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35" name="Line 45">
                <a:extLst>
                  <a:ext uri="{FF2B5EF4-FFF2-40B4-BE49-F238E27FC236}">
                    <a16:creationId xmlns:a16="http://schemas.microsoft.com/office/drawing/2014/main" id="{D08A7E64-83B9-4EA8-8B9C-7D4966AA2829}"/>
                  </a:ext>
                </a:extLst>
              </p:cNvPr>
              <p:cNvSpPr>
                <a:spLocks noChangeShapeType="1"/>
              </p:cNvSpPr>
              <p:nvPr/>
            </p:nvSpPr>
            <p:spPr bwMode="auto">
              <a:xfrm>
                <a:off x="1269" y="432"/>
                <a:ext cx="0" cy="39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36" name="Line 46">
                <a:extLst>
                  <a:ext uri="{FF2B5EF4-FFF2-40B4-BE49-F238E27FC236}">
                    <a16:creationId xmlns:a16="http://schemas.microsoft.com/office/drawing/2014/main" id="{97EFEA92-5A5C-45EA-80AC-3289DF4D8920}"/>
                  </a:ext>
                </a:extLst>
              </p:cNvPr>
              <p:cNvSpPr>
                <a:spLocks noChangeShapeType="1"/>
              </p:cNvSpPr>
              <p:nvPr/>
            </p:nvSpPr>
            <p:spPr bwMode="auto">
              <a:xfrm>
                <a:off x="1832" y="432"/>
                <a:ext cx="0" cy="39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37" name="Line 47">
                <a:extLst>
                  <a:ext uri="{FF2B5EF4-FFF2-40B4-BE49-F238E27FC236}">
                    <a16:creationId xmlns:a16="http://schemas.microsoft.com/office/drawing/2014/main" id="{4F32A328-3F19-49AC-BDA7-E3B3C9BC9922}"/>
                  </a:ext>
                </a:extLst>
              </p:cNvPr>
              <p:cNvSpPr>
                <a:spLocks noChangeShapeType="1"/>
              </p:cNvSpPr>
              <p:nvPr/>
            </p:nvSpPr>
            <p:spPr bwMode="auto">
              <a:xfrm>
                <a:off x="2395" y="432"/>
                <a:ext cx="0" cy="39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38" name="Line 48">
                <a:extLst>
                  <a:ext uri="{FF2B5EF4-FFF2-40B4-BE49-F238E27FC236}">
                    <a16:creationId xmlns:a16="http://schemas.microsoft.com/office/drawing/2014/main" id="{0B0E44F3-A165-434A-8ED2-A3052511E821}"/>
                  </a:ext>
                </a:extLst>
              </p:cNvPr>
              <p:cNvSpPr>
                <a:spLocks noChangeShapeType="1"/>
              </p:cNvSpPr>
              <p:nvPr/>
            </p:nvSpPr>
            <p:spPr bwMode="auto">
              <a:xfrm>
                <a:off x="2958" y="432"/>
                <a:ext cx="0" cy="39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39" name="Line 49">
                <a:extLst>
                  <a:ext uri="{FF2B5EF4-FFF2-40B4-BE49-F238E27FC236}">
                    <a16:creationId xmlns:a16="http://schemas.microsoft.com/office/drawing/2014/main" id="{59FD7072-AA12-4DDD-8ACF-8C0BBF96F37B}"/>
                  </a:ext>
                </a:extLst>
              </p:cNvPr>
              <p:cNvSpPr>
                <a:spLocks noChangeShapeType="1"/>
              </p:cNvSpPr>
              <p:nvPr/>
            </p:nvSpPr>
            <p:spPr bwMode="auto">
              <a:xfrm>
                <a:off x="3521" y="432"/>
                <a:ext cx="0" cy="39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40" name="Line 50">
                <a:extLst>
                  <a:ext uri="{FF2B5EF4-FFF2-40B4-BE49-F238E27FC236}">
                    <a16:creationId xmlns:a16="http://schemas.microsoft.com/office/drawing/2014/main" id="{71139AED-D437-4520-AC7E-0E4FCE89B126}"/>
                  </a:ext>
                </a:extLst>
              </p:cNvPr>
              <p:cNvSpPr>
                <a:spLocks noChangeShapeType="1"/>
              </p:cNvSpPr>
              <p:nvPr/>
            </p:nvSpPr>
            <p:spPr bwMode="auto">
              <a:xfrm>
                <a:off x="4084" y="432"/>
                <a:ext cx="0" cy="39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41" name="Line 51">
                <a:extLst>
                  <a:ext uri="{FF2B5EF4-FFF2-40B4-BE49-F238E27FC236}">
                    <a16:creationId xmlns:a16="http://schemas.microsoft.com/office/drawing/2014/main" id="{4EF07AD2-0443-4D8A-8316-5D64F79DF181}"/>
                  </a:ext>
                </a:extLst>
              </p:cNvPr>
              <p:cNvSpPr>
                <a:spLocks noChangeShapeType="1"/>
              </p:cNvSpPr>
              <p:nvPr/>
            </p:nvSpPr>
            <p:spPr bwMode="auto">
              <a:xfrm>
                <a:off x="4647" y="432"/>
                <a:ext cx="0" cy="39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42" name="Line 52">
                <a:extLst>
                  <a:ext uri="{FF2B5EF4-FFF2-40B4-BE49-F238E27FC236}">
                    <a16:creationId xmlns:a16="http://schemas.microsoft.com/office/drawing/2014/main" id="{186305B0-0A2C-491A-A794-61F9EDEBA0A3}"/>
                  </a:ext>
                </a:extLst>
              </p:cNvPr>
              <p:cNvSpPr>
                <a:spLocks noChangeShapeType="1"/>
              </p:cNvSpPr>
              <p:nvPr/>
            </p:nvSpPr>
            <p:spPr bwMode="auto">
              <a:xfrm>
                <a:off x="5210" y="432"/>
                <a:ext cx="0" cy="39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43" name="Line 53">
                <a:extLst>
                  <a:ext uri="{FF2B5EF4-FFF2-40B4-BE49-F238E27FC236}">
                    <a16:creationId xmlns:a16="http://schemas.microsoft.com/office/drawing/2014/main" id="{F25CF814-2386-4386-B968-55010C925672}"/>
                  </a:ext>
                </a:extLst>
              </p:cNvPr>
              <p:cNvSpPr>
                <a:spLocks noChangeShapeType="1"/>
              </p:cNvSpPr>
              <p:nvPr/>
            </p:nvSpPr>
            <p:spPr bwMode="auto">
              <a:xfrm>
                <a:off x="5773" y="432"/>
                <a:ext cx="0" cy="39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44" name="Line 54">
                <a:extLst>
                  <a:ext uri="{FF2B5EF4-FFF2-40B4-BE49-F238E27FC236}">
                    <a16:creationId xmlns:a16="http://schemas.microsoft.com/office/drawing/2014/main" id="{EC983B76-97CF-47C9-90B6-EA1283BD1839}"/>
                  </a:ext>
                </a:extLst>
              </p:cNvPr>
              <p:cNvSpPr>
                <a:spLocks noChangeShapeType="1"/>
              </p:cNvSpPr>
              <p:nvPr/>
            </p:nvSpPr>
            <p:spPr bwMode="auto">
              <a:xfrm>
                <a:off x="6336" y="432"/>
                <a:ext cx="0" cy="39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grpSp>
        <p:sp>
          <p:nvSpPr>
            <p:cNvPr id="10" name="Line 55">
              <a:extLst>
                <a:ext uri="{FF2B5EF4-FFF2-40B4-BE49-F238E27FC236}">
                  <a16:creationId xmlns:a16="http://schemas.microsoft.com/office/drawing/2014/main" id="{6AD948FC-BB64-4336-90A4-7BF8FAB1DF67}"/>
                </a:ext>
              </a:extLst>
            </p:cNvPr>
            <p:cNvSpPr>
              <a:spLocks noChangeShapeType="1"/>
            </p:cNvSpPr>
            <p:nvPr/>
          </p:nvSpPr>
          <p:spPr bwMode="auto">
            <a:xfrm>
              <a:off x="6528" y="855"/>
              <a:ext cx="0" cy="336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11" name="Line 56">
              <a:extLst>
                <a:ext uri="{FF2B5EF4-FFF2-40B4-BE49-F238E27FC236}">
                  <a16:creationId xmlns:a16="http://schemas.microsoft.com/office/drawing/2014/main" id="{F6F1F61A-7761-4CDE-B52A-2A83A4A58371}"/>
                </a:ext>
              </a:extLst>
            </p:cNvPr>
            <p:cNvSpPr>
              <a:spLocks noChangeShapeType="1"/>
            </p:cNvSpPr>
            <p:nvPr/>
          </p:nvSpPr>
          <p:spPr bwMode="auto">
            <a:xfrm rot="5400000">
              <a:off x="3240" y="-2713"/>
              <a:ext cx="0" cy="61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grpSp>
          <p:nvGrpSpPr>
            <p:cNvPr id="12" name="Group 57">
              <a:extLst>
                <a:ext uri="{FF2B5EF4-FFF2-40B4-BE49-F238E27FC236}">
                  <a16:creationId xmlns:a16="http://schemas.microsoft.com/office/drawing/2014/main" id="{6181CE35-FFA9-4D51-86F6-EAC2FD5E6B0F}"/>
                </a:ext>
              </a:extLst>
            </p:cNvPr>
            <p:cNvGrpSpPr>
              <a:grpSpLocks/>
            </p:cNvGrpSpPr>
            <p:nvPr/>
          </p:nvGrpSpPr>
          <p:grpSpPr bwMode="auto">
            <a:xfrm>
              <a:off x="143" y="849"/>
              <a:ext cx="6385" cy="3378"/>
              <a:chOff x="143" y="993"/>
              <a:chExt cx="6385" cy="3378"/>
            </a:xfrm>
          </p:grpSpPr>
          <p:sp>
            <p:nvSpPr>
              <p:cNvPr id="27" name="Line 58">
                <a:extLst>
                  <a:ext uri="{FF2B5EF4-FFF2-40B4-BE49-F238E27FC236}">
                    <a16:creationId xmlns:a16="http://schemas.microsoft.com/office/drawing/2014/main" id="{522CFC11-0A8E-40AE-BF71-08EDD6C4EA9A}"/>
                  </a:ext>
                </a:extLst>
              </p:cNvPr>
              <p:cNvSpPr>
                <a:spLocks noChangeShapeType="1"/>
              </p:cNvSpPr>
              <p:nvPr/>
            </p:nvSpPr>
            <p:spPr bwMode="auto">
              <a:xfrm rot="5400000">
                <a:off x="3336" y="-2200"/>
                <a:ext cx="0" cy="638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28" name="Line 59">
                <a:extLst>
                  <a:ext uri="{FF2B5EF4-FFF2-40B4-BE49-F238E27FC236}">
                    <a16:creationId xmlns:a16="http://schemas.microsoft.com/office/drawing/2014/main" id="{48B2F7D6-2A7B-49F3-8D69-BB5DAB052E79}"/>
                  </a:ext>
                </a:extLst>
              </p:cNvPr>
              <p:cNvSpPr>
                <a:spLocks noChangeShapeType="1"/>
              </p:cNvSpPr>
              <p:nvPr/>
            </p:nvSpPr>
            <p:spPr bwMode="auto">
              <a:xfrm rot="5400000">
                <a:off x="3336" y="-1637"/>
                <a:ext cx="0" cy="638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29" name="Line 60">
                <a:extLst>
                  <a:ext uri="{FF2B5EF4-FFF2-40B4-BE49-F238E27FC236}">
                    <a16:creationId xmlns:a16="http://schemas.microsoft.com/office/drawing/2014/main" id="{ADE741CE-D17A-4968-8C89-DF92F6632A47}"/>
                  </a:ext>
                </a:extLst>
              </p:cNvPr>
              <p:cNvSpPr>
                <a:spLocks noChangeShapeType="1"/>
              </p:cNvSpPr>
              <p:nvPr/>
            </p:nvSpPr>
            <p:spPr bwMode="auto">
              <a:xfrm rot="5400000">
                <a:off x="3336" y="-1074"/>
                <a:ext cx="0" cy="638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30" name="Line 61">
                <a:extLst>
                  <a:ext uri="{FF2B5EF4-FFF2-40B4-BE49-F238E27FC236}">
                    <a16:creationId xmlns:a16="http://schemas.microsoft.com/office/drawing/2014/main" id="{B0510AF3-9C40-4E91-B47C-4B4385702F17}"/>
                  </a:ext>
                </a:extLst>
              </p:cNvPr>
              <p:cNvSpPr>
                <a:spLocks noChangeShapeType="1"/>
              </p:cNvSpPr>
              <p:nvPr/>
            </p:nvSpPr>
            <p:spPr bwMode="auto">
              <a:xfrm rot="5400000">
                <a:off x="3336" y="-511"/>
                <a:ext cx="0" cy="638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31" name="Line 62">
                <a:extLst>
                  <a:ext uri="{FF2B5EF4-FFF2-40B4-BE49-F238E27FC236}">
                    <a16:creationId xmlns:a16="http://schemas.microsoft.com/office/drawing/2014/main" id="{8C104FAF-1103-4BAA-B7A6-D7E956F82016}"/>
                  </a:ext>
                </a:extLst>
              </p:cNvPr>
              <p:cNvSpPr>
                <a:spLocks noChangeShapeType="1"/>
              </p:cNvSpPr>
              <p:nvPr/>
            </p:nvSpPr>
            <p:spPr bwMode="auto">
              <a:xfrm rot="5400000">
                <a:off x="3336" y="52"/>
                <a:ext cx="0" cy="638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32" name="Line 63">
                <a:extLst>
                  <a:ext uri="{FF2B5EF4-FFF2-40B4-BE49-F238E27FC236}">
                    <a16:creationId xmlns:a16="http://schemas.microsoft.com/office/drawing/2014/main" id="{81A5AA8D-D6CF-4DF8-9221-9468AD56004C}"/>
                  </a:ext>
                </a:extLst>
              </p:cNvPr>
              <p:cNvSpPr>
                <a:spLocks noChangeShapeType="1"/>
              </p:cNvSpPr>
              <p:nvPr/>
            </p:nvSpPr>
            <p:spPr bwMode="auto">
              <a:xfrm rot="5400000">
                <a:off x="3336" y="615"/>
                <a:ext cx="0" cy="638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33" name="Line 64">
                <a:extLst>
                  <a:ext uri="{FF2B5EF4-FFF2-40B4-BE49-F238E27FC236}">
                    <a16:creationId xmlns:a16="http://schemas.microsoft.com/office/drawing/2014/main" id="{60C74385-90C5-43F3-AFAC-3E7C283ECF2F}"/>
                  </a:ext>
                </a:extLst>
              </p:cNvPr>
              <p:cNvSpPr>
                <a:spLocks noChangeShapeType="1"/>
              </p:cNvSpPr>
              <p:nvPr/>
            </p:nvSpPr>
            <p:spPr bwMode="auto">
              <a:xfrm rot="5400000">
                <a:off x="3336" y="1178"/>
                <a:ext cx="0" cy="638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grpSp>
        <p:sp>
          <p:nvSpPr>
            <p:cNvPr id="13" name="Line 65">
              <a:extLst>
                <a:ext uri="{FF2B5EF4-FFF2-40B4-BE49-F238E27FC236}">
                  <a16:creationId xmlns:a16="http://schemas.microsoft.com/office/drawing/2014/main" id="{7C2AAF5A-E4DD-4762-B4E7-1B3598EA25F4}"/>
                </a:ext>
              </a:extLst>
            </p:cNvPr>
            <p:cNvSpPr>
              <a:spLocks noChangeShapeType="1"/>
            </p:cNvSpPr>
            <p:nvPr/>
          </p:nvSpPr>
          <p:spPr bwMode="auto">
            <a:xfrm>
              <a:off x="144" y="385"/>
              <a:ext cx="552" cy="46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14" name="Rectangle 66">
              <a:extLst>
                <a:ext uri="{FF2B5EF4-FFF2-40B4-BE49-F238E27FC236}">
                  <a16:creationId xmlns:a16="http://schemas.microsoft.com/office/drawing/2014/main" id="{818F8DC4-B09F-4285-BFE9-228A8A414662}"/>
                </a:ext>
              </a:extLst>
            </p:cNvPr>
            <p:cNvSpPr>
              <a:spLocks noChangeArrowheads="1"/>
            </p:cNvSpPr>
            <p:nvPr/>
          </p:nvSpPr>
          <p:spPr bwMode="auto">
            <a:xfrm>
              <a:off x="6528" y="1248"/>
              <a:ext cx="192" cy="16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endParaRPr lang="fr-FR" altLang="fr-FR" sz="1600">
                <a:latin typeface="Calibri" panose="020F0502020204030204" pitchFamily="34" charset="0"/>
                <a:cs typeface="Calibri" panose="020F0502020204030204" pitchFamily="34" charset="0"/>
              </a:endParaRPr>
            </a:p>
          </p:txBody>
        </p:sp>
        <p:sp>
          <p:nvSpPr>
            <p:cNvPr id="15" name="Rectangle 67">
              <a:extLst>
                <a:ext uri="{FF2B5EF4-FFF2-40B4-BE49-F238E27FC236}">
                  <a16:creationId xmlns:a16="http://schemas.microsoft.com/office/drawing/2014/main" id="{0646B1DD-8A59-4A99-8C27-4CD9AE2D2312}"/>
                </a:ext>
              </a:extLst>
            </p:cNvPr>
            <p:cNvSpPr>
              <a:spLocks noChangeArrowheads="1"/>
            </p:cNvSpPr>
            <p:nvPr/>
          </p:nvSpPr>
          <p:spPr bwMode="auto">
            <a:xfrm>
              <a:off x="6528" y="1811"/>
              <a:ext cx="192" cy="16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endParaRPr lang="fr-FR" altLang="fr-FR" sz="1600">
                <a:latin typeface="Calibri" panose="020F0502020204030204" pitchFamily="34" charset="0"/>
                <a:cs typeface="Calibri" panose="020F0502020204030204" pitchFamily="34" charset="0"/>
              </a:endParaRPr>
            </a:p>
          </p:txBody>
        </p:sp>
        <p:sp>
          <p:nvSpPr>
            <p:cNvPr id="16" name="Rectangle 68">
              <a:extLst>
                <a:ext uri="{FF2B5EF4-FFF2-40B4-BE49-F238E27FC236}">
                  <a16:creationId xmlns:a16="http://schemas.microsoft.com/office/drawing/2014/main" id="{7BC437DF-793B-460A-8120-3D3A50BDFA6A}"/>
                </a:ext>
              </a:extLst>
            </p:cNvPr>
            <p:cNvSpPr>
              <a:spLocks noChangeArrowheads="1"/>
            </p:cNvSpPr>
            <p:nvPr/>
          </p:nvSpPr>
          <p:spPr bwMode="auto">
            <a:xfrm>
              <a:off x="6528" y="2374"/>
              <a:ext cx="192" cy="16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endParaRPr lang="fr-FR" altLang="fr-FR" sz="1600">
                <a:latin typeface="Calibri" panose="020F0502020204030204" pitchFamily="34" charset="0"/>
                <a:cs typeface="Calibri" panose="020F0502020204030204" pitchFamily="34" charset="0"/>
              </a:endParaRPr>
            </a:p>
          </p:txBody>
        </p:sp>
        <p:sp>
          <p:nvSpPr>
            <p:cNvPr id="17" name="Rectangle 69">
              <a:extLst>
                <a:ext uri="{FF2B5EF4-FFF2-40B4-BE49-F238E27FC236}">
                  <a16:creationId xmlns:a16="http://schemas.microsoft.com/office/drawing/2014/main" id="{8C1FB69F-C526-408F-9452-E96C5D6D128A}"/>
                </a:ext>
              </a:extLst>
            </p:cNvPr>
            <p:cNvSpPr>
              <a:spLocks noChangeArrowheads="1"/>
            </p:cNvSpPr>
            <p:nvPr/>
          </p:nvSpPr>
          <p:spPr bwMode="auto">
            <a:xfrm>
              <a:off x="6528" y="2937"/>
              <a:ext cx="192" cy="16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endParaRPr lang="fr-FR" altLang="fr-FR" sz="1600">
                <a:latin typeface="Calibri" panose="020F0502020204030204" pitchFamily="34" charset="0"/>
                <a:cs typeface="Calibri" panose="020F0502020204030204" pitchFamily="34" charset="0"/>
              </a:endParaRPr>
            </a:p>
          </p:txBody>
        </p:sp>
        <p:sp>
          <p:nvSpPr>
            <p:cNvPr id="18" name="Rectangle 70">
              <a:extLst>
                <a:ext uri="{FF2B5EF4-FFF2-40B4-BE49-F238E27FC236}">
                  <a16:creationId xmlns:a16="http://schemas.microsoft.com/office/drawing/2014/main" id="{92516D59-7F1D-4A46-94FE-4C6B2FD11F48}"/>
                </a:ext>
              </a:extLst>
            </p:cNvPr>
            <p:cNvSpPr>
              <a:spLocks noChangeArrowheads="1"/>
            </p:cNvSpPr>
            <p:nvPr/>
          </p:nvSpPr>
          <p:spPr bwMode="auto">
            <a:xfrm>
              <a:off x="6528" y="3500"/>
              <a:ext cx="192" cy="16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endParaRPr lang="fr-FR" altLang="fr-FR" sz="1600">
                <a:latin typeface="Calibri" panose="020F0502020204030204" pitchFamily="34" charset="0"/>
                <a:cs typeface="Calibri" panose="020F0502020204030204" pitchFamily="34" charset="0"/>
              </a:endParaRPr>
            </a:p>
          </p:txBody>
        </p:sp>
        <p:sp>
          <p:nvSpPr>
            <p:cNvPr id="19" name="Rectangle 71">
              <a:extLst>
                <a:ext uri="{FF2B5EF4-FFF2-40B4-BE49-F238E27FC236}">
                  <a16:creationId xmlns:a16="http://schemas.microsoft.com/office/drawing/2014/main" id="{C4A49EFC-B927-48AB-8D65-9349603AB5D6}"/>
                </a:ext>
              </a:extLst>
            </p:cNvPr>
            <p:cNvSpPr>
              <a:spLocks noChangeArrowheads="1"/>
            </p:cNvSpPr>
            <p:nvPr/>
          </p:nvSpPr>
          <p:spPr bwMode="auto">
            <a:xfrm>
              <a:off x="6528" y="4063"/>
              <a:ext cx="192" cy="16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endParaRPr lang="fr-FR" altLang="fr-FR" sz="1600">
                <a:latin typeface="Calibri" panose="020F0502020204030204" pitchFamily="34" charset="0"/>
                <a:cs typeface="Calibri" panose="020F0502020204030204" pitchFamily="34" charset="0"/>
              </a:endParaRPr>
            </a:p>
          </p:txBody>
        </p:sp>
        <p:sp>
          <p:nvSpPr>
            <p:cNvPr id="20" name="Rectangle 72">
              <a:extLst>
                <a:ext uri="{FF2B5EF4-FFF2-40B4-BE49-F238E27FC236}">
                  <a16:creationId xmlns:a16="http://schemas.microsoft.com/office/drawing/2014/main" id="{E7F9B207-1F28-4669-8AA3-0333CE73C25A}"/>
                </a:ext>
              </a:extLst>
            </p:cNvPr>
            <p:cNvSpPr>
              <a:spLocks noChangeArrowheads="1"/>
            </p:cNvSpPr>
            <p:nvPr/>
          </p:nvSpPr>
          <p:spPr bwMode="auto">
            <a:xfrm>
              <a:off x="6498" y="787"/>
              <a:ext cx="609"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fr-FR" altLang="fr-FR" sz="1000" b="1">
                  <a:latin typeface="Calibri" panose="020F0502020204030204" pitchFamily="34" charset="0"/>
                  <a:cs typeface="Calibri" panose="020F0502020204030204" pitchFamily="34" charset="0"/>
                </a:rPr>
                <a:t>totaux</a:t>
              </a:r>
            </a:p>
          </p:txBody>
        </p:sp>
        <p:sp>
          <p:nvSpPr>
            <p:cNvPr id="21" name="Line 73">
              <a:extLst>
                <a:ext uri="{FF2B5EF4-FFF2-40B4-BE49-F238E27FC236}">
                  <a16:creationId xmlns:a16="http://schemas.microsoft.com/office/drawing/2014/main" id="{1800669F-C453-493A-B06B-3A7DA183B799}"/>
                </a:ext>
              </a:extLst>
            </p:cNvPr>
            <p:cNvSpPr>
              <a:spLocks noChangeShapeType="1"/>
            </p:cNvSpPr>
            <p:nvPr/>
          </p:nvSpPr>
          <p:spPr bwMode="auto">
            <a:xfrm>
              <a:off x="6624" y="959"/>
              <a:ext cx="0" cy="24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22" name="Rectangle 74">
              <a:extLst>
                <a:ext uri="{FF2B5EF4-FFF2-40B4-BE49-F238E27FC236}">
                  <a16:creationId xmlns:a16="http://schemas.microsoft.com/office/drawing/2014/main" id="{91DDCEAB-88E1-42A7-AA0C-F124DC439F1E}"/>
                </a:ext>
              </a:extLst>
            </p:cNvPr>
            <p:cNvSpPr>
              <a:spLocks noChangeArrowheads="1"/>
            </p:cNvSpPr>
            <p:nvPr/>
          </p:nvSpPr>
          <p:spPr bwMode="auto">
            <a:xfrm>
              <a:off x="88" y="4224"/>
              <a:ext cx="609"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fr-FR" altLang="fr-FR" sz="1000" b="1">
                  <a:latin typeface="Calibri" panose="020F0502020204030204" pitchFamily="34" charset="0"/>
                  <a:cs typeface="Calibri" panose="020F0502020204030204" pitchFamily="34" charset="0"/>
                </a:rPr>
                <a:t>totaux</a:t>
              </a:r>
            </a:p>
          </p:txBody>
        </p:sp>
        <p:sp>
          <p:nvSpPr>
            <p:cNvPr id="23" name="Line 75">
              <a:extLst>
                <a:ext uri="{FF2B5EF4-FFF2-40B4-BE49-F238E27FC236}">
                  <a16:creationId xmlns:a16="http://schemas.microsoft.com/office/drawing/2014/main" id="{D1EF69C0-95CA-43AF-A244-FFCDEF6D0AA0}"/>
                </a:ext>
              </a:extLst>
            </p:cNvPr>
            <p:cNvSpPr>
              <a:spLocks noChangeShapeType="1"/>
            </p:cNvSpPr>
            <p:nvPr/>
          </p:nvSpPr>
          <p:spPr bwMode="auto">
            <a:xfrm rot="5400000">
              <a:off x="3519" y="1574"/>
              <a:ext cx="0" cy="563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24" name="Line 76">
              <a:extLst>
                <a:ext uri="{FF2B5EF4-FFF2-40B4-BE49-F238E27FC236}">
                  <a16:creationId xmlns:a16="http://schemas.microsoft.com/office/drawing/2014/main" id="{DA15EF6F-1300-49AF-8030-915C063E5B23}"/>
                </a:ext>
              </a:extLst>
            </p:cNvPr>
            <p:cNvSpPr>
              <a:spLocks noChangeShapeType="1"/>
            </p:cNvSpPr>
            <p:nvPr/>
          </p:nvSpPr>
          <p:spPr bwMode="auto">
            <a:xfrm>
              <a:off x="528" y="855"/>
              <a:ext cx="0" cy="33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25" name="Line 77">
              <a:extLst>
                <a:ext uri="{FF2B5EF4-FFF2-40B4-BE49-F238E27FC236}">
                  <a16:creationId xmlns:a16="http://schemas.microsoft.com/office/drawing/2014/main" id="{3D3277C4-12DD-43EE-957C-B8E97358FA8B}"/>
                </a:ext>
              </a:extLst>
            </p:cNvPr>
            <p:cNvSpPr>
              <a:spLocks noChangeShapeType="1"/>
            </p:cNvSpPr>
            <p:nvPr/>
          </p:nvSpPr>
          <p:spPr bwMode="auto">
            <a:xfrm rot="-5400000">
              <a:off x="564" y="4204"/>
              <a:ext cx="0" cy="21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1600">
                <a:latin typeface="Calibri" panose="020F0502020204030204" pitchFamily="34" charset="0"/>
                <a:cs typeface="Calibri" panose="020F0502020204030204" pitchFamily="34" charset="0"/>
              </a:endParaRPr>
            </a:p>
          </p:txBody>
        </p:sp>
        <p:sp>
          <p:nvSpPr>
            <p:cNvPr id="26" name="Rectangle 78">
              <a:extLst>
                <a:ext uri="{FF2B5EF4-FFF2-40B4-BE49-F238E27FC236}">
                  <a16:creationId xmlns:a16="http://schemas.microsoft.com/office/drawing/2014/main" id="{21737380-027B-4F29-BBB4-3945FF50BFC0}"/>
                </a:ext>
              </a:extLst>
            </p:cNvPr>
            <p:cNvSpPr>
              <a:spLocks noChangeArrowheads="1"/>
            </p:cNvSpPr>
            <p:nvPr/>
          </p:nvSpPr>
          <p:spPr bwMode="auto">
            <a:xfrm>
              <a:off x="18" y="4464"/>
              <a:ext cx="175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fr-FR" altLang="fr-FR" sz="1050" b="1">
                  <a:latin typeface="Calibri" panose="020F0502020204030204" pitchFamily="34" charset="0"/>
                  <a:cs typeface="Calibri" panose="020F0502020204030204" pitchFamily="34" charset="0"/>
                </a:rPr>
                <a:t>légende de la notation : </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228600" y="1577975"/>
            <a:ext cx="6019800"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2075" indent="-92075"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just"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Objectifs :</a:t>
            </a:r>
            <a:endParaRPr lang="sk-SK" altLang="fr-FR" sz="1200" b="1"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Times New Roman" pitchFamily="18" charset="0"/>
              </a:rPr>
              <a:t>Représenter un évènement pour montrer l'évolution ou la répartition suivant des classes déterminées.</a:t>
            </a: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Utilisation : </a:t>
            </a:r>
            <a:endParaRPr lang="sk-SK" altLang="fr-FR" sz="1200" b="1"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b="1"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A) Préparation des données à représenter</a:t>
            </a:r>
            <a:endParaRPr lang="sk-SK" altLang="fr-FR" sz="1200" b="1"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Les évènements (résultat de mesures ou de contrôles) à représenter doivent être préalablement collectés (voir fiche "collecte de données").</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B) Préparation de l'histogramme</a:t>
            </a:r>
            <a:endParaRPr lang="fr-FR" altLang="fr-FR" sz="1200" b="1" dirty="0">
              <a:solidFill>
                <a:schemeClr val="tx1">
                  <a:lumMod val="65000"/>
                  <a:lumOff val="35000"/>
                </a:schemeClr>
              </a:solidFill>
              <a:latin typeface="Calibri" panose="020F0502020204030204" pitchFamily="34" charset="0"/>
              <a:cs typeface="Calibri" panose="020F0502020204030204" pitchFamily="34"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Déduire de la feuille de collecte des données le nombre de classes à représenter.</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Repérer sur l'échelle des abscisses les classes représentées et leur signification (valeur de mesure ou résultat d'un contrôle).</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Déduire de la feuille de collecte de données la plus haute fréquence dans une classe donnée.</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Graduer l'échelle des ordonnées en fonction du résultat précédent.</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endParaRPr lang="fr-FR" altLang="fr-FR" sz="1200" b="1" dirty="0">
              <a:solidFill>
                <a:schemeClr val="tx1">
                  <a:lumMod val="65000"/>
                  <a:lumOff val="35000"/>
                </a:schemeClr>
              </a:solidFill>
              <a:latin typeface="Calibri" panose="020F0502020204030204" pitchFamily="34" charset="0"/>
              <a:cs typeface="Calibri" panose="020F0502020204030204" pitchFamily="34" charset="0"/>
            </a:endParaRPr>
          </a:p>
          <a:p>
            <a:pPr algn="just"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C) Réalisation de l'histogramme</a:t>
            </a:r>
            <a:endParaRPr lang="fr-FR" altLang="fr-FR" sz="1200" b="1" dirty="0">
              <a:solidFill>
                <a:schemeClr val="tx1">
                  <a:lumMod val="65000"/>
                  <a:lumOff val="35000"/>
                </a:schemeClr>
              </a:solidFill>
              <a:latin typeface="Calibri" panose="020F0502020204030204" pitchFamily="34" charset="0"/>
              <a:cs typeface="Calibri" panose="020F0502020204030204" pitchFamily="34"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Reporter sur l'histogramme le nombre d'évènements suivant les classes définies.</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D) Conclusion</a:t>
            </a:r>
            <a:endParaRPr lang="fr-FR" altLang="fr-FR" sz="1200" b="1" dirty="0">
              <a:solidFill>
                <a:schemeClr val="tx1">
                  <a:lumMod val="65000"/>
                  <a:lumOff val="35000"/>
                </a:schemeClr>
              </a:solidFill>
              <a:latin typeface="Calibri" panose="020F0502020204030204" pitchFamily="34" charset="0"/>
              <a:cs typeface="Calibri" panose="020F0502020204030204" pitchFamily="34" charset="0"/>
            </a:endParaRPr>
          </a:p>
          <a:p>
            <a:pPr algn="just" eaLnBrk="1" hangingPunct="1"/>
            <a:r>
              <a:rPr lang="sk-SK" altLang="fr-FR" sz="1200" dirty="0">
                <a:solidFill>
                  <a:schemeClr val="tx1">
                    <a:lumMod val="65000"/>
                    <a:lumOff val="35000"/>
                  </a:schemeClr>
                </a:solidFill>
                <a:latin typeface="Calibri" panose="020F0502020204030204" pitchFamily="34" charset="0"/>
                <a:cs typeface="Times New Roman" pitchFamily="18" charset="0"/>
              </a:rPr>
              <a:t>Analyser la représentation obtenue :</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soit en comparant les classes les unes aux autres pour déduire l'influence de la</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 </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variable en abscisse sur la fréquence des évènements,</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soit en comparant des histogrammes successifs.</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endParaRPr>
          </a:p>
        </p:txBody>
      </p:sp>
      <p:sp>
        <p:nvSpPr>
          <p:cNvPr id="24579" name="Text Box 3"/>
          <p:cNvSpPr txBox="1">
            <a:spLocks noChangeArrowheads="1"/>
          </p:cNvSpPr>
          <p:nvPr/>
        </p:nvSpPr>
        <p:spPr bwMode="auto">
          <a:xfrm>
            <a:off x="498475" y="457200"/>
            <a:ext cx="4036169" cy="533400"/>
          </a:xfrm>
          <a:prstGeom prst="rect">
            <a:avLst/>
          </a:prstGeom>
          <a:solidFill>
            <a:schemeClr val="bg1"/>
          </a:solidFill>
          <a:ln w="19050">
            <a:solidFill>
              <a:srgbClr val="FF3300"/>
            </a:solidFill>
            <a:miter lim="800000"/>
            <a:headEnd/>
            <a:tailEnd/>
          </a:ln>
          <a:effectLst/>
        </p:spPr>
        <p:txBody>
          <a:bodyPr anchor="ctr"/>
          <a:lstStyle>
            <a:defPPr>
              <a:defRPr lang="fr-FR"/>
            </a:defPPr>
            <a:lvl1pPr algn="ctr" eaLnBrk="1" hangingPunct="1">
              <a:defRPr sz="2000" b="1" cap="small">
                <a:solidFill>
                  <a:srgbClr val="27A8E0"/>
                </a:solidFill>
                <a:latin typeface="Calibri" panose="020F0502020204030204" pitchFamily="34" charset="0"/>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fr-FR" altLang="fr-FR" dirty="0"/>
              <a:t>LE GRAPHIQUE</a:t>
            </a:r>
            <a:endParaRPr lang="sk-SK" altLang="fr-FR" dirty="0"/>
          </a:p>
        </p:txBody>
      </p:sp>
      <p:pic>
        <p:nvPicPr>
          <p:cNvPr id="4" name="Image 3">
            <a:extLst>
              <a:ext uri="{FF2B5EF4-FFF2-40B4-BE49-F238E27FC236}">
                <a16:creationId xmlns:a16="http://schemas.microsoft.com/office/drawing/2014/main" id="{EE75D148-CF57-4A48-97B6-81C6EBB6806F}"/>
              </a:ext>
            </a:extLst>
          </p:cNvPr>
          <p:cNvPicPr>
            <a:picLocks noChangeAspect="1"/>
          </p:cNvPicPr>
          <p:nvPr/>
        </p:nvPicPr>
        <p:blipFill rotWithShape="1">
          <a:blip r:embed="rId2"/>
          <a:srcRect l="890" r="571"/>
          <a:stretch/>
        </p:blipFill>
        <p:spPr>
          <a:xfrm>
            <a:off x="4600112" y="225996"/>
            <a:ext cx="1650520" cy="1407461"/>
          </a:xfrm>
          <a:prstGeom prst="rect">
            <a:avLst/>
          </a:prstGeom>
        </p:spPr>
      </p:pic>
      <p:grpSp>
        <p:nvGrpSpPr>
          <p:cNvPr id="5" name="Group 4">
            <a:extLst>
              <a:ext uri="{FF2B5EF4-FFF2-40B4-BE49-F238E27FC236}">
                <a16:creationId xmlns:a16="http://schemas.microsoft.com/office/drawing/2014/main" id="{6C1B7EEB-B670-47BF-8631-0CC717BE4913}"/>
              </a:ext>
            </a:extLst>
          </p:cNvPr>
          <p:cNvGrpSpPr>
            <a:grpSpLocks/>
          </p:cNvGrpSpPr>
          <p:nvPr/>
        </p:nvGrpSpPr>
        <p:grpSpPr bwMode="auto">
          <a:xfrm>
            <a:off x="1222138" y="6683307"/>
            <a:ext cx="4032725" cy="2543776"/>
            <a:chOff x="129" y="576"/>
            <a:chExt cx="6614" cy="4172"/>
          </a:xfrm>
        </p:grpSpPr>
        <p:sp>
          <p:nvSpPr>
            <p:cNvPr id="7" name="Rectangle 6">
              <a:extLst>
                <a:ext uri="{FF2B5EF4-FFF2-40B4-BE49-F238E27FC236}">
                  <a16:creationId xmlns:a16="http://schemas.microsoft.com/office/drawing/2014/main" id="{0FF68383-7AE1-471E-B5AB-CF83C904C554}"/>
                </a:ext>
              </a:extLst>
            </p:cNvPr>
            <p:cNvSpPr>
              <a:spLocks noChangeArrowheads="1"/>
            </p:cNvSpPr>
            <p:nvPr/>
          </p:nvSpPr>
          <p:spPr bwMode="auto">
            <a:xfrm>
              <a:off x="129" y="4369"/>
              <a:ext cx="1575" cy="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fr-FR" altLang="fr-FR" sz="900" b="1" dirty="0">
                  <a:latin typeface="Calibri" panose="020F0502020204030204" pitchFamily="34" charset="0"/>
                  <a:cs typeface="Calibri" panose="020F0502020204030204" pitchFamily="34" charset="0"/>
                </a:rPr>
                <a:t>commentaires : </a:t>
              </a:r>
            </a:p>
          </p:txBody>
        </p:sp>
        <p:grpSp>
          <p:nvGrpSpPr>
            <p:cNvPr id="8" name="Group 7">
              <a:extLst>
                <a:ext uri="{FF2B5EF4-FFF2-40B4-BE49-F238E27FC236}">
                  <a16:creationId xmlns:a16="http://schemas.microsoft.com/office/drawing/2014/main" id="{8B838071-CC06-48CC-8350-0EEF3ABB80F7}"/>
                </a:ext>
              </a:extLst>
            </p:cNvPr>
            <p:cNvGrpSpPr>
              <a:grpSpLocks/>
            </p:cNvGrpSpPr>
            <p:nvPr/>
          </p:nvGrpSpPr>
          <p:grpSpPr bwMode="auto">
            <a:xfrm>
              <a:off x="329" y="768"/>
              <a:ext cx="6145" cy="3552"/>
              <a:chOff x="287" y="720"/>
              <a:chExt cx="6193" cy="3600"/>
            </a:xfrm>
          </p:grpSpPr>
          <p:grpSp>
            <p:nvGrpSpPr>
              <p:cNvPr id="10" name="Group 8">
                <a:extLst>
                  <a:ext uri="{FF2B5EF4-FFF2-40B4-BE49-F238E27FC236}">
                    <a16:creationId xmlns:a16="http://schemas.microsoft.com/office/drawing/2014/main" id="{B84E605E-61ED-4868-88A4-25CC1B7EF430}"/>
                  </a:ext>
                </a:extLst>
              </p:cNvPr>
              <p:cNvGrpSpPr>
                <a:grpSpLocks/>
              </p:cNvGrpSpPr>
              <p:nvPr/>
            </p:nvGrpSpPr>
            <p:grpSpPr bwMode="auto">
              <a:xfrm>
                <a:off x="288" y="720"/>
                <a:ext cx="6192" cy="3600"/>
                <a:chOff x="432" y="385"/>
                <a:chExt cx="5952" cy="4010"/>
              </a:xfrm>
            </p:grpSpPr>
            <p:sp>
              <p:nvSpPr>
                <p:cNvPr id="24" name="Line 9">
                  <a:extLst>
                    <a:ext uri="{FF2B5EF4-FFF2-40B4-BE49-F238E27FC236}">
                      <a16:creationId xmlns:a16="http://schemas.microsoft.com/office/drawing/2014/main" id="{EF4DDDC9-FDF8-4ED5-80B6-AC1FB0B0417F}"/>
                    </a:ext>
                  </a:extLst>
                </p:cNvPr>
                <p:cNvSpPr>
                  <a:spLocks noChangeShapeType="1"/>
                </p:cNvSpPr>
                <p:nvPr/>
              </p:nvSpPr>
              <p:spPr bwMode="auto">
                <a:xfrm>
                  <a:off x="432" y="385"/>
                  <a:ext cx="0" cy="401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25" name="Line 10">
                  <a:extLst>
                    <a:ext uri="{FF2B5EF4-FFF2-40B4-BE49-F238E27FC236}">
                      <a16:creationId xmlns:a16="http://schemas.microsoft.com/office/drawing/2014/main" id="{88FEC39F-ADAA-47BC-B9E3-C0F40A267A40}"/>
                    </a:ext>
                  </a:extLst>
                </p:cNvPr>
                <p:cNvSpPr>
                  <a:spLocks noChangeShapeType="1"/>
                </p:cNvSpPr>
                <p:nvPr/>
              </p:nvSpPr>
              <p:spPr bwMode="auto">
                <a:xfrm>
                  <a:off x="804" y="385"/>
                  <a:ext cx="0" cy="401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26" name="Line 11">
                  <a:extLst>
                    <a:ext uri="{FF2B5EF4-FFF2-40B4-BE49-F238E27FC236}">
                      <a16:creationId xmlns:a16="http://schemas.microsoft.com/office/drawing/2014/main" id="{99299FC2-D6F7-4079-9A7B-E835F3705F44}"/>
                    </a:ext>
                  </a:extLst>
                </p:cNvPr>
                <p:cNvSpPr>
                  <a:spLocks noChangeShapeType="1"/>
                </p:cNvSpPr>
                <p:nvPr/>
              </p:nvSpPr>
              <p:spPr bwMode="auto">
                <a:xfrm>
                  <a:off x="1176" y="385"/>
                  <a:ext cx="0" cy="401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27" name="Line 12">
                  <a:extLst>
                    <a:ext uri="{FF2B5EF4-FFF2-40B4-BE49-F238E27FC236}">
                      <a16:creationId xmlns:a16="http://schemas.microsoft.com/office/drawing/2014/main" id="{253282F0-0CD2-476C-9274-551E91E96F6D}"/>
                    </a:ext>
                  </a:extLst>
                </p:cNvPr>
                <p:cNvSpPr>
                  <a:spLocks noChangeShapeType="1"/>
                </p:cNvSpPr>
                <p:nvPr/>
              </p:nvSpPr>
              <p:spPr bwMode="auto">
                <a:xfrm>
                  <a:off x="1548" y="385"/>
                  <a:ext cx="0" cy="401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28" name="Line 13">
                  <a:extLst>
                    <a:ext uri="{FF2B5EF4-FFF2-40B4-BE49-F238E27FC236}">
                      <a16:creationId xmlns:a16="http://schemas.microsoft.com/office/drawing/2014/main" id="{E9E01876-E970-4859-A28D-7320877727D4}"/>
                    </a:ext>
                  </a:extLst>
                </p:cNvPr>
                <p:cNvSpPr>
                  <a:spLocks noChangeShapeType="1"/>
                </p:cNvSpPr>
                <p:nvPr/>
              </p:nvSpPr>
              <p:spPr bwMode="auto">
                <a:xfrm>
                  <a:off x="1920" y="385"/>
                  <a:ext cx="0" cy="401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29" name="Line 14">
                  <a:extLst>
                    <a:ext uri="{FF2B5EF4-FFF2-40B4-BE49-F238E27FC236}">
                      <a16:creationId xmlns:a16="http://schemas.microsoft.com/office/drawing/2014/main" id="{2BF6E3A7-8A62-4E76-B34E-E4CF728A1D01}"/>
                    </a:ext>
                  </a:extLst>
                </p:cNvPr>
                <p:cNvSpPr>
                  <a:spLocks noChangeShapeType="1"/>
                </p:cNvSpPr>
                <p:nvPr/>
              </p:nvSpPr>
              <p:spPr bwMode="auto">
                <a:xfrm>
                  <a:off x="2292" y="385"/>
                  <a:ext cx="0" cy="401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30" name="Line 15">
                  <a:extLst>
                    <a:ext uri="{FF2B5EF4-FFF2-40B4-BE49-F238E27FC236}">
                      <a16:creationId xmlns:a16="http://schemas.microsoft.com/office/drawing/2014/main" id="{CD9904ED-C708-49E4-A64F-DAB6670E888C}"/>
                    </a:ext>
                  </a:extLst>
                </p:cNvPr>
                <p:cNvSpPr>
                  <a:spLocks noChangeShapeType="1"/>
                </p:cNvSpPr>
                <p:nvPr/>
              </p:nvSpPr>
              <p:spPr bwMode="auto">
                <a:xfrm>
                  <a:off x="2664" y="385"/>
                  <a:ext cx="0" cy="401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31" name="Line 16">
                  <a:extLst>
                    <a:ext uri="{FF2B5EF4-FFF2-40B4-BE49-F238E27FC236}">
                      <a16:creationId xmlns:a16="http://schemas.microsoft.com/office/drawing/2014/main" id="{16CEA913-E66F-4CB9-8A51-A6A23B4CEA99}"/>
                    </a:ext>
                  </a:extLst>
                </p:cNvPr>
                <p:cNvSpPr>
                  <a:spLocks noChangeShapeType="1"/>
                </p:cNvSpPr>
                <p:nvPr/>
              </p:nvSpPr>
              <p:spPr bwMode="auto">
                <a:xfrm>
                  <a:off x="3036" y="385"/>
                  <a:ext cx="0" cy="401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32" name="Line 17">
                  <a:extLst>
                    <a:ext uri="{FF2B5EF4-FFF2-40B4-BE49-F238E27FC236}">
                      <a16:creationId xmlns:a16="http://schemas.microsoft.com/office/drawing/2014/main" id="{A544F483-74E7-458B-9856-4E1A94E6DB6B}"/>
                    </a:ext>
                  </a:extLst>
                </p:cNvPr>
                <p:cNvSpPr>
                  <a:spLocks noChangeShapeType="1"/>
                </p:cNvSpPr>
                <p:nvPr/>
              </p:nvSpPr>
              <p:spPr bwMode="auto">
                <a:xfrm>
                  <a:off x="3408" y="385"/>
                  <a:ext cx="0" cy="401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33" name="Line 18">
                  <a:extLst>
                    <a:ext uri="{FF2B5EF4-FFF2-40B4-BE49-F238E27FC236}">
                      <a16:creationId xmlns:a16="http://schemas.microsoft.com/office/drawing/2014/main" id="{BC431754-56A5-427E-B890-472D34264BFD}"/>
                    </a:ext>
                  </a:extLst>
                </p:cNvPr>
                <p:cNvSpPr>
                  <a:spLocks noChangeShapeType="1"/>
                </p:cNvSpPr>
                <p:nvPr/>
              </p:nvSpPr>
              <p:spPr bwMode="auto">
                <a:xfrm>
                  <a:off x="3780" y="385"/>
                  <a:ext cx="0" cy="401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34" name="Line 19">
                  <a:extLst>
                    <a:ext uri="{FF2B5EF4-FFF2-40B4-BE49-F238E27FC236}">
                      <a16:creationId xmlns:a16="http://schemas.microsoft.com/office/drawing/2014/main" id="{3F697641-21A1-44C9-BCA7-130B3C71C457}"/>
                    </a:ext>
                  </a:extLst>
                </p:cNvPr>
                <p:cNvSpPr>
                  <a:spLocks noChangeShapeType="1"/>
                </p:cNvSpPr>
                <p:nvPr/>
              </p:nvSpPr>
              <p:spPr bwMode="auto">
                <a:xfrm>
                  <a:off x="4152" y="385"/>
                  <a:ext cx="0" cy="401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35" name="Line 20">
                  <a:extLst>
                    <a:ext uri="{FF2B5EF4-FFF2-40B4-BE49-F238E27FC236}">
                      <a16:creationId xmlns:a16="http://schemas.microsoft.com/office/drawing/2014/main" id="{08CC602C-52A6-4A4E-9DD0-6C368F1FD458}"/>
                    </a:ext>
                  </a:extLst>
                </p:cNvPr>
                <p:cNvSpPr>
                  <a:spLocks noChangeShapeType="1"/>
                </p:cNvSpPr>
                <p:nvPr/>
              </p:nvSpPr>
              <p:spPr bwMode="auto">
                <a:xfrm>
                  <a:off x="4524" y="385"/>
                  <a:ext cx="0" cy="401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36" name="Line 21">
                  <a:extLst>
                    <a:ext uri="{FF2B5EF4-FFF2-40B4-BE49-F238E27FC236}">
                      <a16:creationId xmlns:a16="http://schemas.microsoft.com/office/drawing/2014/main" id="{C6B83EBA-03B2-4566-A442-8C0E80D51B21}"/>
                    </a:ext>
                  </a:extLst>
                </p:cNvPr>
                <p:cNvSpPr>
                  <a:spLocks noChangeShapeType="1"/>
                </p:cNvSpPr>
                <p:nvPr/>
              </p:nvSpPr>
              <p:spPr bwMode="auto">
                <a:xfrm>
                  <a:off x="4896" y="385"/>
                  <a:ext cx="0" cy="401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37" name="Line 22">
                  <a:extLst>
                    <a:ext uri="{FF2B5EF4-FFF2-40B4-BE49-F238E27FC236}">
                      <a16:creationId xmlns:a16="http://schemas.microsoft.com/office/drawing/2014/main" id="{52B6C730-348D-45C2-A96D-08492A4182D2}"/>
                    </a:ext>
                  </a:extLst>
                </p:cNvPr>
                <p:cNvSpPr>
                  <a:spLocks noChangeShapeType="1"/>
                </p:cNvSpPr>
                <p:nvPr/>
              </p:nvSpPr>
              <p:spPr bwMode="auto">
                <a:xfrm>
                  <a:off x="5268" y="385"/>
                  <a:ext cx="0" cy="401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38" name="Line 23">
                  <a:extLst>
                    <a:ext uri="{FF2B5EF4-FFF2-40B4-BE49-F238E27FC236}">
                      <a16:creationId xmlns:a16="http://schemas.microsoft.com/office/drawing/2014/main" id="{6B393315-E0F8-4A52-B721-F92BE72B7EC5}"/>
                    </a:ext>
                  </a:extLst>
                </p:cNvPr>
                <p:cNvSpPr>
                  <a:spLocks noChangeShapeType="1"/>
                </p:cNvSpPr>
                <p:nvPr/>
              </p:nvSpPr>
              <p:spPr bwMode="auto">
                <a:xfrm>
                  <a:off x="5640" y="385"/>
                  <a:ext cx="0" cy="401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39" name="Line 24">
                  <a:extLst>
                    <a:ext uri="{FF2B5EF4-FFF2-40B4-BE49-F238E27FC236}">
                      <a16:creationId xmlns:a16="http://schemas.microsoft.com/office/drawing/2014/main" id="{BB21EA1B-A0CD-4186-8F2F-6FC9C28C79E0}"/>
                    </a:ext>
                  </a:extLst>
                </p:cNvPr>
                <p:cNvSpPr>
                  <a:spLocks noChangeShapeType="1"/>
                </p:cNvSpPr>
                <p:nvPr/>
              </p:nvSpPr>
              <p:spPr bwMode="auto">
                <a:xfrm>
                  <a:off x="6012" y="385"/>
                  <a:ext cx="0" cy="401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40" name="Line 25">
                  <a:extLst>
                    <a:ext uri="{FF2B5EF4-FFF2-40B4-BE49-F238E27FC236}">
                      <a16:creationId xmlns:a16="http://schemas.microsoft.com/office/drawing/2014/main" id="{73E1B467-886F-4ACC-86E8-68CA97335CDC}"/>
                    </a:ext>
                  </a:extLst>
                </p:cNvPr>
                <p:cNvSpPr>
                  <a:spLocks noChangeShapeType="1"/>
                </p:cNvSpPr>
                <p:nvPr/>
              </p:nvSpPr>
              <p:spPr bwMode="auto">
                <a:xfrm>
                  <a:off x="6384" y="385"/>
                  <a:ext cx="0" cy="401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grpSp>
          <p:grpSp>
            <p:nvGrpSpPr>
              <p:cNvPr id="11" name="Group 26">
                <a:extLst>
                  <a:ext uri="{FF2B5EF4-FFF2-40B4-BE49-F238E27FC236}">
                    <a16:creationId xmlns:a16="http://schemas.microsoft.com/office/drawing/2014/main" id="{C674E712-B3D1-4497-82E1-7F9A1FD0003E}"/>
                  </a:ext>
                </a:extLst>
              </p:cNvPr>
              <p:cNvGrpSpPr>
                <a:grpSpLocks/>
              </p:cNvGrpSpPr>
              <p:nvPr/>
            </p:nvGrpSpPr>
            <p:grpSpPr bwMode="auto">
              <a:xfrm>
                <a:off x="287" y="720"/>
                <a:ext cx="6193" cy="3600"/>
                <a:chOff x="143" y="1872"/>
                <a:chExt cx="6385" cy="2400"/>
              </a:xfrm>
            </p:grpSpPr>
            <p:grpSp>
              <p:nvGrpSpPr>
                <p:cNvPr id="12" name="Group 27">
                  <a:extLst>
                    <a:ext uri="{FF2B5EF4-FFF2-40B4-BE49-F238E27FC236}">
                      <a16:creationId xmlns:a16="http://schemas.microsoft.com/office/drawing/2014/main" id="{B21EF2B8-4F06-4873-9277-43F72DA77932}"/>
                    </a:ext>
                  </a:extLst>
                </p:cNvPr>
                <p:cNvGrpSpPr>
                  <a:grpSpLocks/>
                </p:cNvGrpSpPr>
                <p:nvPr/>
              </p:nvGrpSpPr>
              <p:grpSpPr bwMode="auto">
                <a:xfrm>
                  <a:off x="143" y="2832"/>
                  <a:ext cx="6385" cy="1440"/>
                  <a:chOff x="143" y="993"/>
                  <a:chExt cx="6385" cy="3378"/>
                </a:xfrm>
              </p:grpSpPr>
              <p:sp>
                <p:nvSpPr>
                  <p:cNvPr id="17" name="Line 28">
                    <a:extLst>
                      <a:ext uri="{FF2B5EF4-FFF2-40B4-BE49-F238E27FC236}">
                        <a16:creationId xmlns:a16="http://schemas.microsoft.com/office/drawing/2014/main" id="{DCC5EA6A-410F-47F6-AD9A-A35D68B3ED92}"/>
                      </a:ext>
                    </a:extLst>
                  </p:cNvPr>
                  <p:cNvSpPr>
                    <a:spLocks noChangeShapeType="1"/>
                  </p:cNvSpPr>
                  <p:nvPr/>
                </p:nvSpPr>
                <p:spPr bwMode="auto">
                  <a:xfrm rot="5400000">
                    <a:off x="3336" y="-2200"/>
                    <a:ext cx="0" cy="638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18" name="Line 29">
                    <a:extLst>
                      <a:ext uri="{FF2B5EF4-FFF2-40B4-BE49-F238E27FC236}">
                        <a16:creationId xmlns:a16="http://schemas.microsoft.com/office/drawing/2014/main" id="{C1B2D6F0-A31A-46D7-BBE9-73D577656AA6}"/>
                      </a:ext>
                    </a:extLst>
                  </p:cNvPr>
                  <p:cNvSpPr>
                    <a:spLocks noChangeShapeType="1"/>
                  </p:cNvSpPr>
                  <p:nvPr/>
                </p:nvSpPr>
                <p:spPr bwMode="auto">
                  <a:xfrm rot="5400000">
                    <a:off x="3336" y="-1637"/>
                    <a:ext cx="0" cy="638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19" name="Line 30">
                    <a:extLst>
                      <a:ext uri="{FF2B5EF4-FFF2-40B4-BE49-F238E27FC236}">
                        <a16:creationId xmlns:a16="http://schemas.microsoft.com/office/drawing/2014/main" id="{97E5B939-4C00-4654-8473-239D4389DF8D}"/>
                      </a:ext>
                    </a:extLst>
                  </p:cNvPr>
                  <p:cNvSpPr>
                    <a:spLocks noChangeShapeType="1"/>
                  </p:cNvSpPr>
                  <p:nvPr/>
                </p:nvSpPr>
                <p:spPr bwMode="auto">
                  <a:xfrm rot="5400000">
                    <a:off x="3336" y="-1074"/>
                    <a:ext cx="0" cy="638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20" name="Line 31">
                    <a:extLst>
                      <a:ext uri="{FF2B5EF4-FFF2-40B4-BE49-F238E27FC236}">
                        <a16:creationId xmlns:a16="http://schemas.microsoft.com/office/drawing/2014/main" id="{91D316A8-C665-4E4F-8615-2C1785BBC14F}"/>
                      </a:ext>
                    </a:extLst>
                  </p:cNvPr>
                  <p:cNvSpPr>
                    <a:spLocks noChangeShapeType="1"/>
                  </p:cNvSpPr>
                  <p:nvPr/>
                </p:nvSpPr>
                <p:spPr bwMode="auto">
                  <a:xfrm rot="5400000">
                    <a:off x="3336" y="-511"/>
                    <a:ext cx="0" cy="638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21" name="Line 32">
                    <a:extLst>
                      <a:ext uri="{FF2B5EF4-FFF2-40B4-BE49-F238E27FC236}">
                        <a16:creationId xmlns:a16="http://schemas.microsoft.com/office/drawing/2014/main" id="{9DA49560-FBFC-4362-962D-E8227BAD5D74}"/>
                      </a:ext>
                    </a:extLst>
                  </p:cNvPr>
                  <p:cNvSpPr>
                    <a:spLocks noChangeShapeType="1"/>
                  </p:cNvSpPr>
                  <p:nvPr/>
                </p:nvSpPr>
                <p:spPr bwMode="auto">
                  <a:xfrm rot="5400000">
                    <a:off x="3336" y="52"/>
                    <a:ext cx="0" cy="638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22" name="Line 33">
                    <a:extLst>
                      <a:ext uri="{FF2B5EF4-FFF2-40B4-BE49-F238E27FC236}">
                        <a16:creationId xmlns:a16="http://schemas.microsoft.com/office/drawing/2014/main" id="{00E51F1F-7C1D-4A7A-BCFB-9E70D9470B1F}"/>
                      </a:ext>
                    </a:extLst>
                  </p:cNvPr>
                  <p:cNvSpPr>
                    <a:spLocks noChangeShapeType="1"/>
                  </p:cNvSpPr>
                  <p:nvPr/>
                </p:nvSpPr>
                <p:spPr bwMode="auto">
                  <a:xfrm rot="5400000">
                    <a:off x="3336" y="615"/>
                    <a:ext cx="0" cy="638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23" name="Line 34">
                    <a:extLst>
                      <a:ext uri="{FF2B5EF4-FFF2-40B4-BE49-F238E27FC236}">
                        <a16:creationId xmlns:a16="http://schemas.microsoft.com/office/drawing/2014/main" id="{2B597C8F-3336-492E-A534-189F8BA6492A}"/>
                      </a:ext>
                    </a:extLst>
                  </p:cNvPr>
                  <p:cNvSpPr>
                    <a:spLocks noChangeShapeType="1"/>
                  </p:cNvSpPr>
                  <p:nvPr/>
                </p:nvSpPr>
                <p:spPr bwMode="auto">
                  <a:xfrm rot="5400000">
                    <a:off x="3336" y="1178"/>
                    <a:ext cx="0" cy="638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grpSp>
            <p:sp>
              <p:nvSpPr>
                <p:cNvPr id="13" name="Line 35">
                  <a:extLst>
                    <a:ext uri="{FF2B5EF4-FFF2-40B4-BE49-F238E27FC236}">
                      <a16:creationId xmlns:a16="http://schemas.microsoft.com/office/drawing/2014/main" id="{FB456783-E18D-49C1-8DF8-91FCDBEB8A7A}"/>
                    </a:ext>
                  </a:extLst>
                </p:cNvPr>
                <p:cNvSpPr>
                  <a:spLocks noChangeShapeType="1"/>
                </p:cNvSpPr>
                <p:nvPr/>
              </p:nvSpPr>
              <p:spPr bwMode="auto">
                <a:xfrm rot="5400000">
                  <a:off x="3336" y="-1321"/>
                  <a:ext cx="0" cy="638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14" name="Line 36">
                  <a:extLst>
                    <a:ext uri="{FF2B5EF4-FFF2-40B4-BE49-F238E27FC236}">
                      <a16:creationId xmlns:a16="http://schemas.microsoft.com/office/drawing/2014/main" id="{6F0CA9B9-070A-4960-B38C-7D0858067AAD}"/>
                    </a:ext>
                  </a:extLst>
                </p:cNvPr>
                <p:cNvSpPr>
                  <a:spLocks noChangeShapeType="1"/>
                </p:cNvSpPr>
                <p:nvPr/>
              </p:nvSpPr>
              <p:spPr bwMode="auto">
                <a:xfrm rot="5400000">
                  <a:off x="3336" y="-1081"/>
                  <a:ext cx="0" cy="638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15" name="Line 37">
                  <a:extLst>
                    <a:ext uri="{FF2B5EF4-FFF2-40B4-BE49-F238E27FC236}">
                      <a16:creationId xmlns:a16="http://schemas.microsoft.com/office/drawing/2014/main" id="{1A262B21-0EF9-4D95-AEAB-AE6B56B5EB80}"/>
                    </a:ext>
                  </a:extLst>
                </p:cNvPr>
                <p:cNvSpPr>
                  <a:spLocks noChangeShapeType="1"/>
                </p:cNvSpPr>
                <p:nvPr/>
              </p:nvSpPr>
              <p:spPr bwMode="auto">
                <a:xfrm rot="5400000">
                  <a:off x="3336" y="-841"/>
                  <a:ext cx="0" cy="638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16" name="Line 38">
                  <a:extLst>
                    <a:ext uri="{FF2B5EF4-FFF2-40B4-BE49-F238E27FC236}">
                      <a16:creationId xmlns:a16="http://schemas.microsoft.com/office/drawing/2014/main" id="{263D59A1-2E3D-4116-8031-94061EB13595}"/>
                    </a:ext>
                  </a:extLst>
                </p:cNvPr>
                <p:cNvSpPr>
                  <a:spLocks noChangeShapeType="1"/>
                </p:cNvSpPr>
                <p:nvPr/>
              </p:nvSpPr>
              <p:spPr bwMode="auto">
                <a:xfrm rot="5400000">
                  <a:off x="3336" y="-601"/>
                  <a:ext cx="0" cy="638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grpSp>
        </p:grpSp>
        <p:sp>
          <p:nvSpPr>
            <p:cNvPr id="9" name="Freeform 39">
              <a:extLst>
                <a:ext uri="{FF2B5EF4-FFF2-40B4-BE49-F238E27FC236}">
                  <a16:creationId xmlns:a16="http://schemas.microsoft.com/office/drawing/2014/main" id="{961CBC02-5691-42AE-B69C-87DF97AC1E48}"/>
                </a:ext>
              </a:extLst>
            </p:cNvPr>
            <p:cNvSpPr>
              <a:spLocks/>
            </p:cNvSpPr>
            <p:nvPr/>
          </p:nvSpPr>
          <p:spPr bwMode="auto">
            <a:xfrm>
              <a:off x="330" y="576"/>
              <a:ext cx="6413" cy="3744"/>
            </a:xfrm>
            <a:custGeom>
              <a:avLst/>
              <a:gdLst>
                <a:gd name="T0" fmla="*/ 0 w 3744"/>
                <a:gd name="T1" fmla="*/ 0 h 2640"/>
                <a:gd name="T2" fmla="*/ 0 w 3744"/>
                <a:gd name="T3" fmla="*/ 7531 h 2640"/>
                <a:gd name="T4" fmla="*/ 17737 w 3744"/>
                <a:gd name="T5" fmla="*/ 7531 h 2640"/>
                <a:gd name="T6" fmla="*/ 0 60000 65536"/>
                <a:gd name="T7" fmla="*/ 0 60000 65536"/>
                <a:gd name="T8" fmla="*/ 0 60000 65536"/>
              </a:gdLst>
              <a:ahLst/>
              <a:cxnLst>
                <a:cxn ang="T6">
                  <a:pos x="T0" y="T1"/>
                </a:cxn>
                <a:cxn ang="T7">
                  <a:pos x="T2" y="T3"/>
                </a:cxn>
                <a:cxn ang="T8">
                  <a:pos x="T4" y="T5"/>
                </a:cxn>
              </a:cxnLst>
              <a:rect l="0" t="0" r="r" b="b"/>
              <a:pathLst>
                <a:path w="3744" h="2640">
                  <a:moveTo>
                    <a:pt x="0" y="0"/>
                  </a:moveTo>
                  <a:lnTo>
                    <a:pt x="0" y="2640"/>
                  </a:lnTo>
                  <a:lnTo>
                    <a:pt x="3744" y="2640"/>
                  </a:lnTo>
                </a:path>
              </a:pathLst>
            </a:custGeom>
            <a:noFill/>
            <a:ln w="19050" cmpd="sng">
              <a:solidFill>
                <a:schemeClr val="tx1"/>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p:cNvSpPr txBox="1">
            <a:spLocks noChangeArrowheads="1"/>
          </p:cNvSpPr>
          <p:nvPr/>
        </p:nvSpPr>
        <p:spPr bwMode="auto">
          <a:xfrm>
            <a:off x="228600" y="1577975"/>
            <a:ext cx="6019800"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96850" indent="-196850"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just"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Objectif :</a:t>
            </a:r>
            <a:endParaRPr lang="sk-SK" altLang="fr-FR" sz="1200" b="1"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Aider à faire la distinction entre les quelques éléments importants du problème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et la multitude des "peu importants".</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Utilisation :</a:t>
            </a:r>
            <a:endParaRPr lang="sk-SK" altLang="fr-FR" sz="1200" b="1"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b="1"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A) Analyse de Pareto</a:t>
            </a:r>
            <a:endParaRPr lang="fr-FR" altLang="fr-FR" sz="1200" b="1" dirty="0">
              <a:solidFill>
                <a:schemeClr val="tx1">
                  <a:lumMod val="65000"/>
                  <a:lumOff val="35000"/>
                </a:schemeClr>
              </a:solidFill>
              <a:latin typeface="Calibri" panose="020F0502020204030204" pitchFamily="34" charset="0"/>
              <a:cs typeface="Calibri" panose="020F0502020204030204" pitchFamily="34"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1 - Quantifier les éléments à comparer s'ils ne le sont déjà (fréquence, mesure, ...).</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2 - Exprimer chaque élément en % du total.</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3 - Sur un graphique en colonnes ranger par ordre d'importance (suivant la quantifica</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tion effectuée précédemment) les élément</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s</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les plus importants en partant de la gauche.</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4 - Tracer la courbe de cumul.</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5 - Regrouper dans une même classe les éléments de faible importance.</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6 - Examiner quels éléments se distinguent par</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 </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leur importance relative.</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B) Pondération</a:t>
            </a:r>
            <a:endParaRPr lang="fr-FR" altLang="fr-FR" sz="1200" b="1" dirty="0">
              <a:solidFill>
                <a:schemeClr val="tx1">
                  <a:lumMod val="65000"/>
                  <a:lumOff val="35000"/>
                </a:schemeClr>
              </a:solidFill>
              <a:latin typeface="Calibri" panose="020F0502020204030204" pitchFamily="34" charset="0"/>
              <a:cs typeface="Calibri" panose="020F0502020204030204" pitchFamily="34"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7 - Compte tenu des objectifs du problème à résoudre examiner l'intérêt de pondérer par un cœfficient (exemple : le coût) les valeurs initiales des différents éléments.</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8 - Recommencer comme en 2.</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C) Pareto de Pareto</a:t>
            </a:r>
            <a:endParaRPr lang="fr-FR" altLang="fr-FR" sz="1200" b="1" dirty="0">
              <a:solidFill>
                <a:schemeClr val="tx1">
                  <a:lumMod val="65000"/>
                  <a:lumOff val="35000"/>
                </a:schemeClr>
              </a:solidFill>
              <a:latin typeface="Calibri" panose="020F0502020204030204" pitchFamily="34" charset="0"/>
              <a:cs typeface="Calibri" panose="020F0502020204030204" pitchFamily="34"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9 - Pour un élément donné, il peut s'avérer intéressant de le décomposer en sous-éléments.</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10- Reprendre à partir des sous-éléments l'analyse en 1.</a:t>
            </a:r>
            <a:endParaRPr lang="sk-SK" altLang="fr-FR" sz="1200" dirty="0">
              <a:solidFill>
                <a:schemeClr val="tx1">
                  <a:lumMod val="65000"/>
                  <a:lumOff val="35000"/>
                </a:schemeClr>
              </a:solidFill>
              <a:latin typeface="Calibri" panose="020F0502020204030204" pitchFamily="34" charset="0"/>
              <a:cs typeface="Times New Roman" pitchFamily="18" charset="0"/>
            </a:endParaRPr>
          </a:p>
        </p:txBody>
      </p:sp>
      <p:sp>
        <p:nvSpPr>
          <p:cNvPr id="26627" name="Text Box 3"/>
          <p:cNvSpPr txBox="1">
            <a:spLocks noChangeArrowheads="1"/>
          </p:cNvSpPr>
          <p:nvPr/>
        </p:nvSpPr>
        <p:spPr bwMode="auto">
          <a:xfrm>
            <a:off x="498475" y="457200"/>
            <a:ext cx="4036169" cy="533400"/>
          </a:xfrm>
          <a:prstGeom prst="rect">
            <a:avLst/>
          </a:prstGeom>
          <a:solidFill>
            <a:schemeClr val="bg1"/>
          </a:solidFill>
          <a:ln w="19050">
            <a:solidFill>
              <a:srgbClr val="FF3300"/>
            </a:solidFill>
            <a:miter lim="800000"/>
            <a:headEnd/>
            <a:tailEnd/>
          </a:ln>
          <a:effectLst/>
        </p:spPr>
        <p:txBody>
          <a:bodyPr anchor="ctr"/>
          <a:lstStyle>
            <a:defPPr>
              <a:defRPr lang="fr-FR"/>
            </a:defPPr>
            <a:lvl1pPr algn="ctr" eaLnBrk="1" hangingPunct="1">
              <a:defRPr sz="2000" b="1" cap="small">
                <a:solidFill>
                  <a:srgbClr val="27A8E0"/>
                </a:solidFill>
                <a:latin typeface="Calibri" panose="020F0502020204030204" pitchFamily="34" charset="0"/>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fr-FR" altLang="fr-FR"/>
              <a:t>LE PARETO</a:t>
            </a:r>
            <a:endParaRPr lang="sk-SK" altLang="fr-FR" dirty="0"/>
          </a:p>
        </p:txBody>
      </p:sp>
      <p:pic>
        <p:nvPicPr>
          <p:cNvPr id="4" name="Image 3">
            <a:extLst>
              <a:ext uri="{FF2B5EF4-FFF2-40B4-BE49-F238E27FC236}">
                <a16:creationId xmlns:a16="http://schemas.microsoft.com/office/drawing/2014/main" id="{7CAF540C-9001-406C-9694-47E8AB1B95F8}"/>
              </a:ext>
            </a:extLst>
          </p:cNvPr>
          <p:cNvPicPr>
            <a:picLocks noChangeAspect="1"/>
          </p:cNvPicPr>
          <p:nvPr/>
        </p:nvPicPr>
        <p:blipFill rotWithShape="1">
          <a:blip r:embed="rId2"/>
          <a:srcRect l="890" r="571"/>
          <a:stretch/>
        </p:blipFill>
        <p:spPr>
          <a:xfrm>
            <a:off x="4600112" y="225996"/>
            <a:ext cx="1650520" cy="1407461"/>
          </a:xfrm>
          <a:prstGeom prst="rect">
            <a:avLst/>
          </a:prstGeom>
        </p:spPr>
      </p:pic>
      <p:grpSp>
        <p:nvGrpSpPr>
          <p:cNvPr id="5" name="Group 2">
            <a:extLst>
              <a:ext uri="{FF2B5EF4-FFF2-40B4-BE49-F238E27FC236}">
                <a16:creationId xmlns:a16="http://schemas.microsoft.com/office/drawing/2014/main" id="{6D76697A-9F9B-49C0-B062-96DEBA2A4716}"/>
              </a:ext>
            </a:extLst>
          </p:cNvPr>
          <p:cNvGrpSpPr>
            <a:grpSpLocks/>
          </p:cNvGrpSpPr>
          <p:nvPr/>
        </p:nvGrpSpPr>
        <p:grpSpPr bwMode="auto">
          <a:xfrm>
            <a:off x="801426" y="6381028"/>
            <a:ext cx="4874148" cy="2721206"/>
            <a:chOff x="-498" y="302"/>
            <a:chExt cx="7994" cy="4463"/>
          </a:xfrm>
        </p:grpSpPr>
        <p:sp>
          <p:nvSpPr>
            <p:cNvPr id="6" name="Rectangle 3">
              <a:extLst>
                <a:ext uri="{FF2B5EF4-FFF2-40B4-BE49-F238E27FC236}">
                  <a16:creationId xmlns:a16="http://schemas.microsoft.com/office/drawing/2014/main" id="{07D1D808-1412-4FAC-B528-A466D22D8A26}"/>
                </a:ext>
              </a:extLst>
            </p:cNvPr>
            <p:cNvSpPr>
              <a:spLocks noChangeArrowheads="1"/>
            </p:cNvSpPr>
            <p:nvPr/>
          </p:nvSpPr>
          <p:spPr bwMode="auto">
            <a:xfrm>
              <a:off x="424" y="4032"/>
              <a:ext cx="6008" cy="624"/>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endParaRPr lang="fr-FR" altLang="fr-FR" sz="1200">
                <a:latin typeface="Calibri" panose="020F0502020204030204" pitchFamily="34" charset="0"/>
                <a:cs typeface="Calibri" panose="020F0502020204030204" pitchFamily="34" charset="0"/>
              </a:endParaRPr>
            </a:p>
          </p:txBody>
        </p:sp>
        <p:grpSp>
          <p:nvGrpSpPr>
            <p:cNvPr id="7" name="Group 5">
              <a:extLst>
                <a:ext uri="{FF2B5EF4-FFF2-40B4-BE49-F238E27FC236}">
                  <a16:creationId xmlns:a16="http://schemas.microsoft.com/office/drawing/2014/main" id="{CBA5441A-B30F-419D-B5AC-722FFE4042C7}"/>
                </a:ext>
              </a:extLst>
            </p:cNvPr>
            <p:cNvGrpSpPr>
              <a:grpSpLocks/>
            </p:cNvGrpSpPr>
            <p:nvPr/>
          </p:nvGrpSpPr>
          <p:grpSpPr bwMode="auto">
            <a:xfrm>
              <a:off x="835" y="576"/>
              <a:ext cx="5424" cy="2832"/>
              <a:chOff x="720" y="576"/>
              <a:chExt cx="5659" cy="3120"/>
            </a:xfrm>
          </p:grpSpPr>
          <p:grpSp>
            <p:nvGrpSpPr>
              <p:cNvPr id="51" name="Group 6">
                <a:extLst>
                  <a:ext uri="{FF2B5EF4-FFF2-40B4-BE49-F238E27FC236}">
                    <a16:creationId xmlns:a16="http://schemas.microsoft.com/office/drawing/2014/main" id="{55F6B908-67C5-42F5-BA13-03A77D82F560}"/>
                  </a:ext>
                </a:extLst>
              </p:cNvPr>
              <p:cNvGrpSpPr>
                <a:grpSpLocks/>
              </p:cNvGrpSpPr>
              <p:nvPr/>
            </p:nvGrpSpPr>
            <p:grpSpPr bwMode="auto">
              <a:xfrm>
                <a:off x="721" y="576"/>
                <a:ext cx="5658" cy="3120"/>
                <a:chOff x="721" y="576"/>
                <a:chExt cx="5658" cy="3120"/>
              </a:xfrm>
            </p:grpSpPr>
            <p:sp>
              <p:nvSpPr>
                <p:cNvPr id="65" name="Line 7">
                  <a:extLst>
                    <a:ext uri="{FF2B5EF4-FFF2-40B4-BE49-F238E27FC236}">
                      <a16:creationId xmlns:a16="http://schemas.microsoft.com/office/drawing/2014/main" id="{B9D7C33E-96E2-4B03-82A1-320E5BB9156F}"/>
                    </a:ext>
                  </a:extLst>
                </p:cNvPr>
                <p:cNvSpPr>
                  <a:spLocks noChangeShapeType="1"/>
                </p:cNvSpPr>
                <p:nvPr/>
              </p:nvSpPr>
              <p:spPr bwMode="auto">
                <a:xfrm>
                  <a:off x="721" y="576"/>
                  <a:ext cx="0" cy="31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66" name="Line 8">
                  <a:extLst>
                    <a:ext uri="{FF2B5EF4-FFF2-40B4-BE49-F238E27FC236}">
                      <a16:creationId xmlns:a16="http://schemas.microsoft.com/office/drawing/2014/main" id="{AFEB5C1B-6A28-40BE-8AF1-3B5AE4E2FBA2}"/>
                    </a:ext>
                  </a:extLst>
                </p:cNvPr>
                <p:cNvSpPr>
                  <a:spLocks noChangeShapeType="1"/>
                </p:cNvSpPr>
                <p:nvPr/>
              </p:nvSpPr>
              <p:spPr bwMode="auto">
                <a:xfrm>
                  <a:off x="1287" y="576"/>
                  <a:ext cx="0" cy="31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67" name="Line 9">
                  <a:extLst>
                    <a:ext uri="{FF2B5EF4-FFF2-40B4-BE49-F238E27FC236}">
                      <a16:creationId xmlns:a16="http://schemas.microsoft.com/office/drawing/2014/main" id="{AB4EBC96-ADD5-4FA1-9F1D-17C7998FF7B0}"/>
                    </a:ext>
                  </a:extLst>
                </p:cNvPr>
                <p:cNvSpPr>
                  <a:spLocks noChangeShapeType="1"/>
                </p:cNvSpPr>
                <p:nvPr/>
              </p:nvSpPr>
              <p:spPr bwMode="auto">
                <a:xfrm>
                  <a:off x="1853" y="576"/>
                  <a:ext cx="0" cy="31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68" name="Line 10">
                  <a:extLst>
                    <a:ext uri="{FF2B5EF4-FFF2-40B4-BE49-F238E27FC236}">
                      <a16:creationId xmlns:a16="http://schemas.microsoft.com/office/drawing/2014/main" id="{EF16724F-F5B2-4615-ADEC-3337B755A978}"/>
                    </a:ext>
                  </a:extLst>
                </p:cNvPr>
                <p:cNvSpPr>
                  <a:spLocks noChangeShapeType="1"/>
                </p:cNvSpPr>
                <p:nvPr/>
              </p:nvSpPr>
              <p:spPr bwMode="auto">
                <a:xfrm>
                  <a:off x="2418" y="576"/>
                  <a:ext cx="0" cy="31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69" name="Line 11">
                  <a:extLst>
                    <a:ext uri="{FF2B5EF4-FFF2-40B4-BE49-F238E27FC236}">
                      <a16:creationId xmlns:a16="http://schemas.microsoft.com/office/drawing/2014/main" id="{FDB1C0BD-D478-48C0-9272-0622DF8BC647}"/>
                    </a:ext>
                  </a:extLst>
                </p:cNvPr>
                <p:cNvSpPr>
                  <a:spLocks noChangeShapeType="1"/>
                </p:cNvSpPr>
                <p:nvPr/>
              </p:nvSpPr>
              <p:spPr bwMode="auto">
                <a:xfrm>
                  <a:off x="2984" y="576"/>
                  <a:ext cx="0" cy="31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70" name="Line 12">
                  <a:extLst>
                    <a:ext uri="{FF2B5EF4-FFF2-40B4-BE49-F238E27FC236}">
                      <a16:creationId xmlns:a16="http://schemas.microsoft.com/office/drawing/2014/main" id="{D3B53898-DD7E-42C2-BE29-782BB727CFDD}"/>
                    </a:ext>
                  </a:extLst>
                </p:cNvPr>
                <p:cNvSpPr>
                  <a:spLocks noChangeShapeType="1"/>
                </p:cNvSpPr>
                <p:nvPr/>
              </p:nvSpPr>
              <p:spPr bwMode="auto">
                <a:xfrm>
                  <a:off x="3550" y="576"/>
                  <a:ext cx="0" cy="31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71" name="Line 13">
                  <a:extLst>
                    <a:ext uri="{FF2B5EF4-FFF2-40B4-BE49-F238E27FC236}">
                      <a16:creationId xmlns:a16="http://schemas.microsoft.com/office/drawing/2014/main" id="{E13BC578-EDB3-419A-AF40-9D8C99E6F13B}"/>
                    </a:ext>
                  </a:extLst>
                </p:cNvPr>
                <p:cNvSpPr>
                  <a:spLocks noChangeShapeType="1"/>
                </p:cNvSpPr>
                <p:nvPr/>
              </p:nvSpPr>
              <p:spPr bwMode="auto">
                <a:xfrm>
                  <a:off x="4116" y="576"/>
                  <a:ext cx="0" cy="31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72" name="Line 14">
                  <a:extLst>
                    <a:ext uri="{FF2B5EF4-FFF2-40B4-BE49-F238E27FC236}">
                      <a16:creationId xmlns:a16="http://schemas.microsoft.com/office/drawing/2014/main" id="{86BA46B1-1B1E-4BB8-A40E-C21B6FA16E84}"/>
                    </a:ext>
                  </a:extLst>
                </p:cNvPr>
                <p:cNvSpPr>
                  <a:spLocks noChangeShapeType="1"/>
                </p:cNvSpPr>
                <p:nvPr/>
              </p:nvSpPr>
              <p:spPr bwMode="auto">
                <a:xfrm>
                  <a:off x="4681" y="576"/>
                  <a:ext cx="0" cy="31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73" name="Line 15">
                  <a:extLst>
                    <a:ext uri="{FF2B5EF4-FFF2-40B4-BE49-F238E27FC236}">
                      <a16:creationId xmlns:a16="http://schemas.microsoft.com/office/drawing/2014/main" id="{E762D6E8-32F0-46EC-B9E8-58FFF4ADF32F}"/>
                    </a:ext>
                  </a:extLst>
                </p:cNvPr>
                <p:cNvSpPr>
                  <a:spLocks noChangeShapeType="1"/>
                </p:cNvSpPr>
                <p:nvPr/>
              </p:nvSpPr>
              <p:spPr bwMode="auto">
                <a:xfrm>
                  <a:off x="5247" y="576"/>
                  <a:ext cx="0" cy="31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74" name="Line 16">
                  <a:extLst>
                    <a:ext uri="{FF2B5EF4-FFF2-40B4-BE49-F238E27FC236}">
                      <a16:creationId xmlns:a16="http://schemas.microsoft.com/office/drawing/2014/main" id="{3A26E990-A6FA-4544-A1B6-45A1FDD5E25B}"/>
                    </a:ext>
                  </a:extLst>
                </p:cNvPr>
                <p:cNvSpPr>
                  <a:spLocks noChangeShapeType="1"/>
                </p:cNvSpPr>
                <p:nvPr/>
              </p:nvSpPr>
              <p:spPr bwMode="auto">
                <a:xfrm>
                  <a:off x="5813" y="576"/>
                  <a:ext cx="0" cy="31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75" name="Line 17">
                  <a:extLst>
                    <a:ext uri="{FF2B5EF4-FFF2-40B4-BE49-F238E27FC236}">
                      <a16:creationId xmlns:a16="http://schemas.microsoft.com/office/drawing/2014/main" id="{F977935F-1CCA-4E1E-ABE6-D324F76F7261}"/>
                    </a:ext>
                  </a:extLst>
                </p:cNvPr>
                <p:cNvSpPr>
                  <a:spLocks noChangeShapeType="1"/>
                </p:cNvSpPr>
                <p:nvPr/>
              </p:nvSpPr>
              <p:spPr bwMode="auto">
                <a:xfrm>
                  <a:off x="6379" y="576"/>
                  <a:ext cx="0" cy="31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grpSp>
          <p:grpSp>
            <p:nvGrpSpPr>
              <p:cNvPr id="52" name="Group 18">
                <a:extLst>
                  <a:ext uri="{FF2B5EF4-FFF2-40B4-BE49-F238E27FC236}">
                    <a16:creationId xmlns:a16="http://schemas.microsoft.com/office/drawing/2014/main" id="{5DC6278F-E98B-4402-A0ED-B5BF12113ABD}"/>
                  </a:ext>
                </a:extLst>
              </p:cNvPr>
              <p:cNvGrpSpPr>
                <a:grpSpLocks/>
              </p:cNvGrpSpPr>
              <p:nvPr/>
            </p:nvGrpSpPr>
            <p:grpSpPr bwMode="auto">
              <a:xfrm>
                <a:off x="720" y="576"/>
                <a:ext cx="5658" cy="3120"/>
                <a:chOff x="143" y="1872"/>
                <a:chExt cx="6385" cy="2400"/>
              </a:xfrm>
            </p:grpSpPr>
            <p:grpSp>
              <p:nvGrpSpPr>
                <p:cNvPr id="53" name="Group 19">
                  <a:extLst>
                    <a:ext uri="{FF2B5EF4-FFF2-40B4-BE49-F238E27FC236}">
                      <a16:creationId xmlns:a16="http://schemas.microsoft.com/office/drawing/2014/main" id="{2174C11E-3925-4104-B034-E0DADD29F6A4}"/>
                    </a:ext>
                  </a:extLst>
                </p:cNvPr>
                <p:cNvGrpSpPr>
                  <a:grpSpLocks/>
                </p:cNvGrpSpPr>
                <p:nvPr/>
              </p:nvGrpSpPr>
              <p:grpSpPr bwMode="auto">
                <a:xfrm>
                  <a:off x="143" y="2832"/>
                  <a:ext cx="6385" cy="1440"/>
                  <a:chOff x="143" y="993"/>
                  <a:chExt cx="6385" cy="3378"/>
                </a:xfrm>
              </p:grpSpPr>
              <p:sp>
                <p:nvSpPr>
                  <p:cNvPr id="58" name="Line 20">
                    <a:extLst>
                      <a:ext uri="{FF2B5EF4-FFF2-40B4-BE49-F238E27FC236}">
                        <a16:creationId xmlns:a16="http://schemas.microsoft.com/office/drawing/2014/main" id="{49B3D698-3720-46A9-918F-A97FD653CA20}"/>
                      </a:ext>
                    </a:extLst>
                  </p:cNvPr>
                  <p:cNvSpPr>
                    <a:spLocks noChangeShapeType="1"/>
                  </p:cNvSpPr>
                  <p:nvPr/>
                </p:nvSpPr>
                <p:spPr bwMode="auto">
                  <a:xfrm rot="5400000">
                    <a:off x="3336" y="-2200"/>
                    <a:ext cx="0" cy="638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59" name="Line 21">
                    <a:extLst>
                      <a:ext uri="{FF2B5EF4-FFF2-40B4-BE49-F238E27FC236}">
                        <a16:creationId xmlns:a16="http://schemas.microsoft.com/office/drawing/2014/main" id="{69B0F592-0981-4FB9-8ACA-5F9DE553F90B}"/>
                      </a:ext>
                    </a:extLst>
                  </p:cNvPr>
                  <p:cNvSpPr>
                    <a:spLocks noChangeShapeType="1"/>
                  </p:cNvSpPr>
                  <p:nvPr/>
                </p:nvSpPr>
                <p:spPr bwMode="auto">
                  <a:xfrm rot="5400000">
                    <a:off x="3336" y="-1637"/>
                    <a:ext cx="0" cy="638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60" name="Line 22">
                    <a:extLst>
                      <a:ext uri="{FF2B5EF4-FFF2-40B4-BE49-F238E27FC236}">
                        <a16:creationId xmlns:a16="http://schemas.microsoft.com/office/drawing/2014/main" id="{4069731C-F5CD-467E-8CB5-57525E5ABF82}"/>
                      </a:ext>
                    </a:extLst>
                  </p:cNvPr>
                  <p:cNvSpPr>
                    <a:spLocks noChangeShapeType="1"/>
                  </p:cNvSpPr>
                  <p:nvPr/>
                </p:nvSpPr>
                <p:spPr bwMode="auto">
                  <a:xfrm rot="5400000">
                    <a:off x="3336" y="-1074"/>
                    <a:ext cx="0" cy="638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61" name="Line 23">
                    <a:extLst>
                      <a:ext uri="{FF2B5EF4-FFF2-40B4-BE49-F238E27FC236}">
                        <a16:creationId xmlns:a16="http://schemas.microsoft.com/office/drawing/2014/main" id="{87E4A4C1-9C61-46ED-9525-446E540FB079}"/>
                      </a:ext>
                    </a:extLst>
                  </p:cNvPr>
                  <p:cNvSpPr>
                    <a:spLocks noChangeShapeType="1"/>
                  </p:cNvSpPr>
                  <p:nvPr/>
                </p:nvSpPr>
                <p:spPr bwMode="auto">
                  <a:xfrm rot="5400000">
                    <a:off x="3336" y="-511"/>
                    <a:ext cx="0" cy="638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62" name="Line 24">
                    <a:extLst>
                      <a:ext uri="{FF2B5EF4-FFF2-40B4-BE49-F238E27FC236}">
                        <a16:creationId xmlns:a16="http://schemas.microsoft.com/office/drawing/2014/main" id="{18A331FD-F609-4A22-BFAA-5E8164D18484}"/>
                      </a:ext>
                    </a:extLst>
                  </p:cNvPr>
                  <p:cNvSpPr>
                    <a:spLocks noChangeShapeType="1"/>
                  </p:cNvSpPr>
                  <p:nvPr/>
                </p:nvSpPr>
                <p:spPr bwMode="auto">
                  <a:xfrm rot="5400000">
                    <a:off x="3336" y="52"/>
                    <a:ext cx="0" cy="638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63" name="Line 25">
                    <a:extLst>
                      <a:ext uri="{FF2B5EF4-FFF2-40B4-BE49-F238E27FC236}">
                        <a16:creationId xmlns:a16="http://schemas.microsoft.com/office/drawing/2014/main" id="{AF963D12-097B-42C5-86E4-738DE6540018}"/>
                      </a:ext>
                    </a:extLst>
                  </p:cNvPr>
                  <p:cNvSpPr>
                    <a:spLocks noChangeShapeType="1"/>
                  </p:cNvSpPr>
                  <p:nvPr/>
                </p:nvSpPr>
                <p:spPr bwMode="auto">
                  <a:xfrm rot="5400000">
                    <a:off x="3336" y="615"/>
                    <a:ext cx="0" cy="638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64" name="Line 26">
                    <a:extLst>
                      <a:ext uri="{FF2B5EF4-FFF2-40B4-BE49-F238E27FC236}">
                        <a16:creationId xmlns:a16="http://schemas.microsoft.com/office/drawing/2014/main" id="{ACB10C77-2D13-4078-B726-38FC264653D8}"/>
                      </a:ext>
                    </a:extLst>
                  </p:cNvPr>
                  <p:cNvSpPr>
                    <a:spLocks noChangeShapeType="1"/>
                  </p:cNvSpPr>
                  <p:nvPr/>
                </p:nvSpPr>
                <p:spPr bwMode="auto">
                  <a:xfrm rot="5400000">
                    <a:off x="3336" y="1178"/>
                    <a:ext cx="0" cy="638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grpSp>
            <p:sp>
              <p:nvSpPr>
                <p:cNvPr id="54" name="Line 27">
                  <a:extLst>
                    <a:ext uri="{FF2B5EF4-FFF2-40B4-BE49-F238E27FC236}">
                      <a16:creationId xmlns:a16="http://schemas.microsoft.com/office/drawing/2014/main" id="{8E32ED4C-6D69-4C61-B6CC-6A7A02A950BC}"/>
                    </a:ext>
                  </a:extLst>
                </p:cNvPr>
                <p:cNvSpPr>
                  <a:spLocks noChangeShapeType="1"/>
                </p:cNvSpPr>
                <p:nvPr/>
              </p:nvSpPr>
              <p:spPr bwMode="auto">
                <a:xfrm rot="5400000">
                  <a:off x="3336" y="-1321"/>
                  <a:ext cx="0" cy="638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55" name="Line 28">
                  <a:extLst>
                    <a:ext uri="{FF2B5EF4-FFF2-40B4-BE49-F238E27FC236}">
                      <a16:creationId xmlns:a16="http://schemas.microsoft.com/office/drawing/2014/main" id="{59932CDF-EA06-42FE-8563-5C2ABD178E28}"/>
                    </a:ext>
                  </a:extLst>
                </p:cNvPr>
                <p:cNvSpPr>
                  <a:spLocks noChangeShapeType="1"/>
                </p:cNvSpPr>
                <p:nvPr/>
              </p:nvSpPr>
              <p:spPr bwMode="auto">
                <a:xfrm rot="5400000">
                  <a:off x="3336" y="-1081"/>
                  <a:ext cx="0" cy="638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56" name="Line 29">
                  <a:extLst>
                    <a:ext uri="{FF2B5EF4-FFF2-40B4-BE49-F238E27FC236}">
                      <a16:creationId xmlns:a16="http://schemas.microsoft.com/office/drawing/2014/main" id="{66F6EFE9-8A7C-425C-913B-04C995F9BFE4}"/>
                    </a:ext>
                  </a:extLst>
                </p:cNvPr>
                <p:cNvSpPr>
                  <a:spLocks noChangeShapeType="1"/>
                </p:cNvSpPr>
                <p:nvPr/>
              </p:nvSpPr>
              <p:spPr bwMode="auto">
                <a:xfrm rot="5400000">
                  <a:off x="3336" y="-841"/>
                  <a:ext cx="0" cy="638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57" name="Line 30">
                  <a:extLst>
                    <a:ext uri="{FF2B5EF4-FFF2-40B4-BE49-F238E27FC236}">
                      <a16:creationId xmlns:a16="http://schemas.microsoft.com/office/drawing/2014/main" id="{A3BCA9F1-E68F-4B64-B5B7-CB245E36386F}"/>
                    </a:ext>
                  </a:extLst>
                </p:cNvPr>
                <p:cNvSpPr>
                  <a:spLocks noChangeShapeType="1"/>
                </p:cNvSpPr>
                <p:nvPr/>
              </p:nvSpPr>
              <p:spPr bwMode="auto">
                <a:xfrm rot="5400000">
                  <a:off x="3336" y="-601"/>
                  <a:ext cx="0" cy="638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grpSp>
        </p:grpSp>
        <p:sp>
          <p:nvSpPr>
            <p:cNvPr id="8" name="Rectangle 31">
              <a:extLst>
                <a:ext uri="{FF2B5EF4-FFF2-40B4-BE49-F238E27FC236}">
                  <a16:creationId xmlns:a16="http://schemas.microsoft.com/office/drawing/2014/main" id="{DF14B13A-0AE4-46CA-A6A5-9D65A0734519}"/>
                </a:ext>
              </a:extLst>
            </p:cNvPr>
            <p:cNvSpPr>
              <a:spLocks noChangeArrowheads="1"/>
            </p:cNvSpPr>
            <p:nvPr/>
          </p:nvSpPr>
          <p:spPr bwMode="auto">
            <a:xfrm>
              <a:off x="-498" y="3552"/>
              <a:ext cx="1034" cy="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fr-FR" altLang="fr-FR" sz="900" b="1" dirty="0">
                  <a:latin typeface="Calibri" panose="020F0502020204030204" pitchFamily="34" charset="0"/>
                  <a:cs typeface="Calibri" panose="020F0502020204030204" pitchFamily="34" charset="0"/>
                </a:rPr>
                <a:t>éléments</a:t>
              </a:r>
            </a:p>
          </p:txBody>
        </p:sp>
        <p:sp>
          <p:nvSpPr>
            <p:cNvPr id="9" name="Freeform 32">
              <a:extLst>
                <a:ext uri="{FF2B5EF4-FFF2-40B4-BE49-F238E27FC236}">
                  <a16:creationId xmlns:a16="http://schemas.microsoft.com/office/drawing/2014/main" id="{2798E54A-11BE-42E0-9D1F-083FC35D1126}"/>
                </a:ext>
              </a:extLst>
            </p:cNvPr>
            <p:cNvSpPr>
              <a:spLocks/>
            </p:cNvSpPr>
            <p:nvPr/>
          </p:nvSpPr>
          <p:spPr bwMode="auto">
            <a:xfrm>
              <a:off x="835" y="432"/>
              <a:ext cx="5664" cy="2976"/>
            </a:xfrm>
            <a:custGeom>
              <a:avLst/>
              <a:gdLst>
                <a:gd name="T0" fmla="*/ 0 w 3744"/>
                <a:gd name="T1" fmla="*/ 0 h 2640"/>
                <a:gd name="T2" fmla="*/ 0 w 3744"/>
                <a:gd name="T3" fmla="*/ 3782 h 2640"/>
                <a:gd name="T4" fmla="*/ 12963 w 3744"/>
                <a:gd name="T5" fmla="*/ 3782 h 2640"/>
                <a:gd name="T6" fmla="*/ 0 60000 65536"/>
                <a:gd name="T7" fmla="*/ 0 60000 65536"/>
                <a:gd name="T8" fmla="*/ 0 60000 65536"/>
              </a:gdLst>
              <a:ahLst/>
              <a:cxnLst>
                <a:cxn ang="T6">
                  <a:pos x="T0" y="T1"/>
                </a:cxn>
                <a:cxn ang="T7">
                  <a:pos x="T2" y="T3"/>
                </a:cxn>
                <a:cxn ang="T8">
                  <a:pos x="T4" y="T5"/>
                </a:cxn>
              </a:cxnLst>
              <a:rect l="0" t="0" r="r" b="b"/>
              <a:pathLst>
                <a:path w="3744" h="2640">
                  <a:moveTo>
                    <a:pt x="0" y="0"/>
                  </a:moveTo>
                  <a:lnTo>
                    <a:pt x="0" y="2640"/>
                  </a:lnTo>
                  <a:lnTo>
                    <a:pt x="3744" y="2640"/>
                  </a:lnTo>
                </a:path>
              </a:pathLst>
            </a:custGeom>
            <a:noFill/>
            <a:ln w="19050" cmpd="sng">
              <a:solidFill>
                <a:schemeClr val="tx1"/>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10" name="Rectangle 33">
              <a:extLst>
                <a:ext uri="{FF2B5EF4-FFF2-40B4-BE49-F238E27FC236}">
                  <a16:creationId xmlns:a16="http://schemas.microsoft.com/office/drawing/2014/main" id="{AF2174DB-A98F-41E7-8760-018C9E8A68FE}"/>
                </a:ext>
              </a:extLst>
            </p:cNvPr>
            <p:cNvSpPr>
              <a:spLocks noChangeArrowheads="1"/>
            </p:cNvSpPr>
            <p:nvPr/>
          </p:nvSpPr>
          <p:spPr bwMode="auto">
            <a:xfrm>
              <a:off x="811" y="302"/>
              <a:ext cx="424"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fr-FR" altLang="fr-FR" sz="800">
                  <a:latin typeface="Calibri" panose="020F0502020204030204" pitchFamily="34" charset="0"/>
                  <a:cs typeface="Calibri" panose="020F0502020204030204" pitchFamily="34" charset="0"/>
                </a:rPr>
                <a:t>%</a:t>
              </a:r>
            </a:p>
          </p:txBody>
        </p:sp>
        <p:sp>
          <p:nvSpPr>
            <p:cNvPr id="11" name="Rectangle 34">
              <a:extLst>
                <a:ext uri="{FF2B5EF4-FFF2-40B4-BE49-F238E27FC236}">
                  <a16:creationId xmlns:a16="http://schemas.microsoft.com/office/drawing/2014/main" id="{1CA575AE-F49E-4939-94B0-89BE4F59B4ED}"/>
                </a:ext>
              </a:extLst>
            </p:cNvPr>
            <p:cNvSpPr>
              <a:spLocks noChangeArrowheads="1"/>
            </p:cNvSpPr>
            <p:nvPr/>
          </p:nvSpPr>
          <p:spPr bwMode="auto">
            <a:xfrm>
              <a:off x="274" y="492"/>
              <a:ext cx="555"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r"/>
              <a:r>
                <a:rPr lang="fr-FR" altLang="fr-FR" sz="800">
                  <a:latin typeface="Calibri" panose="020F0502020204030204" pitchFamily="34" charset="0"/>
                  <a:cs typeface="Calibri" panose="020F0502020204030204" pitchFamily="34" charset="0"/>
                </a:rPr>
                <a:t>100</a:t>
              </a:r>
            </a:p>
          </p:txBody>
        </p:sp>
        <p:sp>
          <p:nvSpPr>
            <p:cNvPr id="12" name="Rectangle 35">
              <a:extLst>
                <a:ext uri="{FF2B5EF4-FFF2-40B4-BE49-F238E27FC236}">
                  <a16:creationId xmlns:a16="http://schemas.microsoft.com/office/drawing/2014/main" id="{67E56BC9-29C6-4314-99B3-FC58D10E493C}"/>
                </a:ext>
              </a:extLst>
            </p:cNvPr>
            <p:cNvSpPr>
              <a:spLocks noChangeArrowheads="1"/>
            </p:cNvSpPr>
            <p:nvPr/>
          </p:nvSpPr>
          <p:spPr bwMode="auto">
            <a:xfrm>
              <a:off x="358" y="775"/>
              <a:ext cx="471"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r"/>
              <a:r>
                <a:rPr lang="fr-FR" altLang="fr-FR" sz="800">
                  <a:latin typeface="Calibri" panose="020F0502020204030204" pitchFamily="34" charset="0"/>
                  <a:cs typeface="Calibri" panose="020F0502020204030204" pitchFamily="34" charset="0"/>
                </a:rPr>
                <a:t>90</a:t>
              </a:r>
            </a:p>
          </p:txBody>
        </p:sp>
        <p:sp>
          <p:nvSpPr>
            <p:cNvPr id="13" name="Rectangle 36">
              <a:extLst>
                <a:ext uri="{FF2B5EF4-FFF2-40B4-BE49-F238E27FC236}">
                  <a16:creationId xmlns:a16="http://schemas.microsoft.com/office/drawing/2014/main" id="{B7660F05-8725-4D35-8CF6-7911C7B174C6}"/>
                </a:ext>
              </a:extLst>
            </p:cNvPr>
            <p:cNvSpPr>
              <a:spLocks noChangeArrowheads="1"/>
            </p:cNvSpPr>
            <p:nvPr/>
          </p:nvSpPr>
          <p:spPr bwMode="auto">
            <a:xfrm>
              <a:off x="358" y="1058"/>
              <a:ext cx="471"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r"/>
              <a:r>
                <a:rPr lang="fr-FR" altLang="fr-FR" sz="800">
                  <a:latin typeface="Calibri" panose="020F0502020204030204" pitchFamily="34" charset="0"/>
                  <a:cs typeface="Calibri" panose="020F0502020204030204" pitchFamily="34" charset="0"/>
                </a:rPr>
                <a:t>80</a:t>
              </a:r>
            </a:p>
          </p:txBody>
        </p:sp>
        <p:sp>
          <p:nvSpPr>
            <p:cNvPr id="14" name="Rectangle 37">
              <a:extLst>
                <a:ext uri="{FF2B5EF4-FFF2-40B4-BE49-F238E27FC236}">
                  <a16:creationId xmlns:a16="http://schemas.microsoft.com/office/drawing/2014/main" id="{B092A775-37FE-4F5B-BBBC-5D301FEBB8BC}"/>
                </a:ext>
              </a:extLst>
            </p:cNvPr>
            <p:cNvSpPr>
              <a:spLocks noChangeArrowheads="1"/>
            </p:cNvSpPr>
            <p:nvPr/>
          </p:nvSpPr>
          <p:spPr bwMode="auto">
            <a:xfrm>
              <a:off x="358" y="1342"/>
              <a:ext cx="471"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r"/>
              <a:r>
                <a:rPr lang="fr-FR" altLang="fr-FR" sz="800">
                  <a:latin typeface="Calibri" panose="020F0502020204030204" pitchFamily="34" charset="0"/>
                  <a:cs typeface="Calibri" panose="020F0502020204030204" pitchFamily="34" charset="0"/>
                </a:rPr>
                <a:t>70</a:t>
              </a:r>
            </a:p>
          </p:txBody>
        </p:sp>
        <p:sp>
          <p:nvSpPr>
            <p:cNvPr id="15" name="Rectangle 38">
              <a:extLst>
                <a:ext uri="{FF2B5EF4-FFF2-40B4-BE49-F238E27FC236}">
                  <a16:creationId xmlns:a16="http://schemas.microsoft.com/office/drawing/2014/main" id="{A59FE22A-DDDD-42E6-9342-7F57B8745F74}"/>
                </a:ext>
              </a:extLst>
            </p:cNvPr>
            <p:cNvSpPr>
              <a:spLocks noChangeArrowheads="1"/>
            </p:cNvSpPr>
            <p:nvPr/>
          </p:nvSpPr>
          <p:spPr bwMode="auto">
            <a:xfrm>
              <a:off x="358" y="1625"/>
              <a:ext cx="471"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r"/>
              <a:r>
                <a:rPr lang="fr-FR" altLang="fr-FR" sz="800">
                  <a:latin typeface="Calibri" panose="020F0502020204030204" pitchFamily="34" charset="0"/>
                  <a:cs typeface="Calibri" panose="020F0502020204030204" pitchFamily="34" charset="0"/>
                </a:rPr>
                <a:t>60</a:t>
              </a:r>
            </a:p>
          </p:txBody>
        </p:sp>
        <p:sp>
          <p:nvSpPr>
            <p:cNvPr id="16" name="Rectangle 39">
              <a:extLst>
                <a:ext uri="{FF2B5EF4-FFF2-40B4-BE49-F238E27FC236}">
                  <a16:creationId xmlns:a16="http://schemas.microsoft.com/office/drawing/2014/main" id="{2B7CAB75-F46A-41A3-A8F1-0C14658EE8EB}"/>
                </a:ext>
              </a:extLst>
            </p:cNvPr>
            <p:cNvSpPr>
              <a:spLocks noChangeArrowheads="1"/>
            </p:cNvSpPr>
            <p:nvPr/>
          </p:nvSpPr>
          <p:spPr bwMode="auto">
            <a:xfrm>
              <a:off x="358" y="1908"/>
              <a:ext cx="471"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r"/>
              <a:r>
                <a:rPr lang="fr-FR" altLang="fr-FR" sz="800">
                  <a:latin typeface="Calibri" panose="020F0502020204030204" pitchFamily="34" charset="0"/>
                  <a:cs typeface="Calibri" panose="020F0502020204030204" pitchFamily="34" charset="0"/>
                </a:rPr>
                <a:t>50</a:t>
              </a:r>
            </a:p>
          </p:txBody>
        </p:sp>
        <p:sp>
          <p:nvSpPr>
            <p:cNvPr id="17" name="Rectangle 40">
              <a:extLst>
                <a:ext uri="{FF2B5EF4-FFF2-40B4-BE49-F238E27FC236}">
                  <a16:creationId xmlns:a16="http://schemas.microsoft.com/office/drawing/2014/main" id="{8F8B90E1-09E6-43E4-AE9F-D366134AFE06}"/>
                </a:ext>
              </a:extLst>
            </p:cNvPr>
            <p:cNvSpPr>
              <a:spLocks noChangeArrowheads="1"/>
            </p:cNvSpPr>
            <p:nvPr/>
          </p:nvSpPr>
          <p:spPr bwMode="auto">
            <a:xfrm>
              <a:off x="358" y="2192"/>
              <a:ext cx="471"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r"/>
              <a:r>
                <a:rPr lang="fr-FR" altLang="fr-FR" sz="800">
                  <a:latin typeface="Calibri" panose="020F0502020204030204" pitchFamily="34" charset="0"/>
                  <a:cs typeface="Calibri" panose="020F0502020204030204" pitchFamily="34" charset="0"/>
                </a:rPr>
                <a:t>40</a:t>
              </a:r>
            </a:p>
          </p:txBody>
        </p:sp>
        <p:sp>
          <p:nvSpPr>
            <p:cNvPr id="18" name="Rectangle 41">
              <a:extLst>
                <a:ext uri="{FF2B5EF4-FFF2-40B4-BE49-F238E27FC236}">
                  <a16:creationId xmlns:a16="http://schemas.microsoft.com/office/drawing/2014/main" id="{EE14051F-4150-46C9-9514-4EB953E40EA4}"/>
                </a:ext>
              </a:extLst>
            </p:cNvPr>
            <p:cNvSpPr>
              <a:spLocks noChangeArrowheads="1"/>
            </p:cNvSpPr>
            <p:nvPr/>
          </p:nvSpPr>
          <p:spPr bwMode="auto">
            <a:xfrm>
              <a:off x="358" y="2475"/>
              <a:ext cx="471"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r"/>
              <a:r>
                <a:rPr lang="fr-FR" altLang="fr-FR" sz="800">
                  <a:latin typeface="Calibri" panose="020F0502020204030204" pitchFamily="34" charset="0"/>
                  <a:cs typeface="Calibri" panose="020F0502020204030204" pitchFamily="34" charset="0"/>
                </a:rPr>
                <a:t>30</a:t>
              </a:r>
            </a:p>
          </p:txBody>
        </p:sp>
        <p:sp>
          <p:nvSpPr>
            <p:cNvPr id="19" name="Rectangle 42">
              <a:extLst>
                <a:ext uri="{FF2B5EF4-FFF2-40B4-BE49-F238E27FC236}">
                  <a16:creationId xmlns:a16="http://schemas.microsoft.com/office/drawing/2014/main" id="{59D76AB0-EF35-4F58-9AB2-CC48CEEDDEB7}"/>
                </a:ext>
              </a:extLst>
            </p:cNvPr>
            <p:cNvSpPr>
              <a:spLocks noChangeArrowheads="1"/>
            </p:cNvSpPr>
            <p:nvPr/>
          </p:nvSpPr>
          <p:spPr bwMode="auto">
            <a:xfrm>
              <a:off x="358" y="2758"/>
              <a:ext cx="471"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r"/>
              <a:r>
                <a:rPr lang="fr-FR" altLang="fr-FR" sz="800">
                  <a:latin typeface="Calibri" panose="020F0502020204030204" pitchFamily="34" charset="0"/>
                  <a:cs typeface="Calibri" panose="020F0502020204030204" pitchFamily="34" charset="0"/>
                </a:rPr>
                <a:t>20</a:t>
              </a:r>
            </a:p>
          </p:txBody>
        </p:sp>
        <p:sp>
          <p:nvSpPr>
            <p:cNvPr id="20" name="Rectangle 43">
              <a:extLst>
                <a:ext uri="{FF2B5EF4-FFF2-40B4-BE49-F238E27FC236}">
                  <a16:creationId xmlns:a16="http://schemas.microsoft.com/office/drawing/2014/main" id="{48E1F41B-6EE1-467A-B875-4BD8A52D8AC6}"/>
                </a:ext>
              </a:extLst>
            </p:cNvPr>
            <p:cNvSpPr>
              <a:spLocks noChangeArrowheads="1"/>
            </p:cNvSpPr>
            <p:nvPr/>
          </p:nvSpPr>
          <p:spPr bwMode="auto">
            <a:xfrm>
              <a:off x="358" y="3042"/>
              <a:ext cx="471"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r"/>
              <a:r>
                <a:rPr lang="fr-FR" altLang="fr-FR" sz="800">
                  <a:latin typeface="Calibri" panose="020F0502020204030204" pitchFamily="34" charset="0"/>
                  <a:cs typeface="Calibri" panose="020F0502020204030204" pitchFamily="34" charset="0"/>
                </a:rPr>
                <a:t>10</a:t>
              </a:r>
            </a:p>
          </p:txBody>
        </p:sp>
        <p:sp>
          <p:nvSpPr>
            <p:cNvPr id="21" name="Rectangle 44">
              <a:extLst>
                <a:ext uri="{FF2B5EF4-FFF2-40B4-BE49-F238E27FC236}">
                  <a16:creationId xmlns:a16="http://schemas.microsoft.com/office/drawing/2014/main" id="{D7FFF899-B80E-44E0-95B7-FBAB815A0887}"/>
                </a:ext>
              </a:extLst>
            </p:cNvPr>
            <p:cNvSpPr>
              <a:spLocks noChangeArrowheads="1"/>
            </p:cNvSpPr>
            <p:nvPr/>
          </p:nvSpPr>
          <p:spPr bwMode="auto">
            <a:xfrm>
              <a:off x="6404" y="3109"/>
              <a:ext cx="1092" cy="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fr-FR" altLang="fr-FR" sz="800" dirty="0">
                  <a:latin typeface="Calibri" panose="020F0502020204030204" pitchFamily="34" charset="0"/>
                  <a:cs typeface="Calibri" panose="020F0502020204030204" pitchFamily="34" charset="0"/>
                </a:rPr>
                <a:t>ordre</a:t>
              </a:r>
            </a:p>
            <a:p>
              <a:r>
                <a:rPr lang="fr-FR" altLang="fr-FR" sz="800" dirty="0">
                  <a:latin typeface="Calibri" panose="020F0502020204030204" pitchFamily="34" charset="0"/>
                  <a:cs typeface="Calibri" panose="020F0502020204030204" pitchFamily="34" charset="0"/>
                </a:rPr>
                <a:t>décroissant</a:t>
              </a:r>
            </a:p>
          </p:txBody>
        </p:sp>
        <p:sp>
          <p:nvSpPr>
            <p:cNvPr id="22" name="Line 45">
              <a:extLst>
                <a:ext uri="{FF2B5EF4-FFF2-40B4-BE49-F238E27FC236}">
                  <a16:creationId xmlns:a16="http://schemas.microsoft.com/office/drawing/2014/main" id="{D2629D9F-3E83-44A9-BC54-9F5D37972092}"/>
                </a:ext>
              </a:extLst>
            </p:cNvPr>
            <p:cNvSpPr>
              <a:spLocks noChangeShapeType="1"/>
            </p:cNvSpPr>
            <p:nvPr/>
          </p:nvSpPr>
          <p:spPr bwMode="auto">
            <a:xfrm>
              <a:off x="967" y="4032"/>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23" name="Line 46">
              <a:extLst>
                <a:ext uri="{FF2B5EF4-FFF2-40B4-BE49-F238E27FC236}">
                  <a16:creationId xmlns:a16="http://schemas.microsoft.com/office/drawing/2014/main" id="{31B69BBA-25B9-49DE-B29F-438C68733562}"/>
                </a:ext>
              </a:extLst>
            </p:cNvPr>
            <p:cNvSpPr>
              <a:spLocks noChangeShapeType="1"/>
            </p:cNvSpPr>
            <p:nvPr/>
          </p:nvSpPr>
          <p:spPr bwMode="auto">
            <a:xfrm>
              <a:off x="1510" y="4032"/>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24" name="Line 47">
              <a:extLst>
                <a:ext uri="{FF2B5EF4-FFF2-40B4-BE49-F238E27FC236}">
                  <a16:creationId xmlns:a16="http://schemas.microsoft.com/office/drawing/2014/main" id="{CB441551-A7DB-4366-854E-DF802A747E7B}"/>
                </a:ext>
              </a:extLst>
            </p:cNvPr>
            <p:cNvSpPr>
              <a:spLocks noChangeShapeType="1"/>
            </p:cNvSpPr>
            <p:nvPr/>
          </p:nvSpPr>
          <p:spPr bwMode="auto">
            <a:xfrm>
              <a:off x="2052" y="4032"/>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25" name="Line 48">
              <a:extLst>
                <a:ext uri="{FF2B5EF4-FFF2-40B4-BE49-F238E27FC236}">
                  <a16:creationId xmlns:a16="http://schemas.microsoft.com/office/drawing/2014/main" id="{EECC33BD-CC29-4F95-901B-DA18668B44EB}"/>
                </a:ext>
              </a:extLst>
            </p:cNvPr>
            <p:cNvSpPr>
              <a:spLocks noChangeShapeType="1"/>
            </p:cNvSpPr>
            <p:nvPr/>
          </p:nvSpPr>
          <p:spPr bwMode="auto">
            <a:xfrm>
              <a:off x="2594" y="4032"/>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26" name="Line 49">
              <a:extLst>
                <a:ext uri="{FF2B5EF4-FFF2-40B4-BE49-F238E27FC236}">
                  <a16:creationId xmlns:a16="http://schemas.microsoft.com/office/drawing/2014/main" id="{EDBAB87C-C03B-4F1D-A03E-ABF2717EA960}"/>
                </a:ext>
              </a:extLst>
            </p:cNvPr>
            <p:cNvSpPr>
              <a:spLocks noChangeShapeType="1"/>
            </p:cNvSpPr>
            <p:nvPr/>
          </p:nvSpPr>
          <p:spPr bwMode="auto">
            <a:xfrm>
              <a:off x="3137" y="4032"/>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27" name="Line 50">
              <a:extLst>
                <a:ext uri="{FF2B5EF4-FFF2-40B4-BE49-F238E27FC236}">
                  <a16:creationId xmlns:a16="http://schemas.microsoft.com/office/drawing/2014/main" id="{031EAE59-9545-4B4B-BA33-DE2F7677985F}"/>
                </a:ext>
              </a:extLst>
            </p:cNvPr>
            <p:cNvSpPr>
              <a:spLocks noChangeShapeType="1"/>
            </p:cNvSpPr>
            <p:nvPr/>
          </p:nvSpPr>
          <p:spPr bwMode="auto">
            <a:xfrm>
              <a:off x="3679" y="4032"/>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28" name="Line 51">
              <a:extLst>
                <a:ext uri="{FF2B5EF4-FFF2-40B4-BE49-F238E27FC236}">
                  <a16:creationId xmlns:a16="http://schemas.microsoft.com/office/drawing/2014/main" id="{65CCE5DE-76A0-4813-B582-E8C8D6CACA83}"/>
                </a:ext>
              </a:extLst>
            </p:cNvPr>
            <p:cNvSpPr>
              <a:spLocks noChangeShapeType="1"/>
            </p:cNvSpPr>
            <p:nvPr/>
          </p:nvSpPr>
          <p:spPr bwMode="auto">
            <a:xfrm>
              <a:off x="4221" y="4032"/>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29" name="Line 52">
              <a:extLst>
                <a:ext uri="{FF2B5EF4-FFF2-40B4-BE49-F238E27FC236}">
                  <a16:creationId xmlns:a16="http://schemas.microsoft.com/office/drawing/2014/main" id="{AA5E7B85-C91F-4AA2-8965-964A46D458E7}"/>
                </a:ext>
              </a:extLst>
            </p:cNvPr>
            <p:cNvSpPr>
              <a:spLocks noChangeShapeType="1"/>
            </p:cNvSpPr>
            <p:nvPr/>
          </p:nvSpPr>
          <p:spPr bwMode="auto">
            <a:xfrm>
              <a:off x="4763" y="4032"/>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30" name="Line 53">
              <a:extLst>
                <a:ext uri="{FF2B5EF4-FFF2-40B4-BE49-F238E27FC236}">
                  <a16:creationId xmlns:a16="http://schemas.microsoft.com/office/drawing/2014/main" id="{95B57785-5BAE-4740-AB1C-C8DEA763AC01}"/>
                </a:ext>
              </a:extLst>
            </p:cNvPr>
            <p:cNvSpPr>
              <a:spLocks noChangeShapeType="1"/>
            </p:cNvSpPr>
            <p:nvPr/>
          </p:nvSpPr>
          <p:spPr bwMode="auto">
            <a:xfrm>
              <a:off x="5306" y="4032"/>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31" name="Line 54">
              <a:extLst>
                <a:ext uri="{FF2B5EF4-FFF2-40B4-BE49-F238E27FC236}">
                  <a16:creationId xmlns:a16="http://schemas.microsoft.com/office/drawing/2014/main" id="{F77F3EE7-E9A9-4528-9543-D595C7005689}"/>
                </a:ext>
              </a:extLst>
            </p:cNvPr>
            <p:cNvSpPr>
              <a:spLocks noChangeShapeType="1"/>
            </p:cNvSpPr>
            <p:nvPr/>
          </p:nvSpPr>
          <p:spPr bwMode="auto">
            <a:xfrm>
              <a:off x="5848" y="4032"/>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32" name="Line 55">
              <a:extLst>
                <a:ext uri="{FF2B5EF4-FFF2-40B4-BE49-F238E27FC236}">
                  <a16:creationId xmlns:a16="http://schemas.microsoft.com/office/drawing/2014/main" id="{DE7306E4-AD41-4353-9E51-B6A44CEE2FDF}"/>
                </a:ext>
              </a:extLst>
            </p:cNvPr>
            <p:cNvSpPr>
              <a:spLocks noChangeShapeType="1"/>
            </p:cNvSpPr>
            <p:nvPr/>
          </p:nvSpPr>
          <p:spPr bwMode="auto">
            <a:xfrm rot="5400000">
              <a:off x="3136" y="1320"/>
              <a:ext cx="0" cy="542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33" name="Line 56">
              <a:extLst>
                <a:ext uri="{FF2B5EF4-FFF2-40B4-BE49-F238E27FC236}">
                  <a16:creationId xmlns:a16="http://schemas.microsoft.com/office/drawing/2014/main" id="{2A73C288-30FD-4BA7-9C2F-A8EC156AAEC0}"/>
                </a:ext>
              </a:extLst>
            </p:cNvPr>
            <p:cNvSpPr>
              <a:spLocks noChangeShapeType="1"/>
            </p:cNvSpPr>
            <p:nvPr/>
          </p:nvSpPr>
          <p:spPr bwMode="auto">
            <a:xfrm rot="5400000">
              <a:off x="3428" y="1340"/>
              <a:ext cx="0" cy="60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34" name="Line 57">
              <a:extLst>
                <a:ext uri="{FF2B5EF4-FFF2-40B4-BE49-F238E27FC236}">
                  <a16:creationId xmlns:a16="http://schemas.microsoft.com/office/drawing/2014/main" id="{6827E2B3-2EC4-4721-BDE1-F50C8A98BF67}"/>
                </a:ext>
              </a:extLst>
            </p:cNvPr>
            <p:cNvSpPr>
              <a:spLocks noChangeShapeType="1"/>
            </p:cNvSpPr>
            <p:nvPr/>
          </p:nvSpPr>
          <p:spPr bwMode="auto">
            <a:xfrm rot="5400000">
              <a:off x="3136" y="1944"/>
              <a:ext cx="0" cy="542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35" name="Rectangle 58">
              <a:extLst>
                <a:ext uri="{FF2B5EF4-FFF2-40B4-BE49-F238E27FC236}">
                  <a16:creationId xmlns:a16="http://schemas.microsoft.com/office/drawing/2014/main" id="{FDC3C59D-859C-4A60-8099-B098B2FD48A0}"/>
                </a:ext>
              </a:extLst>
            </p:cNvPr>
            <p:cNvSpPr>
              <a:spLocks noChangeArrowheads="1"/>
            </p:cNvSpPr>
            <p:nvPr/>
          </p:nvSpPr>
          <p:spPr bwMode="auto">
            <a:xfrm>
              <a:off x="-307" y="4412"/>
              <a:ext cx="731"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r"/>
              <a:r>
                <a:rPr lang="fr-FR" altLang="fr-FR" sz="800">
                  <a:latin typeface="Calibri" panose="020F0502020204030204" pitchFamily="34" charset="0"/>
                  <a:cs typeface="Calibri" panose="020F0502020204030204" pitchFamily="34" charset="0"/>
                </a:rPr>
                <a:t>valeur</a:t>
              </a:r>
            </a:p>
          </p:txBody>
        </p:sp>
        <p:sp>
          <p:nvSpPr>
            <p:cNvPr id="36" name="Rectangle 59">
              <a:extLst>
                <a:ext uri="{FF2B5EF4-FFF2-40B4-BE49-F238E27FC236}">
                  <a16:creationId xmlns:a16="http://schemas.microsoft.com/office/drawing/2014/main" id="{995AB373-80DE-4AC8-BC73-251C5CFC6D15}"/>
                </a:ext>
              </a:extLst>
            </p:cNvPr>
            <p:cNvSpPr>
              <a:spLocks noChangeArrowheads="1"/>
            </p:cNvSpPr>
            <p:nvPr/>
          </p:nvSpPr>
          <p:spPr bwMode="auto">
            <a:xfrm>
              <a:off x="0" y="4098"/>
              <a:ext cx="424"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r"/>
              <a:r>
                <a:rPr lang="fr-FR" altLang="fr-FR" sz="800">
                  <a:latin typeface="Calibri" panose="020F0502020204030204" pitchFamily="34" charset="0"/>
                  <a:cs typeface="Calibri" panose="020F0502020204030204" pitchFamily="34" charset="0"/>
                </a:rPr>
                <a:t>%</a:t>
              </a:r>
            </a:p>
          </p:txBody>
        </p:sp>
        <p:sp>
          <p:nvSpPr>
            <p:cNvPr id="37" name="Line 60">
              <a:extLst>
                <a:ext uri="{FF2B5EF4-FFF2-40B4-BE49-F238E27FC236}">
                  <a16:creationId xmlns:a16="http://schemas.microsoft.com/office/drawing/2014/main" id="{D82FB3EB-6E02-459F-8801-5D82D7C656EE}"/>
                </a:ext>
              </a:extLst>
            </p:cNvPr>
            <p:cNvSpPr>
              <a:spLocks noChangeShapeType="1"/>
            </p:cNvSpPr>
            <p:nvPr/>
          </p:nvSpPr>
          <p:spPr bwMode="auto">
            <a:xfrm flipH="1">
              <a:off x="429" y="3408"/>
              <a:ext cx="406" cy="61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38" name="Line 61">
              <a:extLst>
                <a:ext uri="{FF2B5EF4-FFF2-40B4-BE49-F238E27FC236}">
                  <a16:creationId xmlns:a16="http://schemas.microsoft.com/office/drawing/2014/main" id="{44E08DF5-5C8E-490B-8532-B25B59408ED6}"/>
                </a:ext>
              </a:extLst>
            </p:cNvPr>
            <p:cNvSpPr>
              <a:spLocks noChangeShapeType="1"/>
            </p:cNvSpPr>
            <p:nvPr/>
          </p:nvSpPr>
          <p:spPr bwMode="auto">
            <a:xfrm flipH="1">
              <a:off x="971" y="3408"/>
              <a:ext cx="406" cy="61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39" name="Line 62">
              <a:extLst>
                <a:ext uri="{FF2B5EF4-FFF2-40B4-BE49-F238E27FC236}">
                  <a16:creationId xmlns:a16="http://schemas.microsoft.com/office/drawing/2014/main" id="{79F1B6F0-C42A-490B-8343-84020CE31A8D}"/>
                </a:ext>
              </a:extLst>
            </p:cNvPr>
            <p:cNvSpPr>
              <a:spLocks noChangeShapeType="1"/>
            </p:cNvSpPr>
            <p:nvPr/>
          </p:nvSpPr>
          <p:spPr bwMode="auto">
            <a:xfrm flipH="1">
              <a:off x="1513" y="3408"/>
              <a:ext cx="406" cy="61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40" name="Line 63">
              <a:extLst>
                <a:ext uri="{FF2B5EF4-FFF2-40B4-BE49-F238E27FC236}">
                  <a16:creationId xmlns:a16="http://schemas.microsoft.com/office/drawing/2014/main" id="{29ACED9D-7199-4635-A031-25A50077B1A6}"/>
                </a:ext>
              </a:extLst>
            </p:cNvPr>
            <p:cNvSpPr>
              <a:spLocks noChangeShapeType="1"/>
            </p:cNvSpPr>
            <p:nvPr/>
          </p:nvSpPr>
          <p:spPr bwMode="auto">
            <a:xfrm flipH="1">
              <a:off x="2056" y="3408"/>
              <a:ext cx="406" cy="61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41" name="Line 64">
              <a:extLst>
                <a:ext uri="{FF2B5EF4-FFF2-40B4-BE49-F238E27FC236}">
                  <a16:creationId xmlns:a16="http://schemas.microsoft.com/office/drawing/2014/main" id="{AA359967-296B-4625-B568-0BBBA4BA38C2}"/>
                </a:ext>
              </a:extLst>
            </p:cNvPr>
            <p:cNvSpPr>
              <a:spLocks noChangeShapeType="1"/>
            </p:cNvSpPr>
            <p:nvPr/>
          </p:nvSpPr>
          <p:spPr bwMode="auto">
            <a:xfrm flipH="1">
              <a:off x="2598" y="3408"/>
              <a:ext cx="406" cy="61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42" name="Line 65">
              <a:extLst>
                <a:ext uri="{FF2B5EF4-FFF2-40B4-BE49-F238E27FC236}">
                  <a16:creationId xmlns:a16="http://schemas.microsoft.com/office/drawing/2014/main" id="{A8250CDA-D70B-4545-82FA-DE52F3752229}"/>
                </a:ext>
              </a:extLst>
            </p:cNvPr>
            <p:cNvSpPr>
              <a:spLocks noChangeShapeType="1"/>
            </p:cNvSpPr>
            <p:nvPr/>
          </p:nvSpPr>
          <p:spPr bwMode="auto">
            <a:xfrm flipH="1">
              <a:off x="3141" y="3408"/>
              <a:ext cx="406" cy="61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43" name="Line 66">
              <a:extLst>
                <a:ext uri="{FF2B5EF4-FFF2-40B4-BE49-F238E27FC236}">
                  <a16:creationId xmlns:a16="http://schemas.microsoft.com/office/drawing/2014/main" id="{E0370E77-60C2-42E5-9243-43AABF8B34FF}"/>
                </a:ext>
              </a:extLst>
            </p:cNvPr>
            <p:cNvSpPr>
              <a:spLocks noChangeShapeType="1"/>
            </p:cNvSpPr>
            <p:nvPr/>
          </p:nvSpPr>
          <p:spPr bwMode="auto">
            <a:xfrm flipH="1">
              <a:off x="3683" y="3408"/>
              <a:ext cx="406" cy="61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44" name="Line 67">
              <a:extLst>
                <a:ext uri="{FF2B5EF4-FFF2-40B4-BE49-F238E27FC236}">
                  <a16:creationId xmlns:a16="http://schemas.microsoft.com/office/drawing/2014/main" id="{6429702C-25C0-45D6-B8B2-114A52EF1A7C}"/>
                </a:ext>
              </a:extLst>
            </p:cNvPr>
            <p:cNvSpPr>
              <a:spLocks noChangeShapeType="1"/>
            </p:cNvSpPr>
            <p:nvPr/>
          </p:nvSpPr>
          <p:spPr bwMode="auto">
            <a:xfrm flipH="1">
              <a:off x="4225" y="3408"/>
              <a:ext cx="406" cy="61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45" name="Line 68">
              <a:extLst>
                <a:ext uri="{FF2B5EF4-FFF2-40B4-BE49-F238E27FC236}">
                  <a16:creationId xmlns:a16="http://schemas.microsoft.com/office/drawing/2014/main" id="{D40CA53E-3332-4F08-AE8E-596E747DB481}"/>
                </a:ext>
              </a:extLst>
            </p:cNvPr>
            <p:cNvSpPr>
              <a:spLocks noChangeShapeType="1"/>
            </p:cNvSpPr>
            <p:nvPr/>
          </p:nvSpPr>
          <p:spPr bwMode="auto">
            <a:xfrm flipH="1">
              <a:off x="4768" y="3408"/>
              <a:ext cx="406" cy="61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46" name="Line 69">
              <a:extLst>
                <a:ext uri="{FF2B5EF4-FFF2-40B4-BE49-F238E27FC236}">
                  <a16:creationId xmlns:a16="http://schemas.microsoft.com/office/drawing/2014/main" id="{BF63CE95-470B-4242-9768-D95E09865E1D}"/>
                </a:ext>
              </a:extLst>
            </p:cNvPr>
            <p:cNvSpPr>
              <a:spLocks noChangeShapeType="1"/>
            </p:cNvSpPr>
            <p:nvPr/>
          </p:nvSpPr>
          <p:spPr bwMode="auto">
            <a:xfrm flipH="1">
              <a:off x="5310" y="3408"/>
              <a:ext cx="406" cy="61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47" name="Line 70">
              <a:extLst>
                <a:ext uri="{FF2B5EF4-FFF2-40B4-BE49-F238E27FC236}">
                  <a16:creationId xmlns:a16="http://schemas.microsoft.com/office/drawing/2014/main" id="{73D605E5-9E63-4F01-997A-E1BAA1071F2D}"/>
                </a:ext>
              </a:extLst>
            </p:cNvPr>
            <p:cNvSpPr>
              <a:spLocks noChangeShapeType="1"/>
            </p:cNvSpPr>
            <p:nvPr/>
          </p:nvSpPr>
          <p:spPr bwMode="auto">
            <a:xfrm flipH="1">
              <a:off x="5853" y="3408"/>
              <a:ext cx="406" cy="61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fr-FR" sz="1200">
                <a:latin typeface="Calibri" panose="020F0502020204030204" pitchFamily="34" charset="0"/>
                <a:cs typeface="Calibri" panose="020F0502020204030204" pitchFamily="34" charset="0"/>
              </a:endParaRPr>
            </a:p>
          </p:txBody>
        </p:sp>
        <p:sp>
          <p:nvSpPr>
            <p:cNvPr id="48" name="Rectangle 71">
              <a:extLst>
                <a:ext uri="{FF2B5EF4-FFF2-40B4-BE49-F238E27FC236}">
                  <a16:creationId xmlns:a16="http://schemas.microsoft.com/office/drawing/2014/main" id="{EF06CF9E-B744-486B-B59F-6BA3AC6D051F}"/>
                </a:ext>
              </a:extLst>
            </p:cNvPr>
            <p:cNvSpPr>
              <a:spLocks noChangeArrowheads="1"/>
            </p:cNvSpPr>
            <p:nvPr/>
          </p:nvSpPr>
          <p:spPr bwMode="auto">
            <a:xfrm>
              <a:off x="5846" y="4008"/>
              <a:ext cx="587" cy="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ctr"/>
              <a:r>
                <a:rPr lang="fr-FR" altLang="fr-FR" sz="900" b="1" dirty="0">
                  <a:latin typeface="Calibri" panose="020F0502020204030204" pitchFamily="34" charset="0"/>
                  <a:cs typeface="Calibri" panose="020F0502020204030204" pitchFamily="34" charset="0"/>
                </a:rPr>
                <a:t>100</a:t>
              </a:r>
            </a:p>
          </p:txBody>
        </p:sp>
        <p:sp>
          <p:nvSpPr>
            <p:cNvPr id="49" name="Rectangle 72">
              <a:extLst>
                <a:ext uri="{FF2B5EF4-FFF2-40B4-BE49-F238E27FC236}">
                  <a16:creationId xmlns:a16="http://schemas.microsoft.com/office/drawing/2014/main" id="{2C0779FD-C7A0-4AB3-BE11-842803E7BFB3}"/>
                </a:ext>
              </a:extLst>
            </p:cNvPr>
            <p:cNvSpPr>
              <a:spLocks noChangeArrowheads="1"/>
            </p:cNvSpPr>
            <p:nvPr/>
          </p:nvSpPr>
          <p:spPr bwMode="auto">
            <a:xfrm>
              <a:off x="5981" y="3743"/>
              <a:ext cx="758"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fr-FR" altLang="fr-FR" sz="800" b="1" dirty="0">
                  <a:latin typeface="Calibri" panose="020F0502020204030204" pitchFamily="34" charset="0"/>
                  <a:cs typeface="Calibri" panose="020F0502020204030204" pitchFamily="34" charset="0"/>
                </a:rPr>
                <a:t>totaux</a:t>
              </a:r>
            </a:p>
          </p:txBody>
        </p:sp>
        <p:sp>
          <p:nvSpPr>
            <p:cNvPr id="50" name="Rectangle 73">
              <a:extLst>
                <a:ext uri="{FF2B5EF4-FFF2-40B4-BE49-F238E27FC236}">
                  <a16:creationId xmlns:a16="http://schemas.microsoft.com/office/drawing/2014/main" id="{89602C84-C2FC-4B3C-B1B7-C25ADE5EFFEC}"/>
                </a:ext>
              </a:extLst>
            </p:cNvPr>
            <p:cNvSpPr>
              <a:spLocks noChangeArrowheads="1"/>
            </p:cNvSpPr>
            <p:nvPr/>
          </p:nvSpPr>
          <p:spPr bwMode="auto">
            <a:xfrm>
              <a:off x="6353" y="4098"/>
              <a:ext cx="424"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ctr"/>
              <a:r>
                <a:rPr lang="fr-FR" altLang="fr-FR" sz="800">
                  <a:latin typeface="Calibri" panose="020F0502020204030204" pitchFamily="34" charset="0"/>
                  <a:cs typeface="Calibri" panose="020F0502020204030204" pitchFamily="34" charset="0"/>
                </a:rPr>
                <a:t>%</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228600" y="1568450"/>
            <a:ext cx="601980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2075" indent="-92075"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just"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Objectifs :</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Disposer les causes d'un effet par types en montrant leurs relations (causes et sous-causes) pour en développer une vue commune des participants.</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Faire apparaître la contribution de chaque cause à la production de l'effet pour la vérifier en groupe.</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endParaRPr lang="fr-FR" altLang="fr-FR" sz="1200" b="1" dirty="0">
              <a:solidFill>
                <a:schemeClr val="tx1">
                  <a:lumMod val="65000"/>
                  <a:lumOff val="35000"/>
                </a:schemeClr>
              </a:solidFill>
              <a:latin typeface="Calibri" panose="020F0502020204030204" pitchFamily="34" charset="0"/>
              <a:cs typeface="Calibri" panose="020F0502020204030204" pitchFamily="34" charset="0"/>
            </a:endParaRPr>
          </a:p>
          <a:p>
            <a:pPr algn="just" eaLnBrk="1" hangingPunct="1"/>
            <a:endParaRPr lang="fr-FR" altLang="fr-FR" sz="1200" b="1" dirty="0">
              <a:solidFill>
                <a:schemeClr val="tx1">
                  <a:lumMod val="65000"/>
                  <a:lumOff val="35000"/>
                </a:schemeClr>
              </a:solidFill>
              <a:latin typeface="Calibri" panose="020F0502020204030204" pitchFamily="34" charset="0"/>
              <a:cs typeface="Calibri" panose="020F0502020204030204" pitchFamily="34" charset="0"/>
            </a:endParaRPr>
          </a:p>
          <a:p>
            <a:pPr algn="just"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Utilisation :</a:t>
            </a:r>
            <a:endParaRPr lang="fr-FR" altLang="fr-FR" sz="1200" b="1" dirty="0">
              <a:solidFill>
                <a:schemeClr val="tx1">
                  <a:lumMod val="65000"/>
                  <a:lumOff val="35000"/>
                </a:schemeClr>
              </a:solidFill>
              <a:latin typeface="Calibri" panose="020F0502020204030204" pitchFamily="34" charset="0"/>
              <a:cs typeface="Times New Roman" pitchFamily="18" charset="0"/>
            </a:endParaRPr>
          </a:p>
          <a:p>
            <a:pPr algn="just" eaLnBrk="1" hangingPunct="1"/>
            <a:endParaRPr lang="fr-FR" altLang="fr-FR" sz="1200" b="1"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A) Réalisation du diagramme</a:t>
            </a:r>
            <a:endParaRPr lang="fr-FR" altLang="fr-FR" sz="1200" b="1"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Les causes précédemment identifiées ont été classées par type.</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Attribuer une branche du diagramme à chaque type (utiliser éventuellement les 5 "M"</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 : </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main d'œuvre, méthode, milieu, machine, matière).</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Pour chaque branche répartir les causes en causes principales et sous-causes.</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Dupliquer, si nécessaire, les quelques causes qui concernent plusieurs branches.</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endParaRPr lang="fr-FR" altLang="fr-FR" sz="1200" b="1" dirty="0">
              <a:solidFill>
                <a:schemeClr val="tx1">
                  <a:lumMod val="65000"/>
                  <a:lumOff val="35000"/>
                </a:schemeClr>
              </a:solidFill>
              <a:latin typeface="Calibri" panose="020F0502020204030204" pitchFamily="34" charset="0"/>
              <a:cs typeface="Calibri" panose="020F0502020204030204" pitchFamily="34" charset="0"/>
            </a:endParaRPr>
          </a:p>
          <a:p>
            <a:pPr algn="just"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B) Analyse du diagramme obtenu</a:t>
            </a:r>
            <a:endParaRPr lang="fr-FR" altLang="fr-FR" sz="1200" b="1"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En considérant l'effet placé à l'extrémité du diagramme, avons</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nous des informations qui vérifient l'incidence des causes ?</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Procéder cause par cause et identifier (en les entourant) celles</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 </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pour lesquelles la relation cause-effet se vérifie.</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Poser la question : d'autres causes, non encore identifiées, peuvent-elles avoir une incidence sur l'effet </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Si oui, les ajouter sur le diagramme</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a:t>
            </a:r>
            <a:endParaRPr lang="sk-SK"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t>
            </a:r>
            <a:endParaRPr lang="sk-SK" altLang="fr-FR" sz="1200" dirty="0">
              <a:solidFill>
                <a:schemeClr val="tx1">
                  <a:lumMod val="65000"/>
                  <a:lumOff val="35000"/>
                </a:schemeClr>
              </a:solidFill>
              <a:latin typeface="Calibri" panose="020F0502020204030204" pitchFamily="34" charset="0"/>
              <a:cs typeface="Times New Roman" pitchFamily="18" charset="0"/>
            </a:endParaRPr>
          </a:p>
        </p:txBody>
      </p:sp>
      <p:sp>
        <p:nvSpPr>
          <p:cNvPr id="28675" name="Text Box 3"/>
          <p:cNvSpPr txBox="1">
            <a:spLocks noChangeArrowheads="1"/>
          </p:cNvSpPr>
          <p:nvPr/>
        </p:nvSpPr>
        <p:spPr bwMode="auto">
          <a:xfrm>
            <a:off x="498475" y="457200"/>
            <a:ext cx="4036169" cy="533400"/>
          </a:xfrm>
          <a:prstGeom prst="rect">
            <a:avLst/>
          </a:prstGeom>
          <a:solidFill>
            <a:schemeClr val="bg1"/>
          </a:solidFill>
          <a:ln w="19050">
            <a:solidFill>
              <a:srgbClr val="FF3300"/>
            </a:solidFill>
            <a:miter lim="800000"/>
            <a:headEnd/>
            <a:tailEnd/>
          </a:ln>
          <a:effectLst/>
        </p:spPr>
        <p:txBody>
          <a:bodyPr anchor="ctr"/>
          <a:lstStyle>
            <a:defPPr>
              <a:defRPr lang="fr-FR"/>
            </a:defPPr>
            <a:lvl1pPr algn="ctr" eaLnBrk="1" hangingPunct="1">
              <a:defRPr sz="2000" b="1" cap="small">
                <a:solidFill>
                  <a:srgbClr val="27A8E0"/>
                </a:solidFill>
                <a:latin typeface="Calibri" panose="020F0502020204030204" pitchFamily="34" charset="0"/>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fr-FR" altLang="fr-FR" dirty="0"/>
              <a:t>LE DIAGRAMME CAUSES-EFFET</a:t>
            </a:r>
            <a:endParaRPr lang="sk-SK" altLang="fr-FR" dirty="0"/>
          </a:p>
        </p:txBody>
      </p:sp>
      <p:pic>
        <p:nvPicPr>
          <p:cNvPr id="4" name="Image 3">
            <a:extLst>
              <a:ext uri="{FF2B5EF4-FFF2-40B4-BE49-F238E27FC236}">
                <a16:creationId xmlns:a16="http://schemas.microsoft.com/office/drawing/2014/main" id="{BEAD7796-9883-4D52-8209-1A49B2AA52A9}"/>
              </a:ext>
            </a:extLst>
          </p:cNvPr>
          <p:cNvPicPr>
            <a:picLocks noChangeAspect="1"/>
          </p:cNvPicPr>
          <p:nvPr/>
        </p:nvPicPr>
        <p:blipFill>
          <a:blip r:embed="rId2"/>
          <a:stretch>
            <a:fillRect/>
          </a:stretch>
        </p:blipFill>
        <p:spPr>
          <a:xfrm>
            <a:off x="4600112" y="225996"/>
            <a:ext cx="1640562" cy="1407461"/>
          </a:xfrm>
          <a:prstGeom prst="rect">
            <a:avLst/>
          </a:prstGeom>
        </p:spPr>
      </p:pic>
      <p:grpSp>
        <p:nvGrpSpPr>
          <p:cNvPr id="15" name="Group 46">
            <a:extLst>
              <a:ext uri="{FF2B5EF4-FFF2-40B4-BE49-F238E27FC236}">
                <a16:creationId xmlns:a16="http://schemas.microsoft.com/office/drawing/2014/main" id="{34FB749F-12CE-488A-B231-B45C74307AEC}"/>
              </a:ext>
            </a:extLst>
          </p:cNvPr>
          <p:cNvGrpSpPr>
            <a:grpSpLocks/>
          </p:cNvGrpSpPr>
          <p:nvPr/>
        </p:nvGrpSpPr>
        <p:grpSpPr bwMode="auto">
          <a:xfrm rot="5400000">
            <a:off x="1870347" y="5310415"/>
            <a:ext cx="2736306" cy="4664812"/>
            <a:chOff x="570" y="392"/>
            <a:chExt cx="3252" cy="5180"/>
          </a:xfrm>
        </p:grpSpPr>
        <p:sp>
          <p:nvSpPr>
            <p:cNvPr id="19" name="Rectangle 16">
              <a:extLst>
                <a:ext uri="{FF2B5EF4-FFF2-40B4-BE49-F238E27FC236}">
                  <a16:creationId xmlns:a16="http://schemas.microsoft.com/office/drawing/2014/main" id="{B74DE1B2-308E-49B6-B89A-D49C5678C76B}"/>
                </a:ext>
              </a:extLst>
            </p:cNvPr>
            <p:cNvSpPr>
              <a:spLocks noChangeArrowheads="1"/>
            </p:cNvSpPr>
            <p:nvPr/>
          </p:nvSpPr>
          <p:spPr bwMode="auto">
            <a:xfrm>
              <a:off x="570" y="4550"/>
              <a:ext cx="304" cy="1022"/>
            </a:xfrm>
            <a:prstGeom prst="rect">
              <a:avLst/>
            </a:prstGeom>
            <a:solidFill>
              <a:srgbClr val="FFFFFF"/>
            </a:solidFill>
            <a:ln w="28575">
              <a:solidFill>
                <a:srgbClr val="000000"/>
              </a:solidFill>
              <a:miter lim="800000"/>
              <a:headEnd/>
              <a:tailEnd/>
            </a:ln>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endParaRPr lang="fr-FR" altLang="fr-FR" dirty="0">
                <a:latin typeface="Calibri" panose="020F0502020204030204" pitchFamily="34" charset="0"/>
              </a:endParaRPr>
            </a:p>
          </p:txBody>
        </p:sp>
        <p:sp>
          <p:nvSpPr>
            <p:cNvPr id="20" name="Rectangle 17">
              <a:extLst>
                <a:ext uri="{FF2B5EF4-FFF2-40B4-BE49-F238E27FC236}">
                  <a16:creationId xmlns:a16="http://schemas.microsoft.com/office/drawing/2014/main" id="{177684F2-9EF2-4057-8FE6-740F115C1005}"/>
                </a:ext>
              </a:extLst>
            </p:cNvPr>
            <p:cNvSpPr>
              <a:spLocks noChangeArrowheads="1"/>
            </p:cNvSpPr>
            <p:nvPr/>
          </p:nvSpPr>
          <p:spPr bwMode="auto">
            <a:xfrm>
              <a:off x="570" y="3302"/>
              <a:ext cx="304" cy="1023"/>
            </a:xfrm>
            <a:prstGeom prst="rect">
              <a:avLst/>
            </a:prstGeom>
            <a:solidFill>
              <a:srgbClr val="FFFFFF"/>
            </a:solidFill>
            <a:ln w="28575">
              <a:solidFill>
                <a:srgbClr val="000000"/>
              </a:solidFill>
              <a:miter lim="800000"/>
              <a:headEnd/>
              <a:tailEnd/>
            </a:ln>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endParaRPr lang="fr-FR" altLang="fr-FR" dirty="0">
                <a:latin typeface="Calibri" panose="020F0502020204030204" pitchFamily="34" charset="0"/>
              </a:endParaRPr>
            </a:p>
          </p:txBody>
        </p:sp>
        <p:sp>
          <p:nvSpPr>
            <p:cNvPr id="21" name="Rectangle 18">
              <a:extLst>
                <a:ext uri="{FF2B5EF4-FFF2-40B4-BE49-F238E27FC236}">
                  <a16:creationId xmlns:a16="http://schemas.microsoft.com/office/drawing/2014/main" id="{C2D5018F-C7BB-4CA0-BBDB-CBB522AC7C60}"/>
                </a:ext>
              </a:extLst>
            </p:cNvPr>
            <p:cNvSpPr>
              <a:spLocks noChangeArrowheads="1"/>
            </p:cNvSpPr>
            <p:nvPr/>
          </p:nvSpPr>
          <p:spPr bwMode="auto">
            <a:xfrm>
              <a:off x="570" y="2055"/>
              <a:ext cx="304" cy="1022"/>
            </a:xfrm>
            <a:prstGeom prst="rect">
              <a:avLst/>
            </a:prstGeom>
            <a:solidFill>
              <a:srgbClr val="FFFFFF"/>
            </a:solidFill>
            <a:ln w="28575">
              <a:solidFill>
                <a:srgbClr val="000000"/>
              </a:solidFill>
              <a:miter lim="800000"/>
              <a:headEnd/>
              <a:tailEnd/>
            </a:ln>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endParaRPr lang="fr-FR" altLang="fr-FR" dirty="0">
                <a:latin typeface="Calibri" panose="020F0502020204030204" pitchFamily="34" charset="0"/>
              </a:endParaRPr>
            </a:p>
          </p:txBody>
        </p:sp>
        <p:sp>
          <p:nvSpPr>
            <p:cNvPr id="22" name="Rectangle 19">
              <a:extLst>
                <a:ext uri="{FF2B5EF4-FFF2-40B4-BE49-F238E27FC236}">
                  <a16:creationId xmlns:a16="http://schemas.microsoft.com/office/drawing/2014/main" id="{C0CDE779-2964-496E-BC7F-5086940B83D6}"/>
                </a:ext>
              </a:extLst>
            </p:cNvPr>
            <p:cNvSpPr>
              <a:spLocks noChangeArrowheads="1"/>
            </p:cNvSpPr>
            <p:nvPr/>
          </p:nvSpPr>
          <p:spPr bwMode="auto">
            <a:xfrm>
              <a:off x="2044" y="392"/>
              <a:ext cx="304" cy="1022"/>
            </a:xfrm>
            <a:prstGeom prst="rect">
              <a:avLst/>
            </a:prstGeom>
            <a:solidFill>
              <a:srgbClr val="FFFFFF"/>
            </a:solidFill>
            <a:ln w="28575">
              <a:solidFill>
                <a:srgbClr val="000000"/>
              </a:solidFill>
              <a:miter lim="800000"/>
              <a:headEnd/>
              <a:tailEnd/>
            </a:ln>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endParaRPr lang="fr-FR" altLang="fr-FR" dirty="0">
                <a:latin typeface="Calibri" panose="020F0502020204030204" pitchFamily="34" charset="0"/>
              </a:endParaRPr>
            </a:p>
          </p:txBody>
        </p:sp>
        <p:sp>
          <p:nvSpPr>
            <p:cNvPr id="23" name="Rectangle 20">
              <a:extLst>
                <a:ext uri="{FF2B5EF4-FFF2-40B4-BE49-F238E27FC236}">
                  <a16:creationId xmlns:a16="http://schemas.microsoft.com/office/drawing/2014/main" id="{3C00E65E-DBAB-44DF-A731-4DA945F837D0}"/>
                </a:ext>
              </a:extLst>
            </p:cNvPr>
            <p:cNvSpPr>
              <a:spLocks noChangeArrowheads="1"/>
            </p:cNvSpPr>
            <p:nvPr/>
          </p:nvSpPr>
          <p:spPr bwMode="auto">
            <a:xfrm>
              <a:off x="3518" y="4550"/>
              <a:ext cx="304" cy="1022"/>
            </a:xfrm>
            <a:prstGeom prst="rect">
              <a:avLst/>
            </a:prstGeom>
            <a:solidFill>
              <a:srgbClr val="FFFFFF"/>
            </a:solidFill>
            <a:ln w="28575">
              <a:solidFill>
                <a:srgbClr val="000000"/>
              </a:solidFill>
              <a:miter lim="800000"/>
              <a:headEnd/>
              <a:tailEnd/>
            </a:ln>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endParaRPr lang="fr-FR" altLang="fr-FR" dirty="0">
                <a:latin typeface="Calibri" panose="020F0502020204030204" pitchFamily="34" charset="0"/>
              </a:endParaRPr>
            </a:p>
          </p:txBody>
        </p:sp>
        <p:sp>
          <p:nvSpPr>
            <p:cNvPr id="24" name="Rectangle 21">
              <a:extLst>
                <a:ext uri="{FF2B5EF4-FFF2-40B4-BE49-F238E27FC236}">
                  <a16:creationId xmlns:a16="http://schemas.microsoft.com/office/drawing/2014/main" id="{D30A73E8-F79B-4EAF-8A83-8DE3F7CCA8D9}"/>
                </a:ext>
              </a:extLst>
            </p:cNvPr>
            <p:cNvSpPr>
              <a:spLocks noChangeArrowheads="1"/>
            </p:cNvSpPr>
            <p:nvPr/>
          </p:nvSpPr>
          <p:spPr bwMode="auto">
            <a:xfrm>
              <a:off x="3518" y="3302"/>
              <a:ext cx="304" cy="1023"/>
            </a:xfrm>
            <a:prstGeom prst="rect">
              <a:avLst/>
            </a:prstGeom>
            <a:solidFill>
              <a:srgbClr val="FFFFFF"/>
            </a:solidFill>
            <a:ln w="28575">
              <a:solidFill>
                <a:srgbClr val="000000"/>
              </a:solidFill>
              <a:miter lim="800000"/>
              <a:headEnd/>
              <a:tailEnd/>
            </a:ln>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endParaRPr lang="fr-FR" altLang="fr-FR" dirty="0">
                <a:latin typeface="Calibri" panose="020F0502020204030204" pitchFamily="34" charset="0"/>
              </a:endParaRPr>
            </a:p>
          </p:txBody>
        </p:sp>
        <p:sp>
          <p:nvSpPr>
            <p:cNvPr id="25" name="Rectangle 22">
              <a:extLst>
                <a:ext uri="{FF2B5EF4-FFF2-40B4-BE49-F238E27FC236}">
                  <a16:creationId xmlns:a16="http://schemas.microsoft.com/office/drawing/2014/main" id="{DF2B2B81-60A3-4F5A-8647-B5DDE6E616CE}"/>
                </a:ext>
              </a:extLst>
            </p:cNvPr>
            <p:cNvSpPr>
              <a:spLocks noChangeArrowheads="1"/>
            </p:cNvSpPr>
            <p:nvPr/>
          </p:nvSpPr>
          <p:spPr bwMode="auto">
            <a:xfrm>
              <a:off x="3518" y="2055"/>
              <a:ext cx="304" cy="1022"/>
            </a:xfrm>
            <a:prstGeom prst="rect">
              <a:avLst/>
            </a:prstGeom>
            <a:solidFill>
              <a:srgbClr val="FFFFFF"/>
            </a:solidFill>
            <a:ln w="28575">
              <a:solidFill>
                <a:srgbClr val="000000"/>
              </a:solidFill>
              <a:miter lim="800000"/>
              <a:headEnd/>
              <a:tailEnd/>
            </a:ln>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endParaRPr lang="fr-FR" altLang="fr-FR" dirty="0">
                <a:latin typeface="Calibri" panose="020F0502020204030204" pitchFamily="34" charset="0"/>
              </a:endParaRPr>
            </a:p>
          </p:txBody>
        </p:sp>
        <p:grpSp>
          <p:nvGrpSpPr>
            <p:cNvPr id="26" name="Group 25">
              <a:extLst>
                <a:ext uri="{FF2B5EF4-FFF2-40B4-BE49-F238E27FC236}">
                  <a16:creationId xmlns:a16="http://schemas.microsoft.com/office/drawing/2014/main" id="{56F90393-45C4-4206-AE78-2DAD2DF3794A}"/>
                </a:ext>
              </a:extLst>
            </p:cNvPr>
            <p:cNvGrpSpPr>
              <a:grpSpLocks/>
            </p:cNvGrpSpPr>
            <p:nvPr/>
          </p:nvGrpSpPr>
          <p:grpSpPr bwMode="auto">
            <a:xfrm>
              <a:off x="2159" y="1450"/>
              <a:ext cx="74" cy="4082"/>
              <a:chOff x="2159" y="1450"/>
              <a:chExt cx="74" cy="4082"/>
            </a:xfrm>
          </p:grpSpPr>
          <p:sp>
            <p:nvSpPr>
              <p:cNvPr id="47" name="Rectangle 23">
                <a:extLst>
                  <a:ext uri="{FF2B5EF4-FFF2-40B4-BE49-F238E27FC236}">
                    <a16:creationId xmlns:a16="http://schemas.microsoft.com/office/drawing/2014/main" id="{78C36A00-DCAD-4653-9AC3-E862E2887038}"/>
                  </a:ext>
                </a:extLst>
              </p:cNvPr>
              <p:cNvSpPr>
                <a:spLocks noChangeArrowheads="1"/>
              </p:cNvSpPr>
              <p:nvPr/>
            </p:nvSpPr>
            <p:spPr bwMode="auto">
              <a:xfrm>
                <a:off x="2189" y="1520"/>
                <a:ext cx="14" cy="4012"/>
              </a:xfrm>
              <a:prstGeom prst="rect">
                <a:avLst/>
              </a:prstGeom>
              <a:solidFill>
                <a:srgbClr val="000000"/>
              </a:solidFill>
              <a:ln w="9525">
                <a:solidFill>
                  <a:srgbClr val="000000"/>
                </a:solidFill>
                <a:miter lim="800000"/>
                <a:headEnd/>
                <a:tailEnd/>
              </a:ln>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endParaRPr lang="fr-FR" altLang="fr-FR" dirty="0">
                  <a:latin typeface="Calibri" panose="020F0502020204030204" pitchFamily="34" charset="0"/>
                </a:endParaRPr>
              </a:p>
            </p:txBody>
          </p:sp>
          <p:sp>
            <p:nvSpPr>
              <p:cNvPr id="48" name="Freeform 24">
                <a:extLst>
                  <a:ext uri="{FF2B5EF4-FFF2-40B4-BE49-F238E27FC236}">
                    <a16:creationId xmlns:a16="http://schemas.microsoft.com/office/drawing/2014/main" id="{7F39F1FB-7658-4FC9-BC31-5F293F1B8C52}"/>
                  </a:ext>
                </a:extLst>
              </p:cNvPr>
              <p:cNvSpPr>
                <a:spLocks/>
              </p:cNvSpPr>
              <p:nvPr/>
            </p:nvSpPr>
            <p:spPr bwMode="auto">
              <a:xfrm>
                <a:off x="2159" y="1450"/>
                <a:ext cx="74" cy="74"/>
              </a:xfrm>
              <a:custGeom>
                <a:avLst/>
                <a:gdLst>
                  <a:gd name="T0" fmla="*/ 74 w 74"/>
                  <a:gd name="T1" fmla="*/ 74 h 74"/>
                  <a:gd name="T2" fmla="*/ 36 w 74"/>
                  <a:gd name="T3" fmla="*/ 0 h 74"/>
                  <a:gd name="T4" fmla="*/ 0 w 74"/>
                  <a:gd name="T5" fmla="*/ 74 h 74"/>
                  <a:gd name="T6" fmla="*/ 74 w 74"/>
                  <a:gd name="T7" fmla="*/ 74 h 74"/>
                  <a:gd name="T8" fmla="*/ 0 60000 65536"/>
                  <a:gd name="T9" fmla="*/ 0 60000 65536"/>
                  <a:gd name="T10" fmla="*/ 0 60000 65536"/>
                  <a:gd name="T11" fmla="*/ 0 60000 65536"/>
                  <a:gd name="T12" fmla="*/ 0 w 74"/>
                  <a:gd name="T13" fmla="*/ 0 h 74"/>
                  <a:gd name="T14" fmla="*/ 74 w 74"/>
                  <a:gd name="T15" fmla="*/ 74 h 74"/>
                </a:gdLst>
                <a:ahLst/>
                <a:cxnLst>
                  <a:cxn ang="T8">
                    <a:pos x="T0" y="T1"/>
                  </a:cxn>
                  <a:cxn ang="T9">
                    <a:pos x="T2" y="T3"/>
                  </a:cxn>
                  <a:cxn ang="T10">
                    <a:pos x="T4" y="T5"/>
                  </a:cxn>
                  <a:cxn ang="T11">
                    <a:pos x="T6" y="T7"/>
                  </a:cxn>
                </a:cxnLst>
                <a:rect l="T12" t="T13" r="T14" b="T15"/>
                <a:pathLst>
                  <a:path w="74" h="74">
                    <a:moveTo>
                      <a:pt x="74" y="74"/>
                    </a:moveTo>
                    <a:lnTo>
                      <a:pt x="36" y="0"/>
                    </a:lnTo>
                    <a:lnTo>
                      <a:pt x="0" y="74"/>
                    </a:lnTo>
                    <a:lnTo>
                      <a:pt x="74"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dirty="0">
                  <a:latin typeface="Calibri" panose="020F0502020204030204" pitchFamily="34" charset="0"/>
                </a:endParaRPr>
              </a:p>
            </p:txBody>
          </p:sp>
        </p:grpSp>
        <p:grpSp>
          <p:nvGrpSpPr>
            <p:cNvPr id="27" name="Group 35">
              <a:extLst>
                <a:ext uri="{FF2B5EF4-FFF2-40B4-BE49-F238E27FC236}">
                  <a16:creationId xmlns:a16="http://schemas.microsoft.com/office/drawing/2014/main" id="{ABA888F5-8708-4302-A7D8-5498B34EBEE0}"/>
                </a:ext>
              </a:extLst>
            </p:cNvPr>
            <p:cNvGrpSpPr>
              <a:grpSpLocks/>
            </p:cNvGrpSpPr>
            <p:nvPr/>
          </p:nvGrpSpPr>
          <p:grpSpPr bwMode="auto">
            <a:xfrm>
              <a:off x="898" y="2050"/>
              <a:ext cx="1250" cy="2996"/>
              <a:chOff x="898" y="2050"/>
              <a:chExt cx="1250" cy="2996"/>
            </a:xfrm>
          </p:grpSpPr>
          <p:grpSp>
            <p:nvGrpSpPr>
              <p:cNvPr id="38" name="Group 28">
                <a:extLst>
                  <a:ext uri="{FF2B5EF4-FFF2-40B4-BE49-F238E27FC236}">
                    <a16:creationId xmlns:a16="http://schemas.microsoft.com/office/drawing/2014/main" id="{C6BC3AA8-D40F-431B-94D9-8F23E8966A14}"/>
                  </a:ext>
                </a:extLst>
              </p:cNvPr>
              <p:cNvGrpSpPr>
                <a:grpSpLocks/>
              </p:cNvGrpSpPr>
              <p:nvPr/>
            </p:nvGrpSpPr>
            <p:grpSpPr bwMode="auto">
              <a:xfrm>
                <a:off x="898" y="4545"/>
                <a:ext cx="1250" cy="501"/>
                <a:chOff x="898" y="4545"/>
                <a:chExt cx="1250" cy="501"/>
              </a:xfrm>
            </p:grpSpPr>
            <p:sp>
              <p:nvSpPr>
                <p:cNvPr id="45" name="Freeform 26">
                  <a:extLst>
                    <a:ext uri="{FF2B5EF4-FFF2-40B4-BE49-F238E27FC236}">
                      <a16:creationId xmlns:a16="http://schemas.microsoft.com/office/drawing/2014/main" id="{91B89C56-3E89-4DD5-B4E8-FD5968CC2A91}"/>
                    </a:ext>
                  </a:extLst>
                </p:cNvPr>
                <p:cNvSpPr>
                  <a:spLocks/>
                </p:cNvSpPr>
                <p:nvPr/>
              </p:nvSpPr>
              <p:spPr bwMode="auto">
                <a:xfrm>
                  <a:off x="898" y="4567"/>
                  <a:ext cx="1198" cy="479"/>
                </a:xfrm>
                <a:custGeom>
                  <a:avLst/>
                  <a:gdLst>
                    <a:gd name="T0" fmla="*/ 0 w 1198"/>
                    <a:gd name="T1" fmla="*/ 469 h 479"/>
                    <a:gd name="T2" fmla="*/ 3 w 1198"/>
                    <a:gd name="T3" fmla="*/ 479 h 479"/>
                    <a:gd name="T4" fmla="*/ 1198 w 1198"/>
                    <a:gd name="T5" fmla="*/ 9 h 479"/>
                    <a:gd name="T6" fmla="*/ 1195 w 1198"/>
                    <a:gd name="T7" fmla="*/ 0 h 479"/>
                    <a:gd name="T8" fmla="*/ 0 w 1198"/>
                    <a:gd name="T9" fmla="*/ 469 h 479"/>
                    <a:gd name="T10" fmla="*/ 0 60000 65536"/>
                    <a:gd name="T11" fmla="*/ 0 60000 65536"/>
                    <a:gd name="T12" fmla="*/ 0 60000 65536"/>
                    <a:gd name="T13" fmla="*/ 0 60000 65536"/>
                    <a:gd name="T14" fmla="*/ 0 60000 65536"/>
                    <a:gd name="T15" fmla="*/ 0 w 1198"/>
                    <a:gd name="T16" fmla="*/ 0 h 479"/>
                    <a:gd name="T17" fmla="*/ 1198 w 1198"/>
                    <a:gd name="T18" fmla="*/ 479 h 479"/>
                  </a:gdLst>
                  <a:ahLst/>
                  <a:cxnLst>
                    <a:cxn ang="T10">
                      <a:pos x="T0" y="T1"/>
                    </a:cxn>
                    <a:cxn ang="T11">
                      <a:pos x="T2" y="T3"/>
                    </a:cxn>
                    <a:cxn ang="T12">
                      <a:pos x="T4" y="T5"/>
                    </a:cxn>
                    <a:cxn ang="T13">
                      <a:pos x="T6" y="T7"/>
                    </a:cxn>
                    <a:cxn ang="T14">
                      <a:pos x="T8" y="T9"/>
                    </a:cxn>
                  </a:cxnLst>
                  <a:rect l="T15" t="T16" r="T17" b="T18"/>
                  <a:pathLst>
                    <a:path w="1198" h="479">
                      <a:moveTo>
                        <a:pt x="0" y="469"/>
                      </a:moveTo>
                      <a:lnTo>
                        <a:pt x="3" y="479"/>
                      </a:lnTo>
                      <a:lnTo>
                        <a:pt x="1198" y="9"/>
                      </a:lnTo>
                      <a:lnTo>
                        <a:pt x="1195" y="0"/>
                      </a:lnTo>
                      <a:lnTo>
                        <a:pt x="0" y="469"/>
                      </a:lnTo>
                      <a:close/>
                    </a:path>
                  </a:pathLst>
                </a:custGeom>
                <a:solidFill>
                  <a:srgbClr val="000000"/>
                </a:solidFill>
                <a:ln w="9525">
                  <a:solidFill>
                    <a:srgbClr val="000000"/>
                  </a:solidFill>
                  <a:round/>
                  <a:headEnd/>
                  <a:tailEnd/>
                </a:ln>
              </p:spPr>
              <p:txBody>
                <a:bodyPr/>
                <a:lstStyle/>
                <a:p>
                  <a:endParaRPr lang="fr-FR" dirty="0">
                    <a:latin typeface="Calibri" panose="020F0502020204030204" pitchFamily="34" charset="0"/>
                  </a:endParaRPr>
                </a:p>
              </p:txBody>
            </p:sp>
            <p:sp>
              <p:nvSpPr>
                <p:cNvPr id="46" name="Freeform 27">
                  <a:extLst>
                    <a:ext uri="{FF2B5EF4-FFF2-40B4-BE49-F238E27FC236}">
                      <a16:creationId xmlns:a16="http://schemas.microsoft.com/office/drawing/2014/main" id="{F53A4264-B31D-4AEC-A917-DB966B677BDD}"/>
                    </a:ext>
                  </a:extLst>
                </p:cNvPr>
                <p:cNvSpPr>
                  <a:spLocks/>
                </p:cNvSpPr>
                <p:nvPr/>
              </p:nvSpPr>
              <p:spPr bwMode="auto">
                <a:xfrm>
                  <a:off x="2079" y="4545"/>
                  <a:ext cx="69" cy="57"/>
                </a:xfrm>
                <a:custGeom>
                  <a:avLst/>
                  <a:gdLst>
                    <a:gd name="T0" fmla="*/ 23 w 69"/>
                    <a:gd name="T1" fmla="*/ 57 h 57"/>
                    <a:gd name="T2" fmla="*/ 69 w 69"/>
                    <a:gd name="T3" fmla="*/ 5 h 57"/>
                    <a:gd name="T4" fmla="*/ 0 w 69"/>
                    <a:gd name="T5" fmla="*/ 0 h 57"/>
                    <a:gd name="T6" fmla="*/ 23 w 69"/>
                    <a:gd name="T7" fmla="*/ 57 h 57"/>
                    <a:gd name="T8" fmla="*/ 0 60000 65536"/>
                    <a:gd name="T9" fmla="*/ 0 60000 65536"/>
                    <a:gd name="T10" fmla="*/ 0 60000 65536"/>
                    <a:gd name="T11" fmla="*/ 0 60000 65536"/>
                    <a:gd name="T12" fmla="*/ 0 w 69"/>
                    <a:gd name="T13" fmla="*/ 0 h 57"/>
                    <a:gd name="T14" fmla="*/ 69 w 69"/>
                    <a:gd name="T15" fmla="*/ 57 h 57"/>
                  </a:gdLst>
                  <a:ahLst/>
                  <a:cxnLst>
                    <a:cxn ang="T8">
                      <a:pos x="T0" y="T1"/>
                    </a:cxn>
                    <a:cxn ang="T9">
                      <a:pos x="T2" y="T3"/>
                    </a:cxn>
                    <a:cxn ang="T10">
                      <a:pos x="T4" y="T5"/>
                    </a:cxn>
                    <a:cxn ang="T11">
                      <a:pos x="T6" y="T7"/>
                    </a:cxn>
                  </a:cxnLst>
                  <a:rect l="T12" t="T13" r="T14" b="T15"/>
                  <a:pathLst>
                    <a:path w="69" h="57">
                      <a:moveTo>
                        <a:pt x="23" y="57"/>
                      </a:moveTo>
                      <a:lnTo>
                        <a:pt x="69" y="5"/>
                      </a:lnTo>
                      <a:lnTo>
                        <a:pt x="0" y="0"/>
                      </a:lnTo>
                      <a:lnTo>
                        <a:pt x="23" y="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dirty="0">
                    <a:latin typeface="Calibri" panose="020F0502020204030204" pitchFamily="34" charset="0"/>
                  </a:endParaRPr>
                </a:p>
              </p:txBody>
            </p:sp>
          </p:grpSp>
          <p:grpSp>
            <p:nvGrpSpPr>
              <p:cNvPr id="39" name="Group 31">
                <a:extLst>
                  <a:ext uri="{FF2B5EF4-FFF2-40B4-BE49-F238E27FC236}">
                    <a16:creationId xmlns:a16="http://schemas.microsoft.com/office/drawing/2014/main" id="{56FAF319-35EA-49A1-9A8D-05BEFC088DF5}"/>
                  </a:ext>
                </a:extLst>
              </p:cNvPr>
              <p:cNvGrpSpPr>
                <a:grpSpLocks/>
              </p:cNvGrpSpPr>
              <p:nvPr/>
            </p:nvGrpSpPr>
            <p:grpSpPr bwMode="auto">
              <a:xfrm>
                <a:off x="898" y="2050"/>
                <a:ext cx="1250" cy="501"/>
                <a:chOff x="898" y="2050"/>
                <a:chExt cx="1250" cy="501"/>
              </a:xfrm>
            </p:grpSpPr>
            <p:sp>
              <p:nvSpPr>
                <p:cNvPr id="43" name="Freeform 29">
                  <a:extLst>
                    <a:ext uri="{FF2B5EF4-FFF2-40B4-BE49-F238E27FC236}">
                      <a16:creationId xmlns:a16="http://schemas.microsoft.com/office/drawing/2014/main" id="{40FB238E-C177-4094-8751-8799AC28A331}"/>
                    </a:ext>
                  </a:extLst>
                </p:cNvPr>
                <p:cNvSpPr>
                  <a:spLocks/>
                </p:cNvSpPr>
                <p:nvPr/>
              </p:nvSpPr>
              <p:spPr bwMode="auto">
                <a:xfrm>
                  <a:off x="898" y="2072"/>
                  <a:ext cx="1198" cy="479"/>
                </a:xfrm>
                <a:custGeom>
                  <a:avLst/>
                  <a:gdLst>
                    <a:gd name="T0" fmla="*/ 0 w 1198"/>
                    <a:gd name="T1" fmla="*/ 470 h 479"/>
                    <a:gd name="T2" fmla="*/ 3 w 1198"/>
                    <a:gd name="T3" fmla="*/ 479 h 479"/>
                    <a:gd name="T4" fmla="*/ 1198 w 1198"/>
                    <a:gd name="T5" fmla="*/ 10 h 479"/>
                    <a:gd name="T6" fmla="*/ 1195 w 1198"/>
                    <a:gd name="T7" fmla="*/ 0 h 479"/>
                    <a:gd name="T8" fmla="*/ 0 w 1198"/>
                    <a:gd name="T9" fmla="*/ 470 h 479"/>
                    <a:gd name="T10" fmla="*/ 0 60000 65536"/>
                    <a:gd name="T11" fmla="*/ 0 60000 65536"/>
                    <a:gd name="T12" fmla="*/ 0 60000 65536"/>
                    <a:gd name="T13" fmla="*/ 0 60000 65536"/>
                    <a:gd name="T14" fmla="*/ 0 60000 65536"/>
                    <a:gd name="T15" fmla="*/ 0 w 1198"/>
                    <a:gd name="T16" fmla="*/ 0 h 479"/>
                    <a:gd name="T17" fmla="*/ 1198 w 1198"/>
                    <a:gd name="T18" fmla="*/ 479 h 479"/>
                  </a:gdLst>
                  <a:ahLst/>
                  <a:cxnLst>
                    <a:cxn ang="T10">
                      <a:pos x="T0" y="T1"/>
                    </a:cxn>
                    <a:cxn ang="T11">
                      <a:pos x="T2" y="T3"/>
                    </a:cxn>
                    <a:cxn ang="T12">
                      <a:pos x="T4" y="T5"/>
                    </a:cxn>
                    <a:cxn ang="T13">
                      <a:pos x="T6" y="T7"/>
                    </a:cxn>
                    <a:cxn ang="T14">
                      <a:pos x="T8" y="T9"/>
                    </a:cxn>
                  </a:cxnLst>
                  <a:rect l="T15" t="T16" r="T17" b="T18"/>
                  <a:pathLst>
                    <a:path w="1198" h="479">
                      <a:moveTo>
                        <a:pt x="0" y="470"/>
                      </a:moveTo>
                      <a:lnTo>
                        <a:pt x="3" y="479"/>
                      </a:lnTo>
                      <a:lnTo>
                        <a:pt x="1198" y="10"/>
                      </a:lnTo>
                      <a:lnTo>
                        <a:pt x="1195" y="0"/>
                      </a:lnTo>
                      <a:lnTo>
                        <a:pt x="0" y="470"/>
                      </a:lnTo>
                      <a:close/>
                    </a:path>
                  </a:pathLst>
                </a:custGeom>
                <a:solidFill>
                  <a:srgbClr val="000000"/>
                </a:solidFill>
                <a:ln w="9525">
                  <a:solidFill>
                    <a:srgbClr val="000000"/>
                  </a:solidFill>
                  <a:round/>
                  <a:headEnd/>
                  <a:tailEnd/>
                </a:ln>
              </p:spPr>
              <p:txBody>
                <a:bodyPr/>
                <a:lstStyle/>
                <a:p>
                  <a:endParaRPr lang="fr-FR" dirty="0">
                    <a:latin typeface="Calibri" panose="020F0502020204030204" pitchFamily="34" charset="0"/>
                  </a:endParaRPr>
                </a:p>
              </p:txBody>
            </p:sp>
            <p:sp>
              <p:nvSpPr>
                <p:cNvPr id="44" name="Freeform 30">
                  <a:extLst>
                    <a:ext uri="{FF2B5EF4-FFF2-40B4-BE49-F238E27FC236}">
                      <a16:creationId xmlns:a16="http://schemas.microsoft.com/office/drawing/2014/main" id="{DB654FF4-E965-4A1E-9519-0CDEF087B16D}"/>
                    </a:ext>
                  </a:extLst>
                </p:cNvPr>
                <p:cNvSpPr>
                  <a:spLocks/>
                </p:cNvSpPr>
                <p:nvPr/>
              </p:nvSpPr>
              <p:spPr bwMode="auto">
                <a:xfrm>
                  <a:off x="2079" y="2050"/>
                  <a:ext cx="69" cy="57"/>
                </a:xfrm>
                <a:custGeom>
                  <a:avLst/>
                  <a:gdLst>
                    <a:gd name="T0" fmla="*/ 23 w 69"/>
                    <a:gd name="T1" fmla="*/ 57 h 57"/>
                    <a:gd name="T2" fmla="*/ 69 w 69"/>
                    <a:gd name="T3" fmla="*/ 5 h 57"/>
                    <a:gd name="T4" fmla="*/ 0 w 69"/>
                    <a:gd name="T5" fmla="*/ 0 h 57"/>
                    <a:gd name="T6" fmla="*/ 23 w 69"/>
                    <a:gd name="T7" fmla="*/ 57 h 57"/>
                    <a:gd name="T8" fmla="*/ 0 60000 65536"/>
                    <a:gd name="T9" fmla="*/ 0 60000 65536"/>
                    <a:gd name="T10" fmla="*/ 0 60000 65536"/>
                    <a:gd name="T11" fmla="*/ 0 60000 65536"/>
                    <a:gd name="T12" fmla="*/ 0 w 69"/>
                    <a:gd name="T13" fmla="*/ 0 h 57"/>
                    <a:gd name="T14" fmla="*/ 69 w 69"/>
                    <a:gd name="T15" fmla="*/ 57 h 57"/>
                  </a:gdLst>
                  <a:ahLst/>
                  <a:cxnLst>
                    <a:cxn ang="T8">
                      <a:pos x="T0" y="T1"/>
                    </a:cxn>
                    <a:cxn ang="T9">
                      <a:pos x="T2" y="T3"/>
                    </a:cxn>
                    <a:cxn ang="T10">
                      <a:pos x="T4" y="T5"/>
                    </a:cxn>
                    <a:cxn ang="T11">
                      <a:pos x="T6" y="T7"/>
                    </a:cxn>
                  </a:cxnLst>
                  <a:rect l="T12" t="T13" r="T14" b="T15"/>
                  <a:pathLst>
                    <a:path w="69" h="57">
                      <a:moveTo>
                        <a:pt x="23" y="57"/>
                      </a:moveTo>
                      <a:lnTo>
                        <a:pt x="69" y="5"/>
                      </a:lnTo>
                      <a:lnTo>
                        <a:pt x="0" y="0"/>
                      </a:lnTo>
                      <a:lnTo>
                        <a:pt x="23" y="5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dirty="0">
                    <a:latin typeface="Calibri" panose="020F0502020204030204" pitchFamily="34" charset="0"/>
                  </a:endParaRPr>
                </a:p>
              </p:txBody>
            </p:sp>
          </p:grpSp>
          <p:grpSp>
            <p:nvGrpSpPr>
              <p:cNvPr id="40" name="Group 34">
                <a:extLst>
                  <a:ext uri="{FF2B5EF4-FFF2-40B4-BE49-F238E27FC236}">
                    <a16:creationId xmlns:a16="http://schemas.microsoft.com/office/drawing/2014/main" id="{8368C939-F63C-4698-A84B-CA427FDA19E6}"/>
                  </a:ext>
                </a:extLst>
              </p:cNvPr>
              <p:cNvGrpSpPr>
                <a:grpSpLocks/>
              </p:cNvGrpSpPr>
              <p:nvPr/>
            </p:nvGrpSpPr>
            <p:grpSpPr bwMode="auto">
              <a:xfrm>
                <a:off x="899" y="3298"/>
                <a:ext cx="1249" cy="502"/>
                <a:chOff x="899" y="3298"/>
                <a:chExt cx="1249" cy="502"/>
              </a:xfrm>
            </p:grpSpPr>
            <p:sp>
              <p:nvSpPr>
                <p:cNvPr id="41" name="Freeform 32">
                  <a:extLst>
                    <a:ext uri="{FF2B5EF4-FFF2-40B4-BE49-F238E27FC236}">
                      <a16:creationId xmlns:a16="http://schemas.microsoft.com/office/drawing/2014/main" id="{017B1B83-6CE6-40D8-94E6-8C494D53B029}"/>
                    </a:ext>
                  </a:extLst>
                </p:cNvPr>
                <p:cNvSpPr>
                  <a:spLocks/>
                </p:cNvSpPr>
                <p:nvPr/>
              </p:nvSpPr>
              <p:spPr bwMode="auto">
                <a:xfrm>
                  <a:off x="899" y="3320"/>
                  <a:ext cx="1197" cy="480"/>
                </a:xfrm>
                <a:custGeom>
                  <a:avLst/>
                  <a:gdLst>
                    <a:gd name="T0" fmla="*/ 0 w 1197"/>
                    <a:gd name="T1" fmla="*/ 471 h 480"/>
                    <a:gd name="T2" fmla="*/ 3 w 1197"/>
                    <a:gd name="T3" fmla="*/ 480 h 480"/>
                    <a:gd name="T4" fmla="*/ 1197 w 1197"/>
                    <a:gd name="T5" fmla="*/ 9 h 480"/>
                    <a:gd name="T6" fmla="*/ 1194 w 1197"/>
                    <a:gd name="T7" fmla="*/ 0 h 480"/>
                    <a:gd name="T8" fmla="*/ 0 w 1197"/>
                    <a:gd name="T9" fmla="*/ 471 h 480"/>
                    <a:gd name="T10" fmla="*/ 0 60000 65536"/>
                    <a:gd name="T11" fmla="*/ 0 60000 65536"/>
                    <a:gd name="T12" fmla="*/ 0 60000 65536"/>
                    <a:gd name="T13" fmla="*/ 0 60000 65536"/>
                    <a:gd name="T14" fmla="*/ 0 60000 65536"/>
                    <a:gd name="T15" fmla="*/ 0 w 1197"/>
                    <a:gd name="T16" fmla="*/ 0 h 480"/>
                    <a:gd name="T17" fmla="*/ 1197 w 1197"/>
                    <a:gd name="T18" fmla="*/ 480 h 480"/>
                  </a:gdLst>
                  <a:ahLst/>
                  <a:cxnLst>
                    <a:cxn ang="T10">
                      <a:pos x="T0" y="T1"/>
                    </a:cxn>
                    <a:cxn ang="T11">
                      <a:pos x="T2" y="T3"/>
                    </a:cxn>
                    <a:cxn ang="T12">
                      <a:pos x="T4" y="T5"/>
                    </a:cxn>
                    <a:cxn ang="T13">
                      <a:pos x="T6" y="T7"/>
                    </a:cxn>
                    <a:cxn ang="T14">
                      <a:pos x="T8" y="T9"/>
                    </a:cxn>
                  </a:cxnLst>
                  <a:rect l="T15" t="T16" r="T17" b="T18"/>
                  <a:pathLst>
                    <a:path w="1197" h="480">
                      <a:moveTo>
                        <a:pt x="0" y="471"/>
                      </a:moveTo>
                      <a:lnTo>
                        <a:pt x="3" y="480"/>
                      </a:lnTo>
                      <a:lnTo>
                        <a:pt x="1197" y="9"/>
                      </a:lnTo>
                      <a:lnTo>
                        <a:pt x="1194" y="0"/>
                      </a:lnTo>
                      <a:lnTo>
                        <a:pt x="0" y="471"/>
                      </a:lnTo>
                      <a:close/>
                    </a:path>
                  </a:pathLst>
                </a:custGeom>
                <a:solidFill>
                  <a:srgbClr val="000000"/>
                </a:solidFill>
                <a:ln w="9525">
                  <a:solidFill>
                    <a:srgbClr val="000000"/>
                  </a:solidFill>
                  <a:round/>
                  <a:headEnd/>
                  <a:tailEnd/>
                </a:ln>
              </p:spPr>
              <p:txBody>
                <a:bodyPr/>
                <a:lstStyle/>
                <a:p>
                  <a:endParaRPr lang="fr-FR" dirty="0">
                    <a:latin typeface="Calibri" panose="020F0502020204030204" pitchFamily="34" charset="0"/>
                  </a:endParaRPr>
                </a:p>
              </p:txBody>
            </p:sp>
            <p:sp>
              <p:nvSpPr>
                <p:cNvPr id="42" name="Freeform 33">
                  <a:extLst>
                    <a:ext uri="{FF2B5EF4-FFF2-40B4-BE49-F238E27FC236}">
                      <a16:creationId xmlns:a16="http://schemas.microsoft.com/office/drawing/2014/main" id="{06EB3D12-B992-4C1C-A6B6-469D9700ADCE}"/>
                    </a:ext>
                  </a:extLst>
                </p:cNvPr>
                <p:cNvSpPr>
                  <a:spLocks/>
                </p:cNvSpPr>
                <p:nvPr/>
              </p:nvSpPr>
              <p:spPr bwMode="auto">
                <a:xfrm>
                  <a:off x="2079" y="3298"/>
                  <a:ext cx="69" cy="56"/>
                </a:xfrm>
                <a:custGeom>
                  <a:avLst/>
                  <a:gdLst>
                    <a:gd name="T0" fmla="*/ 23 w 69"/>
                    <a:gd name="T1" fmla="*/ 56 h 56"/>
                    <a:gd name="T2" fmla="*/ 69 w 69"/>
                    <a:gd name="T3" fmla="*/ 4 h 56"/>
                    <a:gd name="T4" fmla="*/ 0 w 69"/>
                    <a:gd name="T5" fmla="*/ 0 h 56"/>
                    <a:gd name="T6" fmla="*/ 23 w 69"/>
                    <a:gd name="T7" fmla="*/ 56 h 56"/>
                    <a:gd name="T8" fmla="*/ 0 60000 65536"/>
                    <a:gd name="T9" fmla="*/ 0 60000 65536"/>
                    <a:gd name="T10" fmla="*/ 0 60000 65536"/>
                    <a:gd name="T11" fmla="*/ 0 60000 65536"/>
                    <a:gd name="T12" fmla="*/ 0 w 69"/>
                    <a:gd name="T13" fmla="*/ 0 h 56"/>
                    <a:gd name="T14" fmla="*/ 69 w 69"/>
                    <a:gd name="T15" fmla="*/ 56 h 56"/>
                  </a:gdLst>
                  <a:ahLst/>
                  <a:cxnLst>
                    <a:cxn ang="T8">
                      <a:pos x="T0" y="T1"/>
                    </a:cxn>
                    <a:cxn ang="T9">
                      <a:pos x="T2" y="T3"/>
                    </a:cxn>
                    <a:cxn ang="T10">
                      <a:pos x="T4" y="T5"/>
                    </a:cxn>
                    <a:cxn ang="T11">
                      <a:pos x="T6" y="T7"/>
                    </a:cxn>
                  </a:cxnLst>
                  <a:rect l="T12" t="T13" r="T14" b="T15"/>
                  <a:pathLst>
                    <a:path w="69" h="56">
                      <a:moveTo>
                        <a:pt x="23" y="56"/>
                      </a:moveTo>
                      <a:lnTo>
                        <a:pt x="69" y="4"/>
                      </a:lnTo>
                      <a:lnTo>
                        <a:pt x="0" y="0"/>
                      </a:lnTo>
                      <a:lnTo>
                        <a:pt x="23" y="5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dirty="0">
                    <a:latin typeface="Calibri" panose="020F0502020204030204" pitchFamily="34" charset="0"/>
                  </a:endParaRPr>
                </a:p>
              </p:txBody>
            </p:sp>
          </p:grpSp>
        </p:grpSp>
        <p:grpSp>
          <p:nvGrpSpPr>
            <p:cNvPr id="28" name="Group 45">
              <a:extLst>
                <a:ext uri="{FF2B5EF4-FFF2-40B4-BE49-F238E27FC236}">
                  <a16:creationId xmlns:a16="http://schemas.microsoft.com/office/drawing/2014/main" id="{4676BA5A-F21F-4DDC-A758-EE464C7074C0}"/>
                </a:ext>
              </a:extLst>
            </p:cNvPr>
            <p:cNvGrpSpPr>
              <a:grpSpLocks/>
            </p:cNvGrpSpPr>
            <p:nvPr/>
          </p:nvGrpSpPr>
          <p:grpSpPr bwMode="auto">
            <a:xfrm>
              <a:off x="2243" y="2050"/>
              <a:ext cx="1249" cy="2996"/>
              <a:chOff x="2243" y="2050"/>
              <a:chExt cx="1249" cy="2996"/>
            </a:xfrm>
          </p:grpSpPr>
          <p:grpSp>
            <p:nvGrpSpPr>
              <p:cNvPr id="29" name="Group 38">
                <a:extLst>
                  <a:ext uri="{FF2B5EF4-FFF2-40B4-BE49-F238E27FC236}">
                    <a16:creationId xmlns:a16="http://schemas.microsoft.com/office/drawing/2014/main" id="{108C1DAA-3681-4E36-8E03-6F2CB6D7AD02}"/>
                  </a:ext>
                </a:extLst>
              </p:cNvPr>
              <p:cNvGrpSpPr>
                <a:grpSpLocks/>
              </p:cNvGrpSpPr>
              <p:nvPr/>
            </p:nvGrpSpPr>
            <p:grpSpPr bwMode="auto">
              <a:xfrm>
                <a:off x="2243" y="4545"/>
                <a:ext cx="1247" cy="501"/>
                <a:chOff x="2243" y="4545"/>
                <a:chExt cx="1247" cy="501"/>
              </a:xfrm>
            </p:grpSpPr>
            <p:sp>
              <p:nvSpPr>
                <p:cNvPr id="36" name="Freeform 36">
                  <a:extLst>
                    <a:ext uri="{FF2B5EF4-FFF2-40B4-BE49-F238E27FC236}">
                      <a16:creationId xmlns:a16="http://schemas.microsoft.com/office/drawing/2014/main" id="{60AD8666-3958-43CB-8A6A-385E770C1EE6}"/>
                    </a:ext>
                  </a:extLst>
                </p:cNvPr>
                <p:cNvSpPr>
                  <a:spLocks/>
                </p:cNvSpPr>
                <p:nvPr/>
              </p:nvSpPr>
              <p:spPr bwMode="auto">
                <a:xfrm>
                  <a:off x="2291" y="4567"/>
                  <a:ext cx="1199" cy="479"/>
                </a:xfrm>
                <a:custGeom>
                  <a:avLst/>
                  <a:gdLst>
                    <a:gd name="T0" fmla="*/ 1196 w 1199"/>
                    <a:gd name="T1" fmla="*/ 479 h 479"/>
                    <a:gd name="T2" fmla="*/ 1199 w 1199"/>
                    <a:gd name="T3" fmla="*/ 469 h 479"/>
                    <a:gd name="T4" fmla="*/ 4 w 1199"/>
                    <a:gd name="T5" fmla="*/ 0 h 479"/>
                    <a:gd name="T6" fmla="*/ 0 w 1199"/>
                    <a:gd name="T7" fmla="*/ 9 h 479"/>
                    <a:gd name="T8" fmla="*/ 1196 w 1199"/>
                    <a:gd name="T9" fmla="*/ 479 h 479"/>
                    <a:gd name="T10" fmla="*/ 0 60000 65536"/>
                    <a:gd name="T11" fmla="*/ 0 60000 65536"/>
                    <a:gd name="T12" fmla="*/ 0 60000 65536"/>
                    <a:gd name="T13" fmla="*/ 0 60000 65536"/>
                    <a:gd name="T14" fmla="*/ 0 60000 65536"/>
                    <a:gd name="T15" fmla="*/ 0 w 1199"/>
                    <a:gd name="T16" fmla="*/ 0 h 479"/>
                    <a:gd name="T17" fmla="*/ 1199 w 1199"/>
                    <a:gd name="T18" fmla="*/ 479 h 479"/>
                  </a:gdLst>
                  <a:ahLst/>
                  <a:cxnLst>
                    <a:cxn ang="T10">
                      <a:pos x="T0" y="T1"/>
                    </a:cxn>
                    <a:cxn ang="T11">
                      <a:pos x="T2" y="T3"/>
                    </a:cxn>
                    <a:cxn ang="T12">
                      <a:pos x="T4" y="T5"/>
                    </a:cxn>
                    <a:cxn ang="T13">
                      <a:pos x="T6" y="T7"/>
                    </a:cxn>
                    <a:cxn ang="T14">
                      <a:pos x="T8" y="T9"/>
                    </a:cxn>
                  </a:cxnLst>
                  <a:rect l="T15" t="T16" r="T17" b="T18"/>
                  <a:pathLst>
                    <a:path w="1199" h="479">
                      <a:moveTo>
                        <a:pt x="1196" y="479"/>
                      </a:moveTo>
                      <a:lnTo>
                        <a:pt x="1199" y="469"/>
                      </a:lnTo>
                      <a:lnTo>
                        <a:pt x="4" y="0"/>
                      </a:lnTo>
                      <a:lnTo>
                        <a:pt x="0" y="9"/>
                      </a:lnTo>
                      <a:lnTo>
                        <a:pt x="1196" y="479"/>
                      </a:lnTo>
                      <a:close/>
                    </a:path>
                  </a:pathLst>
                </a:custGeom>
                <a:solidFill>
                  <a:srgbClr val="000000"/>
                </a:solidFill>
                <a:ln w="9525">
                  <a:solidFill>
                    <a:srgbClr val="000000"/>
                  </a:solidFill>
                  <a:round/>
                  <a:headEnd/>
                  <a:tailEnd/>
                </a:ln>
              </p:spPr>
              <p:txBody>
                <a:bodyPr/>
                <a:lstStyle/>
                <a:p>
                  <a:endParaRPr lang="fr-FR" dirty="0">
                    <a:latin typeface="Calibri" panose="020F0502020204030204" pitchFamily="34" charset="0"/>
                  </a:endParaRPr>
                </a:p>
              </p:txBody>
            </p:sp>
            <p:sp>
              <p:nvSpPr>
                <p:cNvPr id="37" name="Freeform 37">
                  <a:extLst>
                    <a:ext uri="{FF2B5EF4-FFF2-40B4-BE49-F238E27FC236}">
                      <a16:creationId xmlns:a16="http://schemas.microsoft.com/office/drawing/2014/main" id="{295A02F6-4EF4-4262-AAF4-C1697065F869}"/>
                    </a:ext>
                  </a:extLst>
                </p:cNvPr>
                <p:cNvSpPr>
                  <a:spLocks/>
                </p:cNvSpPr>
                <p:nvPr/>
              </p:nvSpPr>
              <p:spPr bwMode="auto">
                <a:xfrm>
                  <a:off x="2243" y="4545"/>
                  <a:ext cx="67" cy="57"/>
                </a:xfrm>
                <a:custGeom>
                  <a:avLst/>
                  <a:gdLst>
                    <a:gd name="T0" fmla="*/ 67 w 67"/>
                    <a:gd name="T1" fmla="*/ 0 h 57"/>
                    <a:gd name="T2" fmla="*/ 0 w 67"/>
                    <a:gd name="T3" fmla="*/ 5 h 57"/>
                    <a:gd name="T4" fmla="*/ 44 w 67"/>
                    <a:gd name="T5" fmla="*/ 57 h 57"/>
                    <a:gd name="T6" fmla="*/ 67 w 67"/>
                    <a:gd name="T7" fmla="*/ 0 h 57"/>
                    <a:gd name="T8" fmla="*/ 0 60000 65536"/>
                    <a:gd name="T9" fmla="*/ 0 60000 65536"/>
                    <a:gd name="T10" fmla="*/ 0 60000 65536"/>
                    <a:gd name="T11" fmla="*/ 0 60000 65536"/>
                    <a:gd name="T12" fmla="*/ 0 w 67"/>
                    <a:gd name="T13" fmla="*/ 0 h 57"/>
                    <a:gd name="T14" fmla="*/ 67 w 67"/>
                    <a:gd name="T15" fmla="*/ 57 h 57"/>
                  </a:gdLst>
                  <a:ahLst/>
                  <a:cxnLst>
                    <a:cxn ang="T8">
                      <a:pos x="T0" y="T1"/>
                    </a:cxn>
                    <a:cxn ang="T9">
                      <a:pos x="T2" y="T3"/>
                    </a:cxn>
                    <a:cxn ang="T10">
                      <a:pos x="T4" y="T5"/>
                    </a:cxn>
                    <a:cxn ang="T11">
                      <a:pos x="T6" y="T7"/>
                    </a:cxn>
                  </a:cxnLst>
                  <a:rect l="T12" t="T13" r="T14" b="T15"/>
                  <a:pathLst>
                    <a:path w="67" h="57">
                      <a:moveTo>
                        <a:pt x="67" y="0"/>
                      </a:moveTo>
                      <a:lnTo>
                        <a:pt x="0" y="5"/>
                      </a:lnTo>
                      <a:lnTo>
                        <a:pt x="44" y="57"/>
                      </a:lnTo>
                      <a:lnTo>
                        <a:pt x="6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dirty="0">
                    <a:latin typeface="Calibri" panose="020F0502020204030204" pitchFamily="34" charset="0"/>
                  </a:endParaRPr>
                </a:p>
              </p:txBody>
            </p:sp>
          </p:grpSp>
          <p:grpSp>
            <p:nvGrpSpPr>
              <p:cNvPr id="30" name="Group 41">
                <a:extLst>
                  <a:ext uri="{FF2B5EF4-FFF2-40B4-BE49-F238E27FC236}">
                    <a16:creationId xmlns:a16="http://schemas.microsoft.com/office/drawing/2014/main" id="{A50E60D3-88F4-4D50-B3F8-A80352C74349}"/>
                  </a:ext>
                </a:extLst>
              </p:cNvPr>
              <p:cNvGrpSpPr>
                <a:grpSpLocks/>
              </p:cNvGrpSpPr>
              <p:nvPr/>
            </p:nvGrpSpPr>
            <p:grpSpPr bwMode="auto">
              <a:xfrm>
                <a:off x="2243" y="2050"/>
                <a:ext cx="1247" cy="501"/>
                <a:chOff x="2243" y="2050"/>
                <a:chExt cx="1247" cy="501"/>
              </a:xfrm>
            </p:grpSpPr>
            <p:sp>
              <p:nvSpPr>
                <p:cNvPr id="34" name="Freeform 39">
                  <a:extLst>
                    <a:ext uri="{FF2B5EF4-FFF2-40B4-BE49-F238E27FC236}">
                      <a16:creationId xmlns:a16="http://schemas.microsoft.com/office/drawing/2014/main" id="{40D799A7-0635-4A24-8068-CE681EA788E9}"/>
                    </a:ext>
                  </a:extLst>
                </p:cNvPr>
                <p:cNvSpPr>
                  <a:spLocks/>
                </p:cNvSpPr>
                <p:nvPr/>
              </p:nvSpPr>
              <p:spPr bwMode="auto">
                <a:xfrm>
                  <a:off x="2291" y="2072"/>
                  <a:ext cx="1199" cy="479"/>
                </a:xfrm>
                <a:custGeom>
                  <a:avLst/>
                  <a:gdLst>
                    <a:gd name="T0" fmla="*/ 1196 w 1199"/>
                    <a:gd name="T1" fmla="*/ 479 h 479"/>
                    <a:gd name="T2" fmla="*/ 1199 w 1199"/>
                    <a:gd name="T3" fmla="*/ 470 h 479"/>
                    <a:gd name="T4" fmla="*/ 4 w 1199"/>
                    <a:gd name="T5" fmla="*/ 0 h 479"/>
                    <a:gd name="T6" fmla="*/ 0 w 1199"/>
                    <a:gd name="T7" fmla="*/ 10 h 479"/>
                    <a:gd name="T8" fmla="*/ 1196 w 1199"/>
                    <a:gd name="T9" fmla="*/ 479 h 479"/>
                    <a:gd name="T10" fmla="*/ 0 60000 65536"/>
                    <a:gd name="T11" fmla="*/ 0 60000 65536"/>
                    <a:gd name="T12" fmla="*/ 0 60000 65536"/>
                    <a:gd name="T13" fmla="*/ 0 60000 65536"/>
                    <a:gd name="T14" fmla="*/ 0 60000 65536"/>
                    <a:gd name="T15" fmla="*/ 0 w 1199"/>
                    <a:gd name="T16" fmla="*/ 0 h 479"/>
                    <a:gd name="T17" fmla="*/ 1199 w 1199"/>
                    <a:gd name="T18" fmla="*/ 479 h 479"/>
                  </a:gdLst>
                  <a:ahLst/>
                  <a:cxnLst>
                    <a:cxn ang="T10">
                      <a:pos x="T0" y="T1"/>
                    </a:cxn>
                    <a:cxn ang="T11">
                      <a:pos x="T2" y="T3"/>
                    </a:cxn>
                    <a:cxn ang="T12">
                      <a:pos x="T4" y="T5"/>
                    </a:cxn>
                    <a:cxn ang="T13">
                      <a:pos x="T6" y="T7"/>
                    </a:cxn>
                    <a:cxn ang="T14">
                      <a:pos x="T8" y="T9"/>
                    </a:cxn>
                  </a:cxnLst>
                  <a:rect l="T15" t="T16" r="T17" b="T18"/>
                  <a:pathLst>
                    <a:path w="1199" h="479">
                      <a:moveTo>
                        <a:pt x="1196" y="479"/>
                      </a:moveTo>
                      <a:lnTo>
                        <a:pt x="1199" y="470"/>
                      </a:lnTo>
                      <a:lnTo>
                        <a:pt x="4" y="0"/>
                      </a:lnTo>
                      <a:lnTo>
                        <a:pt x="0" y="10"/>
                      </a:lnTo>
                      <a:lnTo>
                        <a:pt x="1196" y="479"/>
                      </a:lnTo>
                      <a:close/>
                    </a:path>
                  </a:pathLst>
                </a:custGeom>
                <a:solidFill>
                  <a:srgbClr val="000000"/>
                </a:solidFill>
                <a:ln w="9525">
                  <a:solidFill>
                    <a:srgbClr val="000000"/>
                  </a:solidFill>
                  <a:round/>
                  <a:headEnd/>
                  <a:tailEnd/>
                </a:ln>
              </p:spPr>
              <p:txBody>
                <a:bodyPr/>
                <a:lstStyle/>
                <a:p>
                  <a:endParaRPr lang="fr-FR" dirty="0">
                    <a:latin typeface="Calibri" panose="020F0502020204030204" pitchFamily="34" charset="0"/>
                  </a:endParaRPr>
                </a:p>
              </p:txBody>
            </p:sp>
            <p:sp>
              <p:nvSpPr>
                <p:cNvPr id="35" name="Freeform 40">
                  <a:extLst>
                    <a:ext uri="{FF2B5EF4-FFF2-40B4-BE49-F238E27FC236}">
                      <a16:creationId xmlns:a16="http://schemas.microsoft.com/office/drawing/2014/main" id="{0F6D115E-BA75-48C2-AE2C-2AD19C0992D8}"/>
                    </a:ext>
                  </a:extLst>
                </p:cNvPr>
                <p:cNvSpPr>
                  <a:spLocks/>
                </p:cNvSpPr>
                <p:nvPr/>
              </p:nvSpPr>
              <p:spPr bwMode="auto">
                <a:xfrm>
                  <a:off x="2243" y="2050"/>
                  <a:ext cx="67" cy="57"/>
                </a:xfrm>
                <a:custGeom>
                  <a:avLst/>
                  <a:gdLst>
                    <a:gd name="T0" fmla="*/ 67 w 67"/>
                    <a:gd name="T1" fmla="*/ 0 h 57"/>
                    <a:gd name="T2" fmla="*/ 0 w 67"/>
                    <a:gd name="T3" fmla="*/ 5 h 57"/>
                    <a:gd name="T4" fmla="*/ 44 w 67"/>
                    <a:gd name="T5" fmla="*/ 57 h 57"/>
                    <a:gd name="T6" fmla="*/ 67 w 67"/>
                    <a:gd name="T7" fmla="*/ 0 h 57"/>
                    <a:gd name="T8" fmla="*/ 0 60000 65536"/>
                    <a:gd name="T9" fmla="*/ 0 60000 65536"/>
                    <a:gd name="T10" fmla="*/ 0 60000 65536"/>
                    <a:gd name="T11" fmla="*/ 0 60000 65536"/>
                    <a:gd name="T12" fmla="*/ 0 w 67"/>
                    <a:gd name="T13" fmla="*/ 0 h 57"/>
                    <a:gd name="T14" fmla="*/ 67 w 67"/>
                    <a:gd name="T15" fmla="*/ 57 h 57"/>
                  </a:gdLst>
                  <a:ahLst/>
                  <a:cxnLst>
                    <a:cxn ang="T8">
                      <a:pos x="T0" y="T1"/>
                    </a:cxn>
                    <a:cxn ang="T9">
                      <a:pos x="T2" y="T3"/>
                    </a:cxn>
                    <a:cxn ang="T10">
                      <a:pos x="T4" y="T5"/>
                    </a:cxn>
                    <a:cxn ang="T11">
                      <a:pos x="T6" y="T7"/>
                    </a:cxn>
                  </a:cxnLst>
                  <a:rect l="T12" t="T13" r="T14" b="T15"/>
                  <a:pathLst>
                    <a:path w="67" h="57">
                      <a:moveTo>
                        <a:pt x="67" y="0"/>
                      </a:moveTo>
                      <a:lnTo>
                        <a:pt x="0" y="5"/>
                      </a:lnTo>
                      <a:lnTo>
                        <a:pt x="44" y="57"/>
                      </a:lnTo>
                      <a:lnTo>
                        <a:pt x="6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dirty="0">
                    <a:latin typeface="Calibri" panose="020F0502020204030204" pitchFamily="34" charset="0"/>
                  </a:endParaRPr>
                </a:p>
              </p:txBody>
            </p:sp>
          </p:grpSp>
          <p:grpSp>
            <p:nvGrpSpPr>
              <p:cNvPr id="31" name="Group 44">
                <a:extLst>
                  <a:ext uri="{FF2B5EF4-FFF2-40B4-BE49-F238E27FC236}">
                    <a16:creationId xmlns:a16="http://schemas.microsoft.com/office/drawing/2014/main" id="{12B2C21A-8B17-4608-A0F0-B53E01EF9A00}"/>
                  </a:ext>
                </a:extLst>
              </p:cNvPr>
              <p:cNvGrpSpPr>
                <a:grpSpLocks/>
              </p:cNvGrpSpPr>
              <p:nvPr/>
            </p:nvGrpSpPr>
            <p:grpSpPr bwMode="auto">
              <a:xfrm>
                <a:off x="2243" y="3299"/>
                <a:ext cx="1249" cy="501"/>
                <a:chOff x="2243" y="3299"/>
                <a:chExt cx="1249" cy="501"/>
              </a:xfrm>
            </p:grpSpPr>
            <p:sp>
              <p:nvSpPr>
                <p:cNvPr id="32" name="Freeform 42">
                  <a:extLst>
                    <a:ext uri="{FF2B5EF4-FFF2-40B4-BE49-F238E27FC236}">
                      <a16:creationId xmlns:a16="http://schemas.microsoft.com/office/drawing/2014/main" id="{12BCE467-D595-4C9D-9041-99D5B7A40DF6}"/>
                    </a:ext>
                  </a:extLst>
                </p:cNvPr>
                <p:cNvSpPr>
                  <a:spLocks/>
                </p:cNvSpPr>
                <p:nvPr/>
              </p:nvSpPr>
              <p:spPr bwMode="auto">
                <a:xfrm>
                  <a:off x="2293" y="3321"/>
                  <a:ext cx="1199" cy="479"/>
                </a:xfrm>
                <a:custGeom>
                  <a:avLst/>
                  <a:gdLst>
                    <a:gd name="T0" fmla="*/ 1195 w 1199"/>
                    <a:gd name="T1" fmla="*/ 479 h 479"/>
                    <a:gd name="T2" fmla="*/ 1199 w 1199"/>
                    <a:gd name="T3" fmla="*/ 470 h 479"/>
                    <a:gd name="T4" fmla="*/ 3 w 1199"/>
                    <a:gd name="T5" fmla="*/ 0 h 479"/>
                    <a:gd name="T6" fmla="*/ 0 w 1199"/>
                    <a:gd name="T7" fmla="*/ 10 h 479"/>
                    <a:gd name="T8" fmla="*/ 1195 w 1199"/>
                    <a:gd name="T9" fmla="*/ 479 h 479"/>
                    <a:gd name="T10" fmla="*/ 0 60000 65536"/>
                    <a:gd name="T11" fmla="*/ 0 60000 65536"/>
                    <a:gd name="T12" fmla="*/ 0 60000 65536"/>
                    <a:gd name="T13" fmla="*/ 0 60000 65536"/>
                    <a:gd name="T14" fmla="*/ 0 60000 65536"/>
                    <a:gd name="T15" fmla="*/ 0 w 1199"/>
                    <a:gd name="T16" fmla="*/ 0 h 479"/>
                    <a:gd name="T17" fmla="*/ 1199 w 1199"/>
                    <a:gd name="T18" fmla="*/ 479 h 479"/>
                  </a:gdLst>
                  <a:ahLst/>
                  <a:cxnLst>
                    <a:cxn ang="T10">
                      <a:pos x="T0" y="T1"/>
                    </a:cxn>
                    <a:cxn ang="T11">
                      <a:pos x="T2" y="T3"/>
                    </a:cxn>
                    <a:cxn ang="T12">
                      <a:pos x="T4" y="T5"/>
                    </a:cxn>
                    <a:cxn ang="T13">
                      <a:pos x="T6" y="T7"/>
                    </a:cxn>
                    <a:cxn ang="T14">
                      <a:pos x="T8" y="T9"/>
                    </a:cxn>
                  </a:cxnLst>
                  <a:rect l="T15" t="T16" r="T17" b="T18"/>
                  <a:pathLst>
                    <a:path w="1199" h="479">
                      <a:moveTo>
                        <a:pt x="1195" y="479"/>
                      </a:moveTo>
                      <a:lnTo>
                        <a:pt x="1199" y="470"/>
                      </a:lnTo>
                      <a:lnTo>
                        <a:pt x="3" y="0"/>
                      </a:lnTo>
                      <a:lnTo>
                        <a:pt x="0" y="10"/>
                      </a:lnTo>
                      <a:lnTo>
                        <a:pt x="1195" y="479"/>
                      </a:lnTo>
                      <a:close/>
                    </a:path>
                  </a:pathLst>
                </a:custGeom>
                <a:solidFill>
                  <a:srgbClr val="000000"/>
                </a:solidFill>
                <a:ln w="9525">
                  <a:solidFill>
                    <a:srgbClr val="000000"/>
                  </a:solidFill>
                  <a:round/>
                  <a:headEnd/>
                  <a:tailEnd/>
                </a:ln>
              </p:spPr>
              <p:txBody>
                <a:bodyPr/>
                <a:lstStyle/>
                <a:p>
                  <a:endParaRPr lang="fr-FR" dirty="0">
                    <a:latin typeface="Calibri" panose="020F0502020204030204" pitchFamily="34" charset="0"/>
                  </a:endParaRPr>
                </a:p>
              </p:txBody>
            </p:sp>
            <p:sp>
              <p:nvSpPr>
                <p:cNvPr id="33" name="Freeform 43">
                  <a:extLst>
                    <a:ext uri="{FF2B5EF4-FFF2-40B4-BE49-F238E27FC236}">
                      <a16:creationId xmlns:a16="http://schemas.microsoft.com/office/drawing/2014/main" id="{DB616C75-2DBB-4D5A-832E-5B19D43520E4}"/>
                    </a:ext>
                  </a:extLst>
                </p:cNvPr>
                <p:cNvSpPr>
                  <a:spLocks/>
                </p:cNvSpPr>
                <p:nvPr/>
              </p:nvSpPr>
              <p:spPr bwMode="auto">
                <a:xfrm>
                  <a:off x="2243" y="3299"/>
                  <a:ext cx="69" cy="57"/>
                </a:xfrm>
                <a:custGeom>
                  <a:avLst/>
                  <a:gdLst>
                    <a:gd name="T0" fmla="*/ 69 w 69"/>
                    <a:gd name="T1" fmla="*/ 0 h 57"/>
                    <a:gd name="T2" fmla="*/ 0 w 69"/>
                    <a:gd name="T3" fmla="*/ 7 h 57"/>
                    <a:gd name="T4" fmla="*/ 45 w 69"/>
                    <a:gd name="T5" fmla="*/ 57 h 57"/>
                    <a:gd name="T6" fmla="*/ 69 w 69"/>
                    <a:gd name="T7" fmla="*/ 0 h 57"/>
                    <a:gd name="T8" fmla="*/ 0 60000 65536"/>
                    <a:gd name="T9" fmla="*/ 0 60000 65536"/>
                    <a:gd name="T10" fmla="*/ 0 60000 65536"/>
                    <a:gd name="T11" fmla="*/ 0 60000 65536"/>
                    <a:gd name="T12" fmla="*/ 0 w 69"/>
                    <a:gd name="T13" fmla="*/ 0 h 57"/>
                    <a:gd name="T14" fmla="*/ 69 w 69"/>
                    <a:gd name="T15" fmla="*/ 57 h 57"/>
                  </a:gdLst>
                  <a:ahLst/>
                  <a:cxnLst>
                    <a:cxn ang="T8">
                      <a:pos x="T0" y="T1"/>
                    </a:cxn>
                    <a:cxn ang="T9">
                      <a:pos x="T2" y="T3"/>
                    </a:cxn>
                    <a:cxn ang="T10">
                      <a:pos x="T4" y="T5"/>
                    </a:cxn>
                    <a:cxn ang="T11">
                      <a:pos x="T6" y="T7"/>
                    </a:cxn>
                  </a:cxnLst>
                  <a:rect l="T12" t="T13" r="T14" b="T15"/>
                  <a:pathLst>
                    <a:path w="69" h="57">
                      <a:moveTo>
                        <a:pt x="69" y="0"/>
                      </a:moveTo>
                      <a:lnTo>
                        <a:pt x="0" y="7"/>
                      </a:lnTo>
                      <a:lnTo>
                        <a:pt x="45" y="57"/>
                      </a:lnTo>
                      <a:lnTo>
                        <a:pt x="6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fr-FR" dirty="0">
                    <a:latin typeface="Calibri" panose="020F0502020204030204" pitchFamily="34" charset="0"/>
                  </a:endParaRPr>
                </a:p>
              </p:txBody>
            </p:sp>
          </p:grpSp>
        </p:gr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228600" y="1577975"/>
            <a:ext cx="6019800" cy="5386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2075" indent="-92075"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just"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Objectifs</a:t>
            </a:r>
            <a:r>
              <a:rPr lang="fr-FR" altLang="fr-FR" sz="1200" b="1" dirty="0">
                <a:solidFill>
                  <a:schemeClr val="tx1">
                    <a:lumMod val="65000"/>
                    <a:lumOff val="35000"/>
                  </a:schemeClr>
                </a:solidFill>
                <a:latin typeface="Calibri" panose="020F0502020204030204" pitchFamily="34" charset="0"/>
                <a:cs typeface="Calibri" panose="020F0502020204030204" pitchFamily="34" charset="0"/>
              </a:rPr>
              <a:t> : </a:t>
            </a:r>
          </a:p>
          <a:p>
            <a:pPr algn="just" eaLnBrk="1" hangingPunct="1"/>
            <a:r>
              <a:rPr lang="fr-FR" altLang="fr-FR" sz="1200" b="1" dirty="0">
                <a:solidFill>
                  <a:schemeClr val="tx1">
                    <a:lumMod val="65000"/>
                    <a:lumOff val="35000"/>
                  </a:schemeClr>
                </a:solidFill>
                <a:latin typeface="Calibri" panose="020F0502020204030204" pitchFamily="34" charset="0"/>
                <a:cs typeface="Calibri" panose="020F0502020204030204" pitchFamily="34" charset="0"/>
              </a:rPr>
              <a:t>- </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Permettre l'analyse systématique des relations d'une série de facteurs sur une autre série de facteurs (influence, corrélation, contribution, ... ).</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Recueillir les votes des participants d'un groupe sur des facteurs en fonction d'une série de critères (vote pondéré).</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Construire des plans d'action.</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endParaRPr lang="fr-FR" altLang="fr-FR" sz="1200" b="1"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b="1" dirty="0">
                <a:solidFill>
                  <a:schemeClr val="tx1">
                    <a:lumMod val="65000"/>
                    <a:lumOff val="35000"/>
                  </a:schemeClr>
                </a:solidFill>
                <a:latin typeface="Calibri" panose="020F0502020204030204" pitchFamily="34" charset="0"/>
                <a:cs typeface="Times New Roman" pitchFamily="18" charset="0"/>
              </a:rPr>
              <a:t>Utilisation</a:t>
            </a:r>
            <a:r>
              <a:rPr lang="sk-SK" altLang="fr-FR" sz="1200" dirty="0">
                <a:solidFill>
                  <a:schemeClr val="tx1">
                    <a:lumMod val="65000"/>
                    <a:lumOff val="35000"/>
                  </a:schemeClr>
                </a:solidFill>
                <a:latin typeface="Calibri" panose="020F0502020204030204" pitchFamily="34" charset="0"/>
                <a:cs typeface="Times New Roman" pitchFamily="18" charset="0"/>
              </a:rPr>
              <a:t> (vote pondéré)</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endParaRPr lang="fr-FR" altLang="fr-FR" sz="10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A) Préparation</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Définir les 2 séries de facteurs qui constitueront les deux entrées de la</a:t>
            </a:r>
            <a:r>
              <a:rPr lang="sk-SK" altLang="fr-FR" sz="1200" baseline="30000" dirty="0">
                <a:solidFill>
                  <a:schemeClr val="tx1">
                    <a:lumMod val="65000"/>
                    <a:lumOff val="35000"/>
                  </a:schemeClr>
                </a:solidFill>
                <a:latin typeface="Calibri" panose="020F0502020204030204" pitchFamily="34" charset="0"/>
                <a:cs typeface="Calibri" panose="020F0502020204030204" pitchFamily="34" charset="0"/>
              </a:rPr>
              <a:t> </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matrice. Le nombre de facteurs des 2 séries doit être limité de façon à obtenir un nombre de cas possibles raisonnable pour l'analyse qui suivra.</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Reporter les 2 séries de facteurs sur la matrice.</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Définir une notation simple (par exemple 3 types de signes : gommettes de 3 couleurs) à utiliser aux intersections pour indiquer l'intensité de la relation entre les facteurs des 2 séries. Attribuer un poids à chaque signe.</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Afficher à proximité de la matrice le principe de la notation.</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Décider du mode d'évaluation</a:t>
            </a:r>
            <a:r>
              <a:rPr lang="fr-FR" altLang="fr-FR" sz="1200" dirty="0">
                <a:solidFill>
                  <a:schemeClr val="tx1">
                    <a:lumMod val="65000"/>
                    <a:lumOff val="35000"/>
                  </a:schemeClr>
                </a:solidFill>
                <a:latin typeface="Calibri" panose="020F0502020204030204" pitchFamily="34" charset="0"/>
                <a:cs typeface="Calibri" panose="020F0502020204030204" pitchFamily="34" charset="0"/>
              </a:rPr>
              <a:t> : </a:t>
            </a:r>
            <a:r>
              <a:rPr lang="sk-SK" altLang="fr-FR" sz="1200" dirty="0">
                <a:solidFill>
                  <a:schemeClr val="tx1">
                    <a:lumMod val="65000"/>
                    <a:lumOff val="35000"/>
                  </a:schemeClr>
                </a:solidFill>
                <a:latin typeface="Calibri" panose="020F0502020204030204" pitchFamily="34" charset="0"/>
                <a:cs typeface="Calibri" panose="020F0502020204030204" pitchFamily="34" charset="0"/>
              </a:rPr>
              <a:t>à chaque intersection chacun porte son évaluation (ou vote) individuellement, ou en groupe sur la base d'un consensus oral.</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endParaRPr lang="fr-FR" altLang="fr-FR" sz="1000" b="1" dirty="0">
              <a:solidFill>
                <a:schemeClr val="tx1">
                  <a:lumMod val="65000"/>
                  <a:lumOff val="35000"/>
                </a:schemeClr>
              </a:solidFill>
              <a:latin typeface="Calibri" panose="020F0502020204030204" pitchFamily="34" charset="0"/>
              <a:cs typeface="Calibri" panose="020F0502020204030204" pitchFamily="34" charset="0"/>
            </a:endParaRPr>
          </a:p>
          <a:p>
            <a:pPr algn="just"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B) Evaluation</a:t>
            </a:r>
            <a:endParaRPr lang="fr-FR" altLang="fr-FR" sz="1200" b="1"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Procéder à l'évaluation (ou vote) suivant la méthode retenue.</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Totaliser les scores obtenus, facteur par facteur, en appliquant des pondérations.</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endParaRPr lang="fr-FR" altLang="fr-FR" sz="1000" b="1" dirty="0">
              <a:solidFill>
                <a:schemeClr val="tx1">
                  <a:lumMod val="65000"/>
                  <a:lumOff val="35000"/>
                </a:schemeClr>
              </a:solidFill>
              <a:latin typeface="Calibri" panose="020F0502020204030204" pitchFamily="34" charset="0"/>
              <a:cs typeface="Calibri" panose="020F0502020204030204" pitchFamily="34" charset="0"/>
            </a:endParaRPr>
          </a:p>
          <a:p>
            <a:pPr algn="just" eaLnBrk="1" hangingPunct="1"/>
            <a:r>
              <a:rPr lang="sk-SK" altLang="fr-FR" sz="1200" b="1" dirty="0">
                <a:solidFill>
                  <a:schemeClr val="tx1">
                    <a:lumMod val="65000"/>
                    <a:lumOff val="35000"/>
                  </a:schemeClr>
                </a:solidFill>
                <a:latin typeface="Calibri" panose="020F0502020204030204" pitchFamily="34" charset="0"/>
                <a:cs typeface="Calibri" panose="020F0502020204030204" pitchFamily="34" charset="0"/>
              </a:rPr>
              <a:t>C) Analys</a:t>
            </a:r>
            <a:r>
              <a:rPr lang="fr-FR" altLang="fr-FR" sz="1200" b="1" dirty="0">
                <a:solidFill>
                  <a:schemeClr val="tx1">
                    <a:lumMod val="65000"/>
                    <a:lumOff val="35000"/>
                  </a:schemeClr>
                </a:solidFill>
                <a:latin typeface="Calibri" panose="020F0502020204030204" pitchFamily="34" charset="0"/>
                <a:cs typeface="Calibri" panose="020F0502020204030204" pitchFamily="34" charset="0"/>
              </a:rPr>
              <a:t>e</a:t>
            </a: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Discuter en groupe les résultats obtenus et le classement qui s'en déduit.</a:t>
            </a:r>
            <a:endParaRPr lang="fr-FR" altLang="fr-FR" sz="1200" dirty="0">
              <a:solidFill>
                <a:schemeClr val="tx1">
                  <a:lumMod val="65000"/>
                  <a:lumOff val="35000"/>
                </a:schemeClr>
              </a:solidFill>
              <a:latin typeface="Calibri" panose="020F0502020204030204" pitchFamily="34" charset="0"/>
              <a:cs typeface="Times New Roman" pitchFamily="18" charset="0"/>
            </a:endParaRPr>
          </a:p>
          <a:p>
            <a:pPr algn="just" eaLnBrk="1" hangingPunct="1"/>
            <a:r>
              <a:rPr lang="sk-SK" altLang="fr-FR" sz="1200" dirty="0">
                <a:solidFill>
                  <a:schemeClr val="tx1">
                    <a:lumMod val="65000"/>
                    <a:lumOff val="35000"/>
                  </a:schemeClr>
                </a:solidFill>
                <a:latin typeface="Calibri" panose="020F0502020204030204" pitchFamily="34" charset="0"/>
                <a:cs typeface="Calibri" panose="020F0502020204030204" pitchFamily="34" charset="0"/>
              </a:rPr>
              <a:t>- Sur la base de la discussion précédente décider les priorités à retenir.</a:t>
            </a:r>
            <a:endParaRPr lang="fr-FR" altLang="fr-FR" sz="1200" dirty="0">
              <a:solidFill>
                <a:schemeClr val="tx1">
                  <a:lumMod val="65000"/>
                  <a:lumOff val="35000"/>
                </a:schemeClr>
              </a:solidFill>
              <a:latin typeface="Calibri" panose="020F0502020204030204" pitchFamily="34" charset="0"/>
              <a:cs typeface="Calibri" panose="020F0502020204030204" pitchFamily="34" charset="0"/>
            </a:endParaRPr>
          </a:p>
          <a:p>
            <a:pPr algn="just" eaLnBrk="1" hangingPunct="1"/>
            <a:endParaRPr lang="fr-FR" altLang="fr-FR" sz="1200" dirty="0">
              <a:solidFill>
                <a:schemeClr val="tx1">
                  <a:lumMod val="65000"/>
                  <a:lumOff val="35000"/>
                </a:schemeClr>
              </a:solidFill>
              <a:latin typeface="Calibri" panose="020F0502020204030204" pitchFamily="34" charset="0"/>
              <a:cs typeface="Times New Roman" pitchFamily="18" charset="0"/>
            </a:endParaRPr>
          </a:p>
        </p:txBody>
      </p:sp>
      <p:sp>
        <p:nvSpPr>
          <p:cNvPr id="30723" name="Text Box 3"/>
          <p:cNvSpPr txBox="1">
            <a:spLocks noChangeArrowheads="1"/>
          </p:cNvSpPr>
          <p:nvPr/>
        </p:nvSpPr>
        <p:spPr bwMode="auto">
          <a:xfrm>
            <a:off x="498475" y="457200"/>
            <a:ext cx="4036169" cy="533400"/>
          </a:xfrm>
          <a:prstGeom prst="rect">
            <a:avLst/>
          </a:prstGeom>
          <a:solidFill>
            <a:schemeClr val="bg1"/>
          </a:solidFill>
          <a:ln w="19050">
            <a:solidFill>
              <a:srgbClr val="FF3300"/>
            </a:solidFill>
            <a:miter lim="800000"/>
            <a:headEnd/>
            <a:tailEnd/>
          </a:ln>
          <a:effectLst/>
        </p:spPr>
        <p:txBody>
          <a:bodyPr anchor="ctr"/>
          <a:lstStyle>
            <a:defPPr>
              <a:defRPr lang="fr-FR"/>
            </a:defPPr>
            <a:lvl1pPr algn="ctr" eaLnBrk="1" hangingPunct="1">
              <a:defRPr sz="2000" b="1" cap="small">
                <a:solidFill>
                  <a:srgbClr val="27A8E0"/>
                </a:solidFill>
                <a:latin typeface="Calibri" panose="020F0502020204030204" pitchFamily="34" charset="0"/>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fr-FR" altLang="fr-FR"/>
              <a:t>LA MATRICE</a:t>
            </a:r>
            <a:endParaRPr lang="sk-SK" altLang="fr-FR" dirty="0"/>
          </a:p>
        </p:txBody>
      </p:sp>
      <p:pic>
        <p:nvPicPr>
          <p:cNvPr id="4" name="Image 3">
            <a:extLst>
              <a:ext uri="{FF2B5EF4-FFF2-40B4-BE49-F238E27FC236}">
                <a16:creationId xmlns:a16="http://schemas.microsoft.com/office/drawing/2014/main" id="{2DEBF7AD-2A2C-49E0-A94F-15C0A21DA76E}"/>
              </a:ext>
            </a:extLst>
          </p:cNvPr>
          <p:cNvPicPr>
            <a:picLocks noChangeAspect="1"/>
          </p:cNvPicPr>
          <p:nvPr/>
        </p:nvPicPr>
        <p:blipFill>
          <a:blip r:embed="rId2"/>
          <a:stretch>
            <a:fillRect/>
          </a:stretch>
        </p:blipFill>
        <p:spPr>
          <a:xfrm>
            <a:off x="4600112" y="225996"/>
            <a:ext cx="1640562" cy="1407461"/>
          </a:xfrm>
          <a:prstGeom prst="rect">
            <a:avLst/>
          </a:prstGeom>
        </p:spPr>
      </p:pic>
      <p:grpSp>
        <p:nvGrpSpPr>
          <p:cNvPr id="46" name="Group 2">
            <a:extLst>
              <a:ext uri="{FF2B5EF4-FFF2-40B4-BE49-F238E27FC236}">
                <a16:creationId xmlns:a16="http://schemas.microsoft.com/office/drawing/2014/main" id="{3B163CE1-33AD-47A6-BA5C-EDED3EB8BFB6}"/>
              </a:ext>
            </a:extLst>
          </p:cNvPr>
          <p:cNvGrpSpPr>
            <a:grpSpLocks/>
          </p:cNvGrpSpPr>
          <p:nvPr/>
        </p:nvGrpSpPr>
        <p:grpSpPr bwMode="auto">
          <a:xfrm>
            <a:off x="1197098" y="6994748"/>
            <a:ext cx="4082805" cy="2292418"/>
            <a:chOff x="18" y="528"/>
            <a:chExt cx="6702" cy="4270"/>
          </a:xfrm>
        </p:grpSpPr>
        <p:sp>
          <p:nvSpPr>
            <p:cNvPr id="48" name="Line 4">
              <a:extLst>
                <a:ext uri="{FF2B5EF4-FFF2-40B4-BE49-F238E27FC236}">
                  <a16:creationId xmlns:a16="http://schemas.microsoft.com/office/drawing/2014/main" id="{43FA297D-B35F-441B-8471-3A615589DF47}"/>
                </a:ext>
              </a:extLst>
            </p:cNvPr>
            <p:cNvSpPr>
              <a:spLocks noChangeShapeType="1"/>
            </p:cNvSpPr>
            <p:nvPr/>
          </p:nvSpPr>
          <p:spPr bwMode="auto">
            <a:xfrm>
              <a:off x="186" y="528"/>
              <a:ext cx="0" cy="336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dirty="0">
                <a:latin typeface="Calibri" panose="020F0502020204030204" pitchFamily="34" charset="0"/>
              </a:endParaRPr>
            </a:p>
          </p:txBody>
        </p:sp>
        <p:sp>
          <p:nvSpPr>
            <p:cNvPr id="49" name="Line 5">
              <a:extLst>
                <a:ext uri="{FF2B5EF4-FFF2-40B4-BE49-F238E27FC236}">
                  <a16:creationId xmlns:a16="http://schemas.microsoft.com/office/drawing/2014/main" id="{FBC65F49-389F-4BFE-9C4B-6318D5345168}"/>
                </a:ext>
              </a:extLst>
            </p:cNvPr>
            <p:cNvSpPr>
              <a:spLocks noChangeShapeType="1"/>
            </p:cNvSpPr>
            <p:nvPr/>
          </p:nvSpPr>
          <p:spPr bwMode="auto">
            <a:xfrm>
              <a:off x="816" y="528"/>
              <a:ext cx="0" cy="37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dirty="0">
                <a:latin typeface="Calibri" panose="020F0502020204030204" pitchFamily="34" charset="0"/>
              </a:endParaRPr>
            </a:p>
          </p:txBody>
        </p:sp>
        <p:sp>
          <p:nvSpPr>
            <p:cNvPr id="50" name="Line 6">
              <a:extLst>
                <a:ext uri="{FF2B5EF4-FFF2-40B4-BE49-F238E27FC236}">
                  <a16:creationId xmlns:a16="http://schemas.microsoft.com/office/drawing/2014/main" id="{53ADC210-D604-4F79-BD19-D52120B50258}"/>
                </a:ext>
              </a:extLst>
            </p:cNvPr>
            <p:cNvSpPr>
              <a:spLocks noChangeShapeType="1"/>
            </p:cNvSpPr>
            <p:nvPr/>
          </p:nvSpPr>
          <p:spPr bwMode="auto">
            <a:xfrm>
              <a:off x="1363" y="528"/>
              <a:ext cx="0" cy="37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dirty="0">
                <a:latin typeface="Calibri" panose="020F0502020204030204" pitchFamily="34" charset="0"/>
              </a:endParaRPr>
            </a:p>
          </p:txBody>
        </p:sp>
        <p:sp>
          <p:nvSpPr>
            <p:cNvPr id="51" name="Line 7">
              <a:extLst>
                <a:ext uri="{FF2B5EF4-FFF2-40B4-BE49-F238E27FC236}">
                  <a16:creationId xmlns:a16="http://schemas.microsoft.com/office/drawing/2014/main" id="{EB15E5C3-3669-4F99-BEAA-F6DD2FE2D645}"/>
                </a:ext>
              </a:extLst>
            </p:cNvPr>
            <p:cNvSpPr>
              <a:spLocks noChangeShapeType="1"/>
            </p:cNvSpPr>
            <p:nvPr/>
          </p:nvSpPr>
          <p:spPr bwMode="auto">
            <a:xfrm>
              <a:off x="1910" y="528"/>
              <a:ext cx="0" cy="37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dirty="0">
                <a:latin typeface="Calibri" panose="020F0502020204030204" pitchFamily="34" charset="0"/>
              </a:endParaRPr>
            </a:p>
          </p:txBody>
        </p:sp>
        <p:sp>
          <p:nvSpPr>
            <p:cNvPr id="52" name="Line 8">
              <a:extLst>
                <a:ext uri="{FF2B5EF4-FFF2-40B4-BE49-F238E27FC236}">
                  <a16:creationId xmlns:a16="http://schemas.microsoft.com/office/drawing/2014/main" id="{279D5173-A2A6-440A-87A9-0EF4D750D284}"/>
                </a:ext>
              </a:extLst>
            </p:cNvPr>
            <p:cNvSpPr>
              <a:spLocks noChangeShapeType="1"/>
            </p:cNvSpPr>
            <p:nvPr/>
          </p:nvSpPr>
          <p:spPr bwMode="auto">
            <a:xfrm>
              <a:off x="2457" y="528"/>
              <a:ext cx="0" cy="37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dirty="0">
                <a:latin typeface="Calibri" panose="020F0502020204030204" pitchFamily="34" charset="0"/>
              </a:endParaRPr>
            </a:p>
          </p:txBody>
        </p:sp>
        <p:sp>
          <p:nvSpPr>
            <p:cNvPr id="53" name="Line 9">
              <a:extLst>
                <a:ext uri="{FF2B5EF4-FFF2-40B4-BE49-F238E27FC236}">
                  <a16:creationId xmlns:a16="http://schemas.microsoft.com/office/drawing/2014/main" id="{A8561EA3-21A4-4357-B7C2-68F9F50B8E26}"/>
                </a:ext>
              </a:extLst>
            </p:cNvPr>
            <p:cNvSpPr>
              <a:spLocks noChangeShapeType="1"/>
            </p:cNvSpPr>
            <p:nvPr/>
          </p:nvSpPr>
          <p:spPr bwMode="auto">
            <a:xfrm>
              <a:off x="3004" y="528"/>
              <a:ext cx="0" cy="37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dirty="0">
                <a:latin typeface="Calibri" panose="020F0502020204030204" pitchFamily="34" charset="0"/>
              </a:endParaRPr>
            </a:p>
          </p:txBody>
        </p:sp>
        <p:sp>
          <p:nvSpPr>
            <p:cNvPr id="54" name="Line 10">
              <a:extLst>
                <a:ext uri="{FF2B5EF4-FFF2-40B4-BE49-F238E27FC236}">
                  <a16:creationId xmlns:a16="http://schemas.microsoft.com/office/drawing/2014/main" id="{DCFEC9B2-03B0-41C1-929D-187973FB88FA}"/>
                </a:ext>
              </a:extLst>
            </p:cNvPr>
            <p:cNvSpPr>
              <a:spLocks noChangeShapeType="1"/>
            </p:cNvSpPr>
            <p:nvPr/>
          </p:nvSpPr>
          <p:spPr bwMode="auto">
            <a:xfrm>
              <a:off x="3552" y="528"/>
              <a:ext cx="0" cy="37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dirty="0">
                <a:latin typeface="Calibri" panose="020F0502020204030204" pitchFamily="34" charset="0"/>
              </a:endParaRPr>
            </a:p>
          </p:txBody>
        </p:sp>
        <p:sp>
          <p:nvSpPr>
            <p:cNvPr id="55" name="Line 11">
              <a:extLst>
                <a:ext uri="{FF2B5EF4-FFF2-40B4-BE49-F238E27FC236}">
                  <a16:creationId xmlns:a16="http://schemas.microsoft.com/office/drawing/2014/main" id="{8AFAEA2C-A464-4E06-B3D2-5498C7340020}"/>
                </a:ext>
              </a:extLst>
            </p:cNvPr>
            <p:cNvSpPr>
              <a:spLocks noChangeShapeType="1"/>
            </p:cNvSpPr>
            <p:nvPr/>
          </p:nvSpPr>
          <p:spPr bwMode="auto">
            <a:xfrm>
              <a:off x="4099" y="528"/>
              <a:ext cx="0" cy="37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dirty="0">
                <a:latin typeface="Calibri" panose="020F0502020204030204" pitchFamily="34" charset="0"/>
              </a:endParaRPr>
            </a:p>
          </p:txBody>
        </p:sp>
        <p:sp>
          <p:nvSpPr>
            <p:cNvPr id="56" name="Line 12">
              <a:extLst>
                <a:ext uri="{FF2B5EF4-FFF2-40B4-BE49-F238E27FC236}">
                  <a16:creationId xmlns:a16="http://schemas.microsoft.com/office/drawing/2014/main" id="{73637BC5-654E-4FEE-A434-915B75516EA5}"/>
                </a:ext>
              </a:extLst>
            </p:cNvPr>
            <p:cNvSpPr>
              <a:spLocks noChangeShapeType="1"/>
            </p:cNvSpPr>
            <p:nvPr/>
          </p:nvSpPr>
          <p:spPr bwMode="auto">
            <a:xfrm>
              <a:off x="4646" y="528"/>
              <a:ext cx="0" cy="37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dirty="0">
                <a:latin typeface="Calibri" panose="020F0502020204030204" pitchFamily="34" charset="0"/>
              </a:endParaRPr>
            </a:p>
          </p:txBody>
        </p:sp>
        <p:sp>
          <p:nvSpPr>
            <p:cNvPr id="57" name="Line 13">
              <a:extLst>
                <a:ext uri="{FF2B5EF4-FFF2-40B4-BE49-F238E27FC236}">
                  <a16:creationId xmlns:a16="http://schemas.microsoft.com/office/drawing/2014/main" id="{E62445DE-B689-4B1F-AACF-A486EE0B92B6}"/>
                </a:ext>
              </a:extLst>
            </p:cNvPr>
            <p:cNvSpPr>
              <a:spLocks noChangeShapeType="1"/>
            </p:cNvSpPr>
            <p:nvPr/>
          </p:nvSpPr>
          <p:spPr bwMode="auto">
            <a:xfrm>
              <a:off x="5193" y="528"/>
              <a:ext cx="0" cy="37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dirty="0">
                <a:latin typeface="Calibri" panose="020F0502020204030204" pitchFamily="34" charset="0"/>
              </a:endParaRPr>
            </a:p>
          </p:txBody>
        </p:sp>
        <p:sp>
          <p:nvSpPr>
            <p:cNvPr id="58" name="Line 14">
              <a:extLst>
                <a:ext uri="{FF2B5EF4-FFF2-40B4-BE49-F238E27FC236}">
                  <a16:creationId xmlns:a16="http://schemas.microsoft.com/office/drawing/2014/main" id="{B1D85B7B-65F5-4B09-BBF6-00A275B733EA}"/>
                </a:ext>
              </a:extLst>
            </p:cNvPr>
            <p:cNvSpPr>
              <a:spLocks noChangeShapeType="1"/>
            </p:cNvSpPr>
            <p:nvPr/>
          </p:nvSpPr>
          <p:spPr bwMode="auto">
            <a:xfrm>
              <a:off x="5740" y="528"/>
              <a:ext cx="0" cy="37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dirty="0">
                <a:latin typeface="Calibri" panose="020F0502020204030204" pitchFamily="34" charset="0"/>
              </a:endParaRPr>
            </a:p>
          </p:txBody>
        </p:sp>
        <p:sp>
          <p:nvSpPr>
            <p:cNvPr id="59" name="Line 15">
              <a:extLst>
                <a:ext uri="{FF2B5EF4-FFF2-40B4-BE49-F238E27FC236}">
                  <a16:creationId xmlns:a16="http://schemas.microsoft.com/office/drawing/2014/main" id="{30775809-92C2-4F2B-AFEF-83AC8229E441}"/>
                </a:ext>
              </a:extLst>
            </p:cNvPr>
            <p:cNvSpPr>
              <a:spLocks noChangeShapeType="1"/>
            </p:cNvSpPr>
            <p:nvPr/>
          </p:nvSpPr>
          <p:spPr bwMode="auto">
            <a:xfrm>
              <a:off x="6240" y="528"/>
              <a:ext cx="0" cy="37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dirty="0">
                <a:latin typeface="Calibri" panose="020F0502020204030204" pitchFamily="34" charset="0"/>
              </a:endParaRPr>
            </a:p>
          </p:txBody>
        </p:sp>
        <p:sp>
          <p:nvSpPr>
            <p:cNvPr id="60" name="Line 16">
              <a:extLst>
                <a:ext uri="{FF2B5EF4-FFF2-40B4-BE49-F238E27FC236}">
                  <a16:creationId xmlns:a16="http://schemas.microsoft.com/office/drawing/2014/main" id="{20382132-DEB7-41FA-B3E6-67AAEA9F9CE6}"/>
                </a:ext>
              </a:extLst>
            </p:cNvPr>
            <p:cNvSpPr>
              <a:spLocks noChangeShapeType="1"/>
            </p:cNvSpPr>
            <p:nvPr/>
          </p:nvSpPr>
          <p:spPr bwMode="auto">
            <a:xfrm>
              <a:off x="6720" y="912"/>
              <a:ext cx="0" cy="340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dirty="0">
                <a:latin typeface="Calibri" panose="020F0502020204030204" pitchFamily="34" charset="0"/>
              </a:endParaRPr>
            </a:p>
          </p:txBody>
        </p:sp>
        <p:sp>
          <p:nvSpPr>
            <p:cNvPr id="61" name="Line 17">
              <a:extLst>
                <a:ext uri="{FF2B5EF4-FFF2-40B4-BE49-F238E27FC236}">
                  <a16:creationId xmlns:a16="http://schemas.microsoft.com/office/drawing/2014/main" id="{C610482A-DC7F-4042-973D-8CD1045D5E03}"/>
                </a:ext>
              </a:extLst>
            </p:cNvPr>
            <p:cNvSpPr>
              <a:spLocks noChangeShapeType="1"/>
            </p:cNvSpPr>
            <p:nvPr/>
          </p:nvSpPr>
          <p:spPr bwMode="auto">
            <a:xfrm rot="5400000">
              <a:off x="3768" y="1368"/>
              <a:ext cx="0" cy="590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dirty="0">
                <a:latin typeface="Calibri" panose="020F0502020204030204" pitchFamily="34" charset="0"/>
              </a:endParaRPr>
            </a:p>
          </p:txBody>
        </p:sp>
        <p:sp>
          <p:nvSpPr>
            <p:cNvPr id="62" name="Line 18">
              <a:extLst>
                <a:ext uri="{FF2B5EF4-FFF2-40B4-BE49-F238E27FC236}">
                  <a16:creationId xmlns:a16="http://schemas.microsoft.com/office/drawing/2014/main" id="{89277D1A-E801-40A0-984A-4EA2AFD174C6}"/>
                </a:ext>
              </a:extLst>
            </p:cNvPr>
            <p:cNvSpPr>
              <a:spLocks noChangeShapeType="1"/>
            </p:cNvSpPr>
            <p:nvPr/>
          </p:nvSpPr>
          <p:spPr bwMode="auto">
            <a:xfrm rot="5400000">
              <a:off x="3453" y="-1098"/>
              <a:ext cx="0" cy="65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dirty="0">
                <a:latin typeface="Calibri" panose="020F0502020204030204" pitchFamily="34" charset="0"/>
              </a:endParaRPr>
            </a:p>
          </p:txBody>
        </p:sp>
        <p:sp>
          <p:nvSpPr>
            <p:cNvPr id="63" name="Line 19">
              <a:extLst>
                <a:ext uri="{FF2B5EF4-FFF2-40B4-BE49-F238E27FC236}">
                  <a16:creationId xmlns:a16="http://schemas.microsoft.com/office/drawing/2014/main" id="{C87A4A85-70E3-4FBA-ADD0-35427CB60D44}"/>
                </a:ext>
              </a:extLst>
            </p:cNvPr>
            <p:cNvSpPr>
              <a:spLocks noChangeShapeType="1"/>
            </p:cNvSpPr>
            <p:nvPr/>
          </p:nvSpPr>
          <p:spPr bwMode="auto">
            <a:xfrm rot="5400000">
              <a:off x="3453" y="-668"/>
              <a:ext cx="0" cy="65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dirty="0">
                <a:latin typeface="Calibri" panose="020F0502020204030204" pitchFamily="34" charset="0"/>
              </a:endParaRPr>
            </a:p>
          </p:txBody>
        </p:sp>
        <p:sp>
          <p:nvSpPr>
            <p:cNvPr id="64" name="Line 20">
              <a:extLst>
                <a:ext uri="{FF2B5EF4-FFF2-40B4-BE49-F238E27FC236}">
                  <a16:creationId xmlns:a16="http://schemas.microsoft.com/office/drawing/2014/main" id="{CAE868C5-2614-4C9B-AFB6-56B614CDBD81}"/>
                </a:ext>
              </a:extLst>
            </p:cNvPr>
            <p:cNvSpPr>
              <a:spLocks noChangeShapeType="1"/>
            </p:cNvSpPr>
            <p:nvPr/>
          </p:nvSpPr>
          <p:spPr bwMode="auto">
            <a:xfrm rot="5400000">
              <a:off x="3453" y="-239"/>
              <a:ext cx="0" cy="65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dirty="0">
                <a:latin typeface="Calibri" panose="020F0502020204030204" pitchFamily="34" charset="0"/>
              </a:endParaRPr>
            </a:p>
          </p:txBody>
        </p:sp>
        <p:sp>
          <p:nvSpPr>
            <p:cNvPr id="65" name="Line 21">
              <a:extLst>
                <a:ext uri="{FF2B5EF4-FFF2-40B4-BE49-F238E27FC236}">
                  <a16:creationId xmlns:a16="http://schemas.microsoft.com/office/drawing/2014/main" id="{B9E9D8FA-2003-44F4-9690-BF5FB6C33F6C}"/>
                </a:ext>
              </a:extLst>
            </p:cNvPr>
            <p:cNvSpPr>
              <a:spLocks noChangeShapeType="1"/>
            </p:cNvSpPr>
            <p:nvPr/>
          </p:nvSpPr>
          <p:spPr bwMode="auto">
            <a:xfrm rot="5400000">
              <a:off x="3453" y="190"/>
              <a:ext cx="0" cy="65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dirty="0">
                <a:latin typeface="Calibri" panose="020F0502020204030204" pitchFamily="34" charset="0"/>
              </a:endParaRPr>
            </a:p>
          </p:txBody>
        </p:sp>
        <p:sp>
          <p:nvSpPr>
            <p:cNvPr id="66" name="Line 22">
              <a:extLst>
                <a:ext uri="{FF2B5EF4-FFF2-40B4-BE49-F238E27FC236}">
                  <a16:creationId xmlns:a16="http://schemas.microsoft.com/office/drawing/2014/main" id="{0CA8F50A-4FA4-4155-BF22-B09DBABE4EEA}"/>
                </a:ext>
              </a:extLst>
            </p:cNvPr>
            <p:cNvSpPr>
              <a:spLocks noChangeShapeType="1"/>
            </p:cNvSpPr>
            <p:nvPr/>
          </p:nvSpPr>
          <p:spPr bwMode="auto">
            <a:xfrm rot="5400000">
              <a:off x="3453" y="620"/>
              <a:ext cx="0" cy="653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dirty="0">
                <a:latin typeface="Calibri" panose="020F0502020204030204" pitchFamily="34" charset="0"/>
              </a:endParaRPr>
            </a:p>
          </p:txBody>
        </p:sp>
        <p:sp>
          <p:nvSpPr>
            <p:cNvPr id="67" name="Line 23">
              <a:extLst>
                <a:ext uri="{FF2B5EF4-FFF2-40B4-BE49-F238E27FC236}">
                  <a16:creationId xmlns:a16="http://schemas.microsoft.com/office/drawing/2014/main" id="{9723B38C-7042-4B49-B8CF-FA9595710381}"/>
                </a:ext>
              </a:extLst>
            </p:cNvPr>
            <p:cNvSpPr>
              <a:spLocks noChangeShapeType="1"/>
            </p:cNvSpPr>
            <p:nvPr/>
          </p:nvSpPr>
          <p:spPr bwMode="auto">
            <a:xfrm rot="5400000">
              <a:off x="3213" y="-2500"/>
              <a:ext cx="0" cy="605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dirty="0">
                <a:latin typeface="Calibri" panose="020F0502020204030204" pitchFamily="34" charset="0"/>
              </a:endParaRPr>
            </a:p>
          </p:txBody>
        </p:sp>
        <p:sp>
          <p:nvSpPr>
            <p:cNvPr id="68" name="Line 24">
              <a:extLst>
                <a:ext uri="{FF2B5EF4-FFF2-40B4-BE49-F238E27FC236}">
                  <a16:creationId xmlns:a16="http://schemas.microsoft.com/office/drawing/2014/main" id="{A1222DDE-E2E4-4561-879F-3E48F2419BB4}"/>
                </a:ext>
              </a:extLst>
            </p:cNvPr>
            <p:cNvSpPr>
              <a:spLocks noChangeShapeType="1"/>
            </p:cNvSpPr>
            <p:nvPr/>
          </p:nvSpPr>
          <p:spPr bwMode="auto">
            <a:xfrm rot="5400000">
              <a:off x="3453" y="-2356"/>
              <a:ext cx="0" cy="653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dirty="0">
                <a:latin typeface="Calibri" panose="020F0502020204030204" pitchFamily="34" charset="0"/>
              </a:endParaRPr>
            </a:p>
          </p:txBody>
        </p:sp>
        <p:sp>
          <p:nvSpPr>
            <p:cNvPr id="69" name="Line 25">
              <a:extLst>
                <a:ext uri="{FF2B5EF4-FFF2-40B4-BE49-F238E27FC236}">
                  <a16:creationId xmlns:a16="http://schemas.microsoft.com/office/drawing/2014/main" id="{73CF39FC-CFEF-4AFA-9933-28BEBC3FFDE9}"/>
                </a:ext>
              </a:extLst>
            </p:cNvPr>
            <p:cNvSpPr>
              <a:spLocks noChangeShapeType="1"/>
            </p:cNvSpPr>
            <p:nvPr/>
          </p:nvSpPr>
          <p:spPr bwMode="auto">
            <a:xfrm rot="5400000">
              <a:off x="3453" y="-1956"/>
              <a:ext cx="0" cy="65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dirty="0">
                <a:latin typeface="Calibri" panose="020F0502020204030204" pitchFamily="34" charset="0"/>
              </a:endParaRPr>
            </a:p>
          </p:txBody>
        </p:sp>
        <p:sp>
          <p:nvSpPr>
            <p:cNvPr id="70" name="Line 26">
              <a:extLst>
                <a:ext uri="{FF2B5EF4-FFF2-40B4-BE49-F238E27FC236}">
                  <a16:creationId xmlns:a16="http://schemas.microsoft.com/office/drawing/2014/main" id="{B186F8CA-C853-4B19-BC8D-C54ED6D6F07F}"/>
                </a:ext>
              </a:extLst>
            </p:cNvPr>
            <p:cNvSpPr>
              <a:spLocks noChangeShapeType="1"/>
            </p:cNvSpPr>
            <p:nvPr/>
          </p:nvSpPr>
          <p:spPr bwMode="auto">
            <a:xfrm rot="5400000">
              <a:off x="3453" y="-1527"/>
              <a:ext cx="0" cy="65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dirty="0">
                <a:latin typeface="Calibri" panose="020F0502020204030204" pitchFamily="34" charset="0"/>
              </a:endParaRPr>
            </a:p>
          </p:txBody>
        </p:sp>
        <p:sp>
          <p:nvSpPr>
            <p:cNvPr id="71" name="Rectangle 27">
              <a:extLst>
                <a:ext uri="{FF2B5EF4-FFF2-40B4-BE49-F238E27FC236}">
                  <a16:creationId xmlns:a16="http://schemas.microsoft.com/office/drawing/2014/main" id="{0B8B552F-E8B1-4165-8E7F-8D720B881C45}"/>
                </a:ext>
              </a:extLst>
            </p:cNvPr>
            <p:cNvSpPr>
              <a:spLocks noChangeArrowheads="1"/>
            </p:cNvSpPr>
            <p:nvPr/>
          </p:nvSpPr>
          <p:spPr bwMode="auto">
            <a:xfrm>
              <a:off x="18" y="4368"/>
              <a:ext cx="2216" cy="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r>
                <a:rPr lang="fr-FR" altLang="fr-FR" sz="900" b="1" dirty="0">
                  <a:latin typeface="Calibri" panose="020F0502020204030204" pitchFamily="34" charset="0"/>
                </a:rPr>
                <a:t>légende de la notation : </a:t>
              </a:r>
            </a:p>
          </p:txBody>
        </p:sp>
        <p:sp>
          <p:nvSpPr>
            <p:cNvPr id="72" name="Rectangle 28">
              <a:extLst>
                <a:ext uri="{FF2B5EF4-FFF2-40B4-BE49-F238E27FC236}">
                  <a16:creationId xmlns:a16="http://schemas.microsoft.com/office/drawing/2014/main" id="{211FBDD0-FA5A-4DD7-AB89-4CA2804F0761}"/>
                </a:ext>
              </a:extLst>
            </p:cNvPr>
            <p:cNvSpPr>
              <a:spLocks noChangeArrowheads="1"/>
            </p:cNvSpPr>
            <p:nvPr/>
          </p:nvSpPr>
          <p:spPr bwMode="auto">
            <a:xfrm>
              <a:off x="816" y="912"/>
              <a:ext cx="5424" cy="2976"/>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itchFamily="34" charset="0"/>
                </a:defRPr>
              </a:lvl1pPr>
              <a:lvl2pPr marL="742950" indent="-285750">
                <a:defRPr sz="2400">
                  <a:solidFill>
                    <a:schemeClr val="tx1"/>
                  </a:solidFill>
                  <a:latin typeface="Arial" pitchFamily="34" charset="0"/>
                </a:defRPr>
              </a:lvl2pPr>
              <a:lvl3pPr marL="1143000" indent="-228600">
                <a:defRPr sz="2400">
                  <a:solidFill>
                    <a:schemeClr val="tx1"/>
                  </a:solidFill>
                  <a:latin typeface="Arial" pitchFamily="34" charset="0"/>
                </a:defRPr>
              </a:lvl3pPr>
              <a:lvl4pPr marL="1600200" indent="-228600">
                <a:defRPr sz="2400">
                  <a:solidFill>
                    <a:schemeClr val="tx1"/>
                  </a:solidFill>
                  <a:latin typeface="Arial" pitchFamily="34" charset="0"/>
                </a:defRPr>
              </a:lvl4pPr>
              <a:lvl5pPr marL="2057400" indent="-22860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endParaRPr lang="fr-FR" altLang="fr-FR" dirty="0">
                <a:latin typeface="Calibri" panose="020F0502020204030204" pitchFamily="34" charset="0"/>
              </a:endParaRPr>
            </a:p>
          </p:txBody>
        </p:sp>
        <p:sp>
          <p:nvSpPr>
            <p:cNvPr id="73" name="Line 29">
              <a:extLst>
                <a:ext uri="{FF2B5EF4-FFF2-40B4-BE49-F238E27FC236}">
                  <a16:creationId xmlns:a16="http://schemas.microsoft.com/office/drawing/2014/main" id="{FCF4690C-B71B-4491-944A-F87A5E2FDE59}"/>
                </a:ext>
              </a:extLst>
            </p:cNvPr>
            <p:cNvSpPr>
              <a:spLocks noChangeShapeType="1"/>
            </p:cNvSpPr>
            <p:nvPr/>
          </p:nvSpPr>
          <p:spPr bwMode="auto">
            <a:xfrm>
              <a:off x="192" y="528"/>
              <a:ext cx="624" cy="38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dirty="0">
                <a:latin typeface="Calibri" panose="020F0502020204030204" pitchFamily="34" charset="0"/>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228600" y="1574800"/>
            <a:ext cx="6019800" cy="5447645"/>
          </a:xfrm>
          <a:prstGeom prst="rect">
            <a:avLst/>
          </a:prstGeom>
          <a:noFill/>
          <a:ln w="9525">
            <a:noFill/>
            <a:miter lim="800000"/>
            <a:headEnd/>
            <a:tailEnd/>
          </a:ln>
          <a:effectLst/>
        </p:spPr>
        <p:txBody>
          <a:bodyPr>
            <a:spAutoFit/>
          </a:bodyPr>
          <a:lstStyle/>
          <a:p>
            <a:pPr marL="92075" indent="-92075">
              <a:defRPr/>
            </a:pPr>
            <a:r>
              <a:rPr lang="sk-SK" sz="1200" b="1" dirty="0">
                <a:solidFill>
                  <a:schemeClr val="tx1">
                    <a:lumMod val="65000"/>
                    <a:lumOff val="35000"/>
                  </a:schemeClr>
                </a:solidFill>
                <a:latin typeface="Calibri" panose="020F0502020204030204" pitchFamily="34" charset="0"/>
                <a:cs typeface="Calibri" panose="020F0502020204030204" pitchFamily="34" charset="0"/>
              </a:rPr>
              <a:t>Objectifs :</a:t>
            </a:r>
            <a:endParaRPr lang="sk-SK" sz="1200" b="1" dirty="0">
              <a:solidFill>
                <a:schemeClr val="tx1">
                  <a:lumMod val="65000"/>
                  <a:lumOff val="35000"/>
                </a:schemeClr>
              </a:solidFill>
              <a:latin typeface="Calibri" panose="020F0502020204030204" pitchFamily="34" charset="0"/>
              <a:cs typeface="Times New Roman" pitchFamily="18" charset="0"/>
            </a:endParaRPr>
          </a:p>
          <a:p>
            <a:pPr marL="92075" indent="-92075">
              <a:defRPr/>
            </a:pPr>
            <a:r>
              <a:rPr lang="sk-SK" sz="1200" dirty="0">
                <a:solidFill>
                  <a:schemeClr val="tx1">
                    <a:lumMod val="65000"/>
                    <a:lumOff val="35000"/>
                  </a:schemeClr>
                </a:solidFill>
                <a:latin typeface="Calibri" panose="020F0502020204030204" pitchFamily="34" charset="0"/>
                <a:cs typeface="Calibri" panose="020F0502020204030204" pitchFamily="34" charset="0"/>
              </a:rPr>
              <a:t>- Produire le plus grand nombre d'idées possible sur un thème donné</a:t>
            </a:r>
            <a:r>
              <a:rPr lang="fr-FR" sz="1200" dirty="0">
                <a:solidFill>
                  <a:schemeClr val="tx1">
                    <a:lumMod val="65000"/>
                    <a:lumOff val="35000"/>
                  </a:schemeClr>
                </a:solidFill>
                <a:latin typeface="Calibri" panose="020F0502020204030204" pitchFamily="34" charset="0"/>
                <a:cs typeface="Calibri" panose="020F0502020204030204" pitchFamily="34" charset="0"/>
              </a:rPr>
              <a:t>.</a:t>
            </a:r>
            <a:endParaRPr lang="sk-SK" sz="1200" dirty="0">
              <a:solidFill>
                <a:schemeClr val="tx1">
                  <a:lumMod val="65000"/>
                  <a:lumOff val="35000"/>
                </a:schemeClr>
              </a:solidFill>
              <a:latin typeface="Calibri" panose="020F0502020204030204" pitchFamily="34" charset="0"/>
              <a:cs typeface="Times New Roman" pitchFamily="18" charset="0"/>
            </a:endParaRPr>
          </a:p>
          <a:p>
            <a:pPr marL="92075" indent="-92075">
              <a:defRPr/>
            </a:pPr>
            <a:r>
              <a:rPr lang="sk-SK" sz="1200" dirty="0">
                <a:solidFill>
                  <a:schemeClr val="tx1">
                    <a:lumMod val="65000"/>
                    <a:lumOff val="35000"/>
                  </a:schemeClr>
                </a:solidFill>
                <a:latin typeface="Calibri" panose="020F0502020204030204" pitchFamily="34" charset="0"/>
                <a:cs typeface="Calibri" panose="020F0502020204030204" pitchFamily="34" charset="0"/>
              </a:rPr>
              <a:t>- Débrider la créativité sans juger des idées émises</a:t>
            </a:r>
            <a:r>
              <a:rPr lang="fr-FR" sz="1200" dirty="0">
                <a:solidFill>
                  <a:schemeClr val="tx1">
                    <a:lumMod val="65000"/>
                    <a:lumOff val="35000"/>
                  </a:schemeClr>
                </a:solidFill>
                <a:latin typeface="Calibri" panose="020F0502020204030204" pitchFamily="34" charset="0"/>
                <a:cs typeface="Calibri" panose="020F0502020204030204" pitchFamily="34" charset="0"/>
              </a:rPr>
              <a:t>.</a:t>
            </a:r>
            <a:endParaRPr lang="sk-SK" sz="1200" dirty="0">
              <a:solidFill>
                <a:schemeClr val="tx1">
                  <a:lumMod val="65000"/>
                  <a:lumOff val="35000"/>
                </a:schemeClr>
              </a:solidFill>
              <a:latin typeface="Calibri" panose="020F0502020204030204" pitchFamily="34" charset="0"/>
              <a:cs typeface="Times New Roman" pitchFamily="18" charset="0"/>
            </a:endParaRPr>
          </a:p>
          <a:p>
            <a:pPr marL="92075" indent="-92075">
              <a:defRPr/>
            </a:pPr>
            <a:endParaRPr lang="sk-SK" sz="1200" dirty="0">
              <a:solidFill>
                <a:schemeClr val="tx1">
                  <a:lumMod val="65000"/>
                  <a:lumOff val="35000"/>
                </a:schemeClr>
              </a:solidFill>
              <a:latin typeface="Calibri" panose="020F0502020204030204" pitchFamily="34" charset="0"/>
              <a:cs typeface="Times New Roman" pitchFamily="18" charset="0"/>
            </a:endParaRPr>
          </a:p>
          <a:p>
            <a:pPr marL="92075" indent="-92075">
              <a:defRPr/>
            </a:pPr>
            <a:endParaRPr lang="sk-SK" sz="1200" dirty="0">
              <a:solidFill>
                <a:schemeClr val="tx1">
                  <a:lumMod val="65000"/>
                  <a:lumOff val="35000"/>
                </a:schemeClr>
              </a:solidFill>
              <a:latin typeface="Calibri" panose="020F0502020204030204" pitchFamily="34" charset="0"/>
              <a:cs typeface="Times New Roman" pitchFamily="18" charset="0"/>
            </a:endParaRPr>
          </a:p>
          <a:p>
            <a:pPr marL="92075" indent="-92075">
              <a:defRPr/>
            </a:pPr>
            <a:r>
              <a:rPr lang="sk-SK" sz="1200" b="1" dirty="0">
                <a:solidFill>
                  <a:schemeClr val="tx1">
                    <a:lumMod val="65000"/>
                    <a:lumOff val="35000"/>
                  </a:schemeClr>
                </a:solidFill>
                <a:latin typeface="Calibri" panose="020F0502020204030204" pitchFamily="34" charset="0"/>
                <a:cs typeface="Calibri" panose="020F0502020204030204" pitchFamily="34" charset="0"/>
              </a:rPr>
              <a:t>Utilisation :</a:t>
            </a:r>
            <a:endParaRPr lang="sk-SK" sz="1200" b="1" dirty="0">
              <a:solidFill>
                <a:schemeClr val="tx1">
                  <a:lumMod val="65000"/>
                  <a:lumOff val="35000"/>
                </a:schemeClr>
              </a:solidFill>
              <a:latin typeface="Calibri" panose="020F0502020204030204" pitchFamily="34" charset="0"/>
              <a:cs typeface="Times New Roman" pitchFamily="18" charset="0"/>
            </a:endParaRPr>
          </a:p>
          <a:p>
            <a:pPr marL="92075" indent="-92075">
              <a:defRPr/>
            </a:pPr>
            <a:endParaRPr lang="sk-SK" sz="1200" dirty="0">
              <a:solidFill>
                <a:schemeClr val="tx1">
                  <a:lumMod val="65000"/>
                  <a:lumOff val="35000"/>
                </a:schemeClr>
              </a:solidFill>
              <a:latin typeface="Calibri" panose="020F0502020204030204" pitchFamily="34" charset="0"/>
              <a:cs typeface="Times New Roman" pitchFamily="18" charset="0"/>
            </a:endParaRPr>
          </a:p>
          <a:p>
            <a:pPr marL="92075" indent="-92075">
              <a:defRPr/>
            </a:pPr>
            <a:r>
              <a:rPr lang="sk-SK" sz="1200" b="1" dirty="0">
                <a:solidFill>
                  <a:schemeClr val="tx1">
                    <a:lumMod val="65000"/>
                    <a:lumOff val="35000"/>
                  </a:schemeClr>
                </a:solidFill>
                <a:latin typeface="Calibri" panose="020F0502020204030204" pitchFamily="34" charset="0"/>
                <a:cs typeface="Calibri" panose="020F0502020204030204" pitchFamily="34" charset="0"/>
              </a:rPr>
              <a:t>A) Conditions</a:t>
            </a:r>
            <a:endParaRPr lang="fr-FR" sz="1200" dirty="0">
              <a:solidFill>
                <a:schemeClr val="tx1">
                  <a:lumMod val="65000"/>
                  <a:lumOff val="35000"/>
                </a:schemeClr>
              </a:solidFill>
              <a:latin typeface="Calibri" panose="020F0502020204030204" pitchFamily="34" charset="0"/>
              <a:cs typeface="Times New Roman" pitchFamily="18" charset="0"/>
            </a:endParaRPr>
          </a:p>
          <a:p>
            <a:pPr marL="92075" indent="-92075">
              <a:defRPr/>
            </a:pPr>
            <a:r>
              <a:rPr lang="fr-FR" sz="1200" dirty="0">
                <a:solidFill>
                  <a:schemeClr val="tx1">
                    <a:lumMod val="65000"/>
                    <a:lumOff val="35000"/>
                  </a:schemeClr>
                </a:solidFill>
                <a:latin typeface="Calibri" panose="020F0502020204030204" pitchFamily="34" charset="0"/>
                <a:cs typeface="Calibri" panose="020F0502020204030204" pitchFamily="34" charset="0"/>
              </a:rPr>
              <a:t>- </a:t>
            </a:r>
            <a:r>
              <a:rPr lang="sk-SK" sz="1200" dirty="0">
                <a:solidFill>
                  <a:schemeClr val="tx1">
                    <a:lumMod val="65000"/>
                    <a:lumOff val="35000"/>
                  </a:schemeClr>
                </a:solidFill>
                <a:latin typeface="Calibri" panose="020F0502020204030204" pitchFamily="34" charset="0"/>
                <a:cs typeface="Calibri" panose="020F0502020204030204" pitchFamily="34" charset="0"/>
              </a:rPr>
              <a:t>Les participants ont accepté librement les objectifs, ils sont détendus et dans une humeur agréable</a:t>
            </a:r>
            <a:r>
              <a:rPr lang="fr-FR" sz="1200" dirty="0">
                <a:solidFill>
                  <a:schemeClr val="tx1">
                    <a:lumMod val="65000"/>
                    <a:lumOff val="35000"/>
                  </a:schemeClr>
                </a:solidFill>
                <a:latin typeface="Calibri" panose="020F0502020204030204" pitchFamily="34" charset="0"/>
                <a:cs typeface="Calibri" panose="020F0502020204030204" pitchFamily="34" charset="0"/>
              </a:rPr>
              <a:t>.</a:t>
            </a:r>
          </a:p>
          <a:p>
            <a:pPr marL="92075" indent="-92075">
              <a:defRPr/>
            </a:pPr>
            <a:r>
              <a:rPr lang="fr-FR" sz="1200" dirty="0">
                <a:solidFill>
                  <a:schemeClr val="tx1">
                    <a:lumMod val="65000"/>
                    <a:lumOff val="35000"/>
                  </a:schemeClr>
                </a:solidFill>
                <a:latin typeface="Calibri" panose="020F0502020204030204" pitchFamily="34" charset="0"/>
                <a:cs typeface="Times New Roman" pitchFamily="18" charset="0"/>
              </a:rPr>
              <a:t>- </a:t>
            </a:r>
            <a:r>
              <a:rPr lang="sk-SK" sz="1200" dirty="0">
                <a:solidFill>
                  <a:schemeClr val="tx1">
                    <a:lumMod val="65000"/>
                    <a:lumOff val="35000"/>
                  </a:schemeClr>
                </a:solidFill>
                <a:latin typeface="Calibri" panose="020F0502020204030204" pitchFamily="34" charset="0"/>
                <a:cs typeface="Times New Roman" pitchFamily="18" charset="0"/>
              </a:rPr>
              <a:t>Toutes les idées sont accueillies favorablement, dans le plus grand nombre possible, sans souci de censure ni évaluation.</a:t>
            </a:r>
            <a:endParaRPr lang="fr-FR" sz="1200" dirty="0">
              <a:solidFill>
                <a:schemeClr val="tx1">
                  <a:lumMod val="65000"/>
                  <a:lumOff val="35000"/>
                </a:schemeClr>
              </a:solidFill>
              <a:latin typeface="Calibri" panose="020F0502020204030204" pitchFamily="34" charset="0"/>
              <a:cs typeface="Times New Roman" pitchFamily="18" charset="0"/>
            </a:endParaRPr>
          </a:p>
          <a:p>
            <a:pPr marL="92075" indent="-92075">
              <a:defRPr/>
            </a:pPr>
            <a:endParaRPr lang="fr-FR" sz="1200" b="1" dirty="0">
              <a:solidFill>
                <a:schemeClr val="tx1">
                  <a:lumMod val="65000"/>
                  <a:lumOff val="35000"/>
                </a:schemeClr>
              </a:solidFill>
              <a:latin typeface="Calibri" panose="020F0502020204030204" pitchFamily="34" charset="0"/>
              <a:cs typeface="Calibri" panose="020F0502020204030204" pitchFamily="34" charset="0"/>
            </a:endParaRPr>
          </a:p>
          <a:p>
            <a:pPr marL="92075" indent="-92075">
              <a:defRPr/>
            </a:pPr>
            <a:r>
              <a:rPr lang="sk-SK" sz="1200" b="1" dirty="0">
                <a:solidFill>
                  <a:schemeClr val="tx1">
                    <a:lumMod val="65000"/>
                    <a:lumOff val="35000"/>
                  </a:schemeClr>
                </a:solidFill>
                <a:latin typeface="Calibri" panose="020F0502020204030204" pitchFamily="34" charset="0"/>
                <a:cs typeface="Calibri" panose="020F0502020204030204" pitchFamily="34" charset="0"/>
              </a:rPr>
              <a:t>B) Organisation</a:t>
            </a:r>
            <a:endParaRPr lang="fr-FR" sz="1200" dirty="0">
              <a:solidFill>
                <a:schemeClr val="tx1">
                  <a:lumMod val="65000"/>
                  <a:lumOff val="35000"/>
                </a:schemeClr>
              </a:solidFill>
              <a:latin typeface="Calibri" panose="020F0502020204030204" pitchFamily="34" charset="0"/>
              <a:cs typeface="Calibri" panose="020F0502020204030204" pitchFamily="34" charset="0"/>
            </a:endParaRPr>
          </a:p>
          <a:p>
            <a:pPr marL="92075" indent="-92075">
              <a:defRPr/>
            </a:pPr>
            <a:r>
              <a:rPr lang="fr-FR" sz="1200" dirty="0">
                <a:solidFill>
                  <a:schemeClr val="tx1">
                    <a:lumMod val="65000"/>
                    <a:lumOff val="35000"/>
                  </a:schemeClr>
                </a:solidFill>
                <a:latin typeface="Calibri" panose="020F0502020204030204" pitchFamily="34" charset="0"/>
                <a:cs typeface="Calibri" panose="020F0502020204030204" pitchFamily="34" charset="0"/>
              </a:rPr>
              <a:t>- </a:t>
            </a:r>
            <a:r>
              <a:rPr lang="sk-SK" sz="1200" dirty="0">
                <a:solidFill>
                  <a:schemeClr val="tx1">
                    <a:lumMod val="65000"/>
                    <a:lumOff val="35000"/>
                  </a:schemeClr>
                </a:solidFill>
                <a:latin typeface="Calibri" panose="020F0502020204030204" pitchFamily="34" charset="0"/>
                <a:cs typeface="Calibri" panose="020F0502020204030204" pitchFamily="34" charset="0"/>
              </a:rPr>
              <a:t>Rappeler le thème (l'écrire) et les conditions ci-dessus.</a:t>
            </a:r>
            <a:endParaRPr lang="fr-FR" sz="1200" dirty="0">
              <a:solidFill>
                <a:schemeClr val="tx1">
                  <a:lumMod val="65000"/>
                  <a:lumOff val="35000"/>
                </a:schemeClr>
              </a:solidFill>
              <a:latin typeface="Calibri" panose="020F0502020204030204" pitchFamily="34" charset="0"/>
              <a:cs typeface="Times New Roman" pitchFamily="18" charset="0"/>
            </a:endParaRPr>
          </a:p>
          <a:p>
            <a:pPr marL="92075" indent="-92075">
              <a:defRPr/>
            </a:pPr>
            <a:r>
              <a:rPr lang="fr-FR" sz="1200" dirty="0">
                <a:solidFill>
                  <a:schemeClr val="tx1">
                    <a:lumMod val="65000"/>
                    <a:lumOff val="35000"/>
                  </a:schemeClr>
                </a:solidFill>
                <a:latin typeface="Calibri" panose="020F0502020204030204" pitchFamily="34" charset="0"/>
                <a:cs typeface="Calibri" panose="020F0502020204030204" pitchFamily="34" charset="0"/>
              </a:rPr>
              <a:t>- </a:t>
            </a:r>
            <a:r>
              <a:rPr lang="sk-SK" sz="1200" dirty="0">
                <a:solidFill>
                  <a:schemeClr val="tx1">
                    <a:lumMod val="65000"/>
                    <a:lumOff val="35000"/>
                  </a:schemeClr>
                </a:solidFill>
                <a:latin typeface="Calibri" panose="020F0502020204030204" pitchFamily="34" charset="0"/>
                <a:cs typeface="Calibri" panose="020F0502020204030204" pitchFamily="34" charset="0"/>
              </a:rPr>
              <a:t>Disposer les participants autour d'une table pour qu'ils s'expriment à tour de rôle.</a:t>
            </a:r>
            <a:endParaRPr lang="fr-FR" sz="1200" dirty="0">
              <a:solidFill>
                <a:schemeClr val="tx1">
                  <a:lumMod val="65000"/>
                  <a:lumOff val="35000"/>
                </a:schemeClr>
              </a:solidFill>
              <a:latin typeface="Calibri" panose="020F0502020204030204" pitchFamily="34" charset="0"/>
              <a:cs typeface="Times New Roman" pitchFamily="18" charset="0"/>
            </a:endParaRPr>
          </a:p>
          <a:p>
            <a:pPr marL="92075" indent="-92075">
              <a:buFontTx/>
              <a:buChar char="-"/>
              <a:defRPr/>
            </a:pPr>
            <a:r>
              <a:rPr lang="sk-SK" sz="1200" dirty="0">
                <a:solidFill>
                  <a:schemeClr val="tx1">
                    <a:lumMod val="65000"/>
                    <a:lumOff val="35000"/>
                  </a:schemeClr>
                </a:solidFill>
                <a:latin typeface="Calibri" panose="020F0502020204030204" pitchFamily="34" charset="0"/>
                <a:cs typeface="Calibri" panose="020F0502020204030204" pitchFamily="34" charset="0"/>
              </a:rPr>
              <a:t>Distribuer des fiches autocollantes (type post-it) par participant en nombre suffisant.</a:t>
            </a:r>
            <a:endParaRPr lang="fr-FR" sz="1200" dirty="0">
              <a:solidFill>
                <a:schemeClr val="tx1">
                  <a:lumMod val="65000"/>
                  <a:lumOff val="35000"/>
                </a:schemeClr>
              </a:solidFill>
              <a:latin typeface="Calibri" panose="020F0502020204030204" pitchFamily="34" charset="0"/>
              <a:cs typeface="Calibri" panose="020F0502020204030204" pitchFamily="34" charset="0"/>
            </a:endParaRPr>
          </a:p>
          <a:p>
            <a:pPr marL="92075" indent="-92075">
              <a:defRPr/>
            </a:pPr>
            <a:endParaRPr lang="fr-FR" sz="1200" b="1" dirty="0">
              <a:solidFill>
                <a:schemeClr val="tx1">
                  <a:lumMod val="65000"/>
                  <a:lumOff val="35000"/>
                </a:schemeClr>
              </a:solidFill>
              <a:latin typeface="Calibri" panose="020F0502020204030204" pitchFamily="34" charset="0"/>
              <a:cs typeface="Calibri" panose="020F0502020204030204" pitchFamily="34" charset="0"/>
            </a:endParaRPr>
          </a:p>
          <a:p>
            <a:pPr marL="92075" indent="-92075">
              <a:defRPr/>
            </a:pPr>
            <a:r>
              <a:rPr lang="sk-SK" sz="1200" b="1" dirty="0">
                <a:solidFill>
                  <a:schemeClr val="tx1">
                    <a:lumMod val="65000"/>
                    <a:lumOff val="35000"/>
                  </a:schemeClr>
                </a:solidFill>
                <a:latin typeface="Calibri" panose="020F0502020204030204" pitchFamily="34" charset="0"/>
                <a:cs typeface="Calibri" panose="020F0502020204030204" pitchFamily="34" charset="0"/>
              </a:rPr>
              <a:t>C) Déroulement</a:t>
            </a:r>
            <a:endParaRPr lang="fr-FR" sz="1200" b="1" dirty="0">
              <a:solidFill>
                <a:schemeClr val="tx1">
                  <a:lumMod val="65000"/>
                  <a:lumOff val="35000"/>
                </a:schemeClr>
              </a:solidFill>
              <a:latin typeface="Calibri" panose="020F0502020204030204" pitchFamily="34" charset="0"/>
              <a:cs typeface="Calibri" panose="020F0502020204030204" pitchFamily="34" charset="0"/>
            </a:endParaRPr>
          </a:p>
          <a:p>
            <a:pPr marL="92075" indent="-92075">
              <a:buFontTx/>
              <a:buChar char="-"/>
              <a:defRPr/>
            </a:pPr>
            <a:r>
              <a:rPr lang="sk-SK" sz="1200" dirty="0">
                <a:solidFill>
                  <a:schemeClr val="tx1">
                    <a:lumMod val="65000"/>
                    <a:lumOff val="35000"/>
                  </a:schemeClr>
                </a:solidFill>
                <a:latin typeface="Calibri" panose="020F0502020204030204" pitchFamily="34" charset="0"/>
                <a:cs typeface="Calibri" panose="020F0502020204030204" pitchFamily="34" charset="0"/>
              </a:rPr>
              <a:t>Demander à chaque participant d'écrire en silence ses idées, une par fiche.</a:t>
            </a:r>
            <a:endParaRPr lang="fr-FR" sz="1200" dirty="0">
              <a:solidFill>
                <a:schemeClr val="tx1">
                  <a:lumMod val="65000"/>
                  <a:lumOff val="35000"/>
                </a:schemeClr>
              </a:solidFill>
              <a:latin typeface="Calibri" panose="020F0502020204030204" pitchFamily="34" charset="0"/>
              <a:cs typeface="Times New Roman" pitchFamily="18" charset="0"/>
            </a:endParaRPr>
          </a:p>
          <a:p>
            <a:pPr marL="92075" indent="-92075">
              <a:defRPr/>
            </a:pPr>
            <a:r>
              <a:rPr lang="sk-SK" sz="1200" dirty="0">
                <a:solidFill>
                  <a:schemeClr val="tx1">
                    <a:lumMod val="65000"/>
                    <a:lumOff val="35000"/>
                  </a:schemeClr>
                </a:solidFill>
                <a:latin typeface="Calibri" panose="020F0502020204030204" pitchFamily="34" charset="0"/>
                <a:cs typeface="Calibri" panose="020F0502020204030204" pitchFamily="34" charset="0"/>
              </a:rPr>
              <a:t>- Demander à chaque participant, à tour de rôle, d'émettre l'une des idées qu'il a écrites. La lire et l'afficher sur le tableau. Eliminer les idées hors thème.</a:t>
            </a:r>
            <a:endParaRPr lang="fr-FR" sz="1200" dirty="0">
              <a:solidFill>
                <a:schemeClr val="tx1">
                  <a:lumMod val="65000"/>
                  <a:lumOff val="35000"/>
                </a:schemeClr>
              </a:solidFill>
              <a:latin typeface="Calibri" panose="020F0502020204030204" pitchFamily="34" charset="0"/>
              <a:cs typeface="Times New Roman" pitchFamily="18" charset="0"/>
            </a:endParaRPr>
          </a:p>
          <a:p>
            <a:pPr marL="92075" indent="-92075">
              <a:defRPr/>
            </a:pPr>
            <a:r>
              <a:rPr lang="sk-SK" sz="1200" dirty="0">
                <a:solidFill>
                  <a:schemeClr val="tx1">
                    <a:lumMod val="65000"/>
                    <a:lumOff val="35000"/>
                  </a:schemeClr>
                </a:solidFill>
                <a:latin typeface="Calibri" panose="020F0502020204030204" pitchFamily="34" charset="0"/>
                <a:cs typeface="Calibri" panose="020F0502020204030204" pitchFamily="34" charset="0"/>
              </a:rPr>
              <a:t>- Rédiger à nouveau les fiches qui ne sont pas suffisamment claires pour le groupe.</a:t>
            </a:r>
            <a:endParaRPr lang="fr-FR" sz="1200" dirty="0">
              <a:solidFill>
                <a:schemeClr val="tx1">
                  <a:lumMod val="65000"/>
                  <a:lumOff val="35000"/>
                </a:schemeClr>
              </a:solidFill>
              <a:latin typeface="Calibri" panose="020F0502020204030204" pitchFamily="34" charset="0"/>
              <a:cs typeface="Times New Roman" pitchFamily="18" charset="0"/>
            </a:endParaRPr>
          </a:p>
          <a:p>
            <a:pPr marL="92075" indent="-92075">
              <a:defRPr/>
            </a:pPr>
            <a:r>
              <a:rPr lang="sk-SK" sz="1200" dirty="0">
                <a:solidFill>
                  <a:schemeClr val="tx1">
                    <a:lumMod val="65000"/>
                    <a:lumOff val="35000"/>
                  </a:schemeClr>
                </a:solidFill>
                <a:latin typeface="Calibri" panose="020F0502020204030204" pitchFamily="34" charset="0"/>
                <a:cs typeface="Calibri" panose="020F0502020204030204" pitchFamily="34" charset="0"/>
              </a:rPr>
              <a:t>- On ne reprend pas en compte les idées déjà émises, un participant peut passer son tour.</a:t>
            </a:r>
            <a:endParaRPr lang="fr-FR" sz="1200" dirty="0">
              <a:solidFill>
                <a:schemeClr val="tx1">
                  <a:lumMod val="65000"/>
                  <a:lumOff val="35000"/>
                </a:schemeClr>
              </a:solidFill>
              <a:latin typeface="Calibri" panose="020F0502020204030204" pitchFamily="34" charset="0"/>
              <a:cs typeface="Times New Roman" pitchFamily="18" charset="0"/>
            </a:endParaRPr>
          </a:p>
          <a:p>
            <a:pPr marL="92075" indent="-92075">
              <a:defRPr/>
            </a:pPr>
            <a:r>
              <a:rPr lang="sk-SK" sz="1200" dirty="0">
                <a:solidFill>
                  <a:schemeClr val="tx1">
                    <a:lumMod val="65000"/>
                    <a:lumOff val="35000"/>
                  </a:schemeClr>
                </a:solidFill>
                <a:latin typeface="Calibri" panose="020F0502020204030204" pitchFamily="34" charset="0"/>
                <a:cs typeface="Times New Roman" pitchFamily="18" charset="0"/>
              </a:rPr>
              <a:t>- Les participants créent de nouvelles fiches au fur et à mesure de la lecture des fiches existantes. Le tour s'achève lorsque toutes les idées émises sont affichées.</a:t>
            </a:r>
            <a:endParaRPr lang="fr-FR" sz="1200" dirty="0">
              <a:solidFill>
                <a:schemeClr val="tx1">
                  <a:lumMod val="65000"/>
                  <a:lumOff val="35000"/>
                </a:schemeClr>
              </a:solidFill>
              <a:latin typeface="Calibri" panose="020F0502020204030204" pitchFamily="34" charset="0"/>
              <a:cs typeface="Times New Roman" pitchFamily="18" charset="0"/>
            </a:endParaRPr>
          </a:p>
          <a:p>
            <a:pPr marL="92075" indent="-92075">
              <a:defRPr/>
            </a:pPr>
            <a:r>
              <a:rPr lang="sk-SK" sz="1200" dirty="0">
                <a:solidFill>
                  <a:schemeClr val="tx1">
                    <a:lumMod val="65000"/>
                    <a:lumOff val="35000"/>
                  </a:schemeClr>
                </a:solidFill>
                <a:latin typeface="Calibri" panose="020F0502020204030204" pitchFamily="34" charset="0"/>
                <a:cs typeface="Calibri" panose="020F0502020204030204" pitchFamily="34" charset="0"/>
              </a:rPr>
              <a:t>- Organiser d'un commun accord les idées affichées pour les regrouper selon leur similitude.</a:t>
            </a:r>
            <a:endParaRPr lang="fr-FR" sz="1200" dirty="0">
              <a:solidFill>
                <a:schemeClr val="tx1">
                  <a:lumMod val="65000"/>
                  <a:lumOff val="35000"/>
                </a:schemeClr>
              </a:solidFill>
              <a:latin typeface="Calibri" panose="020F0502020204030204" pitchFamily="34" charset="0"/>
              <a:cs typeface="Times New Roman" pitchFamily="18" charset="0"/>
            </a:endParaRPr>
          </a:p>
          <a:p>
            <a:pPr marL="92075" indent="-92075">
              <a:defRPr/>
            </a:pPr>
            <a:endParaRPr lang="fr-FR" sz="1200" b="1" dirty="0">
              <a:solidFill>
                <a:schemeClr val="tx1">
                  <a:lumMod val="65000"/>
                  <a:lumOff val="35000"/>
                </a:schemeClr>
              </a:solidFill>
              <a:effectLst>
                <a:outerShdw blurRad="38100" dist="38100" dir="2700000" algn="tl">
                  <a:srgbClr val="C0C0C0"/>
                </a:outerShdw>
              </a:effectLst>
              <a:latin typeface="Calibri" panose="020F0502020204030204" pitchFamily="34" charset="0"/>
              <a:cs typeface="Calibri" panose="020F0502020204030204" pitchFamily="34" charset="0"/>
            </a:endParaRPr>
          </a:p>
          <a:p>
            <a:pPr marL="92075" indent="-92075">
              <a:defRPr/>
            </a:pPr>
            <a:endParaRPr lang="fr-FR" sz="1200" b="1" dirty="0">
              <a:solidFill>
                <a:schemeClr val="tx1">
                  <a:lumMod val="65000"/>
                  <a:lumOff val="35000"/>
                </a:schemeClr>
              </a:solidFill>
              <a:effectLst>
                <a:outerShdw blurRad="38100" dist="38100" dir="2700000" algn="tl">
                  <a:srgbClr val="C0C0C0"/>
                </a:outerShdw>
              </a:effectLst>
              <a:latin typeface="Calibri" panose="020F0502020204030204" pitchFamily="34" charset="0"/>
              <a:cs typeface="Calibri" panose="020F0502020204030204" pitchFamily="34" charset="0"/>
            </a:endParaRPr>
          </a:p>
        </p:txBody>
      </p:sp>
      <p:sp>
        <p:nvSpPr>
          <p:cNvPr id="32771" name="Text Box 3"/>
          <p:cNvSpPr txBox="1">
            <a:spLocks noChangeArrowheads="1"/>
          </p:cNvSpPr>
          <p:nvPr/>
        </p:nvSpPr>
        <p:spPr bwMode="auto">
          <a:xfrm>
            <a:off x="498475" y="457200"/>
            <a:ext cx="4036169" cy="533400"/>
          </a:xfrm>
          <a:prstGeom prst="rect">
            <a:avLst/>
          </a:prstGeom>
          <a:solidFill>
            <a:schemeClr val="bg1"/>
          </a:solidFill>
          <a:ln w="19050">
            <a:solidFill>
              <a:srgbClr val="FF3300"/>
            </a:solidFill>
            <a:miter lim="800000"/>
            <a:headEnd/>
            <a:tailEnd/>
          </a:ln>
          <a:effectLst/>
        </p:spPr>
        <p:txBody>
          <a:bodyPr anchor="ctr"/>
          <a:lstStyle>
            <a:defPPr>
              <a:defRPr lang="fr-FR"/>
            </a:defPPr>
            <a:lvl1pPr algn="ctr" eaLnBrk="1" hangingPunct="1">
              <a:defRPr sz="2000" b="1" cap="small">
                <a:solidFill>
                  <a:srgbClr val="27A8E0"/>
                </a:solidFill>
                <a:latin typeface="Calibri" panose="020F0502020204030204" pitchFamily="34" charset="0"/>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fr-FR" altLang="fr-FR"/>
              <a:t>LE BRAINSTORMING</a:t>
            </a:r>
            <a:endParaRPr lang="sk-SK" altLang="fr-FR" dirty="0"/>
          </a:p>
        </p:txBody>
      </p:sp>
      <p:pic>
        <p:nvPicPr>
          <p:cNvPr id="4" name="Image 3">
            <a:extLst>
              <a:ext uri="{FF2B5EF4-FFF2-40B4-BE49-F238E27FC236}">
                <a16:creationId xmlns:a16="http://schemas.microsoft.com/office/drawing/2014/main" id="{044F5CF4-4A50-43BC-8C22-9D02943922A6}"/>
              </a:ext>
            </a:extLst>
          </p:cNvPr>
          <p:cNvPicPr>
            <a:picLocks noChangeAspect="1"/>
          </p:cNvPicPr>
          <p:nvPr/>
        </p:nvPicPr>
        <p:blipFill>
          <a:blip r:embed="rId2"/>
          <a:stretch>
            <a:fillRect/>
          </a:stretch>
        </p:blipFill>
        <p:spPr>
          <a:xfrm>
            <a:off x="4600112" y="225996"/>
            <a:ext cx="1640562" cy="1407461"/>
          </a:xfrm>
          <a:prstGeom prst="rect">
            <a:avLst/>
          </a:prstGeom>
        </p:spPr>
      </p:pic>
      <p:sp>
        <p:nvSpPr>
          <p:cNvPr id="5" name="Text Box 6">
            <a:extLst>
              <a:ext uri="{FF2B5EF4-FFF2-40B4-BE49-F238E27FC236}">
                <a16:creationId xmlns:a16="http://schemas.microsoft.com/office/drawing/2014/main" id="{91E9B573-5B01-4902-8608-2DBE40255291}"/>
              </a:ext>
            </a:extLst>
          </p:cNvPr>
          <p:cNvSpPr txBox="1">
            <a:spLocks noChangeArrowheads="1"/>
          </p:cNvSpPr>
          <p:nvPr/>
        </p:nvSpPr>
        <p:spPr bwMode="auto">
          <a:xfrm>
            <a:off x="1999928" y="7291519"/>
            <a:ext cx="4248472" cy="1323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09" tIns="45705" rIns="91409" bIns="45705">
            <a:spAutoFit/>
          </a:bodyPr>
          <a:lstStyle>
            <a:lvl1pPr marL="280988" indent="-280988">
              <a:defRPr sz="2400">
                <a:solidFill>
                  <a:schemeClr val="tx1"/>
                </a:solidFill>
                <a:latin typeface="Times New Roman" pitchFamily="18" charset="0"/>
              </a:defRPr>
            </a:lvl1pPr>
            <a:lvl2pPr marL="1128713" indent="-457200">
              <a:defRPr sz="2400">
                <a:solidFill>
                  <a:schemeClr val="tx1"/>
                </a:solidFill>
                <a:latin typeface="Times New Roman" pitchFamily="18" charset="0"/>
              </a:defRPr>
            </a:lvl2pPr>
            <a:lvl3pPr marL="1776413" indent="-457200">
              <a:defRPr sz="2400">
                <a:solidFill>
                  <a:schemeClr val="tx1"/>
                </a:solidFill>
                <a:latin typeface="Times New Roman" pitchFamily="18" charset="0"/>
              </a:defRPr>
            </a:lvl3pPr>
            <a:lvl4pPr marL="2424113" indent="-457200">
              <a:defRPr sz="2400">
                <a:solidFill>
                  <a:schemeClr val="tx1"/>
                </a:solidFill>
                <a:latin typeface="Times New Roman" pitchFamily="18" charset="0"/>
              </a:defRPr>
            </a:lvl4pPr>
            <a:lvl5pPr marL="3071813" indent="-457200">
              <a:defRPr sz="2400">
                <a:solidFill>
                  <a:schemeClr val="tx1"/>
                </a:solidFill>
                <a:latin typeface="Times New Roman" pitchFamily="18" charset="0"/>
              </a:defRPr>
            </a:lvl5pPr>
            <a:lvl6pPr marL="3529013" indent="-457200" eaLnBrk="0" fontAlgn="base" hangingPunct="0">
              <a:spcBef>
                <a:spcPct val="0"/>
              </a:spcBef>
              <a:spcAft>
                <a:spcPct val="0"/>
              </a:spcAft>
              <a:defRPr sz="2400">
                <a:solidFill>
                  <a:schemeClr val="tx1"/>
                </a:solidFill>
                <a:latin typeface="Times New Roman" pitchFamily="18" charset="0"/>
              </a:defRPr>
            </a:lvl6pPr>
            <a:lvl7pPr marL="3986213" indent="-457200" eaLnBrk="0" fontAlgn="base" hangingPunct="0">
              <a:spcBef>
                <a:spcPct val="0"/>
              </a:spcBef>
              <a:spcAft>
                <a:spcPct val="0"/>
              </a:spcAft>
              <a:defRPr sz="2400">
                <a:solidFill>
                  <a:schemeClr val="tx1"/>
                </a:solidFill>
                <a:latin typeface="Times New Roman" pitchFamily="18" charset="0"/>
              </a:defRPr>
            </a:lvl7pPr>
            <a:lvl8pPr marL="4443413" indent="-457200" eaLnBrk="0" fontAlgn="base" hangingPunct="0">
              <a:spcBef>
                <a:spcPct val="0"/>
              </a:spcBef>
              <a:spcAft>
                <a:spcPct val="0"/>
              </a:spcAft>
              <a:defRPr sz="2400">
                <a:solidFill>
                  <a:schemeClr val="tx1"/>
                </a:solidFill>
                <a:latin typeface="Times New Roman" pitchFamily="18" charset="0"/>
              </a:defRPr>
            </a:lvl8pPr>
            <a:lvl9pPr marL="4900613" indent="-457200" eaLnBrk="0" fontAlgn="base" hangingPunct="0">
              <a:spcBef>
                <a:spcPct val="0"/>
              </a:spcBef>
              <a:spcAft>
                <a:spcPct val="0"/>
              </a:spcAft>
              <a:defRPr sz="2400">
                <a:solidFill>
                  <a:schemeClr val="tx1"/>
                </a:solidFill>
                <a:latin typeface="Times New Roman" pitchFamily="18" charset="0"/>
              </a:defRPr>
            </a:lvl9pPr>
          </a:lstStyle>
          <a:p>
            <a:pPr marL="285655" indent="-285655">
              <a:spcBef>
                <a:spcPts val="550"/>
              </a:spcBef>
              <a:buClr>
                <a:srgbClr val="FF3300"/>
              </a:buClr>
              <a:buFont typeface="Wingdings"/>
              <a:buChar char="è"/>
            </a:pPr>
            <a:r>
              <a:rPr lang="fr-FR" sz="1200" dirty="0">
                <a:solidFill>
                  <a:schemeClr val="tx1">
                    <a:lumMod val="75000"/>
                    <a:lumOff val="25000"/>
                  </a:schemeClr>
                </a:solidFill>
                <a:latin typeface="Calibri" pitchFamily="34" charset="0"/>
                <a:cs typeface="Calibri" panose="020F0502020204030204" pitchFamily="34" charset="0"/>
              </a:rPr>
              <a:t>tout dire</a:t>
            </a:r>
            <a:r>
              <a:rPr lang="fr-FR" sz="1200" b="0" dirty="0">
                <a:solidFill>
                  <a:schemeClr val="tx1">
                    <a:lumMod val="75000"/>
                    <a:lumOff val="25000"/>
                  </a:schemeClr>
                </a:solidFill>
                <a:latin typeface="Calibri" pitchFamily="34" charset="0"/>
                <a:cs typeface="Calibri" panose="020F0502020204030204" pitchFamily="34" charset="0"/>
              </a:rPr>
              <a:t> : variété, diversité</a:t>
            </a:r>
          </a:p>
          <a:p>
            <a:pPr marL="285655" indent="-285655">
              <a:spcBef>
                <a:spcPts val="550"/>
              </a:spcBef>
              <a:buClr>
                <a:srgbClr val="FF3300"/>
              </a:buClr>
              <a:buFont typeface="Wingdings"/>
              <a:buChar char="è"/>
            </a:pPr>
            <a:r>
              <a:rPr lang="fr-FR" sz="1200" dirty="0">
                <a:solidFill>
                  <a:schemeClr val="tx1">
                    <a:lumMod val="75000"/>
                    <a:lumOff val="25000"/>
                  </a:schemeClr>
                </a:solidFill>
                <a:latin typeface="Calibri" pitchFamily="34" charset="0"/>
                <a:cs typeface="Calibri" panose="020F0502020204030204" pitchFamily="34" charset="0"/>
              </a:rPr>
              <a:t>en dire le plus possible</a:t>
            </a:r>
            <a:r>
              <a:rPr lang="fr-FR" sz="1200" b="0" dirty="0">
                <a:solidFill>
                  <a:schemeClr val="tx1">
                    <a:lumMod val="75000"/>
                    <a:lumOff val="25000"/>
                  </a:schemeClr>
                </a:solidFill>
                <a:latin typeface="Calibri" pitchFamily="34" charset="0"/>
                <a:cs typeface="Calibri" panose="020F0502020204030204" pitchFamily="34" charset="0"/>
              </a:rPr>
              <a:t> : quantité </a:t>
            </a:r>
          </a:p>
          <a:p>
            <a:pPr marL="285655" indent="-285655">
              <a:spcBef>
                <a:spcPts val="550"/>
              </a:spcBef>
              <a:buClr>
                <a:srgbClr val="FF3300"/>
              </a:buClr>
              <a:buFont typeface="Wingdings"/>
              <a:buChar char="è"/>
            </a:pPr>
            <a:r>
              <a:rPr lang="fr-FR" sz="1200" dirty="0">
                <a:solidFill>
                  <a:schemeClr val="tx1">
                    <a:lumMod val="75000"/>
                    <a:lumOff val="25000"/>
                  </a:schemeClr>
                </a:solidFill>
                <a:latin typeface="Calibri" pitchFamily="34" charset="0"/>
                <a:cs typeface="Calibri" panose="020F0502020204030204" pitchFamily="34" charset="0"/>
              </a:rPr>
              <a:t>piller les idées des autres</a:t>
            </a:r>
            <a:r>
              <a:rPr lang="fr-FR" sz="1200" b="0" dirty="0">
                <a:solidFill>
                  <a:schemeClr val="tx1">
                    <a:lumMod val="75000"/>
                    <a:lumOff val="25000"/>
                  </a:schemeClr>
                </a:solidFill>
                <a:latin typeface="Calibri" pitchFamily="34" charset="0"/>
                <a:cs typeface="Calibri" panose="020F0502020204030204" pitchFamily="34" charset="0"/>
              </a:rPr>
              <a:t> : analogies - variantes - oppositions</a:t>
            </a:r>
          </a:p>
          <a:p>
            <a:pPr marL="285655" indent="-285655">
              <a:spcBef>
                <a:spcPts val="550"/>
              </a:spcBef>
              <a:buClr>
                <a:srgbClr val="FF3300"/>
              </a:buClr>
              <a:buFont typeface="Wingdings"/>
              <a:buChar char="è"/>
            </a:pPr>
            <a:r>
              <a:rPr lang="fr-FR" sz="1200" dirty="0">
                <a:solidFill>
                  <a:schemeClr val="tx1">
                    <a:lumMod val="75000"/>
                    <a:lumOff val="25000"/>
                  </a:schemeClr>
                </a:solidFill>
                <a:latin typeface="Calibri" pitchFamily="34" charset="0"/>
                <a:cs typeface="Calibri" panose="020F0502020204030204" pitchFamily="34" charset="0"/>
              </a:rPr>
              <a:t>ne pas commenter, ni critiquer, ni censurer les idées émises </a:t>
            </a:r>
          </a:p>
          <a:p>
            <a:pPr marL="285655" indent="-285655">
              <a:spcBef>
                <a:spcPts val="550"/>
              </a:spcBef>
              <a:buClr>
                <a:srgbClr val="FF3300"/>
              </a:buClr>
              <a:buFont typeface="Wingdings"/>
              <a:buChar char="è"/>
            </a:pPr>
            <a:r>
              <a:rPr lang="fr-FR" sz="1200" dirty="0">
                <a:solidFill>
                  <a:schemeClr val="tx1">
                    <a:lumMod val="75000"/>
                    <a:lumOff val="25000"/>
                  </a:schemeClr>
                </a:solidFill>
                <a:latin typeface="Calibri" pitchFamily="34" charset="0"/>
                <a:cs typeface="Calibri" panose="020F0502020204030204" pitchFamily="34" charset="0"/>
              </a:rPr>
              <a:t>participer dans la bonne humeur</a:t>
            </a:r>
            <a:r>
              <a:rPr lang="sk-SK" sz="1200" dirty="0">
                <a:solidFill>
                  <a:schemeClr val="tx1">
                    <a:lumMod val="75000"/>
                    <a:lumOff val="25000"/>
                  </a:schemeClr>
                </a:solidFill>
                <a:latin typeface="Calibri" pitchFamily="34" charset="0"/>
                <a:cs typeface="Calibri" panose="020F0502020204030204" pitchFamily="34" charset="0"/>
              </a:rPr>
              <a:t> </a:t>
            </a:r>
            <a:endParaRPr lang="fr-FR" sz="1200" dirty="0">
              <a:solidFill>
                <a:schemeClr val="tx1">
                  <a:lumMod val="75000"/>
                  <a:lumOff val="25000"/>
                </a:schemeClr>
              </a:solidFill>
              <a:latin typeface="Calibri" pitchFamily="34" charset="0"/>
              <a:cs typeface="Calibri" panose="020F0502020204030204" pitchFamily="34" charset="0"/>
            </a:endParaRPr>
          </a:p>
        </p:txBody>
      </p:sp>
      <p:sp>
        <p:nvSpPr>
          <p:cNvPr id="2" name="Rectangle : carré corné 1">
            <a:extLst>
              <a:ext uri="{FF2B5EF4-FFF2-40B4-BE49-F238E27FC236}">
                <a16:creationId xmlns:a16="http://schemas.microsoft.com/office/drawing/2014/main" id="{75564009-7B81-4F1D-870F-E2CE9D0EF3B5}"/>
              </a:ext>
            </a:extLst>
          </p:cNvPr>
          <p:cNvSpPr/>
          <p:nvPr/>
        </p:nvSpPr>
        <p:spPr>
          <a:xfrm>
            <a:off x="581188" y="7096162"/>
            <a:ext cx="504056" cy="504056"/>
          </a:xfrm>
          <a:prstGeom prst="foldedCorner">
            <a:avLst>
              <a:gd name="adj" fmla="val 41233"/>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carré corné 6">
            <a:extLst>
              <a:ext uri="{FF2B5EF4-FFF2-40B4-BE49-F238E27FC236}">
                <a16:creationId xmlns:a16="http://schemas.microsoft.com/office/drawing/2014/main" id="{D8B1C72C-3510-4AB0-AC2F-438BACEFB19C}"/>
              </a:ext>
            </a:extLst>
          </p:cNvPr>
          <p:cNvSpPr/>
          <p:nvPr/>
        </p:nvSpPr>
        <p:spPr>
          <a:xfrm>
            <a:off x="1322836" y="6982323"/>
            <a:ext cx="504056" cy="504056"/>
          </a:xfrm>
          <a:prstGeom prst="foldedCorner">
            <a:avLst>
              <a:gd name="adj" fmla="val 41233"/>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arré corné 7">
            <a:extLst>
              <a:ext uri="{FF2B5EF4-FFF2-40B4-BE49-F238E27FC236}">
                <a16:creationId xmlns:a16="http://schemas.microsoft.com/office/drawing/2014/main" id="{C1929840-B59E-44EC-98B4-E7982E09DD85}"/>
              </a:ext>
            </a:extLst>
          </p:cNvPr>
          <p:cNvSpPr/>
          <p:nvPr/>
        </p:nvSpPr>
        <p:spPr>
          <a:xfrm>
            <a:off x="1118360" y="8362900"/>
            <a:ext cx="504056" cy="504056"/>
          </a:xfrm>
          <a:prstGeom prst="foldedCorner">
            <a:avLst>
              <a:gd name="adj" fmla="val 41233"/>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 carré corné 8">
            <a:extLst>
              <a:ext uri="{FF2B5EF4-FFF2-40B4-BE49-F238E27FC236}">
                <a16:creationId xmlns:a16="http://schemas.microsoft.com/office/drawing/2014/main" id="{5C6A165A-456D-4DE9-B180-A61AF9A08330}"/>
              </a:ext>
            </a:extLst>
          </p:cNvPr>
          <p:cNvSpPr/>
          <p:nvPr/>
        </p:nvSpPr>
        <p:spPr>
          <a:xfrm>
            <a:off x="257399" y="7760812"/>
            <a:ext cx="504056" cy="504056"/>
          </a:xfrm>
          <a:prstGeom prst="foldedCorner">
            <a:avLst>
              <a:gd name="adj" fmla="val 41233"/>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 carré corné 9">
            <a:extLst>
              <a:ext uri="{FF2B5EF4-FFF2-40B4-BE49-F238E27FC236}">
                <a16:creationId xmlns:a16="http://schemas.microsoft.com/office/drawing/2014/main" id="{FE375E26-5C8D-43B8-ACDD-6BD58D576AD1}"/>
              </a:ext>
            </a:extLst>
          </p:cNvPr>
          <p:cNvSpPr/>
          <p:nvPr/>
        </p:nvSpPr>
        <p:spPr>
          <a:xfrm>
            <a:off x="1060886" y="7621788"/>
            <a:ext cx="504056" cy="504056"/>
          </a:xfrm>
          <a:prstGeom prst="foldedCorner">
            <a:avLst>
              <a:gd name="adj" fmla="val 41233"/>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228600" y="1574800"/>
            <a:ext cx="6019800" cy="2923877"/>
          </a:xfrm>
          <a:prstGeom prst="rect">
            <a:avLst/>
          </a:prstGeom>
          <a:noFill/>
          <a:ln w="9525">
            <a:noFill/>
            <a:miter lim="800000"/>
            <a:headEnd/>
            <a:tailEnd/>
          </a:ln>
          <a:effectLst/>
        </p:spPr>
        <p:txBody>
          <a:bodyPr>
            <a:spAutoFit/>
          </a:bodyPr>
          <a:lstStyle/>
          <a:p>
            <a:pPr marL="92075" indent="-92075">
              <a:defRPr/>
            </a:pPr>
            <a:r>
              <a:rPr lang="sk-SK" sz="1200" b="1" dirty="0">
                <a:solidFill>
                  <a:schemeClr val="tx1">
                    <a:lumMod val="65000"/>
                    <a:lumOff val="35000"/>
                  </a:schemeClr>
                </a:solidFill>
                <a:latin typeface="Calibri" panose="020F0502020204030204" pitchFamily="34" charset="0"/>
                <a:cs typeface="Calibri" panose="020F0502020204030204" pitchFamily="34" charset="0"/>
              </a:rPr>
              <a:t>Objectifs :</a:t>
            </a:r>
            <a:endParaRPr lang="sk-SK" sz="1200" b="1" dirty="0">
              <a:solidFill>
                <a:schemeClr val="tx1">
                  <a:lumMod val="65000"/>
                  <a:lumOff val="35000"/>
                </a:schemeClr>
              </a:solidFill>
              <a:latin typeface="Calibri" panose="020F0502020204030204" pitchFamily="34" charset="0"/>
              <a:cs typeface="Times New Roman" pitchFamily="18" charset="0"/>
            </a:endParaRPr>
          </a:p>
          <a:p>
            <a:pPr marL="92075" lvl="1" indent="-92075">
              <a:spcBef>
                <a:spcPct val="0"/>
              </a:spcBef>
              <a:defRPr/>
            </a:pPr>
            <a:r>
              <a:rPr lang="sk-SK" sz="1200" dirty="0">
                <a:solidFill>
                  <a:schemeClr val="tx1">
                    <a:lumMod val="65000"/>
                    <a:lumOff val="35000"/>
                  </a:schemeClr>
                </a:solidFill>
                <a:latin typeface="Calibri" panose="020F0502020204030204" pitchFamily="34" charset="0"/>
                <a:cs typeface="Calibri" panose="020F0502020204030204" pitchFamily="34" charset="0"/>
              </a:rPr>
              <a:t>- </a:t>
            </a:r>
            <a:r>
              <a:rPr lang="fr-FR" sz="1200" dirty="0">
                <a:solidFill>
                  <a:schemeClr val="tx1">
                    <a:lumMod val="65000"/>
                    <a:lumOff val="35000"/>
                  </a:schemeClr>
                </a:solidFill>
                <a:latin typeface="Calibri" panose="020F0502020204030204" pitchFamily="34" charset="0"/>
                <a:cs typeface="Calibri" panose="020F0502020204030204" pitchFamily="34" charset="0"/>
              </a:rPr>
              <a:t>Rechercher les cause racines, sans se limiter aux causes "apparentes".</a:t>
            </a:r>
          </a:p>
          <a:p>
            <a:pPr marL="92075" indent="-92075">
              <a:defRPr/>
            </a:pPr>
            <a:endParaRPr lang="sk-SK" sz="1200" dirty="0">
              <a:solidFill>
                <a:schemeClr val="tx1">
                  <a:lumMod val="65000"/>
                  <a:lumOff val="35000"/>
                </a:schemeClr>
              </a:solidFill>
              <a:latin typeface="Calibri" panose="020F0502020204030204" pitchFamily="34" charset="0"/>
              <a:cs typeface="Times New Roman" pitchFamily="18" charset="0"/>
            </a:endParaRPr>
          </a:p>
          <a:p>
            <a:pPr marL="92075" indent="-92075">
              <a:defRPr/>
            </a:pPr>
            <a:r>
              <a:rPr lang="sk-SK" sz="1200" b="1" dirty="0">
                <a:solidFill>
                  <a:schemeClr val="tx1">
                    <a:lumMod val="65000"/>
                    <a:lumOff val="35000"/>
                  </a:schemeClr>
                </a:solidFill>
                <a:latin typeface="Calibri" panose="020F0502020204030204" pitchFamily="34" charset="0"/>
                <a:cs typeface="Calibri" panose="020F0502020204030204" pitchFamily="34" charset="0"/>
              </a:rPr>
              <a:t>Utilisation :</a:t>
            </a:r>
            <a:endParaRPr lang="sk-SK" sz="1200" b="1" dirty="0">
              <a:solidFill>
                <a:schemeClr val="tx1">
                  <a:lumMod val="65000"/>
                  <a:lumOff val="35000"/>
                </a:schemeClr>
              </a:solidFill>
              <a:latin typeface="Calibri" panose="020F0502020204030204" pitchFamily="34" charset="0"/>
              <a:cs typeface="Times New Roman" pitchFamily="18" charset="0"/>
            </a:endParaRPr>
          </a:p>
          <a:p>
            <a:pPr marL="92075" indent="-92075">
              <a:defRPr/>
            </a:pPr>
            <a:endParaRPr lang="sk-SK" sz="1000" dirty="0">
              <a:solidFill>
                <a:schemeClr val="tx1">
                  <a:lumMod val="65000"/>
                  <a:lumOff val="35000"/>
                </a:schemeClr>
              </a:solidFill>
              <a:latin typeface="Calibri" panose="020F0502020204030204" pitchFamily="34" charset="0"/>
              <a:cs typeface="Times New Roman" pitchFamily="18" charset="0"/>
            </a:endParaRPr>
          </a:p>
          <a:p>
            <a:pPr marL="92075" lvl="1" indent="-92075">
              <a:defRPr/>
            </a:pPr>
            <a:r>
              <a:rPr lang="fr-FR" sz="1200" dirty="0">
                <a:solidFill>
                  <a:schemeClr val="tx1">
                    <a:lumMod val="65000"/>
                    <a:lumOff val="35000"/>
                  </a:schemeClr>
                </a:solidFill>
                <a:latin typeface="Calibri" panose="020F0502020204030204" pitchFamily="34" charset="0"/>
                <a:cs typeface="Calibri" panose="020F0502020204030204" pitchFamily="34" charset="0"/>
              </a:rPr>
              <a:t>Effectuer la recherche de la cause racine à 3 niveaux de dysfonctionnements :</a:t>
            </a:r>
          </a:p>
          <a:p>
            <a:pPr marL="92075" lvl="1" indent="-92075">
              <a:buFontTx/>
              <a:buNone/>
              <a:tabLst>
                <a:tab pos="3406775" algn="l"/>
              </a:tabLst>
              <a:defRPr/>
            </a:pPr>
            <a:endParaRPr lang="fr-FR" sz="1000" dirty="0">
              <a:solidFill>
                <a:srgbClr val="FF3300"/>
              </a:solidFill>
              <a:latin typeface="Calibri" panose="020F0502020204030204" pitchFamily="34" charset="0"/>
              <a:cs typeface="Calibri" panose="020F0502020204030204" pitchFamily="34" charset="0"/>
            </a:endParaRPr>
          </a:p>
          <a:p>
            <a:pPr marL="92075" lvl="1" indent="-92075">
              <a:buFontTx/>
              <a:buNone/>
              <a:tabLst>
                <a:tab pos="3406775" algn="l"/>
              </a:tabLst>
              <a:defRPr/>
            </a:pPr>
            <a:r>
              <a:rPr lang="fr-FR" sz="1200" dirty="0">
                <a:solidFill>
                  <a:srgbClr val="FF3300"/>
                </a:solidFill>
                <a:latin typeface="Calibri" panose="020F0502020204030204" pitchFamily="34" charset="0"/>
                <a:cs typeface="Calibri" panose="020F0502020204030204" pitchFamily="34" charset="0"/>
              </a:rPr>
              <a:t>1. </a:t>
            </a:r>
            <a:r>
              <a:rPr lang="fr-FR" sz="1200" dirty="0">
                <a:solidFill>
                  <a:schemeClr val="tx1">
                    <a:lumMod val="65000"/>
                    <a:lumOff val="35000"/>
                  </a:schemeClr>
                </a:solidFill>
                <a:latin typeface="Calibri" panose="020F0502020204030204" pitchFamily="34" charset="0"/>
                <a:cs typeface="Calibri" panose="020F0502020204030204" pitchFamily="34" charset="0"/>
              </a:rPr>
              <a:t>Pourquoi a-t-on eu ce problème ? 	= Correction</a:t>
            </a:r>
          </a:p>
          <a:p>
            <a:pPr marL="92075" lvl="1" indent="-92075">
              <a:buFontTx/>
              <a:buNone/>
              <a:tabLst>
                <a:tab pos="3406775" algn="l"/>
              </a:tabLst>
              <a:defRPr/>
            </a:pPr>
            <a:endParaRPr lang="fr-FR" sz="1000" dirty="0">
              <a:solidFill>
                <a:srgbClr val="FF3300"/>
              </a:solidFill>
              <a:latin typeface="Calibri" panose="020F0502020204030204" pitchFamily="34" charset="0"/>
              <a:cs typeface="Calibri" panose="020F0502020204030204" pitchFamily="34" charset="0"/>
            </a:endParaRPr>
          </a:p>
          <a:p>
            <a:pPr marL="92075" lvl="1" indent="-92075">
              <a:buFontTx/>
              <a:buNone/>
              <a:tabLst>
                <a:tab pos="3406775" algn="l"/>
              </a:tabLst>
              <a:defRPr/>
            </a:pPr>
            <a:r>
              <a:rPr lang="fr-FR" sz="1200" dirty="0">
                <a:solidFill>
                  <a:srgbClr val="FF3300"/>
                </a:solidFill>
                <a:latin typeface="Calibri" panose="020F0502020204030204" pitchFamily="34" charset="0"/>
                <a:cs typeface="Calibri" panose="020F0502020204030204" pitchFamily="34" charset="0"/>
              </a:rPr>
              <a:t>2. </a:t>
            </a:r>
            <a:r>
              <a:rPr lang="fr-FR" sz="1200" dirty="0">
                <a:solidFill>
                  <a:schemeClr val="tx1">
                    <a:lumMod val="65000"/>
                    <a:lumOff val="35000"/>
                  </a:schemeClr>
                </a:solidFill>
                <a:latin typeface="Calibri" panose="020F0502020204030204" pitchFamily="34" charset="0"/>
                <a:cs typeface="Calibri" panose="020F0502020204030204" pitchFamily="34" charset="0"/>
              </a:rPr>
              <a:t>Pourquoi ce problème n'a pas été détecté ? 	= Détection</a:t>
            </a:r>
          </a:p>
          <a:p>
            <a:pPr marL="92075" lvl="1" indent="-92075">
              <a:buFontTx/>
              <a:buNone/>
              <a:tabLst>
                <a:tab pos="3406775" algn="l"/>
              </a:tabLst>
              <a:defRPr/>
            </a:pPr>
            <a:endParaRPr lang="fr-FR" sz="1000" dirty="0">
              <a:solidFill>
                <a:srgbClr val="FF3300"/>
              </a:solidFill>
              <a:latin typeface="Calibri" panose="020F0502020204030204" pitchFamily="34" charset="0"/>
              <a:cs typeface="Calibri" panose="020F0502020204030204" pitchFamily="34" charset="0"/>
            </a:endParaRPr>
          </a:p>
          <a:p>
            <a:pPr marL="92075" lvl="1" indent="-92075">
              <a:buFontTx/>
              <a:buNone/>
              <a:tabLst>
                <a:tab pos="3406775" algn="l"/>
              </a:tabLst>
              <a:defRPr/>
            </a:pPr>
            <a:r>
              <a:rPr lang="fr-FR" sz="1200" dirty="0">
                <a:solidFill>
                  <a:srgbClr val="FF3300"/>
                </a:solidFill>
                <a:latin typeface="Calibri" panose="020F0502020204030204" pitchFamily="34" charset="0"/>
                <a:cs typeface="Calibri" panose="020F0502020204030204" pitchFamily="34" charset="0"/>
              </a:rPr>
              <a:t>3. </a:t>
            </a:r>
            <a:r>
              <a:rPr lang="fr-FR" sz="1200" dirty="0">
                <a:solidFill>
                  <a:schemeClr val="tx1">
                    <a:lumMod val="65000"/>
                    <a:lumOff val="35000"/>
                  </a:schemeClr>
                </a:solidFill>
                <a:latin typeface="Calibri" panose="020F0502020204030204" pitchFamily="34" charset="0"/>
                <a:cs typeface="Calibri" panose="020F0502020204030204" pitchFamily="34" charset="0"/>
              </a:rPr>
              <a:t>Pourquoi le système n'a pas prévenu le problème ? 	= Prévention</a:t>
            </a:r>
          </a:p>
          <a:p>
            <a:pPr marL="92075" indent="-92075">
              <a:tabLst>
                <a:tab pos="3406775" algn="l"/>
              </a:tabLst>
              <a:defRPr/>
            </a:pPr>
            <a:endParaRPr lang="fr-FR" sz="1000" dirty="0">
              <a:solidFill>
                <a:schemeClr val="tx1">
                  <a:lumMod val="65000"/>
                  <a:lumOff val="35000"/>
                </a:schemeClr>
              </a:solidFill>
              <a:latin typeface="Calibri" panose="020F0502020204030204" pitchFamily="34" charset="0"/>
              <a:cs typeface="Calibri" panose="020F0502020204030204" pitchFamily="34" charset="0"/>
            </a:endParaRPr>
          </a:p>
          <a:p>
            <a:pPr marL="0" lvl="1">
              <a:defRPr/>
            </a:pPr>
            <a:r>
              <a:rPr lang="fr-FR" sz="1200" dirty="0">
                <a:solidFill>
                  <a:schemeClr val="tx1">
                    <a:lumMod val="65000"/>
                    <a:lumOff val="35000"/>
                  </a:schemeClr>
                </a:solidFill>
                <a:latin typeface="Calibri" panose="020F0502020204030204" pitchFamily="34" charset="0"/>
                <a:cs typeface="Calibri" panose="020F0502020204030204" pitchFamily="34" charset="0"/>
              </a:rPr>
              <a:t>Pour chaque cause, se poser la question autant de fois que nécessaire, jusqu'à tenir la cause réelle (celle sur laquelle il faut agir), que l'on nomme la cause racine.</a:t>
            </a:r>
          </a:p>
          <a:p>
            <a:pPr marL="92075" indent="-92075">
              <a:defRPr/>
            </a:pPr>
            <a:endParaRPr lang="fr-FR" sz="1200" b="1" dirty="0">
              <a:solidFill>
                <a:schemeClr val="tx1">
                  <a:lumMod val="65000"/>
                  <a:lumOff val="35000"/>
                </a:schemeClr>
              </a:solidFill>
              <a:effectLst>
                <a:outerShdw blurRad="38100" dist="38100" dir="2700000" algn="tl">
                  <a:srgbClr val="C0C0C0"/>
                </a:outerShdw>
              </a:effectLst>
              <a:latin typeface="Calibri" panose="020F0502020204030204" pitchFamily="34" charset="0"/>
              <a:cs typeface="Calibri" panose="020F0502020204030204" pitchFamily="34" charset="0"/>
            </a:endParaRPr>
          </a:p>
        </p:txBody>
      </p:sp>
      <p:sp>
        <p:nvSpPr>
          <p:cNvPr id="32771" name="Text Box 3"/>
          <p:cNvSpPr txBox="1">
            <a:spLocks noChangeArrowheads="1"/>
          </p:cNvSpPr>
          <p:nvPr/>
        </p:nvSpPr>
        <p:spPr bwMode="auto">
          <a:xfrm>
            <a:off x="498475" y="457200"/>
            <a:ext cx="4036169" cy="533400"/>
          </a:xfrm>
          <a:prstGeom prst="rect">
            <a:avLst/>
          </a:prstGeom>
          <a:solidFill>
            <a:schemeClr val="bg1"/>
          </a:solidFill>
          <a:ln w="19050">
            <a:solidFill>
              <a:srgbClr val="FF3300"/>
            </a:solidFill>
            <a:miter lim="800000"/>
            <a:headEnd/>
            <a:tailEnd/>
          </a:ln>
          <a:effectLst/>
        </p:spPr>
        <p:txBody>
          <a:bodyPr anchor="ctr"/>
          <a:lstStyle>
            <a:defPPr>
              <a:defRPr lang="fr-FR"/>
            </a:defPPr>
            <a:lvl1pPr algn="ctr" eaLnBrk="1" hangingPunct="1">
              <a:defRPr sz="2000" b="1" cap="small">
                <a:solidFill>
                  <a:srgbClr val="27A8E0"/>
                </a:solidFill>
                <a:latin typeface="Calibri" panose="020F0502020204030204" pitchFamily="34" charset="0"/>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fr-FR" altLang="fr-FR" dirty="0"/>
              <a:t>LE 5 POURQUOI</a:t>
            </a:r>
            <a:endParaRPr lang="sk-SK" altLang="fr-FR" dirty="0"/>
          </a:p>
        </p:txBody>
      </p:sp>
      <p:pic>
        <p:nvPicPr>
          <p:cNvPr id="5" name="Image 4">
            <a:extLst>
              <a:ext uri="{FF2B5EF4-FFF2-40B4-BE49-F238E27FC236}">
                <a16:creationId xmlns:a16="http://schemas.microsoft.com/office/drawing/2014/main" id="{84F7CD8D-34AE-4291-A13E-FAA9C845EFE6}"/>
              </a:ext>
            </a:extLst>
          </p:cNvPr>
          <p:cNvPicPr>
            <a:picLocks noChangeAspect="1"/>
          </p:cNvPicPr>
          <p:nvPr/>
        </p:nvPicPr>
        <p:blipFill rotWithShape="1">
          <a:blip r:embed="rId2"/>
          <a:srcRect l="1394" b="839"/>
          <a:stretch/>
        </p:blipFill>
        <p:spPr>
          <a:xfrm>
            <a:off x="4600112" y="225996"/>
            <a:ext cx="1643872" cy="1411260"/>
          </a:xfrm>
          <a:prstGeom prst="rect">
            <a:avLst/>
          </a:prstGeom>
        </p:spPr>
      </p:pic>
      <p:grpSp>
        <p:nvGrpSpPr>
          <p:cNvPr id="57" name="Groupe 56">
            <a:extLst>
              <a:ext uri="{FF2B5EF4-FFF2-40B4-BE49-F238E27FC236}">
                <a16:creationId xmlns:a16="http://schemas.microsoft.com/office/drawing/2014/main" id="{9EE4DDF3-FC87-4513-958F-DEF2C3C7D86C}"/>
              </a:ext>
            </a:extLst>
          </p:cNvPr>
          <p:cNvGrpSpPr/>
          <p:nvPr/>
        </p:nvGrpSpPr>
        <p:grpSpPr>
          <a:xfrm>
            <a:off x="237024" y="4506238"/>
            <a:ext cx="5917130" cy="1768390"/>
            <a:chOff x="237024" y="4926272"/>
            <a:chExt cx="5917130" cy="1768390"/>
          </a:xfrm>
        </p:grpSpPr>
        <p:sp>
          <p:nvSpPr>
            <p:cNvPr id="8" name="Text Box 4">
              <a:extLst>
                <a:ext uri="{FF2B5EF4-FFF2-40B4-BE49-F238E27FC236}">
                  <a16:creationId xmlns:a16="http://schemas.microsoft.com/office/drawing/2014/main" id="{163E9FB0-8703-44FA-822F-571E21AD6F50}"/>
                </a:ext>
              </a:extLst>
            </p:cNvPr>
            <p:cNvSpPr txBox="1">
              <a:spLocks noChangeArrowheads="1"/>
            </p:cNvSpPr>
            <p:nvPr/>
          </p:nvSpPr>
          <p:spPr bwMode="auto">
            <a:xfrm>
              <a:off x="237024" y="4926272"/>
              <a:ext cx="2926171" cy="264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8858" tIns="39429" rIns="78858" bIns="39429">
              <a:spAutoFit/>
            </a:bodyPr>
            <a:lstStyle>
              <a:lvl1pPr defTabSz="788988">
                <a:tabLst>
                  <a:tab pos="161925" algn="l"/>
                  <a:tab pos="323850" algn="l"/>
                  <a:tab pos="498475" algn="l"/>
                  <a:tab pos="733425" algn="l"/>
                  <a:tab pos="909638" algn="l"/>
                </a:tabLst>
                <a:defRPr sz="2400">
                  <a:solidFill>
                    <a:schemeClr val="tx1"/>
                  </a:solidFill>
                  <a:latin typeface="Times New Roman" panose="02020603050405020304" pitchFamily="18" charset="0"/>
                </a:defRPr>
              </a:lvl1pPr>
              <a:lvl2pPr marL="582613" defTabSz="788988">
                <a:tabLst>
                  <a:tab pos="161925" algn="l"/>
                  <a:tab pos="323850" algn="l"/>
                  <a:tab pos="498475" algn="l"/>
                  <a:tab pos="733425" algn="l"/>
                  <a:tab pos="909638" algn="l"/>
                </a:tabLst>
                <a:defRPr sz="2400">
                  <a:solidFill>
                    <a:schemeClr val="tx1"/>
                  </a:solidFill>
                  <a:latin typeface="Times New Roman" panose="02020603050405020304" pitchFamily="18" charset="0"/>
                </a:defRPr>
              </a:lvl2pPr>
              <a:lvl3pPr marL="788988" defTabSz="788988">
                <a:tabLst>
                  <a:tab pos="161925" algn="l"/>
                  <a:tab pos="323850" algn="l"/>
                  <a:tab pos="498475" algn="l"/>
                  <a:tab pos="733425" algn="l"/>
                  <a:tab pos="909638" algn="l"/>
                </a:tabLst>
                <a:defRPr sz="2400">
                  <a:solidFill>
                    <a:schemeClr val="tx1"/>
                  </a:solidFill>
                  <a:latin typeface="Times New Roman" panose="02020603050405020304" pitchFamily="18" charset="0"/>
                </a:defRPr>
              </a:lvl3pPr>
              <a:lvl4pPr marL="1182688" defTabSz="788988">
                <a:tabLst>
                  <a:tab pos="161925" algn="l"/>
                  <a:tab pos="323850" algn="l"/>
                  <a:tab pos="498475" algn="l"/>
                  <a:tab pos="733425" algn="l"/>
                  <a:tab pos="909638" algn="l"/>
                </a:tabLst>
                <a:defRPr sz="2400">
                  <a:solidFill>
                    <a:schemeClr val="tx1"/>
                  </a:solidFill>
                  <a:latin typeface="Times New Roman" panose="02020603050405020304" pitchFamily="18" charset="0"/>
                </a:defRPr>
              </a:lvl4pPr>
              <a:lvl5pPr marL="1576388" defTabSz="788988">
                <a:tabLst>
                  <a:tab pos="161925" algn="l"/>
                  <a:tab pos="323850" algn="l"/>
                  <a:tab pos="498475" algn="l"/>
                  <a:tab pos="733425" algn="l"/>
                  <a:tab pos="909638" algn="l"/>
                </a:tabLst>
                <a:defRPr sz="2400">
                  <a:solidFill>
                    <a:schemeClr val="tx1"/>
                  </a:solidFill>
                  <a:latin typeface="Times New Roman" panose="02020603050405020304" pitchFamily="18" charset="0"/>
                </a:defRPr>
              </a:lvl5pPr>
              <a:lvl6pPr marL="2033588" defTabSz="788988" fontAlgn="base">
                <a:spcBef>
                  <a:spcPct val="0"/>
                </a:spcBef>
                <a:spcAft>
                  <a:spcPct val="0"/>
                </a:spcAft>
                <a:tabLst>
                  <a:tab pos="161925" algn="l"/>
                  <a:tab pos="323850" algn="l"/>
                  <a:tab pos="498475" algn="l"/>
                  <a:tab pos="733425" algn="l"/>
                  <a:tab pos="909638" algn="l"/>
                </a:tabLst>
                <a:defRPr sz="2400">
                  <a:solidFill>
                    <a:schemeClr val="tx1"/>
                  </a:solidFill>
                  <a:latin typeface="Times New Roman" panose="02020603050405020304" pitchFamily="18" charset="0"/>
                </a:defRPr>
              </a:lvl6pPr>
              <a:lvl7pPr marL="2490788" defTabSz="788988" fontAlgn="base">
                <a:spcBef>
                  <a:spcPct val="0"/>
                </a:spcBef>
                <a:spcAft>
                  <a:spcPct val="0"/>
                </a:spcAft>
                <a:tabLst>
                  <a:tab pos="161925" algn="l"/>
                  <a:tab pos="323850" algn="l"/>
                  <a:tab pos="498475" algn="l"/>
                  <a:tab pos="733425" algn="l"/>
                  <a:tab pos="909638" algn="l"/>
                </a:tabLst>
                <a:defRPr sz="2400">
                  <a:solidFill>
                    <a:schemeClr val="tx1"/>
                  </a:solidFill>
                  <a:latin typeface="Times New Roman" panose="02020603050405020304" pitchFamily="18" charset="0"/>
                </a:defRPr>
              </a:lvl7pPr>
              <a:lvl8pPr marL="2947988" defTabSz="788988" fontAlgn="base">
                <a:spcBef>
                  <a:spcPct val="0"/>
                </a:spcBef>
                <a:spcAft>
                  <a:spcPct val="0"/>
                </a:spcAft>
                <a:tabLst>
                  <a:tab pos="161925" algn="l"/>
                  <a:tab pos="323850" algn="l"/>
                  <a:tab pos="498475" algn="l"/>
                  <a:tab pos="733425" algn="l"/>
                  <a:tab pos="909638" algn="l"/>
                </a:tabLst>
                <a:defRPr sz="2400">
                  <a:solidFill>
                    <a:schemeClr val="tx1"/>
                  </a:solidFill>
                  <a:latin typeface="Times New Roman" panose="02020603050405020304" pitchFamily="18" charset="0"/>
                </a:defRPr>
              </a:lvl8pPr>
              <a:lvl9pPr marL="3405188" defTabSz="788988" fontAlgn="base">
                <a:spcBef>
                  <a:spcPct val="0"/>
                </a:spcBef>
                <a:spcAft>
                  <a:spcPct val="0"/>
                </a:spcAft>
                <a:tabLst>
                  <a:tab pos="161925" algn="l"/>
                  <a:tab pos="323850" algn="l"/>
                  <a:tab pos="498475" algn="l"/>
                  <a:tab pos="733425" algn="l"/>
                  <a:tab pos="909638" algn="l"/>
                </a:tabLst>
                <a:defRPr sz="2400">
                  <a:solidFill>
                    <a:schemeClr val="tx1"/>
                  </a:solidFill>
                  <a:latin typeface="Times New Roman" panose="02020603050405020304" pitchFamily="18" charset="0"/>
                </a:defRPr>
              </a:lvl9pPr>
            </a:lstStyle>
            <a:p>
              <a:r>
                <a:rPr lang="fr-FR" altLang="fr-FR" sz="1200" b="1" i="1" dirty="0">
                  <a:solidFill>
                    <a:srgbClr val="C00000"/>
                  </a:solidFill>
                  <a:latin typeface="Calibri" panose="020F0502020204030204" pitchFamily="34" charset="0"/>
                  <a:cs typeface="Calibri" panose="020F0502020204030204" pitchFamily="34" charset="0"/>
                </a:rPr>
                <a:t>Pourquoi a-t-on eu ce problème ? : </a:t>
              </a:r>
            </a:p>
          </p:txBody>
        </p:sp>
        <p:sp>
          <p:nvSpPr>
            <p:cNvPr id="11" name="Rectangle 7">
              <a:extLst>
                <a:ext uri="{FF2B5EF4-FFF2-40B4-BE49-F238E27FC236}">
                  <a16:creationId xmlns:a16="http://schemas.microsoft.com/office/drawing/2014/main" id="{87416DFD-8AE9-4BB0-8D74-EC8FE1A0B792}"/>
                </a:ext>
              </a:extLst>
            </p:cNvPr>
            <p:cNvSpPr>
              <a:spLocks noChangeArrowheads="1"/>
            </p:cNvSpPr>
            <p:nvPr/>
          </p:nvSpPr>
          <p:spPr bwMode="auto">
            <a:xfrm>
              <a:off x="312329" y="5244469"/>
              <a:ext cx="1086002" cy="315288"/>
            </a:xfrm>
            <a:prstGeom prst="rect">
              <a:avLst/>
            </a:prstGeom>
            <a:solidFill>
              <a:schemeClr val="bg1"/>
            </a:solidFill>
            <a:ln w="9525">
              <a:solidFill>
                <a:srgbClr val="C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solidFill>
                  <a:srgbClr val="C00000"/>
                </a:solidFill>
                <a:latin typeface="Calibri" panose="020F0502020204030204" pitchFamily="34" charset="0"/>
                <a:cs typeface="Calibri" panose="020F0502020204030204" pitchFamily="34" charset="0"/>
              </a:endParaRPr>
            </a:p>
          </p:txBody>
        </p:sp>
        <p:sp>
          <p:nvSpPr>
            <p:cNvPr id="12" name="Freeform 8">
              <a:extLst>
                <a:ext uri="{FF2B5EF4-FFF2-40B4-BE49-F238E27FC236}">
                  <a16:creationId xmlns:a16="http://schemas.microsoft.com/office/drawing/2014/main" id="{4E091AFC-535D-40E9-BD4F-19DAA59DF7DC}"/>
                </a:ext>
              </a:extLst>
            </p:cNvPr>
            <p:cNvSpPr>
              <a:spLocks/>
            </p:cNvSpPr>
            <p:nvPr/>
          </p:nvSpPr>
          <p:spPr bwMode="auto">
            <a:xfrm>
              <a:off x="854222" y="5604548"/>
              <a:ext cx="584515" cy="131467"/>
            </a:xfrm>
            <a:custGeom>
              <a:avLst/>
              <a:gdLst>
                <a:gd name="T0" fmla="*/ 0 w 96"/>
                <a:gd name="T1" fmla="*/ 0 h 192"/>
                <a:gd name="T2" fmla="*/ 0 w 96"/>
                <a:gd name="T3" fmla="*/ 192 h 192"/>
                <a:gd name="T4" fmla="*/ 96 w 96"/>
                <a:gd name="T5" fmla="*/ 192 h 192"/>
              </a:gdLst>
              <a:ahLst/>
              <a:cxnLst>
                <a:cxn ang="0">
                  <a:pos x="T0" y="T1"/>
                </a:cxn>
                <a:cxn ang="0">
                  <a:pos x="T2" y="T3"/>
                </a:cxn>
                <a:cxn ang="0">
                  <a:pos x="T4" y="T5"/>
                </a:cxn>
              </a:cxnLst>
              <a:rect l="0" t="0" r="r" b="b"/>
              <a:pathLst>
                <a:path w="96" h="192">
                  <a:moveTo>
                    <a:pt x="0" y="0"/>
                  </a:moveTo>
                  <a:lnTo>
                    <a:pt x="0" y="192"/>
                  </a:lnTo>
                  <a:lnTo>
                    <a:pt x="96" y="192"/>
                  </a:lnTo>
                </a:path>
              </a:pathLst>
            </a:custGeom>
            <a:noFill/>
            <a:ln w="19050" cmpd="sng">
              <a:solidFill>
                <a:srgbClr val="C00000"/>
              </a:solidFill>
              <a:round/>
              <a:headEnd type="none" w="med" len="med"/>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solidFill>
                  <a:srgbClr val="C00000"/>
                </a:solidFill>
                <a:latin typeface="Calibri" panose="020F0502020204030204" pitchFamily="34" charset="0"/>
                <a:cs typeface="Calibri" panose="020F0502020204030204" pitchFamily="34" charset="0"/>
              </a:endParaRPr>
            </a:p>
          </p:txBody>
        </p:sp>
        <p:sp>
          <p:nvSpPr>
            <p:cNvPr id="13" name="Text Box 9">
              <a:extLst>
                <a:ext uri="{FF2B5EF4-FFF2-40B4-BE49-F238E27FC236}">
                  <a16:creationId xmlns:a16="http://schemas.microsoft.com/office/drawing/2014/main" id="{1159799C-92F2-4089-BC7C-916205279442}"/>
                </a:ext>
              </a:extLst>
            </p:cNvPr>
            <p:cNvSpPr txBox="1">
              <a:spLocks noChangeArrowheads="1"/>
            </p:cNvSpPr>
            <p:nvPr/>
          </p:nvSpPr>
          <p:spPr bwMode="auto">
            <a:xfrm>
              <a:off x="946660" y="5560920"/>
              <a:ext cx="660997" cy="218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8858" tIns="39429" rIns="78858" bIns="39429">
              <a:spAutoFit/>
            </a:bodyPr>
            <a:lstStyle>
              <a:lvl1pPr defTabSz="788988">
                <a:defRPr sz="2400">
                  <a:solidFill>
                    <a:schemeClr val="tx1"/>
                  </a:solidFill>
                  <a:latin typeface="Times New Roman" panose="02020603050405020304" pitchFamily="18" charset="0"/>
                </a:defRPr>
              </a:lvl1pPr>
              <a:lvl2pPr marL="393700" defTabSz="788988">
                <a:defRPr sz="2400">
                  <a:solidFill>
                    <a:schemeClr val="tx1"/>
                  </a:solidFill>
                  <a:latin typeface="Times New Roman" panose="02020603050405020304" pitchFamily="18" charset="0"/>
                </a:defRPr>
              </a:lvl2pPr>
              <a:lvl3pPr marL="788988" defTabSz="788988">
                <a:defRPr sz="2400">
                  <a:solidFill>
                    <a:schemeClr val="tx1"/>
                  </a:solidFill>
                  <a:latin typeface="Times New Roman" panose="02020603050405020304" pitchFamily="18" charset="0"/>
                </a:defRPr>
              </a:lvl3pPr>
              <a:lvl4pPr marL="1182688" defTabSz="788988">
                <a:defRPr sz="2400">
                  <a:solidFill>
                    <a:schemeClr val="tx1"/>
                  </a:solidFill>
                  <a:latin typeface="Times New Roman" panose="02020603050405020304" pitchFamily="18" charset="0"/>
                </a:defRPr>
              </a:lvl4pPr>
              <a:lvl5pPr marL="1576388" defTabSz="788988">
                <a:defRPr sz="2400">
                  <a:solidFill>
                    <a:schemeClr val="tx1"/>
                  </a:solidFill>
                  <a:latin typeface="Times New Roman" panose="02020603050405020304" pitchFamily="18" charset="0"/>
                </a:defRPr>
              </a:lvl5pPr>
              <a:lvl6pPr marL="2033588" defTabSz="788988" fontAlgn="base">
                <a:spcBef>
                  <a:spcPct val="0"/>
                </a:spcBef>
                <a:spcAft>
                  <a:spcPct val="0"/>
                </a:spcAft>
                <a:defRPr sz="2400">
                  <a:solidFill>
                    <a:schemeClr val="tx1"/>
                  </a:solidFill>
                  <a:latin typeface="Times New Roman" panose="02020603050405020304" pitchFamily="18" charset="0"/>
                </a:defRPr>
              </a:lvl6pPr>
              <a:lvl7pPr marL="2490788" defTabSz="788988" fontAlgn="base">
                <a:spcBef>
                  <a:spcPct val="0"/>
                </a:spcBef>
                <a:spcAft>
                  <a:spcPct val="0"/>
                </a:spcAft>
                <a:defRPr sz="2400">
                  <a:solidFill>
                    <a:schemeClr val="tx1"/>
                  </a:solidFill>
                  <a:latin typeface="Times New Roman" panose="02020603050405020304" pitchFamily="18" charset="0"/>
                </a:defRPr>
              </a:lvl7pPr>
              <a:lvl8pPr marL="2947988" defTabSz="788988" fontAlgn="base">
                <a:spcBef>
                  <a:spcPct val="0"/>
                </a:spcBef>
                <a:spcAft>
                  <a:spcPct val="0"/>
                </a:spcAft>
                <a:defRPr sz="2400">
                  <a:solidFill>
                    <a:schemeClr val="tx1"/>
                  </a:solidFill>
                  <a:latin typeface="Times New Roman" panose="02020603050405020304" pitchFamily="18" charset="0"/>
                </a:defRPr>
              </a:lvl8pPr>
              <a:lvl9pPr marL="3405188" defTabSz="788988" fontAlgn="base">
                <a:spcBef>
                  <a:spcPct val="0"/>
                </a:spcBef>
                <a:spcAft>
                  <a:spcPct val="0"/>
                </a:spcAft>
                <a:defRPr sz="2400">
                  <a:solidFill>
                    <a:schemeClr val="tx1"/>
                  </a:solidFill>
                  <a:latin typeface="Times New Roman" panose="02020603050405020304" pitchFamily="18" charset="0"/>
                </a:defRPr>
              </a:lvl9pPr>
            </a:lstStyle>
            <a:p>
              <a:pPr eaLnBrk="0" hangingPunct="0"/>
              <a:r>
                <a:rPr lang="fr-FR" altLang="fr-FR" sz="900" i="1">
                  <a:solidFill>
                    <a:srgbClr val="C00000"/>
                  </a:solidFill>
                  <a:latin typeface="Calibri" panose="020F0502020204030204" pitchFamily="34" charset="0"/>
                  <a:cs typeface="Calibri" panose="020F0502020204030204" pitchFamily="34" charset="0"/>
                </a:rPr>
                <a:t>pourquoi ?</a:t>
              </a:r>
            </a:p>
          </p:txBody>
        </p:sp>
        <p:sp>
          <p:nvSpPr>
            <p:cNvPr id="14" name="Rectangle 10">
              <a:extLst>
                <a:ext uri="{FF2B5EF4-FFF2-40B4-BE49-F238E27FC236}">
                  <a16:creationId xmlns:a16="http://schemas.microsoft.com/office/drawing/2014/main" id="{2310EE40-2D56-4BD0-9BEE-710321975C46}"/>
                </a:ext>
              </a:extLst>
            </p:cNvPr>
            <p:cNvSpPr>
              <a:spLocks noChangeArrowheads="1"/>
            </p:cNvSpPr>
            <p:nvPr/>
          </p:nvSpPr>
          <p:spPr bwMode="auto">
            <a:xfrm>
              <a:off x="1468074" y="5469009"/>
              <a:ext cx="1086002" cy="315288"/>
            </a:xfrm>
            <a:prstGeom prst="rect">
              <a:avLst/>
            </a:prstGeom>
            <a:solidFill>
              <a:schemeClr val="bg1"/>
            </a:solidFill>
            <a:ln w="9525">
              <a:solidFill>
                <a:srgbClr val="C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solidFill>
                  <a:srgbClr val="C00000"/>
                </a:solidFill>
                <a:latin typeface="Calibri" panose="020F0502020204030204" pitchFamily="34" charset="0"/>
                <a:cs typeface="Calibri" panose="020F0502020204030204" pitchFamily="34" charset="0"/>
              </a:endParaRPr>
            </a:p>
          </p:txBody>
        </p:sp>
        <p:sp>
          <p:nvSpPr>
            <p:cNvPr id="15" name="Freeform 11">
              <a:extLst>
                <a:ext uri="{FF2B5EF4-FFF2-40B4-BE49-F238E27FC236}">
                  <a16:creationId xmlns:a16="http://schemas.microsoft.com/office/drawing/2014/main" id="{2147F054-E92E-40A3-B527-965704E9E99C}"/>
                </a:ext>
              </a:extLst>
            </p:cNvPr>
            <p:cNvSpPr>
              <a:spLocks/>
            </p:cNvSpPr>
            <p:nvPr/>
          </p:nvSpPr>
          <p:spPr bwMode="auto">
            <a:xfrm>
              <a:off x="2011075" y="5830252"/>
              <a:ext cx="584515" cy="131467"/>
            </a:xfrm>
            <a:custGeom>
              <a:avLst/>
              <a:gdLst>
                <a:gd name="T0" fmla="*/ 0 w 96"/>
                <a:gd name="T1" fmla="*/ 0 h 192"/>
                <a:gd name="T2" fmla="*/ 0 w 96"/>
                <a:gd name="T3" fmla="*/ 192 h 192"/>
                <a:gd name="T4" fmla="*/ 96 w 96"/>
                <a:gd name="T5" fmla="*/ 192 h 192"/>
              </a:gdLst>
              <a:ahLst/>
              <a:cxnLst>
                <a:cxn ang="0">
                  <a:pos x="T0" y="T1"/>
                </a:cxn>
                <a:cxn ang="0">
                  <a:pos x="T2" y="T3"/>
                </a:cxn>
                <a:cxn ang="0">
                  <a:pos x="T4" y="T5"/>
                </a:cxn>
              </a:cxnLst>
              <a:rect l="0" t="0" r="r" b="b"/>
              <a:pathLst>
                <a:path w="96" h="192">
                  <a:moveTo>
                    <a:pt x="0" y="0"/>
                  </a:moveTo>
                  <a:lnTo>
                    <a:pt x="0" y="192"/>
                  </a:lnTo>
                  <a:lnTo>
                    <a:pt x="96" y="192"/>
                  </a:lnTo>
                </a:path>
              </a:pathLst>
            </a:custGeom>
            <a:noFill/>
            <a:ln w="19050" cmpd="sng">
              <a:solidFill>
                <a:srgbClr val="C00000"/>
              </a:solidFill>
              <a:round/>
              <a:headEnd type="none" w="med" len="med"/>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solidFill>
                  <a:srgbClr val="C00000"/>
                </a:solidFill>
                <a:latin typeface="Calibri" panose="020F0502020204030204" pitchFamily="34" charset="0"/>
                <a:cs typeface="Calibri" panose="020F0502020204030204" pitchFamily="34" charset="0"/>
              </a:endParaRPr>
            </a:p>
          </p:txBody>
        </p:sp>
        <p:sp>
          <p:nvSpPr>
            <p:cNvPr id="16" name="Text Box 12">
              <a:extLst>
                <a:ext uri="{FF2B5EF4-FFF2-40B4-BE49-F238E27FC236}">
                  <a16:creationId xmlns:a16="http://schemas.microsoft.com/office/drawing/2014/main" id="{5FBB7B0C-A5FF-4731-A78C-78F37EA49619}"/>
                </a:ext>
              </a:extLst>
            </p:cNvPr>
            <p:cNvSpPr txBox="1">
              <a:spLocks noChangeArrowheads="1"/>
            </p:cNvSpPr>
            <p:nvPr/>
          </p:nvSpPr>
          <p:spPr bwMode="auto">
            <a:xfrm>
              <a:off x="2103512" y="5792441"/>
              <a:ext cx="660997" cy="218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8858" tIns="39429" rIns="78858" bIns="39429">
              <a:spAutoFit/>
            </a:bodyPr>
            <a:lstStyle>
              <a:lvl1pPr defTabSz="788988">
                <a:defRPr sz="2400">
                  <a:solidFill>
                    <a:schemeClr val="tx1"/>
                  </a:solidFill>
                  <a:latin typeface="Times New Roman" panose="02020603050405020304" pitchFamily="18" charset="0"/>
                </a:defRPr>
              </a:lvl1pPr>
              <a:lvl2pPr marL="393700" defTabSz="788988">
                <a:defRPr sz="2400">
                  <a:solidFill>
                    <a:schemeClr val="tx1"/>
                  </a:solidFill>
                  <a:latin typeface="Times New Roman" panose="02020603050405020304" pitchFamily="18" charset="0"/>
                </a:defRPr>
              </a:lvl2pPr>
              <a:lvl3pPr marL="788988" defTabSz="788988">
                <a:defRPr sz="2400">
                  <a:solidFill>
                    <a:schemeClr val="tx1"/>
                  </a:solidFill>
                  <a:latin typeface="Times New Roman" panose="02020603050405020304" pitchFamily="18" charset="0"/>
                </a:defRPr>
              </a:lvl3pPr>
              <a:lvl4pPr marL="1182688" defTabSz="788988">
                <a:defRPr sz="2400">
                  <a:solidFill>
                    <a:schemeClr val="tx1"/>
                  </a:solidFill>
                  <a:latin typeface="Times New Roman" panose="02020603050405020304" pitchFamily="18" charset="0"/>
                </a:defRPr>
              </a:lvl4pPr>
              <a:lvl5pPr marL="1576388" defTabSz="788988">
                <a:defRPr sz="2400">
                  <a:solidFill>
                    <a:schemeClr val="tx1"/>
                  </a:solidFill>
                  <a:latin typeface="Times New Roman" panose="02020603050405020304" pitchFamily="18" charset="0"/>
                </a:defRPr>
              </a:lvl5pPr>
              <a:lvl6pPr marL="2033588" defTabSz="788988" fontAlgn="base">
                <a:spcBef>
                  <a:spcPct val="0"/>
                </a:spcBef>
                <a:spcAft>
                  <a:spcPct val="0"/>
                </a:spcAft>
                <a:defRPr sz="2400">
                  <a:solidFill>
                    <a:schemeClr val="tx1"/>
                  </a:solidFill>
                  <a:latin typeface="Times New Roman" panose="02020603050405020304" pitchFamily="18" charset="0"/>
                </a:defRPr>
              </a:lvl6pPr>
              <a:lvl7pPr marL="2490788" defTabSz="788988" fontAlgn="base">
                <a:spcBef>
                  <a:spcPct val="0"/>
                </a:spcBef>
                <a:spcAft>
                  <a:spcPct val="0"/>
                </a:spcAft>
                <a:defRPr sz="2400">
                  <a:solidFill>
                    <a:schemeClr val="tx1"/>
                  </a:solidFill>
                  <a:latin typeface="Times New Roman" panose="02020603050405020304" pitchFamily="18" charset="0"/>
                </a:defRPr>
              </a:lvl7pPr>
              <a:lvl8pPr marL="2947988" defTabSz="788988" fontAlgn="base">
                <a:spcBef>
                  <a:spcPct val="0"/>
                </a:spcBef>
                <a:spcAft>
                  <a:spcPct val="0"/>
                </a:spcAft>
                <a:defRPr sz="2400">
                  <a:solidFill>
                    <a:schemeClr val="tx1"/>
                  </a:solidFill>
                  <a:latin typeface="Times New Roman" panose="02020603050405020304" pitchFamily="18" charset="0"/>
                </a:defRPr>
              </a:lvl8pPr>
              <a:lvl9pPr marL="3405188" defTabSz="788988" fontAlgn="base">
                <a:spcBef>
                  <a:spcPct val="0"/>
                </a:spcBef>
                <a:spcAft>
                  <a:spcPct val="0"/>
                </a:spcAft>
                <a:defRPr sz="2400">
                  <a:solidFill>
                    <a:schemeClr val="tx1"/>
                  </a:solidFill>
                  <a:latin typeface="Times New Roman" panose="02020603050405020304" pitchFamily="18" charset="0"/>
                </a:defRPr>
              </a:lvl9pPr>
            </a:lstStyle>
            <a:p>
              <a:pPr eaLnBrk="0" hangingPunct="0"/>
              <a:r>
                <a:rPr lang="fr-FR" altLang="fr-FR" sz="900" i="1">
                  <a:solidFill>
                    <a:srgbClr val="C00000"/>
                  </a:solidFill>
                  <a:latin typeface="Calibri" panose="020F0502020204030204" pitchFamily="34" charset="0"/>
                  <a:cs typeface="Calibri" panose="020F0502020204030204" pitchFamily="34" charset="0"/>
                </a:rPr>
                <a:t>pourquoi ?</a:t>
              </a:r>
            </a:p>
          </p:txBody>
        </p:sp>
        <p:sp>
          <p:nvSpPr>
            <p:cNvPr id="17" name="Rectangle 13">
              <a:extLst>
                <a:ext uri="{FF2B5EF4-FFF2-40B4-BE49-F238E27FC236}">
                  <a16:creationId xmlns:a16="http://schemas.microsoft.com/office/drawing/2014/main" id="{8F796130-AD46-4A94-8F9B-230318537F75}"/>
                </a:ext>
              </a:extLst>
            </p:cNvPr>
            <p:cNvSpPr>
              <a:spLocks noChangeArrowheads="1"/>
            </p:cNvSpPr>
            <p:nvPr/>
          </p:nvSpPr>
          <p:spPr bwMode="auto">
            <a:xfrm>
              <a:off x="2626587" y="5695295"/>
              <a:ext cx="1084895" cy="315288"/>
            </a:xfrm>
            <a:prstGeom prst="rect">
              <a:avLst/>
            </a:prstGeom>
            <a:solidFill>
              <a:schemeClr val="bg1"/>
            </a:solidFill>
            <a:ln w="9525">
              <a:solidFill>
                <a:srgbClr val="C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solidFill>
                  <a:srgbClr val="C00000"/>
                </a:solidFill>
                <a:latin typeface="Calibri" panose="020F0502020204030204" pitchFamily="34" charset="0"/>
                <a:cs typeface="Calibri" panose="020F0502020204030204" pitchFamily="34" charset="0"/>
              </a:endParaRPr>
            </a:p>
          </p:txBody>
        </p:sp>
        <p:sp>
          <p:nvSpPr>
            <p:cNvPr id="18" name="Freeform 14">
              <a:extLst>
                <a:ext uri="{FF2B5EF4-FFF2-40B4-BE49-F238E27FC236}">
                  <a16:creationId xmlns:a16="http://schemas.microsoft.com/office/drawing/2014/main" id="{6037E671-7E1E-4B4A-9A20-45F1DA907727}"/>
                </a:ext>
              </a:extLst>
            </p:cNvPr>
            <p:cNvSpPr>
              <a:spLocks/>
            </p:cNvSpPr>
            <p:nvPr/>
          </p:nvSpPr>
          <p:spPr bwMode="auto">
            <a:xfrm>
              <a:off x="3169034" y="6055956"/>
              <a:ext cx="584515" cy="131467"/>
            </a:xfrm>
            <a:custGeom>
              <a:avLst/>
              <a:gdLst>
                <a:gd name="T0" fmla="*/ 0 w 96"/>
                <a:gd name="T1" fmla="*/ 0 h 192"/>
                <a:gd name="T2" fmla="*/ 0 w 96"/>
                <a:gd name="T3" fmla="*/ 192 h 192"/>
                <a:gd name="T4" fmla="*/ 96 w 96"/>
                <a:gd name="T5" fmla="*/ 192 h 192"/>
              </a:gdLst>
              <a:ahLst/>
              <a:cxnLst>
                <a:cxn ang="0">
                  <a:pos x="T0" y="T1"/>
                </a:cxn>
                <a:cxn ang="0">
                  <a:pos x="T2" y="T3"/>
                </a:cxn>
                <a:cxn ang="0">
                  <a:pos x="T4" y="T5"/>
                </a:cxn>
              </a:cxnLst>
              <a:rect l="0" t="0" r="r" b="b"/>
              <a:pathLst>
                <a:path w="96" h="192">
                  <a:moveTo>
                    <a:pt x="0" y="0"/>
                  </a:moveTo>
                  <a:lnTo>
                    <a:pt x="0" y="192"/>
                  </a:lnTo>
                  <a:lnTo>
                    <a:pt x="96" y="192"/>
                  </a:lnTo>
                </a:path>
              </a:pathLst>
            </a:custGeom>
            <a:noFill/>
            <a:ln w="19050" cmpd="sng">
              <a:solidFill>
                <a:srgbClr val="C00000"/>
              </a:solidFill>
              <a:round/>
              <a:headEnd type="none" w="med" len="med"/>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solidFill>
                  <a:srgbClr val="C00000"/>
                </a:solidFill>
                <a:latin typeface="Calibri" panose="020F0502020204030204" pitchFamily="34" charset="0"/>
                <a:cs typeface="Calibri" panose="020F0502020204030204" pitchFamily="34" charset="0"/>
              </a:endParaRPr>
            </a:p>
          </p:txBody>
        </p:sp>
        <p:sp>
          <p:nvSpPr>
            <p:cNvPr id="19" name="Text Box 15">
              <a:extLst>
                <a:ext uri="{FF2B5EF4-FFF2-40B4-BE49-F238E27FC236}">
                  <a16:creationId xmlns:a16="http://schemas.microsoft.com/office/drawing/2014/main" id="{C7ACF156-1219-459F-8F0B-EA6EBD6E79C4}"/>
                </a:ext>
              </a:extLst>
            </p:cNvPr>
            <p:cNvSpPr txBox="1">
              <a:spLocks noChangeArrowheads="1"/>
            </p:cNvSpPr>
            <p:nvPr/>
          </p:nvSpPr>
          <p:spPr bwMode="auto">
            <a:xfrm>
              <a:off x="3262578" y="6011164"/>
              <a:ext cx="660997" cy="218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8858" tIns="39429" rIns="78858" bIns="39429">
              <a:spAutoFit/>
            </a:bodyPr>
            <a:lstStyle>
              <a:lvl1pPr defTabSz="788988">
                <a:defRPr sz="2400">
                  <a:solidFill>
                    <a:schemeClr val="tx1"/>
                  </a:solidFill>
                  <a:latin typeface="Times New Roman" panose="02020603050405020304" pitchFamily="18" charset="0"/>
                </a:defRPr>
              </a:lvl1pPr>
              <a:lvl2pPr marL="393700" defTabSz="788988">
                <a:defRPr sz="2400">
                  <a:solidFill>
                    <a:schemeClr val="tx1"/>
                  </a:solidFill>
                  <a:latin typeface="Times New Roman" panose="02020603050405020304" pitchFamily="18" charset="0"/>
                </a:defRPr>
              </a:lvl2pPr>
              <a:lvl3pPr marL="788988" defTabSz="788988">
                <a:defRPr sz="2400">
                  <a:solidFill>
                    <a:schemeClr val="tx1"/>
                  </a:solidFill>
                  <a:latin typeface="Times New Roman" panose="02020603050405020304" pitchFamily="18" charset="0"/>
                </a:defRPr>
              </a:lvl3pPr>
              <a:lvl4pPr marL="1182688" defTabSz="788988">
                <a:defRPr sz="2400">
                  <a:solidFill>
                    <a:schemeClr val="tx1"/>
                  </a:solidFill>
                  <a:latin typeface="Times New Roman" panose="02020603050405020304" pitchFamily="18" charset="0"/>
                </a:defRPr>
              </a:lvl4pPr>
              <a:lvl5pPr marL="1576388" defTabSz="788988">
                <a:defRPr sz="2400">
                  <a:solidFill>
                    <a:schemeClr val="tx1"/>
                  </a:solidFill>
                  <a:latin typeface="Times New Roman" panose="02020603050405020304" pitchFamily="18" charset="0"/>
                </a:defRPr>
              </a:lvl5pPr>
              <a:lvl6pPr marL="2033588" defTabSz="788988" fontAlgn="base">
                <a:spcBef>
                  <a:spcPct val="0"/>
                </a:spcBef>
                <a:spcAft>
                  <a:spcPct val="0"/>
                </a:spcAft>
                <a:defRPr sz="2400">
                  <a:solidFill>
                    <a:schemeClr val="tx1"/>
                  </a:solidFill>
                  <a:latin typeface="Times New Roman" panose="02020603050405020304" pitchFamily="18" charset="0"/>
                </a:defRPr>
              </a:lvl6pPr>
              <a:lvl7pPr marL="2490788" defTabSz="788988" fontAlgn="base">
                <a:spcBef>
                  <a:spcPct val="0"/>
                </a:spcBef>
                <a:spcAft>
                  <a:spcPct val="0"/>
                </a:spcAft>
                <a:defRPr sz="2400">
                  <a:solidFill>
                    <a:schemeClr val="tx1"/>
                  </a:solidFill>
                  <a:latin typeface="Times New Roman" panose="02020603050405020304" pitchFamily="18" charset="0"/>
                </a:defRPr>
              </a:lvl7pPr>
              <a:lvl8pPr marL="2947988" defTabSz="788988" fontAlgn="base">
                <a:spcBef>
                  <a:spcPct val="0"/>
                </a:spcBef>
                <a:spcAft>
                  <a:spcPct val="0"/>
                </a:spcAft>
                <a:defRPr sz="2400">
                  <a:solidFill>
                    <a:schemeClr val="tx1"/>
                  </a:solidFill>
                  <a:latin typeface="Times New Roman" panose="02020603050405020304" pitchFamily="18" charset="0"/>
                </a:defRPr>
              </a:lvl8pPr>
              <a:lvl9pPr marL="3405188" defTabSz="788988" fontAlgn="base">
                <a:spcBef>
                  <a:spcPct val="0"/>
                </a:spcBef>
                <a:spcAft>
                  <a:spcPct val="0"/>
                </a:spcAft>
                <a:defRPr sz="2400">
                  <a:solidFill>
                    <a:schemeClr val="tx1"/>
                  </a:solidFill>
                  <a:latin typeface="Times New Roman" panose="02020603050405020304" pitchFamily="18" charset="0"/>
                </a:defRPr>
              </a:lvl9pPr>
            </a:lstStyle>
            <a:p>
              <a:pPr eaLnBrk="0" hangingPunct="0"/>
              <a:r>
                <a:rPr lang="fr-FR" altLang="fr-FR" sz="900" i="1">
                  <a:solidFill>
                    <a:srgbClr val="C00000"/>
                  </a:solidFill>
                  <a:latin typeface="Calibri" panose="020F0502020204030204" pitchFamily="34" charset="0"/>
                  <a:cs typeface="Calibri" panose="020F0502020204030204" pitchFamily="34" charset="0"/>
                </a:rPr>
                <a:t>pourquoi ?</a:t>
              </a:r>
            </a:p>
          </p:txBody>
        </p:sp>
        <p:sp>
          <p:nvSpPr>
            <p:cNvPr id="20" name="Rectangle 16">
              <a:extLst>
                <a:ext uri="{FF2B5EF4-FFF2-40B4-BE49-F238E27FC236}">
                  <a16:creationId xmlns:a16="http://schemas.microsoft.com/office/drawing/2014/main" id="{9228D9D1-9551-409D-A35F-3FF52849FF94}"/>
                </a:ext>
              </a:extLst>
            </p:cNvPr>
            <p:cNvSpPr>
              <a:spLocks noChangeArrowheads="1"/>
            </p:cNvSpPr>
            <p:nvPr/>
          </p:nvSpPr>
          <p:spPr bwMode="auto">
            <a:xfrm>
              <a:off x="3784546" y="5918672"/>
              <a:ext cx="1086002" cy="316451"/>
            </a:xfrm>
            <a:prstGeom prst="rect">
              <a:avLst/>
            </a:prstGeom>
            <a:solidFill>
              <a:schemeClr val="bg1"/>
            </a:solidFill>
            <a:ln w="9525">
              <a:solidFill>
                <a:srgbClr val="C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solidFill>
                  <a:srgbClr val="C00000"/>
                </a:solidFill>
                <a:latin typeface="Calibri" panose="020F0502020204030204" pitchFamily="34" charset="0"/>
                <a:cs typeface="Calibri" panose="020F0502020204030204" pitchFamily="34" charset="0"/>
              </a:endParaRPr>
            </a:p>
          </p:txBody>
        </p:sp>
        <p:sp>
          <p:nvSpPr>
            <p:cNvPr id="21" name="Freeform 17">
              <a:extLst>
                <a:ext uri="{FF2B5EF4-FFF2-40B4-BE49-F238E27FC236}">
                  <a16:creationId xmlns:a16="http://schemas.microsoft.com/office/drawing/2014/main" id="{27772C81-5050-449F-90AB-7730DFC9E7BC}"/>
                </a:ext>
              </a:extLst>
            </p:cNvPr>
            <p:cNvSpPr>
              <a:spLocks/>
            </p:cNvSpPr>
            <p:nvPr/>
          </p:nvSpPr>
          <p:spPr bwMode="auto">
            <a:xfrm>
              <a:off x="4328100" y="6281661"/>
              <a:ext cx="584515" cy="131467"/>
            </a:xfrm>
            <a:custGeom>
              <a:avLst/>
              <a:gdLst>
                <a:gd name="T0" fmla="*/ 0 w 96"/>
                <a:gd name="T1" fmla="*/ 0 h 192"/>
                <a:gd name="T2" fmla="*/ 0 w 96"/>
                <a:gd name="T3" fmla="*/ 192 h 192"/>
                <a:gd name="T4" fmla="*/ 96 w 96"/>
                <a:gd name="T5" fmla="*/ 192 h 192"/>
              </a:gdLst>
              <a:ahLst/>
              <a:cxnLst>
                <a:cxn ang="0">
                  <a:pos x="T0" y="T1"/>
                </a:cxn>
                <a:cxn ang="0">
                  <a:pos x="T2" y="T3"/>
                </a:cxn>
                <a:cxn ang="0">
                  <a:pos x="T4" y="T5"/>
                </a:cxn>
              </a:cxnLst>
              <a:rect l="0" t="0" r="r" b="b"/>
              <a:pathLst>
                <a:path w="96" h="192">
                  <a:moveTo>
                    <a:pt x="0" y="0"/>
                  </a:moveTo>
                  <a:lnTo>
                    <a:pt x="0" y="192"/>
                  </a:lnTo>
                  <a:lnTo>
                    <a:pt x="96" y="192"/>
                  </a:lnTo>
                </a:path>
              </a:pathLst>
            </a:custGeom>
            <a:noFill/>
            <a:ln w="19050" cmpd="sng">
              <a:solidFill>
                <a:srgbClr val="C00000"/>
              </a:solidFill>
              <a:round/>
              <a:headEnd type="none" w="med" len="med"/>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solidFill>
                  <a:srgbClr val="C00000"/>
                </a:solidFill>
                <a:latin typeface="Calibri" panose="020F0502020204030204" pitchFamily="34" charset="0"/>
                <a:cs typeface="Calibri" panose="020F0502020204030204" pitchFamily="34" charset="0"/>
              </a:endParaRPr>
            </a:p>
          </p:txBody>
        </p:sp>
        <p:sp>
          <p:nvSpPr>
            <p:cNvPr id="22" name="Text Box 18">
              <a:extLst>
                <a:ext uri="{FF2B5EF4-FFF2-40B4-BE49-F238E27FC236}">
                  <a16:creationId xmlns:a16="http://schemas.microsoft.com/office/drawing/2014/main" id="{4A6A0581-FDB5-4C5A-9522-443E505ECBE0}"/>
                </a:ext>
              </a:extLst>
            </p:cNvPr>
            <p:cNvSpPr txBox="1">
              <a:spLocks noChangeArrowheads="1"/>
            </p:cNvSpPr>
            <p:nvPr/>
          </p:nvSpPr>
          <p:spPr bwMode="auto">
            <a:xfrm>
              <a:off x="4427179" y="6233379"/>
              <a:ext cx="660997" cy="218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8858" tIns="39429" rIns="78858" bIns="39429">
              <a:spAutoFit/>
            </a:bodyPr>
            <a:lstStyle>
              <a:lvl1pPr defTabSz="788988">
                <a:defRPr sz="2400">
                  <a:solidFill>
                    <a:schemeClr val="tx1"/>
                  </a:solidFill>
                  <a:latin typeface="Times New Roman" panose="02020603050405020304" pitchFamily="18" charset="0"/>
                </a:defRPr>
              </a:lvl1pPr>
              <a:lvl2pPr marL="393700" defTabSz="788988">
                <a:defRPr sz="2400">
                  <a:solidFill>
                    <a:schemeClr val="tx1"/>
                  </a:solidFill>
                  <a:latin typeface="Times New Roman" panose="02020603050405020304" pitchFamily="18" charset="0"/>
                </a:defRPr>
              </a:lvl2pPr>
              <a:lvl3pPr marL="788988" defTabSz="788988">
                <a:defRPr sz="2400">
                  <a:solidFill>
                    <a:schemeClr val="tx1"/>
                  </a:solidFill>
                  <a:latin typeface="Times New Roman" panose="02020603050405020304" pitchFamily="18" charset="0"/>
                </a:defRPr>
              </a:lvl3pPr>
              <a:lvl4pPr marL="1182688" defTabSz="788988">
                <a:defRPr sz="2400">
                  <a:solidFill>
                    <a:schemeClr val="tx1"/>
                  </a:solidFill>
                  <a:latin typeface="Times New Roman" panose="02020603050405020304" pitchFamily="18" charset="0"/>
                </a:defRPr>
              </a:lvl4pPr>
              <a:lvl5pPr marL="1576388" defTabSz="788988">
                <a:defRPr sz="2400">
                  <a:solidFill>
                    <a:schemeClr val="tx1"/>
                  </a:solidFill>
                  <a:latin typeface="Times New Roman" panose="02020603050405020304" pitchFamily="18" charset="0"/>
                </a:defRPr>
              </a:lvl5pPr>
              <a:lvl6pPr marL="2033588" defTabSz="788988" fontAlgn="base">
                <a:spcBef>
                  <a:spcPct val="0"/>
                </a:spcBef>
                <a:spcAft>
                  <a:spcPct val="0"/>
                </a:spcAft>
                <a:defRPr sz="2400">
                  <a:solidFill>
                    <a:schemeClr val="tx1"/>
                  </a:solidFill>
                  <a:latin typeface="Times New Roman" panose="02020603050405020304" pitchFamily="18" charset="0"/>
                </a:defRPr>
              </a:lvl6pPr>
              <a:lvl7pPr marL="2490788" defTabSz="788988" fontAlgn="base">
                <a:spcBef>
                  <a:spcPct val="0"/>
                </a:spcBef>
                <a:spcAft>
                  <a:spcPct val="0"/>
                </a:spcAft>
                <a:defRPr sz="2400">
                  <a:solidFill>
                    <a:schemeClr val="tx1"/>
                  </a:solidFill>
                  <a:latin typeface="Times New Roman" panose="02020603050405020304" pitchFamily="18" charset="0"/>
                </a:defRPr>
              </a:lvl7pPr>
              <a:lvl8pPr marL="2947988" defTabSz="788988" fontAlgn="base">
                <a:spcBef>
                  <a:spcPct val="0"/>
                </a:spcBef>
                <a:spcAft>
                  <a:spcPct val="0"/>
                </a:spcAft>
                <a:defRPr sz="2400">
                  <a:solidFill>
                    <a:schemeClr val="tx1"/>
                  </a:solidFill>
                  <a:latin typeface="Times New Roman" panose="02020603050405020304" pitchFamily="18" charset="0"/>
                </a:defRPr>
              </a:lvl8pPr>
              <a:lvl9pPr marL="3405188" defTabSz="788988" fontAlgn="base">
                <a:spcBef>
                  <a:spcPct val="0"/>
                </a:spcBef>
                <a:spcAft>
                  <a:spcPct val="0"/>
                </a:spcAft>
                <a:defRPr sz="2400">
                  <a:solidFill>
                    <a:schemeClr val="tx1"/>
                  </a:solidFill>
                  <a:latin typeface="Times New Roman" panose="02020603050405020304" pitchFamily="18" charset="0"/>
                </a:defRPr>
              </a:lvl9pPr>
            </a:lstStyle>
            <a:p>
              <a:pPr eaLnBrk="0" hangingPunct="0"/>
              <a:r>
                <a:rPr lang="fr-FR" altLang="fr-FR" sz="900" i="1">
                  <a:solidFill>
                    <a:srgbClr val="C00000"/>
                  </a:solidFill>
                  <a:latin typeface="Calibri" panose="020F0502020204030204" pitchFamily="34" charset="0"/>
                  <a:cs typeface="Calibri" panose="020F0502020204030204" pitchFamily="34" charset="0"/>
                </a:rPr>
                <a:t>pourquoi ?</a:t>
              </a:r>
            </a:p>
          </p:txBody>
        </p:sp>
        <p:sp>
          <p:nvSpPr>
            <p:cNvPr id="23" name="Rectangle 19">
              <a:extLst>
                <a:ext uri="{FF2B5EF4-FFF2-40B4-BE49-F238E27FC236}">
                  <a16:creationId xmlns:a16="http://schemas.microsoft.com/office/drawing/2014/main" id="{A9A63AA6-D4B5-4D73-823E-850181800B18}"/>
                </a:ext>
              </a:extLst>
            </p:cNvPr>
            <p:cNvSpPr>
              <a:spLocks noChangeArrowheads="1"/>
            </p:cNvSpPr>
            <p:nvPr/>
          </p:nvSpPr>
          <p:spPr bwMode="auto">
            <a:xfrm>
              <a:off x="4943612" y="6144377"/>
              <a:ext cx="1086002" cy="316451"/>
            </a:xfrm>
            <a:prstGeom prst="rect">
              <a:avLst/>
            </a:prstGeom>
            <a:solidFill>
              <a:schemeClr val="bg1"/>
            </a:solidFill>
            <a:ln w="9525">
              <a:solidFill>
                <a:srgbClr val="C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solidFill>
                  <a:srgbClr val="C00000"/>
                </a:solidFill>
                <a:latin typeface="Calibri" panose="020F0502020204030204" pitchFamily="34" charset="0"/>
                <a:cs typeface="Calibri" panose="020F0502020204030204" pitchFamily="34" charset="0"/>
              </a:endParaRPr>
            </a:p>
          </p:txBody>
        </p:sp>
        <p:sp>
          <p:nvSpPr>
            <p:cNvPr id="50" name="Text Box 46">
              <a:extLst>
                <a:ext uri="{FF2B5EF4-FFF2-40B4-BE49-F238E27FC236}">
                  <a16:creationId xmlns:a16="http://schemas.microsoft.com/office/drawing/2014/main" id="{AB165B64-7E70-45DD-8DCE-060CF8E5F435}"/>
                </a:ext>
              </a:extLst>
            </p:cNvPr>
            <p:cNvSpPr txBox="1">
              <a:spLocks noChangeArrowheads="1"/>
            </p:cNvSpPr>
            <p:nvPr/>
          </p:nvSpPr>
          <p:spPr bwMode="auto">
            <a:xfrm>
              <a:off x="5299523" y="6476534"/>
              <a:ext cx="854631" cy="218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8858" tIns="39429" rIns="78858" bIns="39429">
              <a:spAutoFit/>
            </a:bodyPr>
            <a:lstStyle>
              <a:lvl1pPr defTabSz="788988">
                <a:defRPr sz="2400">
                  <a:solidFill>
                    <a:schemeClr val="tx1"/>
                  </a:solidFill>
                  <a:latin typeface="Times New Roman" panose="02020603050405020304" pitchFamily="18" charset="0"/>
                </a:defRPr>
              </a:lvl1pPr>
              <a:lvl2pPr marL="393700" defTabSz="788988">
                <a:defRPr sz="2400">
                  <a:solidFill>
                    <a:schemeClr val="tx1"/>
                  </a:solidFill>
                  <a:latin typeface="Times New Roman" panose="02020603050405020304" pitchFamily="18" charset="0"/>
                </a:defRPr>
              </a:lvl2pPr>
              <a:lvl3pPr marL="788988" defTabSz="788988">
                <a:defRPr sz="2400">
                  <a:solidFill>
                    <a:schemeClr val="tx1"/>
                  </a:solidFill>
                  <a:latin typeface="Times New Roman" panose="02020603050405020304" pitchFamily="18" charset="0"/>
                </a:defRPr>
              </a:lvl3pPr>
              <a:lvl4pPr marL="1182688" defTabSz="788988">
                <a:defRPr sz="2400">
                  <a:solidFill>
                    <a:schemeClr val="tx1"/>
                  </a:solidFill>
                  <a:latin typeface="Times New Roman" panose="02020603050405020304" pitchFamily="18" charset="0"/>
                </a:defRPr>
              </a:lvl4pPr>
              <a:lvl5pPr marL="1576388" defTabSz="788988">
                <a:defRPr sz="2400">
                  <a:solidFill>
                    <a:schemeClr val="tx1"/>
                  </a:solidFill>
                  <a:latin typeface="Times New Roman" panose="02020603050405020304" pitchFamily="18" charset="0"/>
                </a:defRPr>
              </a:lvl5pPr>
              <a:lvl6pPr marL="2033588" defTabSz="788988" fontAlgn="base">
                <a:spcBef>
                  <a:spcPct val="0"/>
                </a:spcBef>
                <a:spcAft>
                  <a:spcPct val="0"/>
                </a:spcAft>
                <a:defRPr sz="2400">
                  <a:solidFill>
                    <a:schemeClr val="tx1"/>
                  </a:solidFill>
                  <a:latin typeface="Times New Roman" panose="02020603050405020304" pitchFamily="18" charset="0"/>
                </a:defRPr>
              </a:lvl6pPr>
              <a:lvl7pPr marL="2490788" defTabSz="788988" fontAlgn="base">
                <a:spcBef>
                  <a:spcPct val="0"/>
                </a:spcBef>
                <a:spcAft>
                  <a:spcPct val="0"/>
                </a:spcAft>
                <a:defRPr sz="2400">
                  <a:solidFill>
                    <a:schemeClr val="tx1"/>
                  </a:solidFill>
                  <a:latin typeface="Times New Roman" panose="02020603050405020304" pitchFamily="18" charset="0"/>
                </a:defRPr>
              </a:lvl7pPr>
              <a:lvl8pPr marL="2947988" defTabSz="788988" fontAlgn="base">
                <a:spcBef>
                  <a:spcPct val="0"/>
                </a:spcBef>
                <a:spcAft>
                  <a:spcPct val="0"/>
                </a:spcAft>
                <a:defRPr sz="2400">
                  <a:solidFill>
                    <a:schemeClr val="tx1"/>
                  </a:solidFill>
                  <a:latin typeface="Times New Roman" panose="02020603050405020304" pitchFamily="18" charset="0"/>
                </a:defRPr>
              </a:lvl8pPr>
              <a:lvl9pPr marL="3405188" defTabSz="788988" fontAlgn="base">
                <a:spcBef>
                  <a:spcPct val="0"/>
                </a:spcBef>
                <a:spcAft>
                  <a:spcPct val="0"/>
                </a:spcAft>
                <a:defRPr sz="2400">
                  <a:solidFill>
                    <a:schemeClr val="tx1"/>
                  </a:solidFill>
                  <a:latin typeface="Times New Roman" panose="02020603050405020304" pitchFamily="18" charset="0"/>
                </a:defRPr>
              </a:lvl9pPr>
            </a:lstStyle>
            <a:p>
              <a:pPr algn="r" eaLnBrk="0" hangingPunct="0"/>
              <a:r>
                <a:rPr lang="fr-FR" altLang="fr-FR" sz="900" i="1">
                  <a:solidFill>
                    <a:srgbClr val="C00000"/>
                  </a:solidFill>
                  <a:latin typeface="Calibri" panose="020F0502020204030204" pitchFamily="34" charset="0"/>
                  <a:cs typeface="Calibri" panose="020F0502020204030204" pitchFamily="34" charset="0"/>
                </a:rPr>
                <a:t>cause racine</a:t>
              </a:r>
            </a:p>
          </p:txBody>
        </p:sp>
      </p:grpSp>
      <p:grpSp>
        <p:nvGrpSpPr>
          <p:cNvPr id="59" name="Groupe 58">
            <a:extLst>
              <a:ext uri="{FF2B5EF4-FFF2-40B4-BE49-F238E27FC236}">
                <a16:creationId xmlns:a16="http://schemas.microsoft.com/office/drawing/2014/main" id="{59448EA3-439E-4904-91D3-DC5A19E8A885}"/>
              </a:ext>
            </a:extLst>
          </p:cNvPr>
          <p:cNvGrpSpPr/>
          <p:nvPr/>
        </p:nvGrpSpPr>
        <p:grpSpPr>
          <a:xfrm>
            <a:off x="237025" y="6058547"/>
            <a:ext cx="5927647" cy="1789332"/>
            <a:chOff x="237025" y="6170881"/>
            <a:chExt cx="5927647" cy="1789332"/>
          </a:xfrm>
        </p:grpSpPr>
        <p:sp>
          <p:nvSpPr>
            <p:cNvPr id="9" name="Text Box 5">
              <a:extLst>
                <a:ext uri="{FF2B5EF4-FFF2-40B4-BE49-F238E27FC236}">
                  <a16:creationId xmlns:a16="http://schemas.microsoft.com/office/drawing/2014/main" id="{67A369E0-F12A-40F4-9E05-EC82BF923138}"/>
                </a:ext>
              </a:extLst>
            </p:cNvPr>
            <p:cNvSpPr txBox="1">
              <a:spLocks noChangeArrowheads="1"/>
            </p:cNvSpPr>
            <p:nvPr/>
          </p:nvSpPr>
          <p:spPr bwMode="auto">
            <a:xfrm>
              <a:off x="237025" y="6170881"/>
              <a:ext cx="3646251" cy="264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8858" tIns="39429" rIns="78858" bIns="39429">
              <a:spAutoFit/>
            </a:bodyPr>
            <a:lstStyle>
              <a:lvl1pPr defTabSz="788988">
                <a:tabLst>
                  <a:tab pos="161925" algn="l"/>
                  <a:tab pos="323850" algn="l"/>
                  <a:tab pos="498475" algn="l"/>
                  <a:tab pos="733425" algn="l"/>
                  <a:tab pos="909638" algn="l"/>
                </a:tabLst>
                <a:defRPr sz="2400">
                  <a:solidFill>
                    <a:schemeClr val="tx1"/>
                  </a:solidFill>
                  <a:latin typeface="Times New Roman" panose="02020603050405020304" pitchFamily="18" charset="0"/>
                </a:defRPr>
              </a:lvl1pPr>
              <a:lvl2pPr marL="582613" defTabSz="788988">
                <a:tabLst>
                  <a:tab pos="161925" algn="l"/>
                  <a:tab pos="323850" algn="l"/>
                  <a:tab pos="498475" algn="l"/>
                  <a:tab pos="733425" algn="l"/>
                  <a:tab pos="909638" algn="l"/>
                </a:tabLst>
                <a:defRPr sz="2400">
                  <a:solidFill>
                    <a:schemeClr val="tx1"/>
                  </a:solidFill>
                  <a:latin typeface="Times New Roman" panose="02020603050405020304" pitchFamily="18" charset="0"/>
                </a:defRPr>
              </a:lvl2pPr>
              <a:lvl3pPr marL="788988" defTabSz="788988">
                <a:tabLst>
                  <a:tab pos="161925" algn="l"/>
                  <a:tab pos="323850" algn="l"/>
                  <a:tab pos="498475" algn="l"/>
                  <a:tab pos="733425" algn="l"/>
                  <a:tab pos="909638" algn="l"/>
                </a:tabLst>
                <a:defRPr sz="2400">
                  <a:solidFill>
                    <a:schemeClr val="tx1"/>
                  </a:solidFill>
                  <a:latin typeface="Times New Roman" panose="02020603050405020304" pitchFamily="18" charset="0"/>
                </a:defRPr>
              </a:lvl3pPr>
              <a:lvl4pPr marL="1182688" defTabSz="788988">
                <a:tabLst>
                  <a:tab pos="161925" algn="l"/>
                  <a:tab pos="323850" algn="l"/>
                  <a:tab pos="498475" algn="l"/>
                  <a:tab pos="733425" algn="l"/>
                  <a:tab pos="909638" algn="l"/>
                </a:tabLst>
                <a:defRPr sz="2400">
                  <a:solidFill>
                    <a:schemeClr val="tx1"/>
                  </a:solidFill>
                  <a:latin typeface="Times New Roman" panose="02020603050405020304" pitchFamily="18" charset="0"/>
                </a:defRPr>
              </a:lvl4pPr>
              <a:lvl5pPr marL="1576388" defTabSz="788988">
                <a:tabLst>
                  <a:tab pos="161925" algn="l"/>
                  <a:tab pos="323850" algn="l"/>
                  <a:tab pos="498475" algn="l"/>
                  <a:tab pos="733425" algn="l"/>
                  <a:tab pos="909638" algn="l"/>
                </a:tabLst>
                <a:defRPr sz="2400">
                  <a:solidFill>
                    <a:schemeClr val="tx1"/>
                  </a:solidFill>
                  <a:latin typeface="Times New Roman" panose="02020603050405020304" pitchFamily="18" charset="0"/>
                </a:defRPr>
              </a:lvl5pPr>
              <a:lvl6pPr marL="2033588" defTabSz="788988" fontAlgn="base">
                <a:spcBef>
                  <a:spcPct val="0"/>
                </a:spcBef>
                <a:spcAft>
                  <a:spcPct val="0"/>
                </a:spcAft>
                <a:tabLst>
                  <a:tab pos="161925" algn="l"/>
                  <a:tab pos="323850" algn="l"/>
                  <a:tab pos="498475" algn="l"/>
                  <a:tab pos="733425" algn="l"/>
                  <a:tab pos="909638" algn="l"/>
                </a:tabLst>
                <a:defRPr sz="2400">
                  <a:solidFill>
                    <a:schemeClr val="tx1"/>
                  </a:solidFill>
                  <a:latin typeface="Times New Roman" panose="02020603050405020304" pitchFamily="18" charset="0"/>
                </a:defRPr>
              </a:lvl6pPr>
              <a:lvl7pPr marL="2490788" defTabSz="788988" fontAlgn="base">
                <a:spcBef>
                  <a:spcPct val="0"/>
                </a:spcBef>
                <a:spcAft>
                  <a:spcPct val="0"/>
                </a:spcAft>
                <a:tabLst>
                  <a:tab pos="161925" algn="l"/>
                  <a:tab pos="323850" algn="l"/>
                  <a:tab pos="498475" algn="l"/>
                  <a:tab pos="733425" algn="l"/>
                  <a:tab pos="909638" algn="l"/>
                </a:tabLst>
                <a:defRPr sz="2400">
                  <a:solidFill>
                    <a:schemeClr val="tx1"/>
                  </a:solidFill>
                  <a:latin typeface="Times New Roman" panose="02020603050405020304" pitchFamily="18" charset="0"/>
                </a:defRPr>
              </a:lvl7pPr>
              <a:lvl8pPr marL="2947988" defTabSz="788988" fontAlgn="base">
                <a:spcBef>
                  <a:spcPct val="0"/>
                </a:spcBef>
                <a:spcAft>
                  <a:spcPct val="0"/>
                </a:spcAft>
                <a:tabLst>
                  <a:tab pos="161925" algn="l"/>
                  <a:tab pos="323850" algn="l"/>
                  <a:tab pos="498475" algn="l"/>
                  <a:tab pos="733425" algn="l"/>
                  <a:tab pos="909638" algn="l"/>
                </a:tabLst>
                <a:defRPr sz="2400">
                  <a:solidFill>
                    <a:schemeClr val="tx1"/>
                  </a:solidFill>
                  <a:latin typeface="Times New Roman" panose="02020603050405020304" pitchFamily="18" charset="0"/>
                </a:defRPr>
              </a:lvl8pPr>
              <a:lvl9pPr marL="3405188" defTabSz="788988" fontAlgn="base">
                <a:spcBef>
                  <a:spcPct val="0"/>
                </a:spcBef>
                <a:spcAft>
                  <a:spcPct val="0"/>
                </a:spcAft>
                <a:tabLst>
                  <a:tab pos="161925" algn="l"/>
                  <a:tab pos="323850" algn="l"/>
                  <a:tab pos="498475" algn="l"/>
                  <a:tab pos="733425" algn="l"/>
                  <a:tab pos="909638" algn="l"/>
                </a:tabLst>
                <a:defRPr sz="2400">
                  <a:solidFill>
                    <a:schemeClr val="tx1"/>
                  </a:solidFill>
                  <a:latin typeface="Times New Roman" panose="02020603050405020304" pitchFamily="18" charset="0"/>
                </a:defRPr>
              </a:lvl9pPr>
            </a:lstStyle>
            <a:p>
              <a:r>
                <a:rPr lang="fr-FR" altLang="fr-FR" sz="1200" b="1" i="1" dirty="0">
                  <a:solidFill>
                    <a:srgbClr val="003399"/>
                  </a:solidFill>
                  <a:latin typeface="Calibri" panose="020F0502020204030204" pitchFamily="34" charset="0"/>
                  <a:cs typeface="Calibri" panose="020F0502020204030204" pitchFamily="34" charset="0"/>
                </a:rPr>
                <a:t>Pourquoi ce problème n'a pas été détecté ? : </a:t>
              </a:r>
            </a:p>
          </p:txBody>
        </p:sp>
        <p:sp>
          <p:nvSpPr>
            <p:cNvPr id="24" name="Rectangle 20">
              <a:extLst>
                <a:ext uri="{FF2B5EF4-FFF2-40B4-BE49-F238E27FC236}">
                  <a16:creationId xmlns:a16="http://schemas.microsoft.com/office/drawing/2014/main" id="{C923362D-DDE2-45C9-8B36-C92E0D0E6F01}"/>
                </a:ext>
              </a:extLst>
            </p:cNvPr>
            <p:cNvSpPr>
              <a:spLocks noChangeArrowheads="1"/>
            </p:cNvSpPr>
            <p:nvPr/>
          </p:nvSpPr>
          <p:spPr bwMode="auto">
            <a:xfrm>
              <a:off x="312329" y="6512928"/>
              <a:ext cx="1086002" cy="315288"/>
            </a:xfrm>
            <a:prstGeom prst="rect">
              <a:avLst/>
            </a:prstGeom>
            <a:solidFill>
              <a:schemeClr val="bg1"/>
            </a:solidFill>
            <a:ln w="9525">
              <a:solidFill>
                <a:srgbClr val="00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solidFill>
                  <a:srgbClr val="003399"/>
                </a:solidFill>
                <a:latin typeface="Calibri" panose="020F0502020204030204" pitchFamily="34" charset="0"/>
                <a:cs typeface="Calibri" panose="020F0502020204030204" pitchFamily="34" charset="0"/>
              </a:endParaRPr>
            </a:p>
          </p:txBody>
        </p:sp>
        <p:sp>
          <p:nvSpPr>
            <p:cNvPr id="25" name="Freeform 21">
              <a:extLst>
                <a:ext uri="{FF2B5EF4-FFF2-40B4-BE49-F238E27FC236}">
                  <a16:creationId xmlns:a16="http://schemas.microsoft.com/office/drawing/2014/main" id="{0984AE28-C61F-44E2-BBD0-DDC00F644FD8}"/>
                </a:ext>
              </a:extLst>
            </p:cNvPr>
            <p:cNvSpPr>
              <a:spLocks/>
            </p:cNvSpPr>
            <p:nvPr/>
          </p:nvSpPr>
          <p:spPr bwMode="auto">
            <a:xfrm>
              <a:off x="854222" y="6873007"/>
              <a:ext cx="584515" cy="131467"/>
            </a:xfrm>
            <a:custGeom>
              <a:avLst/>
              <a:gdLst>
                <a:gd name="T0" fmla="*/ 0 w 96"/>
                <a:gd name="T1" fmla="*/ 0 h 192"/>
                <a:gd name="T2" fmla="*/ 0 w 96"/>
                <a:gd name="T3" fmla="*/ 192 h 192"/>
                <a:gd name="T4" fmla="*/ 96 w 96"/>
                <a:gd name="T5" fmla="*/ 192 h 192"/>
              </a:gdLst>
              <a:ahLst/>
              <a:cxnLst>
                <a:cxn ang="0">
                  <a:pos x="T0" y="T1"/>
                </a:cxn>
                <a:cxn ang="0">
                  <a:pos x="T2" y="T3"/>
                </a:cxn>
                <a:cxn ang="0">
                  <a:pos x="T4" y="T5"/>
                </a:cxn>
              </a:cxnLst>
              <a:rect l="0" t="0" r="r" b="b"/>
              <a:pathLst>
                <a:path w="96" h="192">
                  <a:moveTo>
                    <a:pt x="0" y="0"/>
                  </a:moveTo>
                  <a:lnTo>
                    <a:pt x="0" y="192"/>
                  </a:lnTo>
                  <a:lnTo>
                    <a:pt x="96" y="192"/>
                  </a:lnTo>
                </a:path>
              </a:pathLst>
            </a:custGeom>
            <a:noFill/>
            <a:ln w="19050" cmpd="sng">
              <a:solidFill>
                <a:srgbClr val="003399"/>
              </a:solidFill>
              <a:round/>
              <a:headEnd type="none" w="med" len="med"/>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solidFill>
                  <a:srgbClr val="003399"/>
                </a:solidFill>
                <a:latin typeface="Calibri" panose="020F0502020204030204" pitchFamily="34" charset="0"/>
                <a:cs typeface="Calibri" panose="020F0502020204030204" pitchFamily="34" charset="0"/>
              </a:endParaRPr>
            </a:p>
          </p:txBody>
        </p:sp>
        <p:sp>
          <p:nvSpPr>
            <p:cNvPr id="26" name="Text Box 22">
              <a:extLst>
                <a:ext uri="{FF2B5EF4-FFF2-40B4-BE49-F238E27FC236}">
                  <a16:creationId xmlns:a16="http://schemas.microsoft.com/office/drawing/2014/main" id="{CBCE9C55-E2DD-47AD-BCC6-E5D3C7F6093E}"/>
                </a:ext>
              </a:extLst>
            </p:cNvPr>
            <p:cNvSpPr txBox="1">
              <a:spLocks noChangeArrowheads="1"/>
            </p:cNvSpPr>
            <p:nvPr/>
          </p:nvSpPr>
          <p:spPr bwMode="auto">
            <a:xfrm>
              <a:off x="958837" y="6828216"/>
              <a:ext cx="660997" cy="218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8858" tIns="39429" rIns="78858" bIns="39429">
              <a:spAutoFit/>
            </a:bodyPr>
            <a:lstStyle>
              <a:lvl1pPr defTabSz="788988">
                <a:defRPr sz="2400">
                  <a:solidFill>
                    <a:schemeClr val="tx1"/>
                  </a:solidFill>
                  <a:latin typeface="Times New Roman" panose="02020603050405020304" pitchFamily="18" charset="0"/>
                </a:defRPr>
              </a:lvl1pPr>
              <a:lvl2pPr marL="393700" defTabSz="788988">
                <a:defRPr sz="2400">
                  <a:solidFill>
                    <a:schemeClr val="tx1"/>
                  </a:solidFill>
                  <a:latin typeface="Times New Roman" panose="02020603050405020304" pitchFamily="18" charset="0"/>
                </a:defRPr>
              </a:lvl2pPr>
              <a:lvl3pPr marL="788988" defTabSz="788988">
                <a:defRPr sz="2400">
                  <a:solidFill>
                    <a:schemeClr val="tx1"/>
                  </a:solidFill>
                  <a:latin typeface="Times New Roman" panose="02020603050405020304" pitchFamily="18" charset="0"/>
                </a:defRPr>
              </a:lvl3pPr>
              <a:lvl4pPr marL="1182688" defTabSz="788988">
                <a:defRPr sz="2400">
                  <a:solidFill>
                    <a:schemeClr val="tx1"/>
                  </a:solidFill>
                  <a:latin typeface="Times New Roman" panose="02020603050405020304" pitchFamily="18" charset="0"/>
                </a:defRPr>
              </a:lvl4pPr>
              <a:lvl5pPr marL="1576388" defTabSz="788988">
                <a:defRPr sz="2400">
                  <a:solidFill>
                    <a:schemeClr val="tx1"/>
                  </a:solidFill>
                  <a:latin typeface="Times New Roman" panose="02020603050405020304" pitchFamily="18" charset="0"/>
                </a:defRPr>
              </a:lvl5pPr>
              <a:lvl6pPr marL="2033588" defTabSz="788988" fontAlgn="base">
                <a:spcBef>
                  <a:spcPct val="0"/>
                </a:spcBef>
                <a:spcAft>
                  <a:spcPct val="0"/>
                </a:spcAft>
                <a:defRPr sz="2400">
                  <a:solidFill>
                    <a:schemeClr val="tx1"/>
                  </a:solidFill>
                  <a:latin typeface="Times New Roman" panose="02020603050405020304" pitchFamily="18" charset="0"/>
                </a:defRPr>
              </a:lvl6pPr>
              <a:lvl7pPr marL="2490788" defTabSz="788988" fontAlgn="base">
                <a:spcBef>
                  <a:spcPct val="0"/>
                </a:spcBef>
                <a:spcAft>
                  <a:spcPct val="0"/>
                </a:spcAft>
                <a:defRPr sz="2400">
                  <a:solidFill>
                    <a:schemeClr val="tx1"/>
                  </a:solidFill>
                  <a:latin typeface="Times New Roman" panose="02020603050405020304" pitchFamily="18" charset="0"/>
                </a:defRPr>
              </a:lvl7pPr>
              <a:lvl8pPr marL="2947988" defTabSz="788988" fontAlgn="base">
                <a:spcBef>
                  <a:spcPct val="0"/>
                </a:spcBef>
                <a:spcAft>
                  <a:spcPct val="0"/>
                </a:spcAft>
                <a:defRPr sz="2400">
                  <a:solidFill>
                    <a:schemeClr val="tx1"/>
                  </a:solidFill>
                  <a:latin typeface="Times New Roman" panose="02020603050405020304" pitchFamily="18" charset="0"/>
                </a:defRPr>
              </a:lvl8pPr>
              <a:lvl9pPr marL="3405188" defTabSz="788988" fontAlgn="base">
                <a:spcBef>
                  <a:spcPct val="0"/>
                </a:spcBef>
                <a:spcAft>
                  <a:spcPct val="0"/>
                </a:spcAft>
                <a:defRPr sz="2400">
                  <a:solidFill>
                    <a:schemeClr val="tx1"/>
                  </a:solidFill>
                  <a:latin typeface="Times New Roman" panose="02020603050405020304" pitchFamily="18" charset="0"/>
                </a:defRPr>
              </a:lvl9pPr>
            </a:lstStyle>
            <a:p>
              <a:pPr eaLnBrk="0" hangingPunct="0"/>
              <a:r>
                <a:rPr lang="fr-FR" altLang="fr-FR" sz="900" i="1">
                  <a:solidFill>
                    <a:srgbClr val="003399"/>
                  </a:solidFill>
                  <a:latin typeface="Calibri" panose="020F0502020204030204" pitchFamily="34" charset="0"/>
                  <a:cs typeface="Calibri" panose="020F0502020204030204" pitchFamily="34" charset="0"/>
                </a:rPr>
                <a:t>pourquoi ?</a:t>
              </a:r>
            </a:p>
          </p:txBody>
        </p:sp>
        <p:sp>
          <p:nvSpPr>
            <p:cNvPr id="27" name="Rectangle 23">
              <a:extLst>
                <a:ext uri="{FF2B5EF4-FFF2-40B4-BE49-F238E27FC236}">
                  <a16:creationId xmlns:a16="http://schemas.microsoft.com/office/drawing/2014/main" id="{EB7B99C2-3519-4834-8646-C2F144DCC756}"/>
                </a:ext>
              </a:extLst>
            </p:cNvPr>
            <p:cNvSpPr>
              <a:spLocks noChangeArrowheads="1"/>
            </p:cNvSpPr>
            <p:nvPr/>
          </p:nvSpPr>
          <p:spPr bwMode="auto">
            <a:xfrm>
              <a:off x="1468074" y="6737469"/>
              <a:ext cx="1086002" cy="315288"/>
            </a:xfrm>
            <a:prstGeom prst="rect">
              <a:avLst/>
            </a:prstGeom>
            <a:solidFill>
              <a:schemeClr val="bg1"/>
            </a:solidFill>
            <a:ln w="9525">
              <a:solidFill>
                <a:srgbClr val="00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solidFill>
                  <a:srgbClr val="003399"/>
                </a:solidFill>
                <a:latin typeface="Calibri" panose="020F0502020204030204" pitchFamily="34" charset="0"/>
                <a:cs typeface="Calibri" panose="020F0502020204030204" pitchFamily="34" charset="0"/>
              </a:endParaRPr>
            </a:p>
          </p:txBody>
        </p:sp>
        <p:sp>
          <p:nvSpPr>
            <p:cNvPr id="28" name="Freeform 24">
              <a:extLst>
                <a:ext uri="{FF2B5EF4-FFF2-40B4-BE49-F238E27FC236}">
                  <a16:creationId xmlns:a16="http://schemas.microsoft.com/office/drawing/2014/main" id="{5D2DB537-80BB-404E-88F5-EA9893065ADA}"/>
                </a:ext>
              </a:extLst>
            </p:cNvPr>
            <p:cNvSpPr>
              <a:spLocks/>
            </p:cNvSpPr>
            <p:nvPr/>
          </p:nvSpPr>
          <p:spPr bwMode="auto">
            <a:xfrm>
              <a:off x="2011075" y="7098712"/>
              <a:ext cx="584515" cy="131467"/>
            </a:xfrm>
            <a:custGeom>
              <a:avLst/>
              <a:gdLst>
                <a:gd name="T0" fmla="*/ 0 w 96"/>
                <a:gd name="T1" fmla="*/ 0 h 192"/>
                <a:gd name="T2" fmla="*/ 0 w 96"/>
                <a:gd name="T3" fmla="*/ 192 h 192"/>
                <a:gd name="T4" fmla="*/ 96 w 96"/>
                <a:gd name="T5" fmla="*/ 192 h 192"/>
              </a:gdLst>
              <a:ahLst/>
              <a:cxnLst>
                <a:cxn ang="0">
                  <a:pos x="T0" y="T1"/>
                </a:cxn>
                <a:cxn ang="0">
                  <a:pos x="T2" y="T3"/>
                </a:cxn>
                <a:cxn ang="0">
                  <a:pos x="T4" y="T5"/>
                </a:cxn>
              </a:cxnLst>
              <a:rect l="0" t="0" r="r" b="b"/>
              <a:pathLst>
                <a:path w="96" h="192">
                  <a:moveTo>
                    <a:pt x="0" y="0"/>
                  </a:moveTo>
                  <a:lnTo>
                    <a:pt x="0" y="192"/>
                  </a:lnTo>
                  <a:lnTo>
                    <a:pt x="96" y="192"/>
                  </a:lnTo>
                </a:path>
              </a:pathLst>
            </a:custGeom>
            <a:noFill/>
            <a:ln w="19050" cmpd="sng">
              <a:solidFill>
                <a:srgbClr val="003399"/>
              </a:solidFill>
              <a:round/>
              <a:headEnd type="none" w="med" len="med"/>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solidFill>
                  <a:srgbClr val="003399"/>
                </a:solidFill>
                <a:latin typeface="Calibri" panose="020F0502020204030204" pitchFamily="34" charset="0"/>
                <a:cs typeface="Calibri" panose="020F0502020204030204" pitchFamily="34" charset="0"/>
              </a:endParaRPr>
            </a:p>
          </p:txBody>
        </p:sp>
        <p:sp>
          <p:nvSpPr>
            <p:cNvPr id="29" name="Text Box 25">
              <a:extLst>
                <a:ext uri="{FF2B5EF4-FFF2-40B4-BE49-F238E27FC236}">
                  <a16:creationId xmlns:a16="http://schemas.microsoft.com/office/drawing/2014/main" id="{86F97847-FA9D-4A74-BEC8-D60544721650}"/>
                </a:ext>
              </a:extLst>
            </p:cNvPr>
            <p:cNvSpPr txBox="1">
              <a:spLocks noChangeArrowheads="1"/>
            </p:cNvSpPr>
            <p:nvPr/>
          </p:nvSpPr>
          <p:spPr bwMode="auto">
            <a:xfrm>
              <a:off x="2096870" y="7044613"/>
              <a:ext cx="660997" cy="218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8858" tIns="39429" rIns="78858" bIns="39429">
              <a:spAutoFit/>
            </a:bodyPr>
            <a:lstStyle>
              <a:lvl1pPr defTabSz="788988">
                <a:defRPr sz="2400">
                  <a:solidFill>
                    <a:schemeClr val="tx1"/>
                  </a:solidFill>
                  <a:latin typeface="Times New Roman" panose="02020603050405020304" pitchFamily="18" charset="0"/>
                </a:defRPr>
              </a:lvl1pPr>
              <a:lvl2pPr marL="393700" defTabSz="788988">
                <a:defRPr sz="2400">
                  <a:solidFill>
                    <a:schemeClr val="tx1"/>
                  </a:solidFill>
                  <a:latin typeface="Times New Roman" panose="02020603050405020304" pitchFamily="18" charset="0"/>
                </a:defRPr>
              </a:lvl2pPr>
              <a:lvl3pPr marL="788988" defTabSz="788988">
                <a:defRPr sz="2400">
                  <a:solidFill>
                    <a:schemeClr val="tx1"/>
                  </a:solidFill>
                  <a:latin typeface="Times New Roman" panose="02020603050405020304" pitchFamily="18" charset="0"/>
                </a:defRPr>
              </a:lvl3pPr>
              <a:lvl4pPr marL="1182688" defTabSz="788988">
                <a:defRPr sz="2400">
                  <a:solidFill>
                    <a:schemeClr val="tx1"/>
                  </a:solidFill>
                  <a:latin typeface="Times New Roman" panose="02020603050405020304" pitchFamily="18" charset="0"/>
                </a:defRPr>
              </a:lvl4pPr>
              <a:lvl5pPr marL="1576388" defTabSz="788988">
                <a:defRPr sz="2400">
                  <a:solidFill>
                    <a:schemeClr val="tx1"/>
                  </a:solidFill>
                  <a:latin typeface="Times New Roman" panose="02020603050405020304" pitchFamily="18" charset="0"/>
                </a:defRPr>
              </a:lvl5pPr>
              <a:lvl6pPr marL="2033588" defTabSz="788988" fontAlgn="base">
                <a:spcBef>
                  <a:spcPct val="0"/>
                </a:spcBef>
                <a:spcAft>
                  <a:spcPct val="0"/>
                </a:spcAft>
                <a:defRPr sz="2400">
                  <a:solidFill>
                    <a:schemeClr val="tx1"/>
                  </a:solidFill>
                  <a:latin typeface="Times New Roman" panose="02020603050405020304" pitchFamily="18" charset="0"/>
                </a:defRPr>
              </a:lvl6pPr>
              <a:lvl7pPr marL="2490788" defTabSz="788988" fontAlgn="base">
                <a:spcBef>
                  <a:spcPct val="0"/>
                </a:spcBef>
                <a:spcAft>
                  <a:spcPct val="0"/>
                </a:spcAft>
                <a:defRPr sz="2400">
                  <a:solidFill>
                    <a:schemeClr val="tx1"/>
                  </a:solidFill>
                  <a:latin typeface="Times New Roman" panose="02020603050405020304" pitchFamily="18" charset="0"/>
                </a:defRPr>
              </a:lvl7pPr>
              <a:lvl8pPr marL="2947988" defTabSz="788988" fontAlgn="base">
                <a:spcBef>
                  <a:spcPct val="0"/>
                </a:spcBef>
                <a:spcAft>
                  <a:spcPct val="0"/>
                </a:spcAft>
                <a:defRPr sz="2400">
                  <a:solidFill>
                    <a:schemeClr val="tx1"/>
                  </a:solidFill>
                  <a:latin typeface="Times New Roman" panose="02020603050405020304" pitchFamily="18" charset="0"/>
                </a:defRPr>
              </a:lvl8pPr>
              <a:lvl9pPr marL="3405188" defTabSz="788988" fontAlgn="base">
                <a:spcBef>
                  <a:spcPct val="0"/>
                </a:spcBef>
                <a:spcAft>
                  <a:spcPct val="0"/>
                </a:spcAft>
                <a:defRPr sz="2400">
                  <a:solidFill>
                    <a:schemeClr val="tx1"/>
                  </a:solidFill>
                  <a:latin typeface="Times New Roman" panose="02020603050405020304" pitchFamily="18" charset="0"/>
                </a:defRPr>
              </a:lvl9pPr>
            </a:lstStyle>
            <a:p>
              <a:pPr eaLnBrk="0" hangingPunct="0"/>
              <a:r>
                <a:rPr lang="fr-FR" altLang="fr-FR" sz="900" i="1">
                  <a:solidFill>
                    <a:srgbClr val="003399"/>
                  </a:solidFill>
                  <a:latin typeface="Calibri" panose="020F0502020204030204" pitchFamily="34" charset="0"/>
                  <a:cs typeface="Calibri" panose="020F0502020204030204" pitchFamily="34" charset="0"/>
                </a:rPr>
                <a:t>pourquoi ?</a:t>
              </a:r>
            </a:p>
          </p:txBody>
        </p:sp>
        <p:sp>
          <p:nvSpPr>
            <p:cNvPr id="30" name="Rectangle 26">
              <a:extLst>
                <a:ext uri="{FF2B5EF4-FFF2-40B4-BE49-F238E27FC236}">
                  <a16:creationId xmlns:a16="http://schemas.microsoft.com/office/drawing/2014/main" id="{F899ECD6-CD71-4ABD-A3F5-200400D59AAE}"/>
                </a:ext>
              </a:extLst>
            </p:cNvPr>
            <p:cNvSpPr>
              <a:spLocks noChangeArrowheads="1"/>
            </p:cNvSpPr>
            <p:nvPr/>
          </p:nvSpPr>
          <p:spPr bwMode="auto">
            <a:xfrm>
              <a:off x="2626587" y="6963755"/>
              <a:ext cx="1084895" cy="315288"/>
            </a:xfrm>
            <a:prstGeom prst="rect">
              <a:avLst/>
            </a:prstGeom>
            <a:solidFill>
              <a:schemeClr val="bg1"/>
            </a:solidFill>
            <a:ln w="9525">
              <a:solidFill>
                <a:srgbClr val="00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solidFill>
                  <a:srgbClr val="003399"/>
                </a:solidFill>
                <a:latin typeface="Calibri" panose="020F0502020204030204" pitchFamily="34" charset="0"/>
                <a:cs typeface="Calibri" panose="020F0502020204030204" pitchFamily="34" charset="0"/>
              </a:endParaRPr>
            </a:p>
          </p:txBody>
        </p:sp>
        <p:sp>
          <p:nvSpPr>
            <p:cNvPr id="31" name="Freeform 27">
              <a:extLst>
                <a:ext uri="{FF2B5EF4-FFF2-40B4-BE49-F238E27FC236}">
                  <a16:creationId xmlns:a16="http://schemas.microsoft.com/office/drawing/2014/main" id="{157667C8-3CF3-4431-ACA6-2BD7658A1EA2}"/>
                </a:ext>
              </a:extLst>
            </p:cNvPr>
            <p:cNvSpPr>
              <a:spLocks/>
            </p:cNvSpPr>
            <p:nvPr/>
          </p:nvSpPr>
          <p:spPr bwMode="auto">
            <a:xfrm>
              <a:off x="3169034" y="7324416"/>
              <a:ext cx="584515" cy="131467"/>
            </a:xfrm>
            <a:custGeom>
              <a:avLst/>
              <a:gdLst>
                <a:gd name="T0" fmla="*/ 0 w 96"/>
                <a:gd name="T1" fmla="*/ 0 h 192"/>
                <a:gd name="T2" fmla="*/ 0 w 96"/>
                <a:gd name="T3" fmla="*/ 192 h 192"/>
                <a:gd name="T4" fmla="*/ 96 w 96"/>
                <a:gd name="T5" fmla="*/ 192 h 192"/>
              </a:gdLst>
              <a:ahLst/>
              <a:cxnLst>
                <a:cxn ang="0">
                  <a:pos x="T0" y="T1"/>
                </a:cxn>
                <a:cxn ang="0">
                  <a:pos x="T2" y="T3"/>
                </a:cxn>
                <a:cxn ang="0">
                  <a:pos x="T4" y="T5"/>
                </a:cxn>
              </a:cxnLst>
              <a:rect l="0" t="0" r="r" b="b"/>
              <a:pathLst>
                <a:path w="96" h="192">
                  <a:moveTo>
                    <a:pt x="0" y="0"/>
                  </a:moveTo>
                  <a:lnTo>
                    <a:pt x="0" y="192"/>
                  </a:lnTo>
                  <a:lnTo>
                    <a:pt x="96" y="192"/>
                  </a:lnTo>
                </a:path>
              </a:pathLst>
            </a:custGeom>
            <a:noFill/>
            <a:ln w="19050" cmpd="sng">
              <a:solidFill>
                <a:srgbClr val="003399"/>
              </a:solidFill>
              <a:round/>
              <a:headEnd type="none" w="med" len="med"/>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solidFill>
                  <a:srgbClr val="003399"/>
                </a:solidFill>
                <a:latin typeface="Calibri" panose="020F0502020204030204" pitchFamily="34" charset="0"/>
                <a:cs typeface="Calibri" panose="020F0502020204030204" pitchFamily="34" charset="0"/>
              </a:endParaRPr>
            </a:p>
          </p:txBody>
        </p:sp>
        <p:sp>
          <p:nvSpPr>
            <p:cNvPr id="32" name="Text Box 28">
              <a:extLst>
                <a:ext uri="{FF2B5EF4-FFF2-40B4-BE49-F238E27FC236}">
                  <a16:creationId xmlns:a16="http://schemas.microsoft.com/office/drawing/2014/main" id="{AEDC66CF-AD57-4898-81F4-E8FE750757D7}"/>
                </a:ext>
              </a:extLst>
            </p:cNvPr>
            <p:cNvSpPr txBox="1">
              <a:spLocks noChangeArrowheads="1"/>
            </p:cNvSpPr>
            <p:nvPr/>
          </p:nvSpPr>
          <p:spPr bwMode="auto">
            <a:xfrm>
              <a:off x="3267006" y="7271480"/>
              <a:ext cx="660997" cy="218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8858" tIns="39429" rIns="78858" bIns="39429">
              <a:spAutoFit/>
            </a:bodyPr>
            <a:lstStyle>
              <a:lvl1pPr defTabSz="788988">
                <a:defRPr sz="2400">
                  <a:solidFill>
                    <a:schemeClr val="tx1"/>
                  </a:solidFill>
                  <a:latin typeface="Times New Roman" panose="02020603050405020304" pitchFamily="18" charset="0"/>
                </a:defRPr>
              </a:lvl1pPr>
              <a:lvl2pPr marL="393700" defTabSz="788988">
                <a:defRPr sz="2400">
                  <a:solidFill>
                    <a:schemeClr val="tx1"/>
                  </a:solidFill>
                  <a:latin typeface="Times New Roman" panose="02020603050405020304" pitchFamily="18" charset="0"/>
                </a:defRPr>
              </a:lvl2pPr>
              <a:lvl3pPr marL="788988" defTabSz="788988">
                <a:defRPr sz="2400">
                  <a:solidFill>
                    <a:schemeClr val="tx1"/>
                  </a:solidFill>
                  <a:latin typeface="Times New Roman" panose="02020603050405020304" pitchFamily="18" charset="0"/>
                </a:defRPr>
              </a:lvl3pPr>
              <a:lvl4pPr marL="1182688" defTabSz="788988">
                <a:defRPr sz="2400">
                  <a:solidFill>
                    <a:schemeClr val="tx1"/>
                  </a:solidFill>
                  <a:latin typeface="Times New Roman" panose="02020603050405020304" pitchFamily="18" charset="0"/>
                </a:defRPr>
              </a:lvl4pPr>
              <a:lvl5pPr marL="1576388" defTabSz="788988">
                <a:defRPr sz="2400">
                  <a:solidFill>
                    <a:schemeClr val="tx1"/>
                  </a:solidFill>
                  <a:latin typeface="Times New Roman" panose="02020603050405020304" pitchFamily="18" charset="0"/>
                </a:defRPr>
              </a:lvl5pPr>
              <a:lvl6pPr marL="2033588" defTabSz="788988" fontAlgn="base">
                <a:spcBef>
                  <a:spcPct val="0"/>
                </a:spcBef>
                <a:spcAft>
                  <a:spcPct val="0"/>
                </a:spcAft>
                <a:defRPr sz="2400">
                  <a:solidFill>
                    <a:schemeClr val="tx1"/>
                  </a:solidFill>
                  <a:latin typeface="Times New Roman" panose="02020603050405020304" pitchFamily="18" charset="0"/>
                </a:defRPr>
              </a:lvl6pPr>
              <a:lvl7pPr marL="2490788" defTabSz="788988" fontAlgn="base">
                <a:spcBef>
                  <a:spcPct val="0"/>
                </a:spcBef>
                <a:spcAft>
                  <a:spcPct val="0"/>
                </a:spcAft>
                <a:defRPr sz="2400">
                  <a:solidFill>
                    <a:schemeClr val="tx1"/>
                  </a:solidFill>
                  <a:latin typeface="Times New Roman" panose="02020603050405020304" pitchFamily="18" charset="0"/>
                </a:defRPr>
              </a:lvl7pPr>
              <a:lvl8pPr marL="2947988" defTabSz="788988" fontAlgn="base">
                <a:spcBef>
                  <a:spcPct val="0"/>
                </a:spcBef>
                <a:spcAft>
                  <a:spcPct val="0"/>
                </a:spcAft>
                <a:defRPr sz="2400">
                  <a:solidFill>
                    <a:schemeClr val="tx1"/>
                  </a:solidFill>
                  <a:latin typeface="Times New Roman" panose="02020603050405020304" pitchFamily="18" charset="0"/>
                </a:defRPr>
              </a:lvl8pPr>
              <a:lvl9pPr marL="3405188" defTabSz="788988" fontAlgn="base">
                <a:spcBef>
                  <a:spcPct val="0"/>
                </a:spcBef>
                <a:spcAft>
                  <a:spcPct val="0"/>
                </a:spcAft>
                <a:defRPr sz="2400">
                  <a:solidFill>
                    <a:schemeClr val="tx1"/>
                  </a:solidFill>
                  <a:latin typeface="Times New Roman" panose="02020603050405020304" pitchFamily="18" charset="0"/>
                </a:defRPr>
              </a:lvl9pPr>
            </a:lstStyle>
            <a:p>
              <a:pPr eaLnBrk="0" hangingPunct="0"/>
              <a:r>
                <a:rPr lang="fr-FR" altLang="fr-FR" sz="900" i="1">
                  <a:solidFill>
                    <a:srgbClr val="003399"/>
                  </a:solidFill>
                  <a:latin typeface="Calibri" panose="020F0502020204030204" pitchFamily="34" charset="0"/>
                  <a:cs typeface="Calibri" panose="020F0502020204030204" pitchFamily="34" charset="0"/>
                </a:rPr>
                <a:t>pourquoi ?</a:t>
              </a:r>
            </a:p>
          </p:txBody>
        </p:sp>
        <p:sp>
          <p:nvSpPr>
            <p:cNvPr id="33" name="Rectangle 29">
              <a:extLst>
                <a:ext uri="{FF2B5EF4-FFF2-40B4-BE49-F238E27FC236}">
                  <a16:creationId xmlns:a16="http://schemas.microsoft.com/office/drawing/2014/main" id="{EA4EE220-5F7B-49D5-B1FB-636B13B310AC}"/>
                </a:ext>
              </a:extLst>
            </p:cNvPr>
            <p:cNvSpPr>
              <a:spLocks noChangeArrowheads="1"/>
            </p:cNvSpPr>
            <p:nvPr/>
          </p:nvSpPr>
          <p:spPr bwMode="auto">
            <a:xfrm>
              <a:off x="3785099" y="7188877"/>
              <a:ext cx="1086002" cy="315288"/>
            </a:xfrm>
            <a:prstGeom prst="rect">
              <a:avLst/>
            </a:prstGeom>
            <a:solidFill>
              <a:schemeClr val="bg1"/>
            </a:solidFill>
            <a:ln w="9525">
              <a:solidFill>
                <a:srgbClr val="00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solidFill>
                  <a:srgbClr val="003399"/>
                </a:solidFill>
                <a:latin typeface="Calibri" panose="020F0502020204030204" pitchFamily="34" charset="0"/>
                <a:cs typeface="Calibri" panose="020F0502020204030204" pitchFamily="34" charset="0"/>
              </a:endParaRPr>
            </a:p>
          </p:txBody>
        </p:sp>
        <p:sp>
          <p:nvSpPr>
            <p:cNvPr id="34" name="Freeform 30">
              <a:extLst>
                <a:ext uri="{FF2B5EF4-FFF2-40B4-BE49-F238E27FC236}">
                  <a16:creationId xmlns:a16="http://schemas.microsoft.com/office/drawing/2014/main" id="{4CF1C9E1-CDD3-41B5-A175-C8781C39F9ED}"/>
                </a:ext>
              </a:extLst>
            </p:cNvPr>
            <p:cNvSpPr>
              <a:spLocks/>
            </p:cNvSpPr>
            <p:nvPr/>
          </p:nvSpPr>
          <p:spPr bwMode="auto">
            <a:xfrm>
              <a:off x="4328100" y="7550120"/>
              <a:ext cx="584515" cy="131467"/>
            </a:xfrm>
            <a:custGeom>
              <a:avLst/>
              <a:gdLst>
                <a:gd name="T0" fmla="*/ 0 w 96"/>
                <a:gd name="T1" fmla="*/ 0 h 192"/>
                <a:gd name="T2" fmla="*/ 0 w 96"/>
                <a:gd name="T3" fmla="*/ 192 h 192"/>
                <a:gd name="T4" fmla="*/ 96 w 96"/>
                <a:gd name="T5" fmla="*/ 192 h 192"/>
              </a:gdLst>
              <a:ahLst/>
              <a:cxnLst>
                <a:cxn ang="0">
                  <a:pos x="T0" y="T1"/>
                </a:cxn>
                <a:cxn ang="0">
                  <a:pos x="T2" y="T3"/>
                </a:cxn>
                <a:cxn ang="0">
                  <a:pos x="T4" y="T5"/>
                </a:cxn>
              </a:cxnLst>
              <a:rect l="0" t="0" r="r" b="b"/>
              <a:pathLst>
                <a:path w="96" h="192">
                  <a:moveTo>
                    <a:pt x="0" y="0"/>
                  </a:moveTo>
                  <a:lnTo>
                    <a:pt x="0" y="192"/>
                  </a:lnTo>
                  <a:lnTo>
                    <a:pt x="96" y="192"/>
                  </a:lnTo>
                </a:path>
              </a:pathLst>
            </a:custGeom>
            <a:noFill/>
            <a:ln w="19050" cmpd="sng">
              <a:solidFill>
                <a:srgbClr val="003399"/>
              </a:solidFill>
              <a:round/>
              <a:headEnd type="none" w="med" len="med"/>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solidFill>
                  <a:srgbClr val="003399"/>
                </a:solidFill>
                <a:latin typeface="Calibri" panose="020F0502020204030204" pitchFamily="34" charset="0"/>
                <a:cs typeface="Calibri" panose="020F0502020204030204" pitchFamily="34" charset="0"/>
              </a:endParaRPr>
            </a:p>
          </p:txBody>
        </p:sp>
        <p:sp>
          <p:nvSpPr>
            <p:cNvPr id="35" name="Text Box 31">
              <a:extLst>
                <a:ext uri="{FF2B5EF4-FFF2-40B4-BE49-F238E27FC236}">
                  <a16:creationId xmlns:a16="http://schemas.microsoft.com/office/drawing/2014/main" id="{27D499CB-6934-485C-BD0F-802774E5B367}"/>
                </a:ext>
              </a:extLst>
            </p:cNvPr>
            <p:cNvSpPr txBox="1">
              <a:spLocks noChangeArrowheads="1"/>
            </p:cNvSpPr>
            <p:nvPr/>
          </p:nvSpPr>
          <p:spPr bwMode="auto">
            <a:xfrm>
              <a:off x="4421644" y="7515799"/>
              <a:ext cx="660997" cy="218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8858" tIns="39429" rIns="78858" bIns="39429">
              <a:spAutoFit/>
            </a:bodyPr>
            <a:lstStyle>
              <a:lvl1pPr defTabSz="788988">
                <a:defRPr sz="2400">
                  <a:solidFill>
                    <a:schemeClr val="tx1"/>
                  </a:solidFill>
                  <a:latin typeface="Times New Roman" panose="02020603050405020304" pitchFamily="18" charset="0"/>
                </a:defRPr>
              </a:lvl1pPr>
              <a:lvl2pPr marL="393700" defTabSz="788988">
                <a:defRPr sz="2400">
                  <a:solidFill>
                    <a:schemeClr val="tx1"/>
                  </a:solidFill>
                  <a:latin typeface="Times New Roman" panose="02020603050405020304" pitchFamily="18" charset="0"/>
                </a:defRPr>
              </a:lvl2pPr>
              <a:lvl3pPr marL="788988" defTabSz="788988">
                <a:defRPr sz="2400">
                  <a:solidFill>
                    <a:schemeClr val="tx1"/>
                  </a:solidFill>
                  <a:latin typeface="Times New Roman" panose="02020603050405020304" pitchFamily="18" charset="0"/>
                </a:defRPr>
              </a:lvl3pPr>
              <a:lvl4pPr marL="1182688" defTabSz="788988">
                <a:defRPr sz="2400">
                  <a:solidFill>
                    <a:schemeClr val="tx1"/>
                  </a:solidFill>
                  <a:latin typeface="Times New Roman" panose="02020603050405020304" pitchFamily="18" charset="0"/>
                </a:defRPr>
              </a:lvl4pPr>
              <a:lvl5pPr marL="1576388" defTabSz="788988">
                <a:defRPr sz="2400">
                  <a:solidFill>
                    <a:schemeClr val="tx1"/>
                  </a:solidFill>
                  <a:latin typeface="Times New Roman" panose="02020603050405020304" pitchFamily="18" charset="0"/>
                </a:defRPr>
              </a:lvl5pPr>
              <a:lvl6pPr marL="2033588" defTabSz="788988" fontAlgn="base">
                <a:spcBef>
                  <a:spcPct val="0"/>
                </a:spcBef>
                <a:spcAft>
                  <a:spcPct val="0"/>
                </a:spcAft>
                <a:defRPr sz="2400">
                  <a:solidFill>
                    <a:schemeClr val="tx1"/>
                  </a:solidFill>
                  <a:latin typeface="Times New Roman" panose="02020603050405020304" pitchFamily="18" charset="0"/>
                </a:defRPr>
              </a:lvl6pPr>
              <a:lvl7pPr marL="2490788" defTabSz="788988" fontAlgn="base">
                <a:spcBef>
                  <a:spcPct val="0"/>
                </a:spcBef>
                <a:spcAft>
                  <a:spcPct val="0"/>
                </a:spcAft>
                <a:defRPr sz="2400">
                  <a:solidFill>
                    <a:schemeClr val="tx1"/>
                  </a:solidFill>
                  <a:latin typeface="Times New Roman" panose="02020603050405020304" pitchFamily="18" charset="0"/>
                </a:defRPr>
              </a:lvl7pPr>
              <a:lvl8pPr marL="2947988" defTabSz="788988" fontAlgn="base">
                <a:spcBef>
                  <a:spcPct val="0"/>
                </a:spcBef>
                <a:spcAft>
                  <a:spcPct val="0"/>
                </a:spcAft>
                <a:defRPr sz="2400">
                  <a:solidFill>
                    <a:schemeClr val="tx1"/>
                  </a:solidFill>
                  <a:latin typeface="Times New Roman" panose="02020603050405020304" pitchFamily="18" charset="0"/>
                </a:defRPr>
              </a:lvl8pPr>
              <a:lvl9pPr marL="3405188" defTabSz="788988" fontAlgn="base">
                <a:spcBef>
                  <a:spcPct val="0"/>
                </a:spcBef>
                <a:spcAft>
                  <a:spcPct val="0"/>
                </a:spcAft>
                <a:defRPr sz="2400">
                  <a:solidFill>
                    <a:schemeClr val="tx1"/>
                  </a:solidFill>
                  <a:latin typeface="Times New Roman" panose="02020603050405020304" pitchFamily="18" charset="0"/>
                </a:defRPr>
              </a:lvl9pPr>
            </a:lstStyle>
            <a:p>
              <a:pPr eaLnBrk="0" hangingPunct="0"/>
              <a:r>
                <a:rPr lang="fr-FR" altLang="fr-FR" sz="900" i="1">
                  <a:solidFill>
                    <a:srgbClr val="003399"/>
                  </a:solidFill>
                  <a:latin typeface="Calibri" panose="020F0502020204030204" pitchFamily="34" charset="0"/>
                  <a:cs typeface="Calibri" panose="020F0502020204030204" pitchFamily="34" charset="0"/>
                </a:rPr>
                <a:t>pourquoi ?</a:t>
              </a:r>
            </a:p>
          </p:txBody>
        </p:sp>
        <p:sp>
          <p:nvSpPr>
            <p:cNvPr id="36" name="Rectangle 32">
              <a:extLst>
                <a:ext uri="{FF2B5EF4-FFF2-40B4-BE49-F238E27FC236}">
                  <a16:creationId xmlns:a16="http://schemas.microsoft.com/office/drawing/2014/main" id="{36E20952-F598-42D6-A8CA-BDB490B79071}"/>
                </a:ext>
              </a:extLst>
            </p:cNvPr>
            <p:cNvSpPr>
              <a:spLocks noChangeArrowheads="1"/>
            </p:cNvSpPr>
            <p:nvPr/>
          </p:nvSpPr>
          <p:spPr bwMode="auto">
            <a:xfrm>
              <a:off x="4943612" y="7412836"/>
              <a:ext cx="1086002" cy="316451"/>
            </a:xfrm>
            <a:prstGeom prst="rect">
              <a:avLst/>
            </a:prstGeom>
            <a:solidFill>
              <a:schemeClr val="bg1"/>
            </a:solidFill>
            <a:ln w="9525">
              <a:solidFill>
                <a:srgbClr val="00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solidFill>
                  <a:srgbClr val="003399"/>
                </a:solidFill>
                <a:latin typeface="Calibri" panose="020F0502020204030204" pitchFamily="34" charset="0"/>
                <a:cs typeface="Calibri" panose="020F0502020204030204" pitchFamily="34" charset="0"/>
              </a:endParaRPr>
            </a:p>
          </p:txBody>
        </p:sp>
        <p:sp>
          <p:nvSpPr>
            <p:cNvPr id="51" name="Text Box 47">
              <a:extLst>
                <a:ext uri="{FF2B5EF4-FFF2-40B4-BE49-F238E27FC236}">
                  <a16:creationId xmlns:a16="http://schemas.microsoft.com/office/drawing/2014/main" id="{95E3356D-09C8-4884-9036-2BDEE4A36F40}"/>
                </a:ext>
              </a:extLst>
            </p:cNvPr>
            <p:cNvSpPr txBox="1">
              <a:spLocks noChangeArrowheads="1"/>
            </p:cNvSpPr>
            <p:nvPr/>
          </p:nvSpPr>
          <p:spPr bwMode="auto">
            <a:xfrm>
              <a:off x="5320004" y="7742085"/>
              <a:ext cx="844668" cy="218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8858" tIns="39429" rIns="78858" bIns="39429">
              <a:spAutoFit/>
            </a:bodyPr>
            <a:lstStyle>
              <a:lvl1pPr defTabSz="788988">
                <a:defRPr sz="2400">
                  <a:solidFill>
                    <a:schemeClr val="tx1"/>
                  </a:solidFill>
                  <a:latin typeface="Times New Roman" panose="02020603050405020304" pitchFamily="18" charset="0"/>
                </a:defRPr>
              </a:lvl1pPr>
              <a:lvl2pPr marL="393700" defTabSz="788988">
                <a:defRPr sz="2400">
                  <a:solidFill>
                    <a:schemeClr val="tx1"/>
                  </a:solidFill>
                  <a:latin typeface="Times New Roman" panose="02020603050405020304" pitchFamily="18" charset="0"/>
                </a:defRPr>
              </a:lvl2pPr>
              <a:lvl3pPr marL="788988" defTabSz="788988">
                <a:defRPr sz="2400">
                  <a:solidFill>
                    <a:schemeClr val="tx1"/>
                  </a:solidFill>
                  <a:latin typeface="Times New Roman" panose="02020603050405020304" pitchFamily="18" charset="0"/>
                </a:defRPr>
              </a:lvl3pPr>
              <a:lvl4pPr marL="1182688" defTabSz="788988">
                <a:defRPr sz="2400">
                  <a:solidFill>
                    <a:schemeClr val="tx1"/>
                  </a:solidFill>
                  <a:latin typeface="Times New Roman" panose="02020603050405020304" pitchFamily="18" charset="0"/>
                </a:defRPr>
              </a:lvl4pPr>
              <a:lvl5pPr marL="1576388" defTabSz="788988">
                <a:defRPr sz="2400">
                  <a:solidFill>
                    <a:schemeClr val="tx1"/>
                  </a:solidFill>
                  <a:latin typeface="Times New Roman" panose="02020603050405020304" pitchFamily="18" charset="0"/>
                </a:defRPr>
              </a:lvl5pPr>
              <a:lvl6pPr marL="2033588" defTabSz="788988" fontAlgn="base">
                <a:spcBef>
                  <a:spcPct val="0"/>
                </a:spcBef>
                <a:spcAft>
                  <a:spcPct val="0"/>
                </a:spcAft>
                <a:defRPr sz="2400">
                  <a:solidFill>
                    <a:schemeClr val="tx1"/>
                  </a:solidFill>
                  <a:latin typeface="Times New Roman" panose="02020603050405020304" pitchFamily="18" charset="0"/>
                </a:defRPr>
              </a:lvl6pPr>
              <a:lvl7pPr marL="2490788" defTabSz="788988" fontAlgn="base">
                <a:spcBef>
                  <a:spcPct val="0"/>
                </a:spcBef>
                <a:spcAft>
                  <a:spcPct val="0"/>
                </a:spcAft>
                <a:defRPr sz="2400">
                  <a:solidFill>
                    <a:schemeClr val="tx1"/>
                  </a:solidFill>
                  <a:latin typeface="Times New Roman" panose="02020603050405020304" pitchFamily="18" charset="0"/>
                </a:defRPr>
              </a:lvl7pPr>
              <a:lvl8pPr marL="2947988" defTabSz="788988" fontAlgn="base">
                <a:spcBef>
                  <a:spcPct val="0"/>
                </a:spcBef>
                <a:spcAft>
                  <a:spcPct val="0"/>
                </a:spcAft>
                <a:defRPr sz="2400">
                  <a:solidFill>
                    <a:schemeClr val="tx1"/>
                  </a:solidFill>
                  <a:latin typeface="Times New Roman" panose="02020603050405020304" pitchFamily="18" charset="0"/>
                </a:defRPr>
              </a:lvl8pPr>
              <a:lvl9pPr marL="3405188" defTabSz="788988" fontAlgn="base">
                <a:spcBef>
                  <a:spcPct val="0"/>
                </a:spcBef>
                <a:spcAft>
                  <a:spcPct val="0"/>
                </a:spcAft>
                <a:defRPr sz="2400">
                  <a:solidFill>
                    <a:schemeClr val="tx1"/>
                  </a:solidFill>
                  <a:latin typeface="Times New Roman" panose="02020603050405020304" pitchFamily="18" charset="0"/>
                </a:defRPr>
              </a:lvl9pPr>
            </a:lstStyle>
            <a:p>
              <a:pPr algn="r" eaLnBrk="0" hangingPunct="0"/>
              <a:r>
                <a:rPr lang="fr-FR" altLang="fr-FR" sz="900" i="1">
                  <a:solidFill>
                    <a:srgbClr val="003399"/>
                  </a:solidFill>
                  <a:latin typeface="Calibri" panose="020F0502020204030204" pitchFamily="34" charset="0"/>
                  <a:cs typeface="Calibri" panose="020F0502020204030204" pitchFamily="34" charset="0"/>
                </a:rPr>
                <a:t>cause racine</a:t>
              </a:r>
            </a:p>
          </p:txBody>
        </p:sp>
      </p:grpSp>
      <p:grpSp>
        <p:nvGrpSpPr>
          <p:cNvPr id="58" name="Groupe 57">
            <a:extLst>
              <a:ext uri="{FF2B5EF4-FFF2-40B4-BE49-F238E27FC236}">
                <a16:creationId xmlns:a16="http://schemas.microsoft.com/office/drawing/2014/main" id="{DC0E8FE8-9E25-400E-AFB4-0F95CB3D43FF}"/>
              </a:ext>
            </a:extLst>
          </p:cNvPr>
          <p:cNvGrpSpPr/>
          <p:nvPr/>
        </p:nvGrpSpPr>
        <p:grpSpPr>
          <a:xfrm>
            <a:off x="237025" y="7631799"/>
            <a:ext cx="5911042" cy="1772462"/>
            <a:chOff x="237025" y="7631799"/>
            <a:chExt cx="5911042" cy="1772462"/>
          </a:xfrm>
        </p:grpSpPr>
        <p:sp>
          <p:nvSpPr>
            <p:cNvPr id="10" name="Text Box 6">
              <a:extLst>
                <a:ext uri="{FF2B5EF4-FFF2-40B4-BE49-F238E27FC236}">
                  <a16:creationId xmlns:a16="http://schemas.microsoft.com/office/drawing/2014/main" id="{10AD9FE3-7B81-447D-A4BE-2F3F90BF159B}"/>
                </a:ext>
              </a:extLst>
            </p:cNvPr>
            <p:cNvSpPr txBox="1">
              <a:spLocks noChangeArrowheads="1"/>
            </p:cNvSpPr>
            <p:nvPr/>
          </p:nvSpPr>
          <p:spPr bwMode="auto">
            <a:xfrm>
              <a:off x="237025" y="7631799"/>
              <a:ext cx="3646251" cy="264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8858" tIns="39429" rIns="78858" bIns="39429">
              <a:spAutoFit/>
            </a:bodyPr>
            <a:lstStyle>
              <a:lvl1pPr defTabSz="788988">
                <a:tabLst>
                  <a:tab pos="161925" algn="l"/>
                  <a:tab pos="323850" algn="l"/>
                  <a:tab pos="498475" algn="l"/>
                  <a:tab pos="733425" algn="l"/>
                  <a:tab pos="909638" algn="l"/>
                </a:tabLst>
                <a:defRPr sz="2400">
                  <a:solidFill>
                    <a:schemeClr val="tx1"/>
                  </a:solidFill>
                  <a:latin typeface="Times New Roman" panose="02020603050405020304" pitchFamily="18" charset="0"/>
                </a:defRPr>
              </a:lvl1pPr>
              <a:lvl2pPr marL="582613" defTabSz="788988">
                <a:tabLst>
                  <a:tab pos="161925" algn="l"/>
                  <a:tab pos="323850" algn="l"/>
                  <a:tab pos="498475" algn="l"/>
                  <a:tab pos="733425" algn="l"/>
                  <a:tab pos="909638" algn="l"/>
                </a:tabLst>
                <a:defRPr sz="2400">
                  <a:solidFill>
                    <a:schemeClr val="tx1"/>
                  </a:solidFill>
                  <a:latin typeface="Times New Roman" panose="02020603050405020304" pitchFamily="18" charset="0"/>
                </a:defRPr>
              </a:lvl2pPr>
              <a:lvl3pPr marL="788988" defTabSz="788988">
                <a:tabLst>
                  <a:tab pos="161925" algn="l"/>
                  <a:tab pos="323850" algn="l"/>
                  <a:tab pos="498475" algn="l"/>
                  <a:tab pos="733425" algn="l"/>
                  <a:tab pos="909638" algn="l"/>
                </a:tabLst>
                <a:defRPr sz="2400">
                  <a:solidFill>
                    <a:schemeClr val="tx1"/>
                  </a:solidFill>
                  <a:latin typeface="Times New Roman" panose="02020603050405020304" pitchFamily="18" charset="0"/>
                </a:defRPr>
              </a:lvl3pPr>
              <a:lvl4pPr marL="1182688" defTabSz="788988">
                <a:tabLst>
                  <a:tab pos="161925" algn="l"/>
                  <a:tab pos="323850" algn="l"/>
                  <a:tab pos="498475" algn="l"/>
                  <a:tab pos="733425" algn="l"/>
                  <a:tab pos="909638" algn="l"/>
                </a:tabLst>
                <a:defRPr sz="2400">
                  <a:solidFill>
                    <a:schemeClr val="tx1"/>
                  </a:solidFill>
                  <a:latin typeface="Times New Roman" panose="02020603050405020304" pitchFamily="18" charset="0"/>
                </a:defRPr>
              </a:lvl4pPr>
              <a:lvl5pPr marL="1576388" defTabSz="788988">
                <a:tabLst>
                  <a:tab pos="161925" algn="l"/>
                  <a:tab pos="323850" algn="l"/>
                  <a:tab pos="498475" algn="l"/>
                  <a:tab pos="733425" algn="l"/>
                  <a:tab pos="909638" algn="l"/>
                </a:tabLst>
                <a:defRPr sz="2400">
                  <a:solidFill>
                    <a:schemeClr val="tx1"/>
                  </a:solidFill>
                  <a:latin typeface="Times New Roman" panose="02020603050405020304" pitchFamily="18" charset="0"/>
                </a:defRPr>
              </a:lvl5pPr>
              <a:lvl6pPr marL="2033588" defTabSz="788988" fontAlgn="base">
                <a:spcBef>
                  <a:spcPct val="0"/>
                </a:spcBef>
                <a:spcAft>
                  <a:spcPct val="0"/>
                </a:spcAft>
                <a:tabLst>
                  <a:tab pos="161925" algn="l"/>
                  <a:tab pos="323850" algn="l"/>
                  <a:tab pos="498475" algn="l"/>
                  <a:tab pos="733425" algn="l"/>
                  <a:tab pos="909638" algn="l"/>
                </a:tabLst>
                <a:defRPr sz="2400">
                  <a:solidFill>
                    <a:schemeClr val="tx1"/>
                  </a:solidFill>
                  <a:latin typeface="Times New Roman" panose="02020603050405020304" pitchFamily="18" charset="0"/>
                </a:defRPr>
              </a:lvl6pPr>
              <a:lvl7pPr marL="2490788" defTabSz="788988" fontAlgn="base">
                <a:spcBef>
                  <a:spcPct val="0"/>
                </a:spcBef>
                <a:spcAft>
                  <a:spcPct val="0"/>
                </a:spcAft>
                <a:tabLst>
                  <a:tab pos="161925" algn="l"/>
                  <a:tab pos="323850" algn="l"/>
                  <a:tab pos="498475" algn="l"/>
                  <a:tab pos="733425" algn="l"/>
                  <a:tab pos="909638" algn="l"/>
                </a:tabLst>
                <a:defRPr sz="2400">
                  <a:solidFill>
                    <a:schemeClr val="tx1"/>
                  </a:solidFill>
                  <a:latin typeface="Times New Roman" panose="02020603050405020304" pitchFamily="18" charset="0"/>
                </a:defRPr>
              </a:lvl7pPr>
              <a:lvl8pPr marL="2947988" defTabSz="788988" fontAlgn="base">
                <a:spcBef>
                  <a:spcPct val="0"/>
                </a:spcBef>
                <a:spcAft>
                  <a:spcPct val="0"/>
                </a:spcAft>
                <a:tabLst>
                  <a:tab pos="161925" algn="l"/>
                  <a:tab pos="323850" algn="l"/>
                  <a:tab pos="498475" algn="l"/>
                  <a:tab pos="733425" algn="l"/>
                  <a:tab pos="909638" algn="l"/>
                </a:tabLst>
                <a:defRPr sz="2400">
                  <a:solidFill>
                    <a:schemeClr val="tx1"/>
                  </a:solidFill>
                  <a:latin typeface="Times New Roman" panose="02020603050405020304" pitchFamily="18" charset="0"/>
                </a:defRPr>
              </a:lvl8pPr>
              <a:lvl9pPr marL="3405188" defTabSz="788988" fontAlgn="base">
                <a:spcBef>
                  <a:spcPct val="0"/>
                </a:spcBef>
                <a:spcAft>
                  <a:spcPct val="0"/>
                </a:spcAft>
                <a:tabLst>
                  <a:tab pos="161925" algn="l"/>
                  <a:tab pos="323850" algn="l"/>
                  <a:tab pos="498475" algn="l"/>
                  <a:tab pos="733425" algn="l"/>
                  <a:tab pos="909638" algn="l"/>
                </a:tabLst>
                <a:defRPr sz="2400">
                  <a:solidFill>
                    <a:schemeClr val="tx1"/>
                  </a:solidFill>
                  <a:latin typeface="Times New Roman" panose="02020603050405020304" pitchFamily="18" charset="0"/>
                </a:defRPr>
              </a:lvl9pPr>
            </a:lstStyle>
            <a:p>
              <a:r>
                <a:rPr lang="fr-FR" altLang="fr-FR" sz="1200" b="1" i="1" dirty="0">
                  <a:solidFill>
                    <a:srgbClr val="006600"/>
                  </a:solidFill>
                  <a:latin typeface="Calibri" panose="020F0502020204030204" pitchFamily="34" charset="0"/>
                  <a:cs typeface="Calibri" panose="020F0502020204030204" pitchFamily="34" charset="0"/>
                </a:rPr>
                <a:t>Pourquoi le système n'a pas prévenu le problème ? : </a:t>
              </a:r>
            </a:p>
          </p:txBody>
        </p:sp>
        <p:sp>
          <p:nvSpPr>
            <p:cNvPr id="37" name="Rectangle 33">
              <a:extLst>
                <a:ext uri="{FF2B5EF4-FFF2-40B4-BE49-F238E27FC236}">
                  <a16:creationId xmlns:a16="http://schemas.microsoft.com/office/drawing/2014/main" id="{00EC1D39-06BB-483C-9288-2714235B7069}"/>
                </a:ext>
              </a:extLst>
            </p:cNvPr>
            <p:cNvSpPr>
              <a:spLocks noChangeArrowheads="1"/>
            </p:cNvSpPr>
            <p:nvPr/>
          </p:nvSpPr>
          <p:spPr bwMode="auto">
            <a:xfrm>
              <a:off x="312329" y="7958721"/>
              <a:ext cx="1086002" cy="316451"/>
            </a:xfrm>
            <a:prstGeom prst="rect">
              <a:avLst/>
            </a:prstGeom>
            <a:solidFill>
              <a:schemeClr val="bg1"/>
            </a:solidFill>
            <a:ln w="9525">
              <a:solidFill>
                <a:srgbClr val="00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solidFill>
                  <a:srgbClr val="006600"/>
                </a:solidFill>
                <a:latin typeface="Calibri" panose="020F0502020204030204" pitchFamily="34" charset="0"/>
                <a:cs typeface="Calibri" panose="020F0502020204030204" pitchFamily="34" charset="0"/>
              </a:endParaRPr>
            </a:p>
          </p:txBody>
        </p:sp>
        <p:sp>
          <p:nvSpPr>
            <p:cNvPr id="38" name="Freeform 34">
              <a:extLst>
                <a:ext uri="{FF2B5EF4-FFF2-40B4-BE49-F238E27FC236}">
                  <a16:creationId xmlns:a16="http://schemas.microsoft.com/office/drawing/2014/main" id="{E923DCC3-E6F3-49E5-8907-26156EB9A361}"/>
                </a:ext>
              </a:extLst>
            </p:cNvPr>
            <p:cNvSpPr>
              <a:spLocks/>
            </p:cNvSpPr>
            <p:nvPr/>
          </p:nvSpPr>
          <p:spPr bwMode="auto">
            <a:xfrm>
              <a:off x="854222" y="8320546"/>
              <a:ext cx="584515" cy="131467"/>
            </a:xfrm>
            <a:custGeom>
              <a:avLst/>
              <a:gdLst>
                <a:gd name="T0" fmla="*/ 0 w 96"/>
                <a:gd name="T1" fmla="*/ 0 h 192"/>
                <a:gd name="T2" fmla="*/ 0 w 96"/>
                <a:gd name="T3" fmla="*/ 192 h 192"/>
                <a:gd name="T4" fmla="*/ 96 w 96"/>
                <a:gd name="T5" fmla="*/ 192 h 192"/>
              </a:gdLst>
              <a:ahLst/>
              <a:cxnLst>
                <a:cxn ang="0">
                  <a:pos x="T0" y="T1"/>
                </a:cxn>
                <a:cxn ang="0">
                  <a:pos x="T2" y="T3"/>
                </a:cxn>
                <a:cxn ang="0">
                  <a:pos x="T4" y="T5"/>
                </a:cxn>
              </a:cxnLst>
              <a:rect l="0" t="0" r="r" b="b"/>
              <a:pathLst>
                <a:path w="96" h="192">
                  <a:moveTo>
                    <a:pt x="0" y="0"/>
                  </a:moveTo>
                  <a:lnTo>
                    <a:pt x="0" y="192"/>
                  </a:lnTo>
                  <a:lnTo>
                    <a:pt x="96" y="192"/>
                  </a:lnTo>
                </a:path>
              </a:pathLst>
            </a:custGeom>
            <a:noFill/>
            <a:ln w="19050" cmpd="sng">
              <a:solidFill>
                <a:srgbClr val="006600"/>
              </a:solidFill>
              <a:round/>
              <a:headEnd type="none" w="med" len="med"/>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solidFill>
                  <a:srgbClr val="006600"/>
                </a:solidFill>
                <a:latin typeface="Calibri" panose="020F0502020204030204" pitchFamily="34" charset="0"/>
                <a:cs typeface="Calibri" panose="020F0502020204030204" pitchFamily="34" charset="0"/>
              </a:endParaRPr>
            </a:p>
          </p:txBody>
        </p:sp>
        <p:sp>
          <p:nvSpPr>
            <p:cNvPr id="39" name="Text Box 35">
              <a:extLst>
                <a:ext uri="{FF2B5EF4-FFF2-40B4-BE49-F238E27FC236}">
                  <a16:creationId xmlns:a16="http://schemas.microsoft.com/office/drawing/2014/main" id="{E2CD53F9-E9A7-427A-9E9C-2F129616F76D}"/>
                </a:ext>
              </a:extLst>
            </p:cNvPr>
            <p:cNvSpPr txBox="1">
              <a:spLocks noChangeArrowheads="1"/>
            </p:cNvSpPr>
            <p:nvPr/>
          </p:nvSpPr>
          <p:spPr bwMode="auto">
            <a:xfrm>
              <a:off x="951088" y="8273427"/>
              <a:ext cx="660997" cy="218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8858" tIns="39429" rIns="78858" bIns="39429">
              <a:spAutoFit/>
            </a:bodyPr>
            <a:lstStyle>
              <a:lvl1pPr defTabSz="788988">
                <a:defRPr sz="2400">
                  <a:solidFill>
                    <a:schemeClr val="tx1"/>
                  </a:solidFill>
                  <a:latin typeface="Times New Roman" panose="02020603050405020304" pitchFamily="18" charset="0"/>
                </a:defRPr>
              </a:lvl1pPr>
              <a:lvl2pPr marL="393700" defTabSz="788988">
                <a:defRPr sz="2400">
                  <a:solidFill>
                    <a:schemeClr val="tx1"/>
                  </a:solidFill>
                  <a:latin typeface="Times New Roman" panose="02020603050405020304" pitchFamily="18" charset="0"/>
                </a:defRPr>
              </a:lvl2pPr>
              <a:lvl3pPr marL="788988" defTabSz="788988">
                <a:defRPr sz="2400">
                  <a:solidFill>
                    <a:schemeClr val="tx1"/>
                  </a:solidFill>
                  <a:latin typeface="Times New Roman" panose="02020603050405020304" pitchFamily="18" charset="0"/>
                </a:defRPr>
              </a:lvl3pPr>
              <a:lvl4pPr marL="1182688" defTabSz="788988">
                <a:defRPr sz="2400">
                  <a:solidFill>
                    <a:schemeClr val="tx1"/>
                  </a:solidFill>
                  <a:latin typeface="Times New Roman" panose="02020603050405020304" pitchFamily="18" charset="0"/>
                </a:defRPr>
              </a:lvl4pPr>
              <a:lvl5pPr marL="1576388" defTabSz="788988">
                <a:defRPr sz="2400">
                  <a:solidFill>
                    <a:schemeClr val="tx1"/>
                  </a:solidFill>
                  <a:latin typeface="Times New Roman" panose="02020603050405020304" pitchFamily="18" charset="0"/>
                </a:defRPr>
              </a:lvl5pPr>
              <a:lvl6pPr marL="2033588" defTabSz="788988" fontAlgn="base">
                <a:spcBef>
                  <a:spcPct val="0"/>
                </a:spcBef>
                <a:spcAft>
                  <a:spcPct val="0"/>
                </a:spcAft>
                <a:defRPr sz="2400">
                  <a:solidFill>
                    <a:schemeClr val="tx1"/>
                  </a:solidFill>
                  <a:latin typeface="Times New Roman" panose="02020603050405020304" pitchFamily="18" charset="0"/>
                </a:defRPr>
              </a:lvl6pPr>
              <a:lvl7pPr marL="2490788" defTabSz="788988" fontAlgn="base">
                <a:spcBef>
                  <a:spcPct val="0"/>
                </a:spcBef>
                <a:spcAft>
                  <a:spcPct val="0"/>
                </a:spcAft>
                <a:defRPr sz="2400">
                  <a:solidFill>
                    <a:schemeClr val="tx1"/>
                  </a:solidFill>
                  <a:latin typeface="Times New Roman" panose="02020603050405020304" pitchFamily="18" charset="0"/>
                </a:defRPr>
              </a:lvl7pPr>
              <a:lvl8pPr marL="2947988" defTabSz="788988" fontAlgn="base">
                <a:spcBef>
                  <a:spcPct val="0"/>
                </a:spcBef>
                <a:spcAft>
                  <a:spcPct val="0"/>
                </a:spcAft>
                <a:defRPr sz="2400">
                  <a:solidFill>
                    <a:schemeClr val="tx1"/>
                  </a:solidFill>
                  <a:latin typeface="Times New Roman" panose="02020603050405020304" pitchFamily="18" charset="0"/>
                </a:defRPr>
              </a:lvl8pPr>
              <a:lvl9pPr marL="3405188" defTabSz="788988" fontAlgn="base">
                <a:spcBef>
                  <a:spcPct val="0"/>
                </a:spcBef>
                <a:spcAft>
                  <a:spcPct val="0"/>
                </a:spcAft>
                <a:defRPr sz="2400">
                  <a:solidFill>
                    <a:schemeClr val="tx1"/>
                  </a:solidFill>
                  <a:latin typeface="Times New Roman" panose="02020603050405020304" pitchFamily="18" charset="0"/>
                </a:defRPr>
              </a:lvl9pPr>
            </a:lstStyle>
            <a:p>
              <a:pPr eaLnBrk="0" hangingPunct="0"/>
              <a:r>
                <a:rPr lang="fr-FR" altLang="fr-FR" sz="900" i="1">
                  <a:solidFill>
                    <a:srgbClr val="006600"/>
                  </a:solidFill>
                  <a:latin typeface="Calibri" panose="020F0502020204030204" pitchFamily="34" charset="0"/>
                  <a:cs typeface="Calibri" panose="020F0502020204030204" pitchFamily="34" charset="0"/>
                </a:rPr>
                <a:t>pourquoi ?</a:t>
              </a:r>
            </a:p>
          </p:txBody>
        </p:sp>
        <p:sp>
          <p:nvSpPr>
            <p:cNvPr id="40" name="Rectangle 36">
              <a:extLst>
                <a:ext uri="{FF2B5EF4-FFF2-40B4-BE49-F238E27FC236}">
                  <a16:creationId xmlns:a16="http://schemas.microsoft.com/office/drawing/2014/main" id="{934D4575-8A1A-4E65-9FD7-236881AE89FF}"/>
                </a:ext>
              </a:extLst>
            </p:cNvPr>
            <p:cNvSpPr>
              <a:spLocks noChangeArrowheads="1"/>
            </p:cNvSpPr>
            <p:nvPr/>
          </p:nvSpPr>
          <p:spPr bwMode="auto">
            <a:xfrm>
              <a:off x="1468074" y="8185007"/>
              <a:ext cx="1086002" cy="315288"/>
            </a:xfrm>
            <a:prstGeom prst="rect">
              <a:avLst/>
            </a:prstGeom>
            <a:solidFill>
              <a:schemeClr val="bg1"/>
            </a:solidFill>
            <a:ln w="9525">
              <a:solidFill>
                <a:srgbClr val="00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solidFill>
                  <a:srgbClr val="006600"/>
                </a:solidFill>
                <a:latin typeface="Calibri" panose="020F0502020204030204" pitchFamily="34" charset="0"/>
                <a:cs typeface="Calibri" panose="020F0502020204030204" pitchFamily="34" charset="0"/>
              </a:endParaRPr>
            </a:p>
          </p:txBody>
        </p:sp>
        <p:sp>
          <p:nvSpPr>
            <p:cNvPr id="41" name="Freeform 37">
              <a:extLst>
                <a:ext uri="{FF2B5EF4-FFF2-40B4-BE49-F238E27FC236}">
                  <a16:creationId xmlns:a16="http://schemas.microsoft.com/office/drawing/2014/main" id="{10D04ECF-8D42-49AD-A226-9511F2DE53D8}"/>
                </a:ext>
              </a:extLst>
            </p:cNvPr>
            <p:cNvSpPr>
              <a:spLocks/>
            </p:cNvSpPr>
            <p:nvPr/>
          </p:nvSpPr>
          <p:spPr bwMode="auto">
            <a:xfrm>
              <a:off x="2011075" y="8546250"/>
              <a:ext cx="584515" cy="131467"/>
            </a:xfrm>
            <a:custGeom>
              <a:avLst/>
              <a:gdLst>
                <a:gd name="T0" fmla="*/ 0 w 96"/>
                <a:gd name="T1" fmla="*/ 0 h 192"/>
                <a:gd name="T2" fmla="*/ 0 w 96"/>
                <a:gd name="T3" fmla="*/ 192 h 192"/>
                <a:gd name="T4" fmla="*/ 96 w 96"/>
                <a:gd name="T5" fmla="*/ 192 h 192"/>
              </a:gdLst>
              <a:ahLst/>
              <a:cxnLst>
                <a:cxn ang="0">
                  <a:pos x="T0" y="T1"/>
                </a:cxn>
                <a:cxn ang="0">
                  <a:pos x="T2" y="T3"/>
                </a:cxn>
                <a:cxn ang="0">
                  <a:pos x="T4" y="T5"/>
                </a:cxn>
              </a:cxnLst>
              <a:rect l="0" t="0" r="r" b="b"/>
              <a:pathLst>
                <a:path w="96" h="192">
                  <a:moveTo>
                    <a:pt x="0" y="0"/>
                  </a:moveTo>
                  <a:lnTo>
                    <a:pt x="0" y="192"/>
                  </a:lnTo>
                  <a:lnTo>
                    <a:pt x="96" y="192"/>
                  </a:lnTo>
                </a:path>
              </a:pathLst>
            </a:custGeom>
            <a:noFill/>
            <a:ln w="19050" cmpd="sng">
              <a:solidFill>
                <a:srgbClr val="006600"/>
              </a:solidFill>
              <a:round/>
              <a:headEnd type="none" w="med" len="med"/>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solidFill>
                  <a:srgbClr val="006600"/>
                </a:solidFill>
                <a:latin typeface="Calibri" panose="020F0502020204030204" pitchFamily="34" charset="0"/>
                <a:cs typeface="Calibri" panose="020F0502020204030204" pitchFamily="34" charset="0"/>
              </a:endParaRPr>
            </a:p>
          </p:txBody>
        </p:sp>
        <p:sp>
          <p:nvSpPr>
            <p:cNvPr id="42" name="Text Box 38">
              <a:extLst>
                <a:ext uri="{FF2B5EF4-FFF2-40B4-BE49-F238E27FC236}">
                  <a16:creationId xmlns:a16="http://schemas.microsoft.com/office/drawing/2014/main" id="{21E721AD-0B63-4E68-A178-9C54ECB0EC09}"/>
                </a:ext>
              </a:extLst>
            </p:cNvPr>
            <p:cNvSpPr txBox="1">
              <a:spLocks noChangeArrowheads="1"/>
            </p:cNvSpPr>
            <p:nvPr/>
          </p:nvSpPr>
          <p:spPr bwMode="auto">
            <a:xfrm>
              <a:off x="2092442" y="8503785"/>
              <a:ext cx="660997" cy="218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8858" tIns="39429" rIns="78858" bIns="39429">
              <a:spAutoFit/>
            </a:bodyPr>
            <a:lstStyle>
              <a:lvl1pPr defTabSz="788988">
                <a:defRPr sz="2400">
                  <a:solidFill>
                    <a:schemeClr val="tx1"/>
                  </a:solidFill>
                  <a:latin typeface="Times New Roman" panose="02020603050405020304" pitchFamily="18" charset="0"/>
                </a:defRPr>
              </a:lvl1pPr>
              <a:lvl2pPr marL="393700" defTabSz="788988">
                <a:defRPr sz="2400">
                  <a:solidFill>
                    <a:schemeClr val="tx1"/>
                  </a:solidFill>
                  <a:latin typeface="Times New Roman" panose="02020603050405020304" pitchFamily="18" charset="0"/>
                </a:defRPr>
              </a:lvl2pPr>
              <a:lvl3pPr marL="788988" defTabSz="788988">
                <a:defRPr sz="2400">
                  <a:solidFill>
                    <a:schemeClr val="tx1"/>
                  </a:solidFill>
                  <a:latin typeface="Times New Roman" panose="02020603050405020304" pitchFamily="18" charset="0"/>
                </a:defRPr>
              </a:lvl3pPr>
              <a:lvl4pPr marL="1182688" defTabSz="788988">
                <a:defRPr sz="2400">
                  <a:solidFill>
                    <a:schemeClr val="tx1"/>
                  </a:solidFill>
                  <a:latin typeface="Times New Roman" panose="02020603050405020304" pitchFamily="18" charset="0"/>
                </a:defRPr>
              </a:lvl4pPr>
              <a:lvl5pPr marL="1576388" defTabSz="788988">
                <a:defRPr sz="2400">
                  <a:solidFill>
                    <a:schemeClr val="tx1"/>
                  </a:solidFill>
                  <a:latin typeface="Times New Roman" panose="02020603050405020304" pitchFamily="18" charset="0"/>
                </a:defRPr>
              </a:lvl5pPr>
              <a:lvl6pPr marL="2033588" defTabSz="788988" fontAlgn="base">
                <a:spcBef>
                  <a:spcPct val="0"/>
                </a:spcBef>
                <a:spcAft>
                  <a:spcPct val="0"/>
                </a:spcAft>
                <a:defRPr sz="2400">
                  <a:solidFill>
                    <a:schemeClr val="tx1"/>
                  </a:solidFill>
                  <a:latin typeface="Times New Roman" panose="02020603050405020304" pitchFamily="18" charset="0"/>
                </a:defRPr>
              </a:lvl6pPr>
              <a:lvl7pPr marL="2490788" defTabSz="788988" fontAlgn="base">
                <a:spcBef>
                  <a:spcPct val="0"/>
                </a:spcBef>
                <a:spcAft>
                  <a:spcPct val="0"/>
                </a:spcAft>
                <a:defRPr sz="2400">
                  <a:solidFill>
                    <a:schemeClr val="tx1"/>
                  </a:solidFill>
                  <a:latin typeface="Times New Roman" panose="02020603050405020304" pitchFamily="18" charset="0"/>
                </a:defRPr>
              </a:lvl7pPr>
              <a:lvl8pPr marL="2947988" defTabSz="788988" fontAlgn="base">
                <a:spcBef>
                  <a:spcPct val="0"/>
                </a:spcBef>
                <a:spcAft>
                  <a:spcPct val="0"/>
                </a:spcAft>
                <a:defRPr sz="2400">
                  <a:solidFill>
                    <a:schemeClr val="tx1"/>
                  </a:solidFill>
                  <a:latin typeface="Times New Roman" panose="02020603050405020304" pitchFamily="18" charset="0"/>
                </a:defRPr>
              </a:lvl8pPr>
              <a:lvl9pPr marL="3405188" defTabSz="788988" fontAlgn="base">
                <a:spcBef>
                  <a:spcPct val="0"/>
                </a:spcBef>
                <a:spcAft>
                  <a:spcPct val="0"/>
                </a:spcAft>
                <a:defRPr sz="2400">
                  <a:solidFill>
                    <a:schemeClr val="tx1"/>
                  </a:solidFill>
                  <a:latin typeface="Times New Roman" panose="02020603050405020304" pitchFamily="18" charset="0"/>
                </a:defRPr>
              </a:lvl9pPr>
            </a:lstStyle>
            <a:p>
              <a:pPr eaLnBrk="0" hangingPunct="0"/>
              <a:r>
                <a:rPr lang="fr-FR" altLang="fr-FR" sz="900" i="1">
                  <a:solidFill>
                    <a:srgbClr val="006600"/>
                  </a:solidFill>
                  <a:latin typeface="Calibri" panose="020F0502020204030204" pitchFamily="34" charset="0"/>
                  <a:cs typeface="Calibri" panose="020F0502020204030204" pitchFamily="34" charset="0"/>
                </a:rPr>
                <a:t>pourquoi ?</a:t>
              </a:r>
            </a:p>
          </p:txBody>
        </p:sp>
        <p:sp>
          <p:nvSpPr>
            <p:cNvPr id="43" name="Rectangle 39">
              <a:extLst>
                <a:ext uri="{FF2B5EF4-FFF2-40B4-BE49-F238E27FC236}">
                  <a16:creationId xmlns:a16="http://schemas.microsoft.com/office/drawing/2014/main" id="{0AA16068-AFE4-4006-BB56-052A9FF1C9B5}"/>
                </a:ext>
              </a:extLst>
            </p:cNvPr>
            <p:cNvSpPr>
              <a:spLocks noChangeArrowheads="1"/>
            </p:cNvSpPr>
            <p:nvPr/>
          </p:nvSpPr>
          <p:spPr bwMode="auto">
            <a:xfrm>
              <a:off x="2626587" y="8411293"/>
              <a:ext cx="1084895" cy="315288"/>
            </a:xfrm>
            <a:prstGeom prst="rect">
              <a:avLst/>
            </a:prstGeom>
            <a:solidFill>
              <a:schemeClr val="bg1"/>
            </a:solidFill>
            <a:ln w="9525">
              <a:solidFill>
                <a:srgbClr val="00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solidFill>
                  <a:srgbClr val="006600"/>
                </a:solidFill>
                <a:latin typeface="Calibri" panose="020F0502020204030204" pitchFamily="34" charset="0"/>
                <a:cs typeface="Calibri" panose="020F0502020204030204" pitchFamily="34" charset="0"/>
              </a:endParaRPr>
            </a:p>
          </p:txBody>
        </p:sp>
        <p:sp>
          <p:nvSpPr>
            <p:cNvPr id="44" name="Freeform 40">
              <a:extLst>
                <a:ext uri="{FF2B5EF4-FFF2-40B4-BE49-F238E27FC236}">
                  <a16:creationId xmlns:a16="http://schemas.microsoft.com/office/drawing/2014/main" id="{80CE5694-5290-4B36-B245-05413B7BC70F}"/>
                </a:ext>
              </a:extLst>
            </p:cNvPr>
            <p:cNvSpPr>
              <a:spLocks/>
            </p:cNvSpPr>
            <p:nvPr/>
          </p:nvSpPr>
          <p:spPr bwMode="auto">
            <a:xfrm>
              <a:off x="3169034" y="8771954"/>
              <a:ext cx="584515" cy="131467"/>
            </a:xfrm>
            <a:custGeom>
              <a:avLst/>
              <a:gdLst>
                <a:gd name="T0" fmla="*/ 0 w 96"/>
                <a:gd name="T1" fmla="*/ 0 h 192"/>
                <a:gd name="T2" fmla="*/ 0 w 96"/>
                <a:gd name="T3" fmla="*/ 192 h 192"/>
                <a:gd name="T4" fmla="*/ 96 w 96"/>
                <a:gd name="T5" fmla="*/ 192 h 192"/>
              </a:gdLst>
              <a:ahLst/>
              <a:cxnLst>
                <a:cxn ang="0">
                  <a:pos x="T0" y="T1"/>
                </a:cxn>
                <a:cxn ang="0">
                  <a:pos x="T2" y="T3"/>
                </a:cxn>
                <a:cxn ang="0">
                  <a:pos x="T4" y="T5"/>
                </a:cxn>
              </a:cxnLst>
              <a:rect l="0" t="0" r="r" b="b"/>
              <a:pathLst>
                <a:path w="96" h="192">
                  <a:moveTo>
                    <a:pt x="0" y="0"/>
                  </a:moveTo>
                  <a:lnTo>
                    <a:pt x="0" y="192"/>
                  </a:lnTo>
                  <a:lnTo>
                    <a:pt x="96" y="192"/>
                  </a:lnTo>
                </a:path>
              </a:pathLst>
            </a:custGeom>
            <a:noFill/>
            <a:ln w="19050" cmpd="sng">
              <a:solidFill>
                <a:srgbClr val="006600"/>
              </a:solidFill>
              <a:round/>
              <a:headEnd type="none" w="med" len="med"/>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solidFill>
                  <a:srgbClr val="006600"/>
                </a:solidFill>
                <a:latin typeface="Calibri" panose="020F0502020204030204" pitchFamily="34" charset="0"/>
                <a:cs typeface="Calibri" panose="020F0502020204030204" pitchFamily="34" charset="0"/>
              </a:endParaRPr>
            </a:p>
          </p:txBody>
        </p:sp>
        <p:sp>
          <p:nvSpPr>
            <p:cNvPr id="45" name="Text Box 41">
              <a:extLst>
                <a:ext uri="{FF2B5EF4-FFF2-40B4-BE49-F238E27FC236}">
                  <a16:creationId xmlns:a16="http://schemas.microsoft.com/office/drawing/2014/main" id="{D6D76F71-4463-4498-9BA8-5AD49F26A46F}"/>
                </a:ext>
              </a:extLst>
            </p:cNvPr>
            <p:cNvSpPr txBox="1">
              <a:spLocks noChangeArrowheads="1"/>
            </p:cNvSpPr>
            <p:nvPr/>
          </p:nvSpPr>
          <p:spPr bwMode="auto">
            <a:xfrm>
              <a:off x="3259257" y="8734142"/>
              <a:ext cx="660997" cy="218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8858" tIns="39429" rIns="78858" bIns="39429">
              <a:spAutoFit/>
            </a:bodyPr>
            <a:lstStyle>
              <a:lvl1pPr defTabSz="788988">
                <a:defRPr sz="2400">
                  <a:solidFill>
                    <a:schemeClr val="tx1"/>
                  </a:solidFill>
                  <a:latin typeface="Times New Roman" panose="02020603050405020304" pitchFamily="18" charset="0"/>
                </a:defRPr>
              </a:lvl1pPr>
              <a:lvl2pPr marL="393700" defTabSz="788988">
                <a:defRPr sz="2400">
                  <a:solidFill>
                    <a:schemeClr val="tx1"/>
                  </a:solidFill>
                  <a:latin typeface="Times New Roman" panose="02020603050405020304" pitchFamily="18" charset="0"/>
                </a:defRPr>
              </a:lvl2pPr>
              <a:lvl3pPr marL="788988" defTabSz="788988">
                <a:defRPr sz="2400">
                  <a:solidFill>
                    <a:schemeClr val="tx1"/>
                  </a:solidFill>
                  <a:latin typeface="Times New Roman" panose="02020603050405020304" pitchFamily="18" charset="0"/>
                </a:defRPr>
              </a:lvl3pPr>
              <a:lvl4pPr marL="1182688" defTabSz="788988">
                <a:defRPr sz="2400">
                  <a:solidFill>
                    <a:schemeClr val="tx1"/>
                  </a:solidFill>
                  <a:latin typeface="Times New Roman" panose="02020603050405020304" pitchFamily="18" charset="0"/>
                </a:defRPr>
              </a:lvl4pPr>
              <a:lvl5pPr marL="1576388" defTabSz="788988">
                <a:defRPr sz="2400">
                  <a:solidFill>
                    <a:schemeClr val="tx1"/>
                  </a:solidFill>
                  <a:latin typeface="Times New Roman" panose="02020603050405020304" pitchFamily="18" charset="0"/>
                </a:defRPr>
              </a:lvl5pPr>
              <a:lvl6pPr marL="2033588" defTabSz="788988" fontAlgn="base">
                <a:spcBef>
                  <a:spcPct val="0"/>
                </a:spcBef>
                <a:spcAft>
                  <a:spcPct val="0"/>
                </a:spcAft>
                <a:defRPr sz="2400">
                  <a:solidFill>
                    <a:schemeClr val="tx1"/>
                  </a:solidFill>
                  <a:latin typeface="Times New Roman" panose="02020603050405020304" pitchFamily="18" charset="0"/>
                </a:defRPr>
              </a:lvl6pPr>
              <a:lvl7pPr marL="2490788" defTabSz="788988" fontAlgn="base">
                <a:spcBef>
                  <a:spcPct val="0"/>
                </a:spcBef>
                <a:spcAft>
                  <a:spcPct val="0"/>
                </a:spcAft>
                <a:defRPr sz="2400">
                  <a:solidFill>
                    <a:schemeClr val="tx1"/>
                  </a:solidFill>
                  <a:latin typeface="Times New Roman" panose="02020603050405020304" pitchFamily="18" charset="0"/>
                </a:defRPr>
              </a:lvl7pPr>
              <a:lvl8pPr marL="2947988" defTabSz="788988" fontAlgn="base">
                <a:spcBef>
                  <a:spcPct val="0"/>
                </a:spcBef>
                <a:spcAft>
                  <a:spcPct val="0"/>
                </a:spcAft>
                <a:defRPr sz="2400">
                  <a:solidFill>
                    <a:schemeClr val="tx1"/>
                  </a:solidFill>
                  <a:latin typeface="Times New Roman" panose="02020603050405020304" pitchFamily="18" charset="0"/>
                </a:defRPr>
              </a:lvl8pPr>
              <a:lvl9pPr marL="3405188" defTabSz="788988" fontAlgn="base">
                <a:spcBef>
                  <a:spcPct val="0"/>
                </a:spcBef>
                <a:spcAft>
                  <a:spcPct val="0"/>
                </a:spcAft>
                <a:defRPr sz="2400">
                  <a:solidFill>
                    <a:schemeClr val="tx1"/>
                  </a:solidFill>
                  <a:latin typeface="Times New Roman" panose="02020603050405020304" pitchFamily="18" charset="0"/>
                </a:defRPr>
              </a:lvl9pPr>
            </a:lstStyle>
            <a:p>
              <a:pPr eaLnBrk="0" hangingPunct="0"/>
              <a:r>
                <a:rPr lang="fr-FR" altLang="fr-FR" sz="900" i="1">
                  <a:solidFill>
                    <a:srgbClr val="006600"/>
                  </a:solidFill>
                  <a:latin typeface="Calibri" panose="020F0502020204030204" pitchFamily="34" charset="0"/>
                  <a:cs typeface="Calibri" panose="020F0502020204030204" pitchFamily="34" charset="0"/>
                </a:rPr>
                <a:t>pourquoi ?</a:t>
              </a:r>
            </a:p>
          </p:txBody>
        </p:sp>
        <p:sp>
          <p:nvSpPr>
            <p:cNvPr id="46" name="Rectangle 42">
              <a:extLst>
                <a:ext uri="{FF2B5EF4-FFF2-40B4-BE49-F238E27FC236}">
                  <a16:creationId xmlns:a16="http://schemas.microsoft.com/office/drawing/2014/main" id="{5FF953CD-7982-4720-9647-7B44520F4ECB}"/>
                </a:ext>
              </a:extLst>
            </p:cNvPr>
            <p:cNvSpPr>
              <a:spLocks noChangeArrowheads="1"/>
            </p:cNvSpPr>
            <p:nvPr/>
          </p:nvSpPr>
          <p:spPr bwMode="auto">
            <a:xfrm>
              <a:off x="3785099" y="8636415"/>
              <a:ext cx="1086002" cy="315288"/>
            </a:xfrm>
            <a:prstGeom prst="rect">
              <a:avLst/>
            </a:prstGeom>
            <a:solidFill>
              <a:schemeClr val="bg1"/>
            </a:solidFill>
            <a:ln w="9525">
              <a:solidFill>
                <a:srgbClr val="00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solidFill>
                  <a:srgbClr val="006600"/>
                </a:solidFill>
                <a:latin typeface="Calibri" panose="020F0502020204030204" pitchFamily="34" charset="0"/>
                <a:cs typeface="Calibri" panose="020F0502020204030204" pitchFamily="34" charset="0"/>
              </a:endParaRPr>
            </a:p>
          </p:txBody>
        </p:sp>
        <p:sp>
          <p:nvSpPr>
            <p:cNvPr id="47" name="Freeform 43">
              <a:extLst>
                <a:ext uri="{FF2B5EF4-FFF2-40B4-BE49-F238E27FC236}">
                  <a16:creationId xmlns:a16="http://schemas.microsoft.com/office/drawing/2014/main" id="{BDCB631A-F422-496D-8614-2258768F3365}"/>
                </a:ext>
              </a:extLst>
            </p:cNvPr>
            <p:cNvSpPr>
              <a:spLocks/>
            </p:cNvSpPr>
            <p:nvPr/>
          </p:nvSpPr>
          <p:spPr bwMode="auto">
            <a:xfrm>
              <a:off x="4328100" y="8997658"/>
              <a:ext cx="584515" cy="131467"/>
            </a:xfrm>
            <a:custGeom>
              <a:avLst/>
              <a:gdLst>
                <a:gd name="T0" fmla="*/ 0 w 96"/>
                <a:gd name="T1" fmla="*/ 0 h 192"/>
                <a:gd name="T2" fmla="*/ 0 w 96"/>
                <a:gd name="T3" fmla="*/ 192 h 192"/>
                <a:gd name="T4" fmla="*/ 96 w 96"/>
                <a:gd name="T5" fmla="*/ 192 h 192"/>
              </a:gdLst>
              <a:ahLst/>
              <a:cxnLst>
                <a:cxn ang="0">
                  <a:pos x="T0" y="T1"/>
                </a:cxn>
                <a:cxn ang="0">
                  <a:pos x="T2" y="T3"/>
                </a:cxn>
                <a:cxn ang="0">
                  <a:pos x="T4" y="T5"/>
                </a:cxn>
              </a:cxnLst>
              <a:rect l="0" t="0" r="r" b="b"/>
              <a:pathLst>
                <a:path w="96" h="192">
                  <a:moveTo>
                    <a:pt x="0" y="0"/>
                  </a:moveTo>
                  <a:lnTo>
                    <a:pt x="0" y="192"/>
                  </a:lnTo>
                  <a:lnTo>
                    <a:pt x="96" y="192"/>
                  </a:lnTo>
                </a:path>
              </a:pathLst>
            </a:custGeom>
            <a:noFill/>
            <a:ln w="19050" cmpd="sng">
              <a:solidFill>
                <a:srgbClr val="006600"/>
              </a:solidFill>
              <a:round/>
              <a:headEnd type="none" w="med" len="med"/>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solidFill>
                  <a:srgbClr val="006600"/>
                </a:solidFill>
                <a:latin typeface="Calibri" panose="020F0502020204030204" pitchFamily="34" charset="0"/>
                <a:cs typeface="Calibri" panose="020F0502020204030204" pitchFamily="34" charset="0"/>
              </a:endParaRPr>
            </a:p>
          </p:txBody>
        </p:sp>
        <p:sp>
          <p:nvSpPr>
            <p:cNvPr id="48" name="Text Box 44">
              <a:extLst>
                <a:ext uri="{FF2B5EF4-FFF2-40B4-BE49-F238E27FC236}">
                  <a16:creationId xmlns:a16="http://schemas.microsoft.com/office/drawing/2014/main" id="{1F7982E2-7BEE-4F6E-B3A9-A7EEE199E8A4}"/>
                </a:ext>
              </a:extLst>
            </p:cNvPr>
            <p:cNvSpPr txBox="1">
              <a:spLocks noChangeArrowheads="1"/>
            </p:cNvSpPr>
            <p:nvPr/>
          </p:nvSpPr>
          <p:spPr bwMode="auto">
            <a:xfrm>
              <a:off x="4406146" y="8950539"/>
              <a:ext cx="660997" cy="218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8858" tIns="39429" rIns="78858" bIns="39429">
              <a:spAutoFit/>
            </a:bodyPr>
            <a:lstStyle>
              <a:lvl1pPr defTabSz="788988">
                <a:defRPr sz="2400">
                  <a:solidFill>
                    <a:schemeClr val="tx1"/>
                  </a:solidFill>
                  <a:latin typeface="Times New Roman" panose="02020603050405020304" pitchFamily="18" charset="0"/>
                </a:defRPr>
              </a:lvl1pPr>
              <a:lvl2pPr marL="393700" defTabSz="788988">
                <a:defRPr sz="2400">
                  <a:solidFill>
                    <a:schemeClr val="tx1"/>
                  </a:solidFill>
                  <a:latin typeface="Times New Roman" panose="02020603050405020304" pitchFamily="18" charset="0"/>
                </a:defRPr>
              </a:lvl2pPr>
              <a:lvl3pPr marL="788988" defTabSz="788988">
                <a:defRPr sz="2400">
                  <a:solidFill>
                    <a:schemeClr val="tx1"/>
                  </a:solidFill>
                  <a:latin typeface="Times New Roman" panose="02020603050405020304" pitchFamily="18" charset="0"/>
                </a:defRPr>
              </a:lvl3pPr>
              <a:lvl4pPr marL="1182688" defTabSz="788988">
                <a:defRPr sz="2400">
                  <a:solidFill>
                    <a:schemeClr val="tx1"/>
                  </a:solidFill>
                  <a:latin typeface="Times New Roman" panose="02020603050405020304" pitchFamily="18" charset="0"/>
                </a:defRPr>
              </a:lvl4pPr>
              <a:lvl5pPr marL="1576388" defTabSz="788988">
                <a:defRPr sz="2400">
                  <a:solidFill>
                    <a:schemeClr val="tx1"/>
                  </a:solidFill>
                  <a:latin typeface="Times New Roman" panose="02020603050405020304" pitchFamily="18" charset="0"/>
                </a:defRPr>
              </a:lvl5pPr>
              <a:lvl6pPr marL="2033588" defTabSz="788988" fontAlgn="base">
                <a:spcBef>
                  <a:spcPct val="0"/>
                </a:spcBef>
                <a:spcAft>
                  <a:spcPct val="0"/>
                </a:spcAft>
                <a:defRPr sz="2400">
                  <a:solidFill>
                    <a:schemeClr val="tx1"/>
                  </a:solidFill>
                  <a:latin typeface="Times New Roman" panose="02020603050405020304" pitchFamily="18" charset="0"/>
                </a:defRPr>
              </a:lvl6pPr>
              <a:lvl7pPr marL="2490788" defTabSz="788988" fontAlgn="base">
                <a:spcBef>
                  <a:spcPct val="0"/>
                </a:spcBef>
                <a:spcAft>
                  <a:spcPct val="0"/>
                </a:spcAft>
                <a:defRPr sz="2400">
                  <a:solidFill>
                    <a:schemeClr val="tx1"/>
                  </a:solidFill>
                  <a:latin typeface="Times New Roman" panose="02020603050405020304" pitchFamily="18" charset="0"/>
                </a:defRPr>
              </a:lvl7pPr>
              <a:lvl8pPr marL="2947988" defTabSz="788988" fontAlgn="base">
                <a:spcBef>
                  <a:spcPct val="0"/>
                </a:spcBef>
                <a:spcAft>
                  <a:spcPct val="0"/>
                </a:spcAft>
                <a:defRPr sz="2400">
                  <a:solidFill>
                    <a:schemeClr val="tx1"/>
                  </a:solidFill>
                  <a:latin typeface="Times New Roman" panose="02020603050405020304" pitchFamily="18" charset="0"/>
                </a:defRPr>
              </a:lvl8pPr>
              <a:lvl9pPr marL="3405188" defTabSz="788988" fontAlgn="base">
                <a:spcBef>
                  <a:spcPct val="0"/>
                </a:spcBef>
                <a:spcAft>
                  <a:spcPct val="0"/>
                </a:spcAft>
                <a:defRPr sz="2400">
                  <a:solidFill>
                    <a:schemeClr val="tx1"/>
                  </a:solidFill>
                  <a:latin typeface="Times New Roman" panose="02020603050405020304" pitchFamily="18" charset="0"/>
                </a:defRPr>
              </a:lvl9pPr>
            </a:lstStyle>
            <a:p>
              <a:pPr eaLnBrk="0" hangingPunct="0"/>
              <a:r>
                <a:rPr lang="fr-FR" altLang="fr-FR" sz="900" i="1">
                  <a:solidFill>
                    <a:srgbClr val="006600"/>
                  </a:solidFill>
                  <a:latin typeface="Calibri" panose="020F0502020204030204" pitchFamily="34" charset="0"/>
                  <a:cs typeface="Calibri" panose="020F0502020204030204" pitchFamily="34" charset="0"/>
                </a:rPr>
                <a:t>pourquoi ?</a:t>
              </a:r>
            </a:p>
          </p:txBody>
        </p:sp>
        <p:sp>
          <p:nvSpPr>
            <p:cNvPr id="49" name="Rectangle 45">
              <a:extLst>
                <a:ext uri="{FF2B5EF4-FFF2-40B4-BE49-F238E27FC236}">
                  <a16:creationId xmlns:a16="http://schemas.microsoft.com/office/drawing/2014/main" id="{AC67D7F7-5289-465E-9F62-0D71606FB28F}"/>
                </a:ext>
              </a:extLst>
            </p:cNvPr>
            <p:cNvSpPr>
              <a:spLocks noChangeArrowheads="1"/>
            </p:cNvSpPr>
            <p:nvPr/>
          </p:nvSpPr>
          <p:spPr bwMode="auto">
            <a:xfrm>
              <a:off x="4944165" y="8862119"/>
              <a:ext cx="1086002" cy="315288"/>
            </a:xfrm>
            <a:prstGeom prst="rect">
              <a:avLst/>
            </a:prstGeom>
            <a:solidFill>
              <a:schemeClr val="bg1"/>
            </a:solidFill>
            <a:ln w="9525">
              <a:solidFill>
                <a:srgbClr val="00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solidFill>
                  <a:srgbClr val="006600"/>
                </a:solidFill>
                <a:latin typeface="Calibri" panose="020F0502020204030204" pitchFamily="34" charset="0"/>
                <a:cs typeface="Calibri" panose="020F0502020204030204" pitchFamily="34" charset="0"/>
              </a:endParaRPr>
            </a:p>
          </p:txBody>
        </p:sp>
        <p:sp>
          <p:nvSpPr>
            <p:cNvPr id="52" name="Text Box 48">
              <a:extLst>
                <a:ext uri="{FF2B5EF4-FFF2-40B4-BE49-F238E27FC236}">
                  <a16:creationId xmlns:a16="http://schemas.microsoft.com/office/drawing/2014/main" id="{9EE78F87-0AC9-4DF6-846B-88420A18A403}"/>
                </a:ext>
              </a:extLst>
            </p:cNvPr>
            <p:cNvSpPr txBox="1">
              <a:spLocks noChangeArrowheads="1"/>
            </p:cNvSpPr>
            <p:nvPr/>
          </p:nvSpPr>
          <p:spPr bwMode="auto">
            <a:xfrm>
              <a:off x="5307827" y="9186133"/>
              <a:ext cx="840240" cy="218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8858" tIns="39429" rIns="78858" bIns="39429">
              <a:spAutoFit/>
            </a:bodyPr>
            <a:lstStyle>
              <a:lvl1pPr defTabSz="788988">
                <a:defRPr sz="2400">
                  <a:solidFill>
                    <a:schemeClr val="tx1"/>
                  </a:solidFill>
                  <a:latin typeface="Times New Roman" panose="02020603050405020304" pitchFamily="18" charset="0"/>
                </a:defRPr>
              </a:lvl1pPr>
              <a:lvl2pPr marL="393700" defTabSz="788988">
                <a:defRPr sz="2400">
                  <a:solidFill>
                    <a:schemeClr val="tx1"/>
                  </a:solidFill>
                  <a:latin typeface="Times New Roman" panose="02020603050405020304" pitchFamily="18" charset="0"/>
                </a:defRPr>
              </a:lvl2pPr>
              <a:lvl3pPr marL="788988" defTabSz="788988">
                <a:defRPr sz="2400">
                  <a:solidFill>
                    <a:schemeClr val="tx1"/>
                  </a:solidFill>
                  <a:latin typeface="Times New Roman" panose="02020603050405020304" pitchFamily="18" charset="0"/>
                </a:defRPr>
              </a:lvl3pPr>
              <a:lvl4pPr marL="1182688" defTabSz="788988">
                <a:defRPr sz="2400">
                  <a:solidFill>
                    <a:schemeClr val="tx1"/>
                  </a:solidFill>
                  <a:latin typeface="Times New Roman" panose="02020603050405020304" pitchFamily="18" charset="0"/>
                </a:defRPr>
              </a:lvl4pPr>
              <a:lvl5pPr marL="1576388" defTabSz="788988">
                <a:defRPr sz="2400">
                  <a:solidFill>
                    <a:schemeClr val="tx1"/>
                  </a:solidFill>
                  <a:latin typeface="Times New Roman" panose="02020603050405020304" pitchFamily="18" charset="0"/>
                </a:defRPr>
              </a:lvl5pPr>
              <a:lvl6pPr marL="2033588" defTabSz="788988" fontAlgn="base">
                <a:spcBef>
                  <a:spcPct val="0"/>
                </a:spcBef>
                <a:spcAft>
                  <a:spcPct val="0"/>
                </a:spcAft>
                <a:defRPr sz="2400">
                  <a:solidFill>
                    <a:schemeClr val="tx1"/>
                  </a:solidFill>
                  <a:latin typeface="Times New Roman" panose="02020603050405020304" pitchFamily="18" charset="0"/>
                </a:defRPr>
              </a:lvl6pPr>
              <a:lvl7pPr marL="2490788" defTabSz="788988" fontAlgn="base">
                <a:spcBef>
                  <a:spcPct val="0"/>
                </a:spcBef>
                <a:spcAft>
                  <a:spcPct val="0"/>
                </a:spcAft>
                <a:defRPr sz="2400">
                  <a:solidFill>
                    <a:schemeClr val="tx1"/>
                  </a:solidFill>
                  <a:latin typeface="Times New Roman" panose="02020603050405020304" pitchFamily="18" charset="0"/>
                </a:defRPr>
              </a:lvl7pPr>
              <a:lvl8pPr marL="2947988" defTabSz="788988" fontAlgn="base">
                <a:spcBef>
                  <a:spcPct val="0"/>
                </a:spcBef>
                <a:spcAft>
                  <a:spcPct val="0"/>
                </a:spcAft>
                <a:defRPr sz="2400">
                  <a:solidFill>
                    <a:schemeClr val="tx1"/>
                  </a:solidFill>
                  <a:latin typeface="Times New Roman" panose="02020603050405020304" pitchFamily="18" charset="0"/>
                </a:defRPr>
              </a:lvl8pPr>
              <a:lvl9pPr marL="3405188" defTabSz="788988" fontAlgn="base">
                <a:spcBef>
                  <a:spcPct val="0"/>
                </a:spcBef>
                <a:spcAft>
                  <a:spcPct val="0"/>
                </a:spcAft>
                <a:defRPr sz="2400">
                  <a:solidFill>
                    <a:schemeClr val="tx1"/>
                  </a:solidFill>
                  <a:latin typeface="Times New Roman" panose="02020603050405020304" pitchFamily="18" charset="0"/>
                </a:defRPr>
              </a:lvl9pPr>
            </a:lstStyle>
            <a:p>
              <a:pPr algn="r" eaLnBrk="0" hangingPunct="0"/>
              <a:r>
                <a:rPr lang="fr-FR" altLang="fr-FR" sz="900" i="1" dirty="0">
                  <a:solidFill>
                    <a:srgbClr val="006600"/>
                  </a:solidFill>
                  <a:latin typeface="Calibri" panose="020F0502020204030204" pitchFamily="34" charset="0"/>
                  <a:cs typeface="Calibri" panose="020F0502020204030204" pitchFamily="34" charset="0"/>
                </a:rPr>
                <a:t>cause racine</a:t>
              </a:r>
            </a:p>
          </p:txBody>
        </p:sp>
      </p:grpSp>
    </p:spTree>
    <p:extLst>
      <p:ext uri="{BB962C8B-B14F-4D97-AF65-F5344CB8AC3E}">
        <p14:creationId xmlns:p14="http://schemas.microsoft.com/office/powerpoint/2010/main" val="31711110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058E5966-E181-4C8E-ABFF-3FC28ED83B81}"/>
              </a:ext>
            </a:extLst>
          </p:cNvPr>
          <p:cNvPicPr>
            <a:picLocks noChangeAspect="1"/>
          </p:cNvPicPr>
          <p:nvPr/>
        </p:nvPicPr>
        <p:blipFill rotWithShape="1">
          <a:blip r:embed="rId2"/>
          <a:srcRect b="2092"/>
          <a:stretch/>
        </p:blipFill>
        <p:spPr>
          <a:xfrm rot="16200000">
            <a:off x="-976884" y="1998283"/>
            <a:ext cx="8430768" cy="6026658"/>
          </a:xfrm>
          <a:prstGeom prst="rect">
            <a:avLst/>
          </a:prstGeom>
        </p:spPr>
      </p:pic>
      <p:sp>
        <p:nvSpPr>
          <p:cNvPr id="4" name="ZoneTexte 3">
            <a:extLst>
              <a:ext uri="{FF2B5EF4-FFF2-40B4-BE49-F238E27FC236}">
                <a16:creationId xmlns:a16="http://schemas.microsoft.com/office/drawing/2014/main" id="{C7FB945A-5AD3-42CB-B658-525658BEEA44}"/>
              </a:ext>
            </a:extLst>
          </p:cNvPr>
          <p:cNvSpPr txBox="1"/>
          <p:nvPr/>
        </p:nvSpPr>
        <p:spPr>
          <a:xfrm>
            <a:off x="226572" y="220031"/>
            <a:ext cx="5832592" cy="318924"/>
          </a:xfrm>
          <a:prstGeom prst="rect">
            <a:avLst/>
          </a:prstGeom>
          <a:noFill/>
        </p:spPr>
        <p:txBody>
          <a:bodyPr wrap="square" lIns="36000" tIns="36000" rIns="36000" bIns="36000" rtlCol="0">
            <a:spAutoFit/>
          </a:bodyPr>
          <a:lstStyle/>
          <a:p>
            <a:pPr marL="92075" indent="-92075">
              <a:spcAft>
                <a:spcPts val="600"/>
              </a:spcAft>
              <a:tabLst>
                <a:tab pos="6551613" algn="r"/>
              </a:tabLst>
            </a:pPr>
            <a:r>
              <a:rPr lang="fr-FR" sz="1600" b="1" dirty="0">
                <a:solidFill>
                  <a:srgbClr val="FF3300"/>
                </a:solidFill>
                <a:latin typeface="Calibri" panose="020F0502020204030204" pitchFamily="34" charset="0"/>
              </a:rPr>
              <a:t>3/ </a:t>
            </a:r>
            <a:r>
              <a:rPr lang="fr-FR" sz="1600" b="1" dirty="0">
                <a:solidFill>
                  <a:srgbClr val="27A8E0"/>
                </a:solidFill>
                <a:latin typeface="Calibri"/>
              </a:rPr>
              <a:t>Tableau récapitulatif </a:t>
            </a:r>
            <a:endParaRPr lang="fr-FR" sz="1600" i="1" dirty="0">
              <a:solidFill>
                <a:srgbClr val="27A8E0"/>
              </a:solidFill>
              <a:latin typeface="Calibri" panose="020F0502020204030204" pitchFamily="34" charset="0"/>
            </a:endParaRPr>
          </a:p>
        </p:txBody>
      </p:sp>
      <p:sp>
        <p:nvSpPr>
          <p:cNvPr id="5" name="Rectangle 4">
            <a:extLst>
              <a:ext uri="{FF2B5EF4-FFF2-40B4-BE49-F238E27FC236}">
                <a16:creationId xmlns:a16="http://schemas.microsoft.com/office/drawing/2014/main" id="{532739A6-E74C-40A0-BA6B-5642BABE7D46}"/>
              </a:ext>
            </a:extLst>
          </p:cNvPr>
          <p:cNvSpPr/>
          <p:nvPr/>
        </p:nvSpPr>
        <p:spPr bwMode="auto">
          <a:xfrm>
            <a:off x="159306" y="197967"/>
            <a:ext cx="5385360" cy="354494"/>
          </a:xfrm>
          <a:prstGeom prst="rect">
            <a:avLst/>
          </a:prstGeom>
          <a:noFill/>
          <a:ln w="19050" cap="flat" cmpd="sng" algn="ctr">
            <a:solidFill>
              <a:srgbClr val="FF33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endParaRPr lang="fr-FR" sz="1050" dirty="0">
              <a:solidFill>
                <a:schemeClr val="bg1"/>
              </a:solidFill>
              <a:latin typeface="Calibri" panose="020F0502020204030204" pitchFamily="34" charset="0"/>
            </a:endParaRPr>
          </a:p>
        </p:txBody>
      </p:sp>
    </p:spTree>
    <p:extLst>
      <p:ext uri="{BB962C8B-B14F-4D97-AF65-F5344CB8AC3E}">
        <p14:creationId xmlns:p14="http://schemas.microsoft.com/office/powerpoint/2010/main" val="30206830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p:cNvSpPr txBox="1"/>
          <p:nvPr/>
        </p:nvSpPr>
        <p:spPr>
          <a:xfrm>
            <a:off x="203794" y="313278"/>
            <a:ext cx="6069413" cy="259165"/>
          </a:xfrm>
          <a:prstGeom prst="rect">
            <a:avLst/>
          </a:prstGeom>
          <a:noFill/>
        </p:spPr>
        <p:txBody>
          <a:bodyPr wrap="square" lIns="32381" tIns="32381" rIns="32381" bIns="32381" rtlCol="0">
            <a:spAutoFit/>
          </a:bodyPr>
          <a:lstStyle/>
          <a:p>
            <a:pPr defTabSz="901169" fontAlgn="auto">
              <a:spcBef>
                <a:spcPts val="0"/>
              </a:spcBef>
              <a:spcAft>
                <a:spcPts val="540"/>
              </a:spcAft>
              <a:tabLst>
                <a:tab pos="2417530" algn="l"/>
              </a:tabLst>
            </a:pPr>
            <a:r>
              <a:rPr lang="fr-FR" sz="1259" b="1" dirty="0">
                <a:solidFill>
                  <a:srgbClr val="FF3300"/>
                </a:solidFill>
                <a:latin typeface="Calibri"/>
              </a:rPr>
              <a:t>/ </a:t>
            </a:r>
            <a:r>
              <a:rPr lang="fr-FR" sz="1259" b="1" dirty="0">
                <a:solidFill>
                  <a:srgbClr val="27A8E0"/>
                </a:solidFill>
                <a:latin typeface="Calibri"/>
              </a:rPr>
              <a:t>Notes</a:t>
            </a:r>
          </a:p>
        </p:txBody>
      </p:sp>
    </p:spTree>
    <p:extLst>
      <p:ext uri="{BB962C8B-B14F-4D97-AF65-F5344CB8AC3E}">
        <p14:creationId xmlns:p14="http://schemas.microsoft.com/office/powerpoint/2010/main" val="32239302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p:cNvSpPr txBox="1"/>
          <p:nvPr/>
        </p:nvSpPr>
        <p:spPr>
          <a:xfrm>
            <a:off x="203794" y="313278"/>
            <a:ext cx="6069413" cy="259165"/>
          </a:xfrm>
          <a:prstGeom prst="rect">
            <a:avLst/>
          </a:prstGeom>
          <a:noFill/>
        </p:spPr>
        <p:txBody>
          <a:bodyPr wrap="square" lIns="32381" tIns="32381" rIns="32381" bIns="32381" rtlCol="0">
            <a:spAutoFit/>
          </a:bodyPr>
          <a:lstStyle/>
          <a:p>
            <a:pPr defTabSz="901169" fontAlgn="auto">
              <a:spcBef>
                <a:spcPts val="0"/>
              </a:spcBef>
              <a:spcAft>
                <a:spcPts val="540"/>
              </a:spcAft>
              <a:tabLst>
                <a:tab pos="2417530" algn="l"/>
              </a:tabLst>
            </a:pPr>
            <a:r>
              <a:rPr lang="fr-FR" sz="1259" b="1" dirty="0">
                <a:solidFill>
                  <a:srgbClr val="FF3300"/>
                </a:solidFill>
                <a:latin typeface="Calibri"/>
              </a:rPr>
              <a:t>/ </a:t>
            </a:r>
            <a:r>
              <a:rPr lang="fr-FR" sz="1259" b="1" dirty="0">
                <a:solidFill>
                  <a:srgbClr val="27A8E0"/>
                </a:solidFill>
                <a:latin typeface="Calibri"/>
              </a:rPr>
              <a:t>Notes</a:t>
            </a:r>
          </a:p>
        </p:txBody>
      </p:sp>
    </p:spTree>
    <p:extLst>
      <p:ext uri="{BB962C8B-B14F-4D97-AF65-F5344CB8AC3E}">
        <p14:creationId xmlns:p14="http://schemas.microsoft.com/office/powerpoint/2010/main" val="37016317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p:cNvSpPr txBox="1"/>
          <p:nvPr/>
        </p:nvSpPr>
        <p:spPr>
          <a:xfrm>
            <a:off x="203794" y="313278"/>
            <a:ext cx="6069413" cy="259165"/>
          </a:xfrm>
          <a:prstGeom prst="rect">
            <a:avLst/>
          </a:prstGeom>
          <a:noFill/>
        </p:spPr>
        <p:txBody>
          <a:bodyPr wrap="square" lIns="32381" tIns="32381" rIns="32381" bIns="32381" rtlCol="0">
            <a:spAutoFit/>
          </a:bodyPr>
          <a:lstStyle/>
          <a:p>
            <a:pPr defTabSz="901169" fontAlgn="auto">
              <a:spcBef>
                <a:spcPts val="0"/>
              </a:spcBef>
              <a:spcAft>
                <a:spcPts val="540"/>
              </a:spcAft>
              <a:tabLst>
                <a:tab pos="2417530" algn="l"/>
              </a:tabLst>
            </a:pPr>
            <a:r>
              <a:rPr lang="fr-FR" sz="1259" b="1" dirty="0">
                <a:solidFill>
                  <a:srgbClr val="FF3300"/>
                </a:solidFill>
                <a:latin typeface="Calibri"/>
              </a:rPr>
              <a:t>/ </a:t>
            </a:r>
            <a:r>
              <a:rPr lang="fr-FR" sz="1259" b="1" dirty="0">
                <a:solidFill>
                  <a:srgbClr val="27A8E0"/>
                </a:solidFill>
                <a:latin typeface="Calibri"/>
              </a:rPr>
              <a:t>Notes</a:t>
            </a:r>
          </a:p>
        </p:txBody>
      </p:sp>
    </p:spTree>
    <p:extLst>
      <p:ext uri="{BB962C8B-B14F-4D97-AF65-F5344CB8AC3E}">
        <p14:creationId xmlns:p14="http://schemas.microsoft.com/office/powerpoint/2010/main" val="1744534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529103" y="244115"/>
            <a:ext cx="5653283" cy="8584933"/>
          </a:xfrm>
          <a:prstGeom prst="rect">
            <a:avLst/>
          </a:prstGeom>
          <a:solidFill>
            <a:schemeClr val="bg1"/>
          </a:solidFill>
          <a:ln>
            <a:solidFill>
              <a:srgbClr val="27A8E0"/>
            </a:solidFill>
          </a:ln>
          <a:effectLst/>
        </p:spPr>
        <p:style>
          <a:lnRef idx="2">
            <a:schemeClr val="accent1">
              <a:shade val="50000"/>
            </a:schemeClr>
          </a:lnRef>
          <a:fillRef idx="1">
            <a:schemeClr val="accent1"/>
          </a:fillRef>
          <a:effectRef idx="0">
            <a:schemeClr val="accent1"/>
          </a:effectRef>
          <a:fontRef idx="minor">
            <a:schemeClr val="lt1"/>
          </a:fontRef>
        </p:style>
        <p:txBody>
          <a:bodyPr lIns="86039" tIns="43019" rIns="86039" bIns="43019" anchor="ctr"/>
          <a:lstStyle/>
          <a:p>
            <a:pPr algn="ctr" eaLnBrk="1" hangingPunct="1">
              <a:defRPr/>
            </a:pPr>
            <a:endParaRPr lang="fr-FR"/>
          </a:p>
        </p:txBody>
      </p:sp>
      <p:pic>
        <p:nvPicPr>
          <p:cNvPr id="24579" name="Picture 3" descr="C:\Users\bertrandS\Dropbox\Marketing\Logo Cipe\Logo CIPE Baseline image Couleurs imprimerie.t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74950" y="7403786"/>
            <a:ext cx="1961589" cy="724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ZoneTexte 2"/>
          <p:cNvSpPr txBox="1"/>
          <p:nvPr/>
        </p:nvSpPr>
        <p:spPr>
          <a:xfrm>
            <a:off x="1972110" y="8354465"/>
            <a:ext cx="2767268" cy="289602"/>
          </a:xfrm>
          <a:prstGeom prst="rect">
            <a:avLst/>
          </a:prstGeom>
          <a:noFill/>
        </p:spPr>
        <p:txBody>
          <a:bodyPr wrap="none" lIns="82229" tIns="41114" rIns="82229" bIns="41114">
            <a:spAutoFit/>
          </a:bodyPr>
          <a:lstStyle/>
          <a:p>
            <a:pPr algn="ctr">
              <a:defRPr/>
            </a:pPr>
            <a:r>
              <a:rPr lang="fr-FR" sz="1300" dirty="0">
                <a:solidFill>
                  <a:schemeClr val="tx1">
                    <a:lumMod val="50000"/>
                    <a:lumOff val="50000"/>
                  </a:schemeClr>
                </a:solidFill>
                <a:latin typeface="Calibri" panose="020F0502020204030204" pitchFamily="34" charset="0"/>
              </a:rPr>
              <a:t>Tous les jeux du CIPE sur </a:t>
            </a:r>
            <a:r>
              <a:rPr lang="fr-FR" sz="1300" b="1" dirty="0">
                <a:solidFill>
                  <a:schemeClr val="tx1">
                    <a:lumMod val="50000"/>
                    <a:lumOff val="50000"/>
                  </a:schemeClr>
                </a:solidFill>
                <a:latin typeface="Calibri" panose="020F0502020204030204" pitchFamily="34" charset="0"/>
              </a:rPr>
              <a:t>www.CIPE.fr</a:t>
            </a:r>
          </a:p>
        </p:txBody>
      </p:sp>
    </p:spTree>
    <p:extLst>
      <p:ext uri="{BB962C8B-B14F-4D97-AF65-F5344CB8AC3E}">
        <p14:creationId xmlns:p14="http://schemas.microsoft.com/office/powerpoint/2010/main" val="2399634443"/>
      </p:ext>
    </p:extLst>
  </p:cSld>
  <p:clrMapOvr>
    <a:masterClrMapping/>
  </p:clrMapOvr>
</p:sld>
</file>

<file path=ppt/theme/theme1.xml><?xml version="1.0" encoding="utf-8"?>
<a:theme xmlns:a="http://schemas.openxmlformats.org/drawingml/2006/main" name="Modèle par défaut">
  <a:themeElements>
    <a:clrScheme name="Modèle par défaut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Modèle par défaut">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Modèle par défaut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Modèle par défaut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Modèle par défaut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odèle par défaut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Modèle par défau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Modèle par défau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Modèle par défau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27A8E0"/>
          </a:solidFill>
        </a:ln>
      </a:spPr>
      <a:bodyPr wrap="square" rtlCol="0" anchor="ctr" anchorCtr="0">
        <a:noAutofit/>
      </a:bodyPr>
      <a:lstStyle>
        <a:defPPr algn="ctr">
          <a:defRPr sz="1200" dirty="0">
            <a:solidFill>
              <a:schemeClr val="tx1">
                <a:lumMod val="65000"/>
                <a:lumOff val="35000"/>
              </a:schemeClr>
            </a:solidFill>
          </a:defRPr>
        </a:defPPr>
      </a:lstStyle>
    </a:spDef>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861</TotalTime>
  <Words>4025</Words>
  <Application>Microsoft Office PowerPoint</Application>
  <PresentationFormat>Personnalisé</PresentationFormat>
  <Paragraphs>457</Paragraphs>
  <Slides>28</Slides>
  <Notes>1</Notes>
  <HiddenSlides>0</HiddenSlides>
  <MMClips>0</MMClips>
  <ScaleCrop>false</ScaleCrop>
  <HeadingPairs>
    <vt:vector size="6" baseType="variant">
      <vt:variant>
        <vt:lpstr>Polices utilisées</vt:lpstr>
      </vt:variant>
      <vt:variant>
        <vt:i4>5</vt:i4>
      </vt:variant>
      <vt:variant>
        <vt:lpstr>Thème</vt:lpstr>
      </vt:variant>
      <vt:variant>
        <vt:i4>2</vt:i4>
      </vt:variant>
      <vt:variant>
        <vt:lpstr>Titres des diapositives</vt:lpstr>
      </vt:variant>
      <vt:variant>
        <vt:i4>28</vt:i4>
      </vt:variant>
    </vt:vector>
  </HeadingPairs>
  <TitlesOfParts>
    <vt:vector size="35" baseType="lpstr">
      <vt:lpstr>Arial</vt:lpstr>
      <vt:lpstr>Calibri</vt:lpstr>
      <vt:lpstr>Symbol</vt:lpstr>
      <vt:lpstr>Times New Roman</vt:lpstr>
      <vt:lpstr>Wingdings</vt:lpstr>
      <vt:lpstr>Modèle par défaut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PROCONSEIL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SIMON</dc:creator>
  <cp:lastModifiedBy>Office</cp:lastModifiedBy>
  <cp:revision>530</cp:revision>
  <cp:lastPrinted>2013-07-08T20:42:19Z</cp:lastPrinted>
  <dcterms:created xsi:type="dcterms:W3CDTF">2001-12-21T13:23:39Z</dcterms:created>
  <dcterms:modified xsi:type="dcterms:W3CDTF">2021-10-04T10:01:19Z</dcterms:modified>
</cp:coreProperties>
</file>