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6.jpg" ContentType="image/jpg"/>
  <Override PartName="/ppt/notesSlides/notesSlide5.xml" ContentType="application/vnd.openxmlformats-officedocument.presentationml.notesSlide+xml"/>
  <Override PartName="/ppt/media/image22.jpg" ContentType="image/jp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30.jpg" ContentType="image/jpg"/>
  <Override PartName="/ppt/notesSlides/notesSlide14.xml" ContentType="application/vnd.openxmlformats-officedocument.presentationml.notesSlide+xml"/>
  <Override PartName="/ppt/media/image31.jpg" ContentType="image/jpg"/>
  <Override PartName="/ppt/notesSlides/notesSlide15.xml" ContentType="application/vnd.openxmlformats-officedocument.presentationml.notesSlide+xml"/>
  <Override PartName="/ppt/media/image35.jpg" ContentType="image/jpg"/>
  <Override PartName="/ppt/media/image36.jpg" ContentType="image/jpg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media/image62.jpg" ContentType="image/jpg"/>
  <Override PartName="/ppt/media/image63.jpg" ContentType="image/jpg"/>
  <Override PartName="/ppt/media/image64.jpg" ContentType="image/jpg"/>
  <Override PartName="/ppt/notesSlides/notesSlide23.xml" ContentType="application/vnd.openxmlformats-officedocument.presentationml.notesSlide+xml"/>
  <Override PartName="/ppt/media/image66.jpg" ContentType="image/jpg"/>
  <Override PartName="/ppt/media/image67.jpg" ContentType="image/jpg"/>
  <Override PartName="/ppt/notesSlides/notesSlide24.xml" ContentType="application/vnd.openxmlformats-officedocument.presentationml.notesSlide+xml"/>
  <Override PartName="/ppt/media/image68.jpg" ContentType="image/jpg"/>
  <Override PartName="/ppt/media/image69.jpg" ContentType="image/jpg"/>
  <Override PartName="/ppt/notesSlides/notesSlide25.xml" ContentType="application/vnd.openxmlformats-officedocument.presentationml.notesSlide+xml"/>
  <Override PartName="/ppt/media/image71.jpg" ContentType="image/jpg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media/image76.jpg" ContentType="image/jpg"/>
  <Override PartName="/ppt/media/image78.jpg" ContentType="image/jpg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media/image79.jpg" ContentType="image/jpg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media/image81.jpg" ContentType="image/jpg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media/image90.jpg" ContentType="image/jpg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media/image97.jpg" ContentType="image/jpg"/>
  <Override PartName="/ppt/media/image98.jpg" ContentType="image/jpg"/>
  <Override PartName="/ppt/notesSlides/notesSlide51.xml" ContentType="application/vnd.openxmlformats-officedocument.presentationml.notesSlide+xml"/>
  <Override PartName="/ppt/media/image100.jpg" ContentType="image/jpg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media/image102.jpg" ContentType="image/jpg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media/image118.jpg" ContentType="image/jpg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media/image132.jpg" ContentType="image/jpg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media/image134.jpg" ContentType="image/jpg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media/image158.jpg" ContentType="image/jpg"/>
  <Override PartName="/ppt/notesSlides/notesSlide101.xml" ContentType="application/vnd.openxmlformats-officedocument.presentationml.notesSlide+xml"/>
  <Override PartName="/ppt/media/image160.jpg" ContentType="image/jpg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77FE0B-EA86-4E06-962E-14B5DAA85501}" v="2" dt="2025-12-22T09:20:59.0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143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microsoft.com/office/2015/10/relationships/revisionInfo" Target="revisionInfo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éphane JAUBERT" userId="926aeaf5-0d8d-4569-9635-338e3b4850fc" providerId="ADAL" clId="{C777CAD2-2948-4130-A6C6-8CB11CD7CD00}"/>
    <pc:docChg chg="custSel modSld">
      <pc:chgData name="Stéphane JAUBERT" userId="926aeaf5-0d8d-4569-9635-338e3b4850fc" providerId="ADAL" clId="{C777CAD2-2948-4130-A6C6-8CB11CD7CD00}" dt="2025-12-22T09:21:14.234" v="41" actId="1076"/>
      <pc:docMkLst>
        <pc:docMk/>
      </pc:docMkLst>
      <pc:sldChg chg="addSp delSp modSp mod">
        <pc:chgData name="Stéphane JAUBERT" userId="926aeaf5-0d8d-4569-9635-338e3b4850fc" providerId="ADAL" clId="{C777CAD2-2948-4130-A6C6-8CB11CD7CD00}" dt="2025-12-22T09:21:14.234" v="41" actId="1076"/>
        <pc:sldMkLst>
          <pc:docMk/>
          <pc:sldMk cId="0" sldId="256"/>
        </pc:sldMkLst>
        <pc:spChg chg="del">
          <ac:chgData name="Stéphane JAUBERT" userId="926aeaf5-0d8d-4569-9635-338e3b4850fc" providerId="ADAL" clId="{C777CAD2-2948-4130-A6C6-8CB11CD7CD00}" dt="2025-12-22T09:21:08.579" v="39" actId="478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Stéphane JAUBERT" userId="926aeaf5-0d8d-4569-9635-338e3b4850fc" providerId="ADAL" clId="{C777CAD2-2948-4130-A6C6-8CB11CD7CD00}" dt="2025-12-22T09:20:46.038" v="34" actId="1076"/>
          <ac:spMkLst>
            <pc:docMk/>
            <pc:sldMk cId="0" sldId="256"/>
            <ac:spMk id="7" creationId="{0257368E-E121-D9C3-C5CD-0B45AC215A78}"/>
          </ac:spMkLst>
        </pc:spChg>
        <pc:picChg chg="add mod">
          <ac:chgData name="Stéphane JAUBERT" userId="926aeaf5-0d8d-4569-9635-338e3b4850fc" providerId="ADAL" clId="{C777CAD2-2948-4130-A6C6-8CB11CD7CD00}" dt="2025-12-22T09:21:14.234" v="41" actId="1076"/>
          <ac:picMkLst>
            <pc:docMk/>
            <pc:sldMk cId="0" sldId="256"/>
            <ac:picMk id="9" creationId="{35C88D9A-9358-EB66-F2DE-86C01F6C1F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88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731" y="298603"/>
            <a:ext cx="8622537" cy="280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5210" y="1705326"/>
            <a:ext cx="8053578" cy="4161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90091" y="6565344"/>
            <a:ext cx="163829" cy="12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jpg"/><Relationship Id="rId4" Type="http://schemas.openxmlformats.org/officeDocument/2006/relationships/image" Target="../media/image6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jpg"/><Relationship Id="rId4" Type="http://schemas.openxmlformats.org/officeDocument/2006/relationships/image" Target="../media/image6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66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ean.org/womack/DisplayObject.cfm?o=743" TargetMode="External"/><Relationship Id="rId3" Type="http://schemas.openxmlformats.org/officeDocument/2006/relationships/image" Target="../media/image74.png"/><Relationship Id="rId7" Type="http://schemas.openxmlformats.org/officeDocument/2006/relationships/image" Target="../media/image7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jpg"/><Relationship Id="rId4" Type="http://schemas.openxmlformats.org/officeDocument/2006/relationships/image" Target="../media/image7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8.png"/><Relationship Id="rId4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jpg"/><Relationship Id="rId4" Type="http://schemas.openxmlformats.org/officeDocument/2006/relationships/image" Target="../media/image97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jp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3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37.png"/><Relationship Id="rId4" Type="http://schemas.openxmlformats.org/officeDocument/2006/relationships/image" Target="../media/image144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jp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jp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jp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jp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jp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10" Type="http://schemas.openxmlformats.org/officeDocument/2006/relationships/image" Target="../media/image161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png"/><Relationship Id="rId3" Type="http://schemas.openxmlformats.org/officeDocument/2006/relationships/image" Target="../media/image161.png"/><Relationship Id="rId7" Type="http://schemas.openxmlformats.org/officeDocument/2006/relationships/image" Target="../media/image172.png"/><Relationship Id="rId12" Type="http://schemas.openxmlformats.org/officeDocument/2006/relationships/image" Target="../media/image177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11" Type="http://schemas.openxmlformats.org/officeDocument/2006/relationships/image" Target="../media/image176.png"/><Relationship Id="rId5" Type="http://schemas.openxmlformats.org/officeDocument/2006/relationships/image" Target="../media/image170.png"/><Relationship Id="rId15" Type="http://schemas.openxmlformats.org/officeDocument/2006/relationships/image" Target="../media/image180.png"/><Relationship Id="rId10" Type="http://schemas.openxmlformats.org/officeDocument/2006/relationships/image" Target="../media/image175.png"/><Relationship Id="rId4" Type="http://schemas.openxmlformats.org/officeDocument/2006/relationships/image" Target="../media/image169.png"/><Relationship Id="rId9" Type="http://schemas.openxmlformats.org/officeDocument/2006/relationships/image" Target="../media/image174.png"/><Relationship Id="rId14" Type="http://schemas.openxmlformats.org/officeDocument/2006/relationships/image" Target="../media/image179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3" Type="http://schemas.openxmlformats.org/officeDocument/2006/relationships/image" Target="../media/image182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7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6.png"/><Relationship Id="rId5" Type="http://schemas.openxmlformats.org/officeDocument/2006/relationships/image" Target="../media/image129.png"/><Relationship Id="rId4" Type="http://schemas.openxmlformats.org/officeDocument/2006/relationships/image" Target="../media/image114.png"/><Relationship Id="rId9" Type="http://schemas.openxmlformats.org/officeDocument/2006/relationships/image" Target="../media/image189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65" y="1137035"/>
            <a:ext cx="58928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20" dirty="0">
                <a:latin typeface="Verdana"/>
                <a:cs typeface="Verdana"/>
              </a:rPr>
              <a:t>Méthodologie</a:t>
            </a:r>
            <a:r>
              <a:rPr sz="2800" b="1" spc="35" dirty="0">
                <a:latin typeface="Verdana"/>
                <a:cs typeface="Verdana"/>
              </a:rPr>
              <a:t> </a:t>
            </a:r>
            <a:r>
              <a:rPr sz="2800" b="1" spc="-25" dirty="0">
                <a:latin typeface="Verdana"/>
                <a:cs typeface="Verdana"/>
              </a:rPr>
              <a:t>Lea</a:t>
            </a:r>
            <a:r>
              <a:rPr sz="2800" b="1" spc="-20" dirty="0">
                <a:latin typeface="Verdana"/>
                <a:cs typeface="Verdana"/>
              </a:rPr>
              <a:t>n</a:t>
            </a:r>
            <a:r>
              <a:rPr sz="2800" b="1" spc="2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Six</a:t>
            </a:r>
            <a:r>
              <a:rPr sz="2800" b="1" spc="15" dirty="0">
                <a:latin typeface="Verdana"/>
                <a:cs typeface="Verdana"/>
              </a:rPr>
              <a:t> </a:t>
            </a:r>
            <a:r>
              <a:rPr sz="2800" b="1" spc="-25" dirty="0">
                <a:latin typeface="Verdana"/>
                <a:cs typeface="Verdana"/>
              </a:rPr>
              <a:t>Sigma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8285" y="2782916"/>
            <a:ext cx="5123180" cy="1021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Module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01</a:t>
            </a:r>
            <a:r>
              <a:rPr sz="1600" spc="-10" dirty="0">
                <a:latin typeface="Verdana"/>
                <a:cs typeface="Verdana"/>
              </a:rPr>
              <a:t> :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b="1" i="1" spc="-20" dirty="0">
                <a:latin typeface="Verdana"/>
                <a:cs typeface="Verdana"/>
              </a:rPr>
              <a:t>D</a:t>
            </a:r>
            <a:r>
              <a:rPr sz="1600" i="1" spc="-10" dirty="0">
                <a:latin typeface="Verdana"/>
                <a:cs typeface="Verdana"/>
              </a:rPr>
              <a:t>éfinir</a:t>
            </a:r>
            <a:r>
              <a:rPr sz="1600" i="1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(Defin</a:t>
            </a:r>
            <a:r>
              <a:rPr sz="1600" i="1" spc="-15" dirty="0">
                <a:latin typeface="Verdana"/>
                <a:cs typeface="Verdana"/>
              </a:rPr>
              <a:t>e</a:t>
            </a:r>
            <a:r>
              <a:rPr sz="1600" i="1" spc="-1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-10" dirty="0">
                <a:latin typeface="Verdana"/>
                <a:cs typeface="Verdana"/>
              </a:rPr>
              <a:t>Module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02</a:t>
            </a:r>
            <a:r>
              <a:rPr sz="1600" spc="-10" dirty="0">
                <a:latin typeface="Verdana"/>
                <a:cs typeface="Verdana"/>
              </a:rPr>
              <a:t> :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b="1" i="1" spc="-25" dirty="0">
                <a:latin typeface="Verdana"/>
                <a:cs typeface="Verdana"/>
              </a:rPr>
              <a:t>M</a:t>
            </a:r>
            <a:r>
              <a:rPr sz="1600" i="1" spc="-10" dirty="0">
                <a:latin typeface="Verdana"/>
                <a:cs typeface="Verdana"/>
              </a:rPr>
              <a:t>e</a:t>
            </a:r>
            <a:r>
              <a:rPr sz="1600" i="1" spc="-20" dirty="0">
                <a:latin typeface="Verdana"/>
                <a:cs typeface="Verdana"/>
              </a:rPr>
              <a:t>s</a:t>
            </a:r>
            <a:r>
              <a:rPr sz="1600" i="1" spc="-10" dirty="0">
                <a:latin typeface="Verdana"/>
                <a:cs typeface="Verdana"/>
              </a:rPr>
              <a:t>urer</a:t>
            </a:r>
            <a:r>
              <a:rPr sz="1600" i="1" spc="20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(Mea</a:t>
            </a:r>
            <a:r>
              <a:rPr sz="1600" i="1" spc="-20" dirty="0">
                <a:latin typeface="Verdana"/>
                <a:cs typeface="Verdana"/>
              </a:rPr>
              <a:t>s</a:t>
            </a:r>
            <a:r>
              <a:rPr sz="1600" i="1" spc="-10" dirty="0">
                <a:latin typeface="Verdana"/>
                <a:cs typeface="Verdana"/>
              </a:rPr>
              <a:t>ur</a:t>
            </a:r>
            <a:r>
              <a:rPr sz="1600" i="1" spc="-15" dirty="0">
                <a:latin typeface="Verdana"/>
                <a:cs typeface="Verdana"/>
              </a:rPr>
              <a:t>e</a:t>
            </a:r>
            <a:r>
              <a:rPr sz="1600" i="1" spc="-1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-10" dirty="0">
                <a:latin typeface="Verdana"/>
                <a:cs typeface="Verdana"/>
              </a:rPr>
              <a:t>Module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03</a:t>
            </a:r>
            <a:r>
              <a:rPr sz="1600" spc="-10" dirty="0">
                <a:latin typeface="Verdana"/>
                <a:cs typeface="Verdana"/>
              </a:rPr>
              <a:t> :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b="1" i="1" spc="-25" dirty="0">
                <a:latin typeface="Verdana"/>
                <a:cs typeface="Verdana"/>
              </a:rPr>
              <a:t>P</a:t>
            </a:r>
            <a:r>
              <a:rPr sz="1600" i="1" spc="-10" dirty="0">
                <a:latin typeface="Verdana"/>
                <a:cs typeface="Verdana"/>
              </a:rPr>
              <a:t>ilot</a:t>
            </a:r>
            <a:r>
              <a:rPr sz="1600" i="1" spc="-15" dirty="0">
                <a:latin typeface="Verdana"/>
                <a:cs typeface="Verdana"/>
              </a:rPr>
              <a:t>e</a:t>
            </a:r>
            <a:r>
              <a:rPr sz="1600" i="1" spc="-10" dirty="0">
                <a:latin typeface="Verdana"/>
                <a:cs typeface="Verdana"/>
              </a:rPr>
              <a:t>r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(</a:t>
            </a:r>
            <a:r>
              <a:rPr sz="1600" b="1" i="1" spc="-20" dirty="0">
                <a:latin typeface="Verdana"/>
                <a:cs typeface="Verdana"/>
              </a:rPr>
              <a:t>A</a:t>
            </a:r>
            <a:r>
              <a:rPr sz="1600" i="1" spc="-10" dirty="0">
                <a:latin typeface="Verdana"/>
                <a:cs typeface="Verdana"/>
              </a:rPr>
              <a:t>nalyze,</a:t>
            </a:r>
            <a:r>
              <a:rPr sz="1600" i="1" spc="20" dirty="0">
                <a:latin typeface="Verdana"/>
                <a:cs typeface="Verdana"/>
              </a:rPr>
              <a:t> </a:t>
            </a:r>
            <a:r>
              <a:rPr sz="1600" b="1" i="1" spc="-10" dirty="0">
                <a:latin typeface="Verdana"/>
                <a:cs typeface="Verdana"/>
              </a:rPr>
              <a:t>I</a:t>
            </a:r>
            <a:r>
              <a:rPr sz="1600" i="1" spc="-25" dirty="0">
                <a:latin typeface="Verdana"/>
                <a:cs typeface="Verdana"/>
              </a:rPr>
              <a:t>m</a:t>
            </a:r>
            <a:r>
              <a:rPr sz="1600" i="1" spc="-10" dirty="0">
                <a:latin typeface="Verdana"/>
                <a:cs typeface="Verdana"/>
              </a:rPr>
              <a:t>pr</a:t>
            </a:r>
            <a:r>
              <a:rPr sz="1600" i="1" spc="-5" dirty="0">
                <a:latin typeface="Verdana"/>
                <a:cs typeface="Verdana"/>
              </a:rPr>
              <a:t>o</a:t>
            </a:r>
            <a:r>
              <a:rPr sz="1600" i="1" spc="-10" dirty="0">
                <a:latin typeface="Verdana"/>
                <a:cs typeface="Verdana"/>
              </a:rPr>
              <a:t>ve</a:t>
            </a:r>
            <a:r>
              <a:rPr sz="1600" i="1" spc="20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&amp;</a:t>
            </a:r>
            <a:r>
              <a:rPr sz="1600" i="1" spc="10" dirty="0">
                <a:latin typeface="Verdana"/>
                <a:cs typeface="Verdana"/>
              </a:rPr>
              <a:t> </a:t>
            </a:r>
            <a:r>
              <a:rPr sz="1600" b="1" i="1" spc="-20" dirty="0">
                <a:latin typeface="Verdana"/>
                <a:cs typeface="Verdana"/>
              </a:rPr>
              <a:t>C</a:t>
            </a:r>
            <a:r>
              <a:rPr sz="1600" i="1" spc="-10" dirty="0">
                <a:latin typeface="Verdana"/>
                <a:cs typeface="Verdana"/>
              </a:rPr>
              <a:t>ontro</a:t>
            </a:r>
            <a:r>
              <a:rPr sz="1600" i="1" dirty="0">
                <a:latin typeface="Verdana"/>
                <a:cs typeface="Verdana"/>
              </a:rPr>
              <a:t>l</a:t>
            </a:r>
            <a:r>
              <a:rPr sz="1600" i="1" spc="-1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4786" y="2759201"/>
            <a:ext cx="428625" cy="285115"/>
          </a:xfrm>
          <a:custGeom>
            <a:avLst/>
            <a:gdLst/>
            <a:ahLst/>
            <a:cxnLst/>
            <a:rect l="l" t="t" r="r" b="b"/>
            <a:pathLst>
              <a:path w="428625" h="285114">
                <a:moveTo>
                  <a:pt x="0" y="71247"/>
                </a:moveTo>
                <a:lnTo>
                  <a:pt x="285750" y="71247"/>
                </a:lnTo>
                <a:lnTo>
                  <a:pt x="285750" y="0"/>
                </a:lnTo>
                <a:lnTo>
                  <a:pt x="428244" y="142494"/>
                </a:lnTo>
                <a:lnTo>
                  <a:pt x="285750" y="284988"/>
                </a:lnTo>
                <a:lnTo>
                  <a:pt x="285750" y="213741"/>
                </a:lnTo>
                <a:lnTo>
                  <a:pt x="0" y="213741"/>
                </a:lnTo>
                <a:lnTo>
                  <a:pt x="0" y="71247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31042" y="6565344"/>
            <a:ext cx="8191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257368E-E121-D9C3-C5CD-0B45AC215A78}"/>
              </a:ext>
            </a:extLst>
          </p:cNvPr>
          <p:cNvSpPr txBox="1"/>
          <p:nvPr/>
        </p:nvSpPr>
        <p:spPr>
          <a:xfrm>
            <a:off x="435965" y="205420"/>
            <a:ext cx="655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/>
              <a:t>Organisation Industrielle</a:t>
            </a:r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35C88D9A-9358-EB66-F2DE-86C01F6C1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390" y="4279383"/>
            <a:ext cx="1363219" cy="14552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790" y="5130358"/>
            <a:ext cx="677735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Verdana"/>
                <a:cs typeface="Verdana"/>
              </a:rPr>
              <a:t>Qu’est</a:t>
            </a:r>
            <a:r>
              <a:rPr sz="3200" b="1" spc="-5" dirty="0">
                <a:latin typeface="Verdana"/>
                <a:cs typeface="Verdana"/>
              </a:rPr>
              <a:t>-</a:t>
            </a:r>
            <a:r>
              <a:rPr sz="3200" b="1" dirty="0">
                <a:latin typeface="Verdana"/>
                <a:cs typeface="Verdana"/>
              </a:rPr>
              <a:t>ce qu</a:t>
            </a:r>
            <a:r>
              <a:rPr sz="3200" b="1" spc="5" dirty="0">
                <a:latin typeface="Verdana"/>
                <a:cs typeface="Verdana"/>
              </a:rPr>
              <a:t>’</a:t>
            </a: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3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entreprise ?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91055" y="1114044"/>
            <a:ext cx="5446776" cy="36178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86127" y="1309116"/>
            <a:ext cx="4876800" cy="304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8527" y="1363980"/>
            <a:ext cx="5535168" cy="33939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57400" y="1427988"/>
            <a:ext cx="5356860" cy="3215640"/>
          </a:xfrm>
          <a:custGeom>
            <a:avLst/>
            <a:gdLst/>
            <a:ahLst/>
            <a:cxnLst/>
            <a:rect l="l" t="t" r="r" b="b"/>
            <a:pathLst>
              <a:path w="5356859" h="3215640">
                <a:moveTo>
                  <a:pt x="0" y="1607819"/>
                </a:moveTo>
                <a:lnTo>
                  <a:pt x="8878" y="1475952"/>
                </a:lnTo>
                <a:lnTo>
                  <a:pt x="35055" y="1347020"/>
                </a:lnTo>
                <a:lnTo>
                  <a:pt x="77840" y="1221439"/>
                </a:lnTo>
                <a:lnTo>
                  <a:pt x="136544" y="1099620"/>
                </a:lnTo>
                <a:lnTo>
                  <a:pt x="210478" y="981979"/>
                </a:lnTo>
                <a:lnTo>
                  <a:pt x="298953" y="868929"/>
                </a:lnTo>
                <a:lnTo>
                  <a:pt x="401280" y="760884"/>
                </a:lnTo>
                <a:lnTo>
                  <a:pt x="516770" y="658258"/>
                </a:lnTo>
                <a:lnTo>
                  <a:pt x="644732" y="561464"/>
                </a:lnTo>
                <a:lnTo>
                  <a:pt x="784479" y="470915"/>
                </a:lnTo>
                <a:lnTo>
                  <a:pt x="935320" y="387027"/>
                </a:lnTo>
                <a:lnTo>
                  <a:pt x="1096566" y="310213"/>
                </a:lnTo>
                <a:lnTo>
                  <a:pt x="1267529" y="240886"/>
                </a:lnTo>
                <a:lnTo>
                  <a:pt x="1447519" y="179460"/>
                </a:lnTo>
                <a:lnTo>
                  <a:pt x="1635847" y="126349"/>
                </a:lnTo>
                <a:lnTo>
                  <a:pt x="1831823" y="81966"/>
                </a:lnTo>
                <a:lnTo>
                  <a:pt x="2034759" y="46726"/>
                </a:lnTo>
                <a:lnTo>
                  <a:pt x="2243965" y="21043"/>
                </a:lnTo>
                <a:lnTo>
                  <a:pt x="2458751" y="5329"/>
                </a:lnTo>
                <a:lnTo>
                  <a:pt x="2678430" y="0"/>
                </a:lnTo>
                <a:lnTo>
                  <a:pt x="2898108" y="5329"/>
                </a:lnTo>
                <a:lnTo>
                  <a:pt x="3112894" y="21043"/>
                </a:lnTo>
                <a:lnTo>
                  <a:pt x="3322100" y="46726"/>
                </a:lnTo>
                <a:lnTo>
                  <a:pt x="3525036" y="81966"/>
                </a:lnTo>
                <a:lnTo>
                  <a:pt x="3721012" y="126349"/>
                </a:lnTo>
                <a:lnTo>
                  <a:pt x="3909340" y="179460"/>
                </a:lnTo>
                <a:lnTo>
                  <a:pt x="4089330" y="240886"/>
                </a:lnTo>
                <a:lnTo>
                  <a:pt x="4260293" y="310213"/>
                </a:lnTo>
                <a:lnTo>
                  <a:pt x="4421539" y="387027"/>
                </a:lnTo>
                <a:lnTo>
                  <a:pt x="4572381" y="470915"/>
                </a:lnTo>
                <a:lnTo>
                  <a:pt x="4712127" y="561464"/>
                </a:lnTo>
                <a:lnTo>
                  <a:pt x="4840089" y="658258"/>
                </a:lnTo>
                <a:lnTo>
                  <a:pt x="4955579" y="760884"/>
                </a:lnTo>
                <a:lnTo>
                  <a:pt x="5057906" y="868929"/>
                </a:lnTo>
                <a:lnTo>
                  <a:pt x="5146381" y="981979"/>
                </a:lnTo>
                <a:lnTo>
                  <a:pt x="5220315" y="1099620"/>
                </a:lnTo>
                <a:lnTo>
                  <a:pt x="5279019" y="1221439"/>
                </a:lnTo>
                <a:lnTo>
                  <a:pt x="5321804" y="1347020"/>
                </a:lnTo>
                <a:lnTo>
                  <a:pt x="5347981" y="1475952"/>
                </a:lnTo>
                <a:lnTo>
                  <a:pt x="5356860" y="1607819"/>
                </a:lnTo>
                <a:lnTo>
                  <a:pt x="5347981" y="1739687"/>
                </a:lnTo>
                <a:lnTo>
                  <a:pt x="5321804" y="1868619"/>
                </a:lnTo>
                <a:lnTo>
                  <a:pt x="5279019" y="1994200"/>
                </a:lnTo>
                <a:lnTo>
                  <a:pt x="5220315" y="2116019"/>
                </a:lnTo>
                <a:lnTo>
                  <a:pt x="5146381" y="2233660"/>
                </a:lnTo>
                <a:lnTo>
                  <a:pt x="5057906" y="2346710"/>
                </a:lnTo>
                <a:lnTo>
                  <a:pt x="4955579" y="2454755"/>
                </a:lnTo>
                <a:lnTo>
                  <a:pt x="4840089" y="2557381"/>
                </a:lnTo>
                <a:lnTo>
                  <a:pt x="4712127" y="2654175"/>
                </a:lnTo>
                <a:lnTo>
                  <a:pt x="4572381" y="2744723"/>
                </a:lnTo>
                <a:lnTo>
                  <a:pt x="4421539" y="2828612"/>
                </a:lnTo>
                <a:lnTo>
                  <a:pt x="4260293" y="2905426"/>
                </a:lnTo>
                <a:lnTo>
                  <a:pt x="4089330" y="2974753"/>
                </a:lnTo>
                <a:lnTo>
                  <a:pt x="3909340" y="3036179"/>
                </a:lnTo>
                <a:lnTo>
                  <a:pt x="3721012" y="3089290"/>
                </a:lnTo>
                <a:lnTo>
                  <a:pt x="3525036" y="3133673"/>
                </a:lnTo>
                <a:lnTo>
                  <a:pt x="3322100" y="3168913"/>
                </a:lnTo>
                <a:lnTo>
                  <a:pt x="3112894" y="3194596"/>
                </a:lnTo>
                <a:lnTo>
                  <a:pt x="2898108" y="3210310"/>
                </a:lnTo>
                <a:lnTo>
                  <a:pt x="2678430" y="3215639"/>
                </a:lnTo>
                <a:lnTo>
                  <a:pt x="2458751" y="3210310"/>
                </a:lnTo>
                <a:lnTo>
                  <a:pt x="2243965" y="3194596"/>
                </a:lnTo>
                <a:lnTo>
                  <a:pt x="2034759" y="3168913"/>
                </a:lnTo>
                <a:lnTo>
                  <a:pt x="1831823" y="3133673"/>
                </a:lnTo>
                <a:lnTo>
                  <a:pt x="1635847" y="3089290"/>
                </a:lnTo>
                <a:lnTo>
                  <a:pt x="1447519" y="3036179"/>
                </a:lnTo>
                <a:lnTo>
                  <a:pt x="1267529" y="2974753"/>
                </a:lnTo>
                <a:lnTo>
                  <a:pt x="1096566" y="2905426"/>
                </a:lnTo>
                <a:lnTo>
                  <a:pt x="935320" y="2828612"/>
                </a:lnTo>
                <a:lnTo>
                  <a:pt x="784479" y="2744723"/>
                </a:lnTo>
                <a:lnTo>
                  <a:pt x="644732" y="2654175"/>
                </a:lnTo>
                <a:lnTo>
                  <a:pt x="516770" y="2557381"/>
                </a:lnTo>
                <a:lnTo>
                  <a:pt x="401280" y="2454755"/>
                </a:lnTo>
                <a:lnTo>
                  <a:pt x="298953" y="2346710"/>
                </a:lnTo>
                <a:lnTo>
                  <a:pt x="210478" y="2233660"/>
                </a:lnTo>
                <a:lnTo>
                  <a:pt x="136544" y="2116019"/>
                </a:lnTo>
                <a:lnTo>
                  <a:pt x="77840" y="1994200"/>
                </a:lnTo>
                <a:lnTo>
                  <a:pt x="35055" y="1868619"/>
                </a:lnTo>
                <a:lnTo>
                  <a:pt x="8878" y="1739687"/>
                </a:lnTo>
                <a:lnTo>
                  <a:pt x="0" y="1607819"/>
                </a:lnTo>
                <a:close/>
              </a:path>
            </a:pathLst>
          </a:custGeom>
          <a:ln w="762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55892" y="3683508"/>
            <a:ext cx="1186433" cy="10081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1131" y="2714244"/>
            <a:ext cx="1158240" cy="9799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0000" y="5344658"/>
            <a:ext cx="754888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Verdana"/>
                <a:cs typeface="Verdana"/>
              </a:rPr>
              <a:t>De</a:t>
            </a:r>
            <a:r>
              <a:rPr sz="3200" b="1" dirty="0">
                <a:latin typeface="Verdana"/>
                <a:cs typeface="Verdana"/>
              </a:rPr>
              <a:t>s </a:t>
            </a:r>
            <a:r>
              <a:rPr sz="3200" b="1" spc="-5" dirty="0">
                <a:latin typeface="Verdana"/>
                <a:cs typeface="Verdana"/>
              </a:rPr>
              <a:t>hom</a:t>
            </a:r>
            <a:r>
              <a:rPr sz="3200" b="1" spc="10" dirty="0">
                <a:latin typeface="Verdana"/>
                <a:cs typeface="Verdana"/>
              </a:rPr>
              <a:t>m</a:t>
            </a:r>
            <a:r>
              <a:rPr sz="3200" b="1" spc="-5" dirty="0">
                <a:latin typeface="Verdana"/>
                <a:cs typeface="Verdana"/>
              </a:rPr>
              <a:t>e</a:t>
            </a:r>
            <a:r>
              <a:rPr sz="3200" b="1" dirty="0">
                <a:latin typeface="Verdana"/>
                <a:cs typeface="Verdana"/>
              </a:rPr>
              <a:t>s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spc="-5" dirty="0">
                <a:latin typeface="Verdana"/>
                <a:cs typeface="Verdana"/>
              </a:rPr>
              <a:t>e</a:t>
            </a:r>
            <a:r>
              <a:rPr sz="3200" b="1" dirty="0">
                <a:latin typeface="Verdana"/>
                <a:cs typeface="Verdana"/>
              </a:rPr>
              <a:t>t </a:t>
            </a:r>
            <a:r>
              <a:rPr sz="3200" b="1" spc="-5" dirty="0">
                <a:latin typeface="Verdana"/>
                <a:cs typeface="Verdana"/>
              </a:rPr>
              <a:t>un</a:t>
            </a:r>
            <a:r>
              <a:rPr sz="3200" b="1" dirty="0">
                <a:latin typeface="Verdana"/>
                <a:cs typeface="Verdana"/>
              </a:rPr>
              <a:t>e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organ</a:t>
            </a:r>
            <a:r>
              <a:rPr sz="3200" b="1" spc="-20" dirty="0">
                <a:latin typeface="Verdana"/>
                <a:cs typeface="Verdana"/>
              </a:rPr>
              <a:t>i</a:t>
            </a:r>
            <a:r>
              <a:rPr sz="3200" b="1" spc="-5" dirty="0">
                <a:latin typeface="Verdana"/>
                <a:cs typeface="Verdana"/>
              </a:rPr>
              <a:t>sati</a:t>
            </a:r>
            <a:r>
              <a:rPr sz="3200" b="1" spc="-10" dirty="0">
                <a:latin typeface="Verdana"/>
                <a:cs typeface="Verdana"/>
              </a:rPr>
              <a:t>o</a:t>
            </a:r>
            <a:r>
              <a:rPr sz="3200" b="1" dirty="0">
                <a:latin typeface="Verdana"/>
                <a:cs typeface="Verdana"/>
              </a:rPr>
              <a:t>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99032" y="3602735"/>
            <a:ext cx="1178814" cy="10706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14272" y="2570988"/>
            <a:ext cx="1150620" cy="1042669"/>
          </a:xfrm>
          <a:custGeom>
            <a:avLst/>
            <a:gdLst/>
            <a:ahLst/>
            <a:cxnLst/>
            <a:rect l="l" t="t" r="r" b="b"/>
            <a:pathLst>
              <a:path w="1150620" h="1042670">
                <a:moveTo>
                  <a:pt x="1061085" y="0"/>
                </a:moveTo>
                <a:lnTo>
                  <a:pt x="75404" y="1111"/>
                </a:lnTo>
                <a:lnTo>
                  <a:pt x="36876" y="17142"/>
                </a:lnTo>
                <a:lnTo>
                  <a:pt x="10059" y="48298"/>
                </a:lnTo>
                <a:lnTo>
                  <a:pt x="0" y="89535"/>
                </a:lnTo>
                <a:lnTo>
                  <a:pt x="1093" y="952881"/>
                </a:lnTo>
                <a:lnTo>
                  <a:pt x="9869" y="993749"/>
                </a:lnTo>
                <a:lnTo>
                  <a:pt x="36543" y="1025030"/>
                </a:lnTo>
                <a:lnTo>
                  <a:pt x="74980" y="1041235"/>
                </a:lnTo>
                <a:lnTo>
                  <a:pt x="89535" y="1042416"/>
                </a:lnTo>
                <a:lnTo>
                  <a:pt x="1075215" y="1041304"/>
                </a:lnTo>
                <a:lnTo>
                  <a:pt x="1113743" y="1025273"/>
                </a:lnTo>
                <a:lnTo>
                  <a:pt x="1140560" y="994117"/>
                </a:lnTo>
                <a:lnTo>
                  <a:pt x="1150620" y="952881"/>
                </a:lnTo>
                <a:lnTo>
                  <a:pt x="1149526" y="89535"/>
                </a:lnTo>
                <a:lnTo>
                  <a:pt x="1140750" y="48666"/>
                </a:lnTo>
                <a:lnTo>
                  <a:pt x="1114076" y="17385"/>
                </a:lnTo>
                <a:lnTo>
                  <a:pt x="1075639" y="1180"/>
                </a:lnTo>
                <a:lnTo>
                  <a:pt x="106108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83066" y="2888340"/>
            <a:ext cx="368300" cy="252095"/>
          </a:xfrm>
          <a:custGeom>
            <a:avLst/>
            <a:gdLst/>
            <a:ahLst/>
            <a:cxnLst/>
            <a:rect l="l" t="t" r="r" b="b"/>
            <a:pathLst>
              <a:path w="368300" h="252094">
                <a:moveTo>
                  <a:pt x="29321" y="109752"/>
                </a:moveTo>
                <a:lnTo>
                  <a:pt x="0" y="133566"/>
                </a:lnTo>
                <a:lnTo>
                  <a:pt x="2438" y="136678"/>
                </a:lnTo>
                <a:lnTo>
                  <a:pt x="8542" y="142883"/>
                </a:lnTo>
                <a:lnTo>
                  <a:pt x="56203" y="181194"/>
                </a:lnTo>
                <a:lnTo>
                  <a:pt x="108727" y="209144"/>
                </a:lnTo>
                <a:lnTo>
                  <a:pt x="162491" y="226753"/>
                </a:lnTo>
                <a:lnTo>
                  <a:pt x="183256" y="230890"/>
                </a:lnTo>
                <a:lnTo>
                  <a:pt x="202808" y="236070"/>
                </a:lnTo>
                <a:lnTo>
                  <a:pt x="256572" y="245387"/>
                </a:lnTo>
                <a:lnTo>
                  <a:pt x="272445" y="246431"/>
                </a:lnTo>
                <a:lnTo>
                  <a:pt x="288332" y="248499"/>
                </a:lnTo>
                <a:lnTo>
                  <a:pt x="301766" y="249543"/>
                </a:lnTo>
                <a:lnTo>
                  <a:pt x="312762" y="250567"/>
                </a:lnTo>
                <a:lnTo>
                  <a:pt x="323757" y="250567"/>
                </a:lnTo>
                <a:lnTo>
                  <a:pt x="332314" y="251611"/>
                </a:lnTo>
                <a:lnTo>
                  <a:pt x="349427" y="251611"/>
                </a:lnTo>
                <a:lnTo>
                  <a:pt x="354979" y="220549"/>
                </a:lnTo>
                <a:lnTo>
                  <a:pt x="306658" y="220549"/>
                </a:lnTo>
                <a:lnTo>
                  <a:pt x="289559" y="219505"/>
                </a:lnTo>
                <a:lnTo>
                  <a:pt x="240686" y="214324"/>
                </a:lnTo>
                <a:lnTo>
                  <a:pt x="180817" y="203984"/>
                </a:lnTo>
                <a:lnTo>
                  <a:pt x="114845" y="180170"/>
                </a:lnTo>
                <a:lnTo>
                  <a:pt x="65972" y="151176"/>
                </a:lnTo>
                <a:lnTo>
                  <a:pt x="40316" y="126317"/>
                </a:lnTo>
                <a:lnTo>
                  <a:pt x="32986" y="118025"/>
                </a:lnTo>
                <a:lnTo>
                  <a:pt x="30533" y="111820"/>
                </a:lnTo>
                <a:lnTo>
                  <a:pt x="29321" y="109752"/>
                </a:lnTo>
                <a:close/>
              </a:path>
              <a:path w="368300" h="252094">
                <a:moveTo>
                  <a:pt x="156388" y="0"/>
                </a:moveTo>
                <a:lnTo>
                  <a:pt x="139274" y="41402"/>
                </a:lnTo>
                <a:lnTo>
                  <a:pt x="140501" y="43471"/>
                </a:lnTo>
                <a:lnTo>
                  <a:pt x="144166" y="50719"/>
                </a:lnTo>
                <a:lnTo>
                  <a:pt x="173487" y="89030"/>
                </a:lnTo>
                <a:lnTo>
                  <a:pt x="211365" y="122181"/>
                </a:lnTo>
                <a:lnTo>
                  <a:pt x="252907" y="145995"/>
                </a:lnTo>
                <a:lnTo>
                  <a:pt x="301766" y="161516"/>
                </a:lnTo>
                <a:lnTo>
                  <a:pt x="315214" y="164628"/>
                </a:lnTo>
                <a:lnTo>
                  <a:pt x="324983" y="166697"/>
                </a:lnTo>
                <a:lnTo>
                  <a:pt x="332314" y="167741"/>
                </a:lnTo>
                <a:lnTo>
                  <a:pt x="334766" y="167741"/>
                </a:lnTo>
                <a:lnTo>
                  <a:pt x="322545" y="220549"/>
                </a:lnTo>
                <a:lnTo>
                  <a:pt x="354979" y="220549"/>
                </a:lnTo>
                <a:lnTo>
                  <a:pt x="367753" y="149087"/>
                </a:lnTo>
                <a:lnTo>
                  <a:pt x="364087" y="149087"/>
                </a:lnTo>
                <a:lnTo>
                  <a:pt x="355531" y="148063"/>
                </a:lnTo>
                <a:lnTo>
                  <a:pt x="342097" y="144951"/>
                </a:lnTo>
                <a:lnTo>
                  <a:pt x="324983" y="141838"/>
                </a:lnTo>
                <a:lnTo>
                  <a:pt x="304219" y="136678"/>
                </a:lnTo>
                <a:lnTo>
                  <a:pt x="260238" y="120113"/>
                </a:lnTo>
                <a:lnTo>
                  <a:pt x="217468" y="94211"/>
                </a:lnTo>
                <a:lnTo>
                  <a:pt x="186921" y="59012"/>
                </a:lnTo>
                <a:lnTo>
                  <a:pt x="167383" y="24837"/>
                </a:lnTo>
                <a:lnTo>
                  <a:pt x="161265" y="12408"/>
                </a:lnTo>
                <a:lnTo>
                  <a:pt x="156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40482" y="2671927"/>
            <a:ext cx="226060" cy="194945"/>
          </a:xfrm>
          <a:custGeom>
            <a:avLst/>
            <a:gdLst/>
            <a:ahLst/>
            <a:cxnLst/>
            <a:rect l="l" t="t" r="r" b="b"/>
            <a:pathLst>
              <a:path w="226060" h="194944">
                <a:moveTo>
                  <a:pt x="195877" y="180170"/>
                </a:moveTo>
                <a:lnTo>
                  <a:pt x="167383" y="180170"/>
                </a:lnTo>
                <a:lnTo>
                  <a:pt x="189374" y="194667"/>
                </a:lnTo>
                <a:lnTo>
                  <a:pt x="195877" y="180170"/>
                </a:lnTo>
                <a:close/>
              </a:path>
              <a:path w="226060" h="194944">
                <a:moveTo>
                  <a:pt x="113633" y="0"/>
                </a:moveTo>
                <a:lnTo>
                  <a:pt x="69637" y="7248"/>
                </a:lnTo>
                <a:lnTo>
                  <a:pt x="32986" y="27950"/>
                </a:lnTo>
                <a:lnTo>
                  <a:pt x="8556" y="59012"/>
                </a:lnTo>
                <a:lnTo>
                  <a:pt x="0" y="96299"/>
                </a:lnTo>
                <a:lnTo>
                  <a:pt x="2452" y="115956"/>
                </a:lnTo>
                <a:lnTo>
                  <a:pt x="19552" y="150131"/>
                </a:lnTo>
                <a:lnTo>
                  <a:pt x="50099" y="174989"/>
                </a:lnTo>
                <a:lnTo>
                  <a:pt x="90415" y="189487"/>
                </a:lnTo>
                <a:lnTo>
                  <a:pt x="113633" y="191555"/>
                </a:lnTo>
                <a:lnTo>
                  <a:pt x="120963" y="191555"/>
                </a:lnTo>
                <a:lnTo>
                  <a:pt x="135623" y="189487"/>
                </a:lnTo>
                <a:lnTo>
                  <a:pt x="141727" y="188442"/>
                </a:lnTo>
                <a:lnTo>
                  <a:pt x="149057" y="187418"/>
                </a:lnTo>
                <a:lnTo>
                  <a:pt x="155161" y="185330"/>
                </a:lnTo>
                <a:lnTo>
                  <a:pt x="161279" y="182238"/>
                </a:lnTo>
                <a:lnTo>
                  <a:pt x="167383" y="180170"/>
                </a:lnTo>
                <a:lnTo>
                  <a:pt x="195877" y="180170"/>
                </a:lnTo>
                <a:lnTo>
                  <a:pt x="222360" y="121137"/>
                </a:lnTo>
                <a:lnTo>
                  <a:pt x="223586" y="114933"/>
                </a:lnTo>
                <a:lnTo>
                  <a:pt x="224813" y="108708"/>
                </a:lnTo>
                <a:lnTo>
                  <a:pt x="226025" y="102504"/>
                </a:lnTo>
                <a:lnTo>
                  <a:pt x="226025" y="96299"/>
                </a:lnTo>
                <a:lnTo>
                  <a:pt x="217482" y="59012"/>
                </a:lnTo>
                <a:lnTo>
                  <a:pt x="193039" y="27950"/>
                </a:lnTo>
                <a:lnTo>
                  <a:pt x="157614" y="7248"/>
                </a:lnTo>
                <a:lnTo>
                  <a:pt x="136836" y="2068"/>
                </a:lnTo>
                <a:lnTo>
                  <a:pt x="1136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14825" y="3011546"/>
            <a:ext cx="379730" cy="600710"/>
          </a:xfrm>
          <a:custGeom>
            <a:avLst/>
            <a:gdLst/>
            <a:ahLst/>
            <a:cxnLst/>
            <a:rect l="l" t="t" r="r" b="b"/>
            <a:pathLst>
              <a:path w="379730" h="600710">
                <a:moveTo>
                  <a:pt x="301227" y="538445"/>
                </a:moveTo>
                <a:lnTo>
                  <a:pt x="84970" y="538445"/>
                </a:lnTo>
                <a:lnTo>
                  <a:pt x="84970" y="544657"/>
                </a:lnTo>
                <a:lnTo>
                  <a:pt x="73973" y="547763"/>
                </a:lnTo>
                <a:lnTo>
                  <a:pt x="65421" y="553976"/>
                </a:lnTo>
                <a:lnTo>
                  <a:pt x="60535" y="562261"/>
                </a:lnTo>
                <a:lnTo>
                  <a:pt x="58091" y="572615"/>
                </a:lnTo>
                <a:lnTo>
                  <a:pt x="60535" y="584004"/>
                </a:lnTo>
                <a:lnTo>
                  <a:pt x="67865" y="592289"/>
                </a:lnTo>
                <a:lnTo>
                  <a:pt x="78861" y="598501"/>
                </a:lnTo>
                <a:lnTo>
                  <a:pt x="92300" y="600572"/>
                </a:lnTo>
                <a:lnTo>
                  <a:pt x="105740" y="598501"/>
                </a:lnTo>
                <a:lnTo>
                  <a:pt x="115515" y="592289"/>
                </a:lnTo>
                <a:lnTo>
                  <a:pt x="122845" y="584004"/>
                </a:lnTo>
                <a:lnTo>
                  <a:pt x="125288" y="572615"/>
                </a:lnTo>
                <a:lnTo>
                  <a:pt x="125288" y="568473"/>
                </a:lnTo>
                <a:lnTo>
                  <a:pt x="124067" y="565367"/>
                </a:lnTo>
                <a:lnTo>
                  <a:pt x="122845" y="561224"/>
                </a:lnTo>
                <a:lnTo>
                  <a:pt x="121623" y="558118"/>
                </a:lnTo>
                <a:lnTo>
                  <a:pt x="331769" y="558118"/>
                </a:lnTo>
                <a:lnTo>
                  <a:pt x="326883" y="551906"/>
                </a:lnTo>
                <a:lnTo>
                  <a:pt x="315887" y="545693"/>
                </a:lnTo>
                <a:lnTo>
                  <a:pt x="302439" y="543621"/>
                </a:lnTo>
                <a:lnTo>
                  <a:pt x="301227" y="543621"/>
                </a:lnTo>
                <a:lnTo>
                  <a:pt x="301227" y="538445"/>
                </a:lnTo>
                <a:close/>
              </a:path>
              <a:path w="379730" h="600710">
                <a:moveTo>
                  <a:pt x="331769" y="558118"/>
                </a:moveTo>
                <a:lnTo>
                  <a:pt x="273118" y="558118"/>
                </a:lnTo>
                <a:lnTo>
                  <a:pt x="271906" y="561224"/>
                </a:lnTo>
                <a:lnTo>
                  <a:pt x="269453" y="565367"/>
                </a:lnTo>
                <a:lnTo>
                  <a:pt x="268241" y="568473"/>
                </a:lnTo>
                <a:lnTo>
                  <a:pt x="268241" y="572615"/>
                </a:lnTo>
                <a:lnTo>
                  <a:pt x="270679" y="584004"/>
                </a:lnTo>
                <a:lnTo>
                  <a:pt x="278010" y="592289"/>
                </a:lnTo>
                <a:lnTo>
                  <a:pt x="289005" y="598501"/>
                </a:lnTo>
                <a:lnTo>
                  <a:pt x="302439" y="600572"/>
                </a:lnTo>
                <a:lnTo>
                  <a:pt x="315887" y="598501"/>
                </a:lnTo>
                <a:lnTo>
                  <a:pt x="326883" y="592289"/>
                </a:lnTo>
                <a:lnTo>
                  <a:pt x="334213" y="584004"/>
                </a:lnTo>
                <a:lnTo>
                  <a:pt x="336652" y="572615"/>
                </a:lnTo>
                <a:lnTo>
                  <a:pt x="334213" y="561224"/>
                </a:lnTo>
                <a:lnTo>
                  <a:pt x="331769" y="558118"/>
                </a:lnTo>
                <a:close/>
              </a:path>
              <a:path w="379730" h="600710">
                <a:moveTo>
                  <a:pt x="212037" y="435934"/>
                </a:moveTo>
                <a:lnTo>
                  <a:pt x="165603" y="435934"/>
                </a:lnTo>
                <a:lnTo>
                  <a:pt x="165603" y="538445"/>
                </a:lnTo>
                <a:lnTo>
                  <a:pt x="212037" y="538445"/>
                </a:lnTo>
                <a:lnTo>
                  <a:pt x="212037" y="435934"/>
                </a:lnTo>
                <a:close/>
              </a:path>
              <a:path w="379730" h="600710">
                <a:moveTo>
                  <a:pt x="29990" y="0"/>
                </a:moveTo>
                <a:lnTo>
                  <a:pt x="29990" y="85938"/>
                </a:lnTo>
                <a:lnTo>
                  <a:pt x="0" y="85938"/>
                </a:lnTo>
                <a:lnTo>
                  <a:pt x="381" y="387267"/>
                </a:lnTo>
                <a:lnTo>
                  <a:pt x="26325" y="387267"/>
                </a:lnTo>
                <a:lnTo>
                  <a:pt x="26325" y="435934"/>
                </a:lnTo>
                <a:lnTo>
                  <a:pt x="379421" y="435934"/>
                </a:lnTo>
                <a:lnTo>
                  <a:pt x="359869" y="363453"/>
                </a:lnTo>
                <a:lnTo>
                  <a:pt x="38543" y="363453"/>
                </a:lnTo>
                <a:lnTo>
                  <a:pt x="38543" y="281650"/>
                </a:lnTo>
                <a:lnTo>
                  <a:pt x="65421" y="227798"/>
                </a:lnTo>
                <a:lnTo>
                  <a:pt x="75196" y="84914"/>
                </a:lnTo>
                <a:lnTo>
                  <a:pt x="72753" y="62124"/>
                </a:lnTo>
                <a:lnTo>
                  <a:pt x="58091" y="17609"/>
                </a:lnTo>
                <a:lnTo>
                  <a:pt x="38543" y="1044"/>
                </a:lnTo>
                <a:lnTo>
                  <a:pt x="299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93686" y="3217598"/>
            <a:ext cx="593090" cy="389890"/>
          </a:xfrm>
          <a:custGeom>
            <a:avLst/>
            <a:gdLst/>
            <a:ahLst/>
            <a:cxnLst/>
            <a:rect l="l" t="t" r="r" b="b"/>
            <a:pathLst>
              <a:path w="593089" h="389889">
                <a:moveTo>
                  <a:pt x="313994" y="0"/>
                </a:moveTo>
                <a:lnTo>
                  <a:pt x="4887" y="6224"/>
                </a:lnTo>
                <a:lnTo>
                  <a:pt x="3665" y="10360"/>
                </a:lnTo>
                <a:lnTo>
                  <a:pt x="1222" y="20721"/>
                </a:lnTo>
                <a:lnTo>
                  <a:pt x="0" y="39355"/>
                </a:lnTo>
                <a:lnTo>
                  <a:pt x="1222" y="64213"/>
                </a:lnTo>
                <a:lnTo>
                  <a:pt x="4887" y="95275"/>
                </a:lnTo>
                <a:lnTo>
                  <a:pt x="8552" y="120113"/>
                </a:lnTo>
                <a:lnTo>
                  <a:pt x="12217" y="135655"/>
                </a:lnTo>
                <a:lnTo>
                  <a:pt x="13439" y="141859"/>
                </a:lnTo>
                <a:lnTo>
                  <a:pt x="315220" y="141859"/>
                </a:lnTo>
                <a:lnTo>
                  <a:pt x="317659" y="151196"/>
                </a:lnTo>
                <a:lnTo>
                  <a:pt x="323763" y="176034"/>
                </a:lnTo>
                <a:lnTo>
                  <a:pt x="329881" y="217455"/>
                </a:lnTo>
                <a:lnTo>
                  <a:pt x="332319" y="271299"/>
                </a:lnTo>
                <a:lnTo>
                  <a:pt x="331093" y="316861"/>
                </a:lnTo>
                <a:lnTo>
                  <a:pt x="329881" y="355172"/>
                </a:lnTo>
                <a:lnTo>
                  <a:pt x="327428" y="380022"/>
                </a:lnTo>
                <a:lnTo>
                  <a:pt x="326215" y="389343"/>
                </a:lnTo>
                <a:lnTo>
                  <a:pt x="592557" y="389343"/>
                </a:lnTo>
                <a:lnTo>
                  <a:pt x="536354" y="360348"/>
                </a:lnTo>
                <a:lnTo>
                  <a:pt x="536354" y="346889"/>
                </a:lnTo>
                <a:lnTo>
                  <a:pt x="535142" y="312719"/>
                </a:lnTo>
                <a:lnTo>
                  <a:pt x="533915" y="268193"/>
                </a:lnTo>
                <a:lnTo>
                  <a:pt x="533915" y="219527"/>
                </a:lnTo>
                <a:lnTo>
                  <a:pt x="535142" y="213315"/>
                </a:lnTo>
                <a:lnTo>
                  <a:pt x="535142" y="192605"/>
                </a:lnTo>
                <a:lnTo>
                  <a:pt x="526585" y="147039"/>
                </a:lnTo>
                <a:lnTo>
                  <a:pt x="511925" y="111841"/>
                </a:lnTo>
                <a:lnTo>
                  <a:pt x="483816" y="79734"/>
                </a:lnTo>
                <a:lnTo>
                  <a:pt x="441061" y="51784"/>
                </a:lnTo>
                <a:lnTo>
                  <a:pt x="379966" y="35219"/>
                </a:lnTo>
                <a:lnTo>
                  <a:pt x="342102" y="32106"/>
                </a:lnTo>
                <a:lnTo>
                  <a:pt x="339650" y="27970"/>
                </a:lnTo>
                <a:lnTo>
                  <a:pt x="337211" y="25902"/>
                </a:lnTo>
                <a:lnTo>
                  <a:pt x="332319" y="25902"/>
                </a:lnTo>
                <a:lnTo>
                  <a:pt x="3139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05242" y="3094392"/>
            <a:ext cx="39370" cy="124460"/>
          </a:xfrm>
          <a:custGeom>
            <a:avLst/>
            <a:gdLst/>
            <a:ahLst/>
            <a:cxnLst/>
            <a:rect l="l" t="t" r="r" b="b"/>
            <a:pathLst>
              <a:path w="39369" h="124460">
                <a:moveTo>
                  <a:pt x="12207" y="0"/>
                </a:moveTo>
                <a:lnTo>
                  <a:pt x="10995" y="11384"/>
                </a:lnTo>
                <a:lnTo>
                  <a:pt x="7330" y="41423"/>
                </a:lnTo>
                <a:lnTo>
                  <a:pt x="3665" y="81802"/>
                </a:lnTo>
                <a:lnTo>
                  <a:pt x="0" y="124249"/>
                </a:lnTo>
                <a:lnTo>
                  <a:pt x="29321" y="124249"/>
                </a:lnTo>
                <a:lnTo>
                  <a:pt x="31759" y="82826"/>
                </a:lnTo>
                <a:lnTo>
                  <a:pt x="34212" y="44515"/>
                </a:lnTo>
                <a:lnTo>
                  <a:pt x="37877" y="15520"/>
                </a:lnTo>
                <a:lnTo>
                  <a:pt x="39089" y="4136"/>
                </a:lnTo>
                <a:lnTo>
                  <a:pt x="122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98574" y="2788928"/>
            <a:ext cx="224154" cy="262255"/>
          </a:xfrm>
          <a:custGeom>
            <a:avLst/>
            <a:gdLst/>
            <a:ahLst/>
            <a:cxnLst/>
            <a:rect l="l" t="t" r="r" b="b"/>
            <a:pathLst>
              <a:path w="224155" h="262255">
                <a:moveTo>
                  <a:pt x="212587" y="0"/>
                </a:moveTo>
                <a:lnTo>
                  <a:pt x="211360" y="1044"/>
                </a:lnTo>
                <a:lnTo>
                  <a:pt x="206483" y="3112"/>
                </a:lnTo>
                <a:lnTo>
                  <a:pt x="199153" y="7248"/>
                </a:lnTo>
                <a:lnTo>
                  <a:pt x="189370" y="12429"/>
                </a:lnTo>
                <a:lnTo>
                  <a:pt x="177162" y="18633"/>
                </a:lnTo>
                <a:lnTo>
                  <a:pt x="149053" y="38311"/>
                </a:lnTo>
                <a:lnTo>
                  <a:pt x="116067" y="64193"/>
                </a:lnTo>
                <a:lnTo>
                  <a:pt x="64755" y="117001"/>
                </a:lnTo>
                <a:lnTo>
                  <a:pt x="31766" y="162560"/>
                </a:lnTo>
                <a:lnTo>
                  <a:pt x="3665" y="216413"/>
                </a:lnTo>
                <a:lnTo>
                  <a:pt x="2442" y="218481"/>
                </a:lnTo>
                <a:lnTo>
                  <a:pt x="2442" y="220549"/>
                </a:lnTo>
                <a:lnTo>
                  <a:pt x="1222" y="223661"/>
                </a:lnTo>
                <a:lnTo>
                  <a:pt x="0" y="225730"/>
                </a:lnTo>
                <a:lnTo>
                  <a:pt x="4887" y="232978"/>
                </a:lnTo>
                <a:lnTo>
                  <a:pt x="8552" y="241251"/>
                </a:lnTo>
                <a:lnTo>
                  <a:pt x="10995" y="250588"/>
                </a:lnTo>
                <a:lnTo>
                  <a:pt x="13439" y="261972"/>
                </a:lnTo>
                <a:lnTo>
                  <a:pt x="15882" y="253680"/>
                </a:lnTo>
                <a:lnTo>
                  <a:pt x="19547" y="245407"/>
                </a:lnTo>
                <a:lnTo>
                  <a:pt x="21992" y="238159"/>
                </a:lnTo>
                <a:lnTo>
                  <a:pt x="25657" y="229866"/>
                </a:lnTo>
                <a:lnTo>
                  <a:pt x="52536" y="179126"/>
                </a:lnTo>
                <a:lnTo>
                  <a:pt x="83081" y="135634"/>
                </a:lnTo>
                <a:lnTo>
                  <a:pt x="116067" y="101480"/>
                </a:lnTo>
                <a:lnTo>
                  <a:pt x="149053" y="73509"/>
                </a:lnTo>
                <a:lnTo>
                  <a:pt x="163714" y="62124"/>
                </a:lnTo>
                <a:lnTo>
                  <a:pt x="201591" y="38311"/>
                </a:lnTo>
                <a:lnTo>
                  <a:pt x="222356" y="27950"/>
                </a:lnTo>
                <a:lnTo>
                  <a:pt x="223582" y="26926"/>
                </a:lnTo>
                <a:lnTo>
                  <a:pt x="222356" y="25881"/>
                </a:lnTo>
                <a:lnTo>
                  <a:pt x="221143" y="23813"/>
                </a:lnTo>
                <a:lnTo>
                  <a:pt x="217478" y="19677"/>
                </a:lnTo>
                <a:lnTo>
                  <a:pt x="215025" y="14497"/>
                </a:lnTo>
                <a:lnTo>
                  <a:pt x="213813" y="9316"/>
                </a:lnTo>
                <a:lnTo>
                  <a:pt x="212587" y="4136"/>
                </a:lnTo>
                <a:lnTo>
                  <a:pt x="2125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04385" y="2951489"/>
            <a:ext cx="186055" cy="153670"/>
          </a:xfrm>
          <a:custGeom>
            <a:avLst/>
            <a:gdLst/>
            <a:ahLst/>
            <a:cxnLst/>
            <a:rect l="l" t="t" r="r" b="b"/>
            <a:pathLst>
              <a:path w="186055" h="153669">
                <a:moveTo>
                  <a:pt x="9783" y="0"/>
                </a:moveTo>
                <a:lnTo>
                  <a:pt x="7330" y="0"/>
                </a:lnTo>
                <a:lnTo>
                  <a:pt x="3665" y="1044"/>
                </a:lnTo>
                <a:lnTo>
                  <a:pt x="1226" y="3112"/>
                </a:lnTo>
                <a:lnTo>
                  <a:pt x="0" y="6224"/>
                </a:lnTo>
                <a:lnTo>
                  <a:pt x="0" y="8292"/>
                </a:lnTo>
                <a:lnTo>
                  <a:pt x="1226" y="11405"/>
                </a:lnTo>
                <a:lnTo>
                  <a:pt x="3665" y="13473"/>
                </a:lnTo>
                <a:lnTo>
                  <a:pt x="4891" y="13473"/>
                </a:lnTo>
                <a:lnTo>
                  <a:pt x="96519" y="63169"/>
                </a:lnTo>
                <a:lnTo>
                  <a:pt x="90415" y="72485"/>
                </a:lnTo>
                <a:lnTo>
                  <a:pt x="84297" y="80778"/>
                </a:lnTo>
                <a:lnTo>
                  <a:pt x="79420" y="86983"/>
                </a:lnTo>
                <a:lnTo>
                  <a:pt x="78194" y="89051"/>
                </a:lnTo>
                <a:lnTo>
                  <a:pt x="68425" y="153244"/>
                </a:lnTo>
                <a:lnTo>
                  <a:pt x="185709" y="88027"/>
                </a:lnTo>
                <a:lnTo>
                  <a:pt x="167383" y="74553"/>
                </a:lnTo>
                <a:lnTo>
                  <a:pt x="167383" y="72485"/>
                </a:lnTo>
                <a:lnTo>
                  <a:pt x="168609" y="68349"/>
                </a:lnTo>
                <a:lnTo>
                  <a:pt x="169822" y="63169"/>
                </a:lnTo>
                <a:lnTo>
                  <a:pt x="169822" y="61101"/>
                </a:lnTo>
                <a:lnTo>
                  <a:pt x="168609" y="57988"/>
                </a:lnTo>
                <a:lnTo>
                  <a:pt x="164944" y="53852"/>
                </a:lnTo>
                <a:lnTo>
                  <a:pt x="160540" y="50740"/>
                </a:lnTo>
                <a:lnTo>
                  <a:pt x="106302" y="50740"/>
                </a:lnTo>
                <a:lnTo>
                  <a:pt x="13448" y="1044"/>
                </a:lnTo>
                <a:lnTo>
                  <a:pt x="9783" y="0"/>
                </a:lnTo>
                <a:close/>
              </a:path>
              <a:path w="186055" h="153669">
                <a:moveTo>
                  <a:pt x="127067" y="38311"/>
                </a:moveTo>
                <a:lnTo>
                  <a:pt x="123401" y="39355"/>
                </a:lnTo>
                <a:lnTo>
                  <a:pt x="118510" y="40379"/>
                </a:lnTo>
                <a:lnTo>
                  <a:pt x="114845" y="42467"/>
                </a:lnTo>
                <a:lnTo>
                  <a:pt x="112406" y="45559"/>
                </a:lnTo>
                <a:lnTo>
                  <a:pt x="108741" y="48672"/>
                </a:lnTo>
                <a:lnTo>
                  <a:pt x="107515" y="48672"/>
                </a:lnTo>
                <a:lnTo>
                  <a:pt x="107515" y="49716"/>
                </a:lnTo>
                <a:lnTo>
                  <a:pt x="106302" y="50740"/>
                </a:lnTo>
                <a:lnTo>
                  <a:pt x="160540" y="50740"/>
                </a:lnTo>
                <a:lnTo>
                  <a:pt x="157614" y="48672"/>
                </a:lnTo>
                <a:lnTo>
                  <a:pt x="145392" y="42467"/>
                </a:lnTo>
                <a:lnTo>
                  <a:pt x="138062" y="40379"/>
                </a:lnTo>
                <a:lnTo>
                  <a:pt x="133170" y="39355"/>
                </a:lnTo>
                <a:lnTo>
                  <a:pt x="127067" y="38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24122" y="3080919"/>
            <a:ext cx="346075" cy="524510"/>
          </a:xfrm>
          <a:custGeom>
            <a:avLst/>
            <a:gdLst/>
            <a:ahLst/>
            <a:cxnLst/>
            <a:rect l="l" t="t" r="r" b="b"/>
            <a:pathLst>
              <a:path w="346075" h="524510">
                <a:moveTo>
                  <a:pt x="345762" y="486675"/>
                </a:moveTo>
                <a:lnTo>
                  <a:pt x="0" y="486675"/>
                </a:lnTo>
                <a:lnTo>
                  <a:pt x="0" y="523950"/>
                </a:lnTo>
                <a:lnTo>
                  <a:pt x="32986" y="523950"/>
                </a:lnTo>
                <a:lnTo>
                  <a:pt x="32986" y="512561"/>
                </a:lnTo>
                <a:lnTo>
                  <a:pt x="345762" y="512561"/>
                </a:lnTo>
                <a:lnTo>
                  <a:pt x="345762" y="486675"/>
                </a:lnTo>
                <a:close/>
              </a:path>
              <a:path w="346075" h="524510">
                <a:moveTo>
                  <a:pt x="345762" y="512561"/>
                </a:moveTo>
                <a:lnTo>
                  <a:pt x="317653" y="512561"/>
                </a:lnTo>
                <a:lnTo>
                  <a:pt x="317653" y="523950"/>
                </a:lnTo>
                <a:lnTo>
                  <a:pt x="345762" y="523950"/>
                </a:lnTo>
                <a:lnTo>
                  <a:pt x="345762" y="512561"/>
                </a:lnTo>
                <a:close/>
              </a:path>
              <a:path w="346075" h="524510">
                <a:moveTo>
                  <a:pt x="178378" y="0"/>
                </a:moveTo>
                <a:lnTo>
                  <a:pt x="133170" y="15541"/>
                </a:lnTo>
                <a:lnTo>
                  <a:pt x="113618" y="53852"/>
                </a:lnTo>
                <a:lnTo>
                  <a:pt x="113618" y="486675"/>
                </a:lnTo>
                <a:lnTo>
                  <a:pt x="244351" y="486675"/>
                </a:lnTo>
                <a:lnTo>
                  <a:pt x="243212" y="84914"/>
                </a:lnTo>
                <a:lnTo>
                  <a:pt x="178378" y="84914"/>
                </a:lnTo>
                <a:lnTo>
                  <a:pt x="164944" y="82846"/>
                </a:lnTo>
                <a:lnTo>
                  <a:pt x="153935" y="75598"/>
                </a:lnTo>
                <a:lnTo>
                  <a:pt x="145392" y="66281"/>
                </a:lnTo>
                <a:lnTo>
                  <a:pt x="142939" y="54896"/>
                </a:lnTo>
                <a:lnTo>
                  <a:pt x="145392" y="42467"/>
                </a:lnTo>
                <a:lnTo>
                  <a:pt x="153935" y="33151"/>
                </a:lnTo>
                <a:lnTo>
                  <a:pt x="164944" y="26926"/>
                </a:lnTo>
                <a:lnTo>
                  <a:pt x="178378" y="24858"/>
                </a:lnTo>
                <a:lnTo>
                  <a:pt x="231981" y="24858"/>
                </a:lnTo>
                <a:lnTo>
                  <a:pt x="229690" y="21745"/>
                </a:lnTo>
                <a:lnTo>
                  <a:pt x="222360" y="14497"/>
                </a:lnTo>
                <a:lnTo>
                  <a:pt x="212591" y="8292"/>
                </a:lnTo>
                <a:lnTo>
                  <a:pt x="201596" y="4156"/>
                </a:lnTo>
                <a:lnTo>
                  <a:pt x="190600" y="1044"/>
                </a:lnTo>
                <a:lnTo>
                  <a:pt x="178378" y="0"/>
                </a:lnTo>
                <a:close/>
              </a:path>
              <a:path w="346075" h="524510">
                <a:moveTo>
                  <a:pt x="231981" y="24858"/>
                </a:moveTo>
                <a:lnTo>
                  <a:pt x="178378" y="24858"/>
                </a:lnTo>
                <a:lnTo>
                  <a:pt x="190600" y="26926"/>
                </a:lnTo>
                <a:lnTo>
                  <a:pt x="201596" y="32106"/>
                </a:lnTo>
                <a:lnTo>
                  <a:pt x="208926" y="39355"/>
                </a:lnTo>
                <a:lnTo>
                  <a:pt x="213803" y="48672"/>
                </a:lnTo>
                <a:lnTo>
                  <a:pt x="213803" y="54896"/>
                </a:lnTo>
                <a:lnTo>
                  <a:pt x="211365" y="66281"/>
                </a:lnTo>
                <a:lnTo>
                  <a:pt x="204034" y="75598"/>
                </a:lnTo>
                <a:lnTo>
                  <a:pt x="191812" y="82846"/>
                </a:lnTo>
                <a:lnTo>
                  <a:pt x="178378" y="84914"/>
                </a:lnTo>
                <a:lnTo>
                  <a:pt x="243212" y="84914"/>
                </a:lnTo>
                <a:lnTo>
                  <a:pt x="243127" y="54896"/>
                </a:lnTo>
                <a:lnTo>
                  <a:pt x="243124" y="48672"/>
                </a:lnTo>
                <a:lnTo>
                  <a:pt x="240686" y="39355"/>
                </a:lnTo>
                <a:lnTo>
                  <a:pt x="235794" y="30038"/>
                </a:lnTo>
                <a:lnTo>
                  <a:pt x="231981" y="248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15196" y="2574083"/>
            <a:ext cx="648970" cy="671830"/>
          </a:xfrm>
          <a:custGeom>
            <a:avLst/>
            <a:gdLst/>
            <a:ahLst/>
            <a:cxnLst/>
            <a:rect l="l" t="t" r="r" b="b"/>
            <a:pathLst>
              <a:path w="648969" h="671830">
                <a:moveTo>
                  <a:pt x="617918" y="24313"/>
                </a:moveTo>
                <a:lnTo>
                  <a:pt x="573014" y="24313"/>
                </a:lnTo>
                <a:lnTo>
                  <a:pt x="575452" y="28470"/>
                </a:lnTo>
                <a:lnTo>
                  <a:pt x="582783" y="34674"/>
                </a:lnTo>
                <a:lnTo>
                  <a:pt x="587674" y="36742"/>
                </a:lnTo>
                <a:lnTo>
                  <a:pt x="590113" y="36742"/>
                </a:lnTo>
                <a:lnTo>
                  <a:pt x="590113" y="285262"/>
                </a:lnTo>
                <a:lnTo>
                  <a:pt x="573014" y="295603"/>
                </a:lnTo>
                <a:lnTo>
                  <a:pt x="585236" y="310100"/>
                </a:lnTo>
                <a:lnTo>
                  <a:pt x="0" y="640423"/>
                </a:lnTo>
                <a:lnTo>
                  <a:pt x="23217" y="671485"/>
                </a:lnTo>
                <a:lnTo>
                  <a:pt x="608439" y="340139"/>
                </a:lnTo>
                <a:lnTo>
                  <a:pt x="637971" y="340139"/>
                </a:lnTo>
                <a:lnTo>
                  <a:pt x="648769" y="333914"/>
                </a:lnTo>
                <a:lnTo>
                  <a:pt x="607226" y="281106"/>
                </a:lnTo>
                <a:lnTo>
                  <a:pt x="607226" y="34674"/>
                </a:lnTo>
                <a:lnTo>
                  <a:pt x="614557" y="30538"/>
                </a:lnTo>
                <a:lnTo>
                  <a:pt x="616995" y="27426"/>
                </a:lnTo>
                <a:lnTo>
                  <a:pt x="617918" y="24313"/>
                </a:lnTo>
                <a:close/>
              </a:path>
              <a:path w="648969" h="671830">
                <a:moveTo>
                  <a:pt x="637971" y="340139"/>
                </a:moveTo>
                <a:lnTo>
                  <a:pt x="608439" y="340139"/>
                </a:lnTo>
                <a:lnTo>
                  <a:pt x="618222" y="351524"/>
                </a:lnTo>
                <a:lnTo>
                  <a:pt x="637971" y="340139"/>
                </a:lnTo>
                <a:close/>
              </a:path>
              <a:path w="648969" h="671830">
                <a:moveTo>
                  <a:pt x="284681" y="72985"/>
                </a:moveTo>
                <a:lnTo>
                  <a:pt x="276124" y="75053"/>
                </a:lnTo>
                <a:lnTo>
                  <a:pt x="270007" y="80234"/>
                </a:lnTo>
                <a:lnTo>
                  <a:pt x="265129" y="87483"/>
                </a:lnTo>
                <a:lnTo>
                  <a:pt x="263903" y="95775"/>
                </a:lnTo>
                <a:lnTo>
                  <a:pt x="266341" y="103004"/>
                </a:lnTo>
                <a:lnTo>
                  <a:pt x="272459" y="109228"/>
                </a:lnTo>
                <a:lnTo>
                  <a:pt x="281016" y="113364"/>
                </a:lnTo>
                <a:lnTo>
                  <a:pt x="290785" y="114409"/>
                </a:lnTo>
                <a:lnTo>
                  <a:pt x="299342" y="111296"/>
                </a:lnTo>
                <a:lnTo>
                  <a:pt x="306672" y="106116"/>
                </a:lnTo>
                <a:lnTo>
                  <a:pt x="311549" y="98867"/>
                </a:lnTo>
                <a:lnTo>
                  <a:pt x="311549" y="95775"/>
                </a:lnTo>
                <a:lnTo>
                  <a:pt x="364591" y="81278"/>
                </a:lnTo>
                <a:lnTo>
                  <a:pt x="307884" y="81278"/>
                </a:lnTo>
                <a:lnTo>
                  <a:pt x="305445" y="79190"/>
                </a:lnTo>
                <a:lnTo>
                  <a:pt x="298115" y="75053"/>
                </a:lnTo>
                <a:lnTo>
                  <a:pt x="294450" y="74030"/>
                </a:lnTo>
                <a:lnTo>
                  <a:pt x="284681" y="72985"/>
                </a:lnTo>
                <a:close/>
              </a:path>
              <a:path w="648969" h="671830">
                <a:moveTo>
                  <a:pt x="582456" y="0"/>
                </a:moveTo>
                <a:lnTo>
                  <a:pt x="577905" y="2568"/>
                </a:lnTo>
                <a:lnTo>
                  <a:pt x="573014" y="9816"/>
                </a:lnTo>
                <a:lnTo>
                  <a:pt x="307884" y="81278"/>
                </a:lnTo>
                <a:lnTo>
                  <a:pt x="364591" y="81278"/>
                </a:lnTo>
                <a:lnTo>
                  <a:pt x="573014" y="24313"/>
                </a:lnTo>
                <a:lnTo>
                  <a:pt x="617918" y="24313"/>
                </a:lnTo>
                <a:lnTo>
                  <a:pt x="618222" y="23290"/>
                </a:lnTo>
                <a:lnTo>
                  <a:pt x="618823" y="19176"/>
                </a:lnTo>
                <a:lnTo>
                  <a:pt x="613152" y="14290"/>
                </a:lnTo>
                <a:lnTo>
                  <a:pt x="601397" y="6964"/>
                </a:lnTo>
                <a:lnTo>
                  <a:pt x="588523" y="1500"/>
                </a:lnTo>
                <a:lnTo>
                  <a:pt x="582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63027" y="2628435"/>
            <a:ext cx="142240" cy="121285"/>
          </a:xfrm>
          <a:custGeom>
            <a:avLst/>
            <a:gdLst/>
            <a:ahLst/>
            <a:cxnLst/>
            <a:rect l="l" t="t" r="r" b="b"/>
            <a:pathLst>
              <a:path w="142239" h="121285">
                <a:moveTo>
                  <a:pt x="96519" y="20701"/>
                </a:moveTo>
                <a:lnTo>
                  <a:pt x="43995" y="20701"/>
                </a:lnTo>
                <a:lnTo>
                  <a:pt x="43995" y="63148"/>
                </a:lnTo>
                <a:lnTo>
                  <a:pt x="34212" y="67305"/>
                </a:lnTo>
                <a:lnTo>
                  <a:pt x="3665" y="102504"/>
                </a:lnTo>
                <a:lnTo>
                  <a:pt x="0" y="121137"/>
                </a:lnTo>
                <a:lnTo>
                  <a:pt x="141727" y="121137"/>
                </a:lnTo>
                <a:lnTo>
                  <a:pt x="122175" y="78690"/>
                </a:lnTo>
                <a:lnTo>
                  <a:pt x="96519" y="63148"/>
                </a:lnTo>
                <a:lnTo>
                  <a:pt x="96519" y="20701"/>
                </a:lnTo>
                <a:close/>
              </a:path>
              <a:path w="142239" h="121285">
                <a:moveTo>
                  <a:pt x="76981" y="0"/>
                </a:moveTo>
                <a:lnTo>
                  <a:pt x="63533" y="0"/>
                </a:lnTo>
                <a:lnTo>
                  <a:pt x="63533" y="20701"/>
                </a:lnTo>
                <a:lnTo>
                  <a:pt x="76981" y="20701"/>
                </a:lnTo>
                <a:lnTo>
                  <a:pt x="769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27903" y="4920996"/>
            <a:ext cx="957834" cy="103098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43144" y="3928871"/>
            <a:ext cx="929640" cy="1003300"/>
          </a:xfrm>
          <a:custGeom>
            <a:avLst/>
            <a:gdLst/>
            <a:ahLst/>
            <a:cxnLst/>
            <a:rect l="l" t="t" r="r" b="b"/>
            <a:pathLst>
              <a:path w="929639" h="1003300">
                <a:moveTo>
                  <a:pt x="849757" y="0"/>
                </a:moveTo>
                <a:lnTo>
                  <a:pt x="66854" y="1060"/>
                </a:lnTo>
                <a:lnTo>
                  <a:pt x="29051" y="18289"/>
                </a:lnTo>
                <a:lnTo>
                  <a:pt x="5118" y="51723"/>
                </a:lnTo>
                <a:lnTo>
                  <a:pt x="0" y="79882"/>
                </a:lnTo>
                <a:lnTo>
                  <a:pt x="1060" y="935937"/>
                </a:lnTo>
                <a:lnTo>
                  <a:pt x="18289" y="973740"/>
                </a:lnTo>
                <a:lnTo>
                  <a:pt x="51723" y="997673"/>
                </a:lnTo>
                <a:lnTo>
                  <a:pt x="79883" y="1002791"/>
                </a:lnTo>
                <a:lnTo>
                  <a:pt x="862785" y="1001731"/>
                </a:lnTo>
                <a:lnTo>
                  <a:pt x="900588" y="984502"/>
                </a:lnTo>
                <a:lnTo>
                  <a:pt x="924521" y="951068"/>
                </a:lnTo>
                <a:lnTo>
                  <a:pt x="929640" y="922908"/>
                </a:lnTo>
                <a:lnTo>
                  <a:pt x="928579" y="66854"/>
                </a:lnTo>
                <a:lnTo>
                  <a:pt x="911350" y="29051"/>
                </a:lnTo>
                <a:lnTo>
                  <a:pt x="877916" y="5118"/>
                </a:lnTo>
                <a:lnTo>
                  <a:pt x="849757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62052" y="3928871"/>
            <a:ext cx="292735" cy="130175"/>
          </a:xfrm>
          <a:custGeom>
            <a:avLst/>
            <a:gdLst/>
            <a:ahLst/>
            <a:cxnLst/>
            <a:rect l="l" t="t" r="r" b="b"/>
            <a:pathLst>
              <a:path w="292735" h="130175">
                <a:moveTo>
                  <a:pt x="146483" y="0"/>
                </a:moveTo>
                <a:lnTo>
                  <a:pt x="144613" y="0"/>
                </a:lnTo>
                <a:lnTo>
                  <a:pt x="111109" y="1853"/>
                </a:lnTo>
                <a:lnTo>
                  <a:pt x="63339" y="19086"/>
                </a:lnTo>
                <a:lnTo>
                  <a:pt x="36664" y="46871"/>
                </a:lnTo>
                <a:lnTo>
                  <a:pt x="22221" y="82299"/>
                </a:lnTo>
                <a:lnTo>
                  <a:pt x="16663" y="100495"/>
                </a:lnTo>
                <a:lnTo>
                  <a:pt x="12221" y="108138"/>
                </a:lnTo>
                <a:lnTo>
                  <a:pt x="6663" y="114859"/>
                </a:lnTo>
                <a:lnTo>
                  <a:pt x="2221" y="122502"/>
                </a:lnTo>
                <a:lnTo>
                  <a:pt x="0" y="130166"/>
                </a:lnTo>
                <a:lnTo>
                  <a:pt x="292233" y="130166"/>
                </a:lnTo>
                <a:lnTo>
                  <a:pt x="290012" y="121559"/>
                </a:lnTo>
                <a:lnTo>
                  <a:pt x="284454" y="113896"/>
                </a:lnTo>
                <a:lnTo>
                  <a:pt x="277791" y="106232"/>
                </a:lnTo>
                <a:lnTo>
                  <a:pt x="273348" y="98569"/>
                </a:lnTo>
                <a:lnTo>
                  <a:pt x="261127" y="62178"/>
                </a:lnTo>
                <a:lnTo>
                  <a:pt x="225567" y="18143"/>
                </a:lnTo>
                <a:lnTo>
                  <a:pt x="178891" y="1853"/>
                </a:lnTo>
                <a:lnTo>
                  <a:pt x="1464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64492" y="4088728"/>
            <a:ext cx="887094" cy="828675"/>
          </a:xfrm>
          <a:custGeom>
            <a:avLst/>
            <a:gdLst/>
            <a:ahLst/>
            <a:cxnLst/>
            <a:rect l="l" t="t" r="r" b="b"/>
            <a:pathLst>
              <a:path w="887095" h="828675">
                <a:moveTo>
                  <a:pt x="293118" y="0"/>
                </a:moveTo>
                <a:lnTo>
                  <a:pt x="275338" y="9569"/>
                </a:lnTo>
                <a:lnTo>
                  <a:pt x="267558" y="14363"/>
                </a:lnTo>
                <a:lnTo>
                  <a:pt x="260884" y="20101"/>
                </a:lnTo>
                <a:lnTo>
                  <a:pt x="237557" y="28727"/>
                </a:lnTo>
                <a:lnTo>
                  <a:pt x="196439" y="64156"/>
                </a:lnTo>
                <a:lnTo>
                  <a:pt x="166438" y="119686"/>
                </a:lnTo>
                <a:lnTo>
                  <a:pt x="149774" y="188637"/>
                </a:lnTo>
                <a:lnTo>
                  <a:pt x="147553" y="227897"/>
                </a:lnTo>
                <a:lnTo>
                  <a:pt x="148658" y="250888"/>
                </a:lnTo>
                <a:lnTo>
                  <a:pt x="154216" y="295885"/>
                </a:lnTo>
                <a:lnTo>
                  <a:pt x="166438" y="336108"/>
                </a:lnTo>
                <a:lnTo>
                  <a:pt x="183101" y="371537"/>
                </a:lnTo>
                <a:lnTo>
                  <a:pt x="193102" y="386864"/>
                </a:lnTo>
                <a:lnTo>
                  <a:pt x="161996" y="415592"/>
                </a:lnTo>
                <a:lnTo>
                  <a:pt x="129773" y="452926"/>
                </a:lnTo>
                <a:lnTo>
                  <a:pt x="99772" y="497944"/>
                </a:lnTo>
                <a:lnTo>
                  <a:pt x="78656" y="548679"/>
                </a:lnTo>
                <a:lnTo>
                  <a:pt x="67544" y="591771"/>
                </a:lnTo>
                <a:lnTo>
                  <a:pt x="58655" y="635826"/>
                </a:lnTo>
                <a:lnTo>
                  <a:pt x="51989" y="676998"/>
                </a:lnTo>
                <a:lnTo>
                  <a:pt x="45321" y="746902"/>
                </a:lnTo>
                <a:lnTo>
                  <a:pt x="43099" y="772755"/>
                </a:lnTo>
                <a:lnTo>
                  <a:pt x="41987" y="789035"/>
                </a:lnTo>
                <a:lnTo>
                  <a:pt x="41987" y="794781"/>
                </a:lnTo>
                <a:lnTo>
                  <a:pt x="0" y="816999"/>
                </a:lnTo>
                <a:lnTo>
                  <a:pt x="6597" y="823716"/>
                </a:lnTo>
                <a:lnTo>
                  <a:pt x="12977" y="828295"/>
                </a:lnTo>
                <a:lnTo>
                  <a:pt x="273117" y="828295"/>
                </a:lnTo>
                <a:lnTo>
                  <a:pt x="274221" y="817761"/>
                </a:lnTo>
                <a:lnTo>
                  <a:pt x="277559" y="790949"/>
                </a:lnTo>
                <a:lnTo>
                  <a:pt x="282001" y="751689"/>
                </a:lnTo>
                <a:lnTo>
                  <a:pt x="288664" y="704769"/>
                </a:lnTo>
                <a:lnTo>
                  <a:pt x="296443" y="655934"/>
                </a:lnTo>
                <a:lnTo>
                  <a:pt x="305339" y="609967"/>
                </a:lnTo>
                <a:lnTo>
                  <a:pt x="315339" y="571670"/>
                </a:lnTo>
                <a:lnTo>
                  <a:pt x="342003" y="517083"/>
                </a:lnTo>
                <a:lnTo>
                  <a:pt x="347562" y="506550"/>
                </a:lnTo>
                <a:lnTo>
                  <a:pt x="353120" y="496981"/>
                </a:lnTo>
                <a:lnTo>
                  <a:pt x="358667" y="488355"/>
                </a:lnTo>
                <a:lnTo>
                  <a:pt x="365342" y="479748"/>
                </a:lnTo>
                <a:lnTo>
                  <a:pt x="370900" y="472085"/>
                </a:lnTo>
                <a:lnTo>
                  <a:pt x="422007" y="472085"/>
                </a:lnTo>
                <a:lnTo>
                  <a:pt x="422007" y="393564"/>
                </a:lnTo>
                <a:lnTo>
                  <a:pt x="318665" y="393564"/>
                </a:lnTo>
                <a:lnTo>
                  <a:pt x="293118" y="391639"/>
                </a:lnTo>
                <a:lnTo>
                  <a:pt x="259779" y="372500"/>
                </a:lnTo>
                <a:lnTo>
                  <a:pt x="254221" y="356210"/>
                </a:lnTo>
                <a:lnTo>
                  <a:pt x="255337" y="346641"/>
                </a:lnTo>
                <a:lnTo>
                  <a:pt x="283117" y="315987"/>
                </a:lnTo>
                <a:lnTo>
                  <a:pt x="318665" y="307381"/>
                </a:lnTo>
                <a:lnTo>
                  <a:pt x="731474" y="307381"/>
                </a:lnTo>
                <a:lnTo>
                  <a:pt x="734253" y="296848"/>
                </a:lnTo>
                <a:lnTo>
                  <a:pt x="738695" y="274821"/>
                </a:lnTo>
                <a:lnTo>
                  <a:pt x="740916" y="251831"/>
                </a:lnTo>
                <a:lnTo>
                  <a:pt x="741942" y="229823"/>
                </a:lnTo>
                <a:lnTo>
                  <a:pt x="440903" y="229823"/>
                </a:lnTo>
                <a:lnTo>
                  <a:pt x="400901" y="115874"/>
                </a:lnTo>
                <a:lnTo>
                  <a:pt x="359783" y="98622"/>
                </a:lnTo>
                <a:lnTo>
                  <a:pt x="326445" y="72782"/>
                </a:lnTo>
                <a:lnTo>
                  <a:pt x="303118" y="39260"/>
                </a:lnTo>
                <a:lnTo>
                  <a:pt x="296443" y="20101"/>
                </a:lnTo>
                <a:lnTo>
                  <a:pt x="293118" y="0"/>
                </a:lnTo>
                <a:close/>
              </a:path>
              <a:path w="887095" h="828675">
                <a:moveTo>
                  <a:pt x="770432" y="472085"/>
                </a:moveTo>
                <a:lnTo>
                  <a:pt x="514232" y="472085"/>
                </a:lnTo>
                <a:lnTo>
                  <a:pt x="519790" y="479748"/>
                </a:lnTo>
                <a:lnTo>
                  <a:pt x="526465" y="488355"/>
                </a:lnTo>
                <a:lnTo>
                  <a:pt x="532012" y="496981"/>
                </a:lnTo>
                <a:lnTo>
                  <a:pt x="538686" y="506550"/>
                </a:lnTo>
                <a:lnTo>
                  <a:pt x="544233" y="517083"/>
                </a:lnTo>
                <a:lnTo>
                  <a:pt x="560908" y="545811"/>
                </a:lnTo>
                <a:lnTo>
                  <a:pt x="580909" y="609967"/>
                </a:lnTo>
                <a:lnTo>
                  <a:pt x="589793" y="655934"/>
                </a:lnTo>
                <a:lnTo>
                  <a:pt x="597573" y="704769"/>
                </a:lnTo>
                <a:lnTo>
                  <a:pt x="604247" y="751689"/>
                </a:lnTo>
                <a:lnTo>
                  <a:pt x="608689" y="790949"/>
                </a:lnTo>
                <a:lnTo>
                  <a:pt x="612015" y="817761"/>
                </a:lnTo>
                <a:lnTo>
                  <a:pt x="613131" y="828295"/>
                </a:lnTo>
                <a:lnTo>
                  <a:pt x="873956" y="828295"/>
                </a:lnTo>
                <a:lnTo>
                  <a:pt x="879239" y="824646"/>
                </a:lnTo>
                <a:lnTo>
                  <a:pt x="886625" y="817391"/>
                </a:lnTo>
                <a:lnTo>
                  <a:pt x="843141" y="794781"/>
                </a:lnTo>
                <a:lnTo>
                  <a:pt x="843141" y="789035"/>
                </a:lnTo>
                <a:lnTo>
                  <a:pt x="842036" y="772755"/>
                </a:lnTo>
                <a:lnTo>
                  <a:pt x="840920" y="746902"/>
                </a:lnTo>
                <a:lnTo>
                  <a:pt x="837583" y="714345"/>
                </a:lnTo>
                <a:lnTo>
                  <a:pt x="827582" y="635826"/>
                </a:lnTo>
                <a:lnTo>
                  <a:pt x="818698" y="591771"/>
                </a:lnTo>
                <a:lnTo>
                  <a:pt x="807582" y="548679"/>
                </a:lnTo>
                <a:lnTo>
                  <a:pt x="786476" y="497944"/>
                </a:lnTo>
                <a:lnTo>
                  <a:pt x="773138" y="475916"/>
                </a:lnTo>
                <a:lnTo>
                  <a:pt x="770432" y="472085"/>
                </a:lnTo>
                <a:close/>
              </a:path>
              <a:path w="887095" h="828675">
                <a:moveTo>
                  <a:pt x="422007" y="472085"/>
                </a:moveTo>
                <a:lnTo>
                  <a:pt x="370900" y="472085"/>
                </a:lnTo>
                <a:lnTo>
                  <a:pt x="378668" y="473028"/>
                </a:lnTo>
                <a:lnTo>
                  <a:pt x="385342" y="473991"/>
                </a:lnTo>
                <a:lnTo>
                  <a:pt x="400901" y="473991"/>
                </a:lnTo>
                <a:lnTo>
                  <a:pt x="406448" y="473028"/>
                </a:lnTo>
                <a:lnTo>
                  <a:pt x="422007" y="473028"/>
                </a:lnTo>
                <a:lnTo>
                  <a:pt x="422007" y="472085"/>
                </a:lnTo>
                <a:close/>
              </a:path>
              <a:path w="887095" h="828675">
                <a:moveTo>
                  <a:pt x="517569" y="371537"/>
                </a:moveTo>
                <a:lnTo>
                  <a:pt x="463125" y="371537"/>
                </a:lnTo>
                <a:lnTo>
                  <a:pt x="463125" y="473028"/>
                </a:lnTo>
                <a:lnTo>
                  <a:pt x="478684" y="473028"/>
                </a:lnTo>
                <a:lnTo>
                  <a:pt x="484231" y="473991"/>
                </a:lnTo>
                <a:lnTo>
                  <a:pt x="500906" y="473991"/>
                </a:lnTo>
                <a:lnTo>
                  <a:pt x="506452" y="473028"/>
                </a:lnTo>
                <a:lnTo>
                  <a:pt x="514232" y="472085"/>
                </a:lnTo>
                <a:lnTo>
                  <a:pt x="770432" y="472085"/>
                </a:lnTo>
                <a:lnTo>
                  <a:pt x="757579" y="453889"/>
                </a:lnTo>
                <a:lnTo>
                  <a:pt x="742032" y="434731"/>
                </a:lnTo>
                <a:lnTo>
                  <a:pt x="725357" y="417498"/>
                </a:lnTo>
                <a:lnTo>
                  <a:pt x="709798" y="402171"/>
                </a:lnTo>
                <a:lnTo>
                  <a:pt x="699813" y="393564"/>
                </a:lnTo>
                <a:lnTo>
                  <a:pt x="568687" y="393564"/>
                </a:lnTo>
                <a:lnTo>
                  <a:pt x="549791" y="391639"/>
                </a:lnTo>
                <a:lnTo>
                  <a:pt x="540907" y="389733"/>
                </a:lnTo>
                <a:lnTo>
                  <a:pt x="533128" y="386864"/>
                </a:lnTo>
                <a:lnTo>
                  <a:pt x="526465" y="383032"/>
                </a:lnTo>
                <a:lnTo>
                  <a:pt x="522011" y="378238"/>
                </a:lnTo>
                <a:lnTo>
                  <a:pt x="517569" y="371537"/>
                </a:lnTo>
                <a:close/>
              </a:path>
              <a:path w="887095" h="828675">
                <a:moveTo>
                  <a:pt x="422007" y="371537"/>
                </a:moveTo>
                <a:lnTo>
                  <a:pt x="379784" y="371537"/>
                </a:lnTo>
                <a:lnTo>
                  <a:pt x="375342" y="378238"/>
                </a:lnTo>
                <a:lnTo>
                  <a:pt x="370900" y="383032"/>
                </a:lnTo>
                <a:lnTo>
                  <a:pt x="364225" y="386864"/>
                </a:lnTo>
                <a:lnTo>
                  <a:pt x="356446" y="389733"/>
                </a:lnTo>
                <a:lnTo>
                  <a:pt x="347562" y="391639"/>
                </a:lnTo>
                <a:lnTo>
                  <a:pt x="328666" y="393564"/>
                </a:lnTo>
                <a:lnTo>
                  <a:pt x="422007" y="393564"/>
                </a:lnTo>
                <a:lnTo>
                  <a:pt x="422007" y="371537"/>
                </a:lnTo>
                <a:close/>
              </a:path>
              <a:path w="887095" h="828675">
                <a:moveTo>
                  <a:pt x="731474" y="307381"/>
                </a:moveTo>
                <a:lnTo>
                  <a:pt x="578688" y="307381"/>
                </a:lnTo>
                <a:lnTo>
                  <a:pt x="592014" y="308343"/>
                </a:lnTo>
                <a:lnTo>
                  <a:pt x="604247" y="311212"/>
                </a:lnTo>
                <a:lnTo>
                  <a:pt x="637574" y="337071"/>
                </a:lnTo>
                <a:lnTo>
                  <a:pt x="643133" y="356210"/>
                </a:lnTo>
                <a:lnTo>
                  <a:pt x="642016" y="364836"/>
                </a:lnTo>
                <a:lnTo>
                  <a:pt x="604247" y="391639"/>
                </a:lnTo>
                <a:lnTo>
                  <a:pt x="578688" y="393564"/>
                </a:lnTo>
                <a:lnTo>
                  <a:pt x="699813" y="393564"/>
                </a:lnTo>
                <a:lnTo>
                  <a:pt x="694251" y="388770"/>
                </a:lnTo>
                <a:lnTo>
                  <a:pt x="704251" y="373443"/>
                </a:lnTo>
                <a:lnTo>
                  <a:pt x="714252" y="356210"/>
                </a:lnTo>
                <a:lnTo>
                  <a:pt x="722031" y="338014"/>
                </a:lnTo>
                <a:lnTo>
                  <a:pt x="728694" y="317913"/>
                </a:lnTo>
                <a:lnTo>
                  <a:pt x="731474" y="307381"/>
                </a:lnTo>
                <a:close/>
              </a:path>
              <a:path w="887095" h="828675">
                <a:moveTo>
                  <a:pt x="578688" y="307381"/>
                </a:moveTo>
                <a:lnTo>
                  <a:pt x="318665" y="307381"/>
                </a:lnTo>
                <a:lnTo>
                  <a:pt x="337561" y="309287"/>
                </a:lnTo>
                <a:lnTo>
                  <a:pt x="353120" y="315044"/>
                </a:lnTo>
                <a:lnTo>
                  <a:pt x="360899" y="318876"/>
                </a:lnTo>
                <a:lnTo>
                  <a:pt x="366446" y="323651"/>
                </a:lnTo>
                <a:lnTo>
                  <a:pt x="372005" y="329408"/>
                </a:lnTo>
                <a:lnTo>
                  <a:pt x="376447" y="335146"/>
                </a:lnTo>
                <a:lnTo>
                  <a:pt x="520906" y="335146"/>
                </a:lnTo>
                <a:lnTo>
                  <a:pt x="559792" y="309287"/>
                </a:lnTo>
                <a:lnTo>
                  <a:pt x="578688" y="307381"/>
                </a:lnTo>
                <a:close/>
              </a:path>
              <a:path w="887095" h="828675">
                <a:moveTo>
                  <a:pt x="592014" y="0"/>
                </a:moveTo>
                <a:lnTo>
                  <a:pt x="582014" y="37354"/>
                </a:lnTo>
                <a:lnTo>
                  <a:pt x="547570" y="83314"/>
                </a:lnTo>
                <a:lnTo>
                  <a:pt x="514232" y="105322"/>
                </a:lnTo>
                <a:lnTo>
                  <a:pt x="494231" y="112986"/>
                </a:lnTo>
                <a:lnTo>
                  <a:pt x="440903" y="229823"/>
                </a:lnTo>
                <a:lnTo>
                  <a:pt x="741942" y="229823"/>
                </a:lnTo>
                <a:lnTo>
                  <a:pt x="742032" y="227897"/>
                </a:lnTo>
                <a:lnTo>
                  <a:pt x="739800" y="187674"/>
                </a:lnTo>
                <a:lnTo>
                  <a:pt x="722031" y="116817"/>
                </a:lnTo>
                <a:lnTo>
                  <a:pt x="689797" y="61287"/>
                </a:lnTo>
                <a:lnTo>
                  <a:pt x="647575" y="26802"/>
                </a:lnTo>
                <a:lnTo>
                  <a:pt x="623132" y="19158"/>
                </a:lnTo>
                <a:lnTo>
                  <a:pt x="616469" y="14363"/>
                </a:lnTo>
                <a:lnTo>
                  <a:pt x="600910" y="4794"/>
                </a:lnTo>
                <a:lnTo>
                  <a:pt x="5920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59832" y="4832759"/>
            <a:ext cx="97790" cy="86360"/>
          </a:xfrm>
          <a:custGeom>
            <a:avLst/>
            <a:gdLst/>
            <a:ahLst/>
            <a:cxnLst/>
            <a:rect l="l" t="t" r="r" b="b"/>
            <a:pathLst>
              <a:path w="97789" h="86360">
                <a:moveTo>
                  <a:pt x="27780" y="0"/>
                </a:moveTo>
                <a:lnTo>
                  <a:pt x="0" y="34471"/>
                </a:lnTo>
                <a:lnTo>
                  <a:pt x="97783" y="86179"/>
                </a:lnTo>
                <a:lnTo>
                  <a:pt x="277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56503" y="4829886"/>
            <a:ext cx="79375" cy="91440"/>
          </a:xfrm>
          <a:custGeom>
            <a:avLst/>
            <a:gdLst/>
            <a:ahLst/>
            <a:cxnLst/>
            <a:rect l="l" t="t" r="r" b="b"/>
            <a:pathLst>
              <a:path w="79375" h="91439">
                <a:moveTo>
                  <a:pt x="60002" y="0"/>
                </a:moveTo>
                <a:lnTo>
                  <a:pt x="0" y="90968"/>
                </a:lnTo>
                <a:lnTo>
                  <a:pt x="78898" y="36387"/>
                </a:lnTo>
                <a:lnTo>
                  <a:pt x="60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63149" y="4172043"/>
            <a:ext cx="52705" cy="204470"/>
          </a:xfrm>
          <a:custGeom>
            <a:avLst/>
            <a:gdLst/>
            <a:ahLst/>
            <a:cxnLst/>
            <a:rect l="l" t="t" r="r" b="b"/>
            <a:pathLst>
              <a:path w="52704" h="204470">
                <a:moveTo>
                  <a:pt x="52223" y="0"/>
                </a:moveTo>
                <a:lnTo>
                  <a:pt x="28896" y="0"/>
                </a:lnTo>
                <a:lnTo>
                  <a:pt x="17779" y="28727"/>
                </a:lnTo>
                <a:lnTo>
                  <a:pt x="8895" y="60324"/>
                </a:lnTo>
                <a:lnTo>
                  <a:pt x="3337" y="94790"/>
                </a:lnTo>
                <a:lnTo>
                  <a:pt x="0" y="130218"/>
                </a:lnTo>
                <a:lnTo>
                  <a:pt x="0" y="149377"/>
                </a:lnTo>
                <a:lnTo>
                  <a:pt x="1116" y="167573"/>
                </a:lnTo>
                <a:lnTo>
                  <a:pt x="5558" y="203964"/>
                </a:lnTo>
                <a:lnTo>
                  <a:pt x="28896" y="203964"/>
                </a:lnTo>
                <a:lnTo>
                  <a:pt x="25559" y="186711"/>
                </a:lnTo>
                <a:lnTo>
                  <a:pt x="24442" y="168516"/>
                </a:lnTo>
                <a:lnTo>
                  <a:pt x="23338" y="149377"/>
                </a:lnTo>
                <a:lnTo>
                  <a:pt x="23338" y="130218"/>
                </a:lnTo>
                <a:lnTo>
                  <a:pt x="25559" y="93827"/>
                </a:lnTo>
                <a:lnTo>
                  <a:pt x="32222" y="60324"/>
                </a:lnTo>
                <a:lnTo>
                  <a:pt x="41117" y="28727"/>
                </a:lnTo>
                <a:lnTo>
                  <a:pt x="522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09851" y="4240032"/>
            <a:ext cx="44450" cy="208279"/>
          </a:xfrm>
          <a:custGeom>
            <a:avLst/>
            <a:gdLst/>
            <a:ahLst/>
            <a:cxnLst/>
            <a:rect l="l" t="t" r="r" b="b"/>
            <a:pathLst>
              <a:path w="44450" h="208279">
                <a:moveTo>
                  <a:pt x="12221" y="0"/>
                </a:moveTo>
                <a:lnTo>
                  <a:pt x="18896" y="29671"/>
                </a:lnTo>
                <a:lnTo>
                  <a:pt x="22221" y="61267"/>
                </a:lnTo>
                <a:lnTo>
                  <a:pt x="21117" y="95753"/>
                </a:lnTo>
                <a:lnTo>
                  <a:pt x="14442" y="151283"/>
                </a:lnTo>
                <a:lnTo>
                  <a:pt x="0" y="204907"/>
                </a:lnTo>
                <a:lnTo>
                  <a:pt x="22221" y="207776"/>
                </a:lnTo>
                <a:lnTo>
                  <a:pt x="36675" y="154152"/>
                </a:lnTo>
                <a:lnTo>
                  <a:pt x="44443" y="99584"/>
                </a:lnTo>
                <a:lnTo>
                  <a:pt x="44443" y="65099"/>
                </a:lnTo>
                <a:lnTo>
                  <a:pt x="41117" y="32539"/>
                </a:lnTo>
                <a:lnTo>
                  <a:pt x="35559" y="2868"/>
                </a:lnTo>
                <a:lnTo>
                  <a:pt x="12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07059" y="4866273"/>
            <a:ext cx="0" cy="64769"/>
          </a:xfrm>
          <a:custGeom>
            <a:avLst/>
            <a:gdLst/>
            <a:ahLst/>
            <a:cxnLst/>
            <a:rect l="l" t="t" r="r" b="b"/>
            <a:pathLst>
              <a:path h="64770">
                <a:moveTo>
                  <a:pt x="0" y="0"/>
                </a:moveTo>
                <a:lnTo>
                  <a:pt x="0" y="64156"/>
                </a:lnTo>
              </a:path>
            </a:pathLst>
          </a:custGeom>
          <a:ln w="35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740940" y="4856698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4">
                <a:moveTo>
                  <a:pt x="0" y="0"/>
                </a:moveTo>
                <a:lnTo>
                  <a:pt x="132238" y="0"/>
                </a:lnTo>
              </a:path>
            </a:pathLst>
          </a:custGeom>
          <a:ln w="204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749835" y="4601980"/>
            <a:ext cx="114935" cy="245745"/>
          </a:xfrm>
          <a:custGeom>
            <a:avLst/>
            <a:gdLst/>
            <a:ahLst/>
            <a:cxnLst/>
            <a:rect l="l" t="t" r="r" b="b"/>
            <a:pathLst>
              <a:path w="114935" h="245745">
                <a:moveTo>
                  <a:pt x="114446" y="0"/>
                </a:moveTo>
                <a:lnTo>
                  <a:pt x="0" y="0"/>
                </a:lnTo>
                <a:lnTo>
                  <a:pt x="0" y="245142"/>
                </a:lnTo>
                <a:lnTo>
                  <a:pt x="114446" y="245142"/>
                </a:lnTo>
                <a:lnTo>
                  <a:pt x="114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40940" y="4591929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4">
                <a:moveTo>
                  <a:pt x="0" y="0"/>
                </a:moveTo>
                <a:lnTo>
                  <a:pt x="132238" y="0"/>
                </a:lnTo>
              </a:path>
            </a:pathLst>
          </a:custGeom>
          <a:ln w="21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92054" y="4078196"/>
            <a:ext cx="230504" cy="127635"/>
          </a:xfrm>
          <a:custGeom>
            <a:avLst/>
            <a:gdLst/>
            <a:ahLst/>
            <a:cxnLst/>
            <a:rect l="l" t="t" r="r" b="b"/>
            <a:pathLst>
              <a:path w="230504" h="127635">
                <a:moveTo>
                  <a:pt x="230009" y="0"/>
                </a:moveTo>
                <a:lnTo>
                  <a:pt x="0" y="0"/>
                </a:lnTo>
                <a:lnTo>
                  <a:pt x="0" y="6700"/>
                </a:lnTo>
                <a:lnTo>
                  <a:pt x="15558" y="57455"/>
                </a:lnTo>
                <a:lnTo>
                  <a:pt x="57781" y="92884"/>
                </a:lnTo>
                <a:lnTo>
                  <a:pt x="95562" y="104379"/>
                </a:lnTo>
                <a:lnTo>
                  <a:pt x="113342" y="127350"/>
                </a:lnTo>
                <a:lnTo>
                  <a:pt x="132226" y="105322"/>
                </a:lnTo>
                <a:lnTo>
                  <a:pt x="152227" y="100547"/>
                </a:lnTo>
                <a:lnTo>
                  <a:pt x="171123" y="93847"/>
                </a:lnTo>
                <a:lnTo>
                  <a:pt x="202229" y="71819"/>
                </a:lnTo>
                <a:lnTo>
                  <a:pt x="227788" y="24896"/>
                </a:lnTo>
                <a:lnTo>
                  <a:pt x="230009" y="6700"/>
                </a:lnTo>
                <a:lnTo>
                  <a:pt x="2300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71159" y="2162555"/>
            <a:ext cx="1384554" cy="8435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86400" y="1357883"/>
            <a:ext cx="1356359" cy="8153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26891" y="4930140"/>
            <a:ext cx="890777" cy="125349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42132" y="3715511"/>
            <a:ext cx="862584" cy="122529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70276" y="2179320"/>
            <a:ext cx="1027938" cy="10751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85516" y="1143000"/>
            <a:ext cx="999744" cy="10469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7496" y="4158046"/>
            <a:ext cx="7849870" cy="1164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spc="-5" dirty="0">
                <a:latin typeface="Verdana"/>
                <a:cs typeface="Verdana"/>
              </a:rPr>
              <a:t>De</a:t>
            </a:r>
            <a:r>
              <a:rPr sz="3200" b="1" dirty="0">
                <a:latin typeface="Verdana"/>
                <a:cs typeface="Verdana"/>
              </a:rPr>
              <a:t>s P</a:t>
            </a:r>
            <a:r>
              <a:rPr sz="3200" b="1" spc="5" dirty="0">
                <a:latin typeface="Verdana"/>
                <a:cs typeface="Verdana"/>
              </a:rPr>
              <a:t>r</a:t>
            </a:r>
            <a:r>
              <a:rPr sz="3200" b="1" dirty="0">
                <a:latin typeface="Verdana"/>
                <a:cs typeface="Verdana"/>
              </a:rPr>
              <a:t>oce</a:t>
            </a:r>
            <a:r>
              <a:rPr sz="3200" b="1" spc="-20" dirty="0">
                <a:latin typeface="Verdana"/>
                <a:cs typeface="Verdana"/>
              </a:rPr>
              <a:t>s</a:t>
            </a:r>
            <a:r>
              <a:rPr sz="3200" b="1" spc="-5" dirty="0">
                <a:latin typeface="Verdana"/>
                <a:cs typeface="Verdana"/>
              </a:rPr>
              <a:t>sus</a:t>
            </a:r>
            <a:endParaRPr sz="3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920"/>
              </a:spcBef>
            </a:pPr>
            <a:r>
              <a:rPr sz="3200" b="1" spc="-5" dirty="0">
                <a:latin typeface="Verdana"/>
                <a:cs typeface="Verdana"/>
              </a:rPr>
              <a:t>d</a:t>
            </a:r>
            <a:r>
              <a:rPr sz="3200" b="1" dirty="0">
                <a:latin typeface="Verdana"/>
                <a:cs typeface="Verdana"/>
              </a:rPr>
              <a:t>e </a:t>
            </a:r>
            <a:r>
              <a:rPr sz="3200" b="1" spc="-5" dirty="0">
                <a:latin typeface="Verdana"/>
                <a:cs typeface="Verdana"/>
              </a:rPr>
              <a:t>productio</a:t>
            </a:r>
            <a:r>
              <a:rPr sz="3200" b="1" dirty="0">
                <a:latin typeface="Verdana"/>
                <a:cs typeface="Verdana"/>
              </a:rPr>
              <a:t>n</a:t>
            </a:r>
            <a:r>
              <a:rPr sz="3200" b="1" spc="10" dirty="0">
                <a:latin typeface="Verdana"/>
                <a:cs typeface="Verdana"/>
              </a:rPr>
              <a:t> </a:t>
            </a:r>
            <a:r>
              <a:rPr sz="3200" b="1" spc="-5" dirty="0">
                <a:latin typeface="Verdana"/>
                <a:cs typeface="Verdana"/>
              </a:rPr>
              <a:t>d</a:t>
            </a:r>
            <a:r>
              <a:rPr sz="3200" b="1" dirty="0">
                <a:latin typeface="Verdana"/>
                <a:cs typeface="Verdana"/>
              </a:rPr>
              <a:t>e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spc="-5" dirty="0">
                <a:latin typeface="Verdana"/>
                <a:cs typeface="Verdana"/>
              </a:rPr>
              <a:t>bien</a:t>
            </a:r>
            <a:r>
              <a:rPr sz="3200" b="1" dirty="0">
                <a:latin typeface="Verdana"/>
                <a:cs typeface="Verdana"/>
              </a:rPr>
              <a:t>s </a:t>
            </a:r>
            <a:r>
              <a:rPr sz="3200" b="1" spc="-5" dirty="0">
                <a:latin typeface="Verdana"/>
                <a:cs typeface="Verdana"/>
              </a:rPr>
              <a:t>e</a:t>
            </a:r>
            <a:r>
              <a:rPr sz="3200" b="1" dirty="0">
                <a:latin typeface="Verdana"/>
                <a:cs typeface="Verdana"/>
              </a:rPr>
              <a:t>t </a:t>
            </a:r>
            <a:r>
              <a:rPr sz="3200" b="1" spc="-5" dirty="0">
                <a:latin typeface="Verdana"/>
                <a:cs typeface="Verdana"/>
              </a:rPr>
              <a:t>s</a:t>
            </a:r>
            <a:r>
              <a:rPr sz="3200" b="1" spc="-15" dirty="0">
                <a:latin typeface="Verdana"/>
                <a:cs typeface="Verdana"/>
              </a:rPr>
              <a:t>e</a:t>
            </a:r>
            <a:r>
              <a:rPr sz="3200" b="1" spc="-5" dirty="0">
                <a:latin typeface="Verdana"/>
                <a:cs typeface="Verdana"/>
              </a:rPr>
              <a:t>rvices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7883" y="1714500"/>
            <a:ext cx="1827276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24428" y="1737360"/>
            <a:ext cx="1837944" cy="18059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00115" y="1714500"/>
            <a:ext cx="1828799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3325" y="4603943"/>
            <a:ext cx="165735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Verdana"/>
                <a:cs typeface="Verdana"/>
              </a:rPr>
              <a:t>Un </a:t>
            </a:r>
            <a:r>
              <a:rPr sz="3200" b="1" spc="-5" dirty="0">
                <a:latin typeface="Verdana"/>
                <a:cs typeface="Verdana"/>
              </a:rPr>
              <a:t>flux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86455" y="1804416"/>
            <a:ext cx="2703448" cy="19036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81527" y="1999488"/>
            <a:ext cx="2133600" cy="1333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16835" y="2331732"/>
            <a:ext cx="888504" cy="6735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42744" y="2357627"/>
            <a:ext cx="786765" cy="571500"/>
          </a:xfrm>
          <a:custGeom>
            <a:avLst/>
            <a:gdLst/>
            <a:ahLst/>
            <a:cxnLst/>
            <a:rect l="l" t="t" r="r" b="b"/>
            <a:pathLst>
              <a:path w="786764" h="571500">
                <a:moveTo>
                  <a:pt x="500634" y="0"/>
                </a:moveTo>
                <a:lnTo>
                  <a:pt x="500634" y="142875"/>
                </a:lnTo>
                <a:lnTo>
                  <a:pt x="0" y="142875"/>
                </a:lnTo>
                <a:lnTo>
                  <a:pt x="0" y="428625"/>
                </a:lnTo>
                <a:lnTo>
                  <a:pt x="500634" y="428625"/>
                </a:lnTo>
                <a:lnTo>
                  <a:pt x="500634" y="571500"/>
                </a:lnTo>
                <a:lnTo>
                  <a:pt x="786384" y="285750"/>
                </a:lnTo>
                <a:lnTo>
                  <a:pt x="50063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8244" y="1427988"/>
            <a:ext cx="1472183" cy="2203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74208" y="2331732"/>
            <a:ext cx="888504" cy="6735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00115" y="2357627"/>
            <a:ext cx="786765" cy="571500"/>
          </a:xfrm>
          <a:custGeom>
            <a:avLst/>
            <a:gdLst/>
            <a:ahLst/>
            <a:cxnLst/>
            <a:rect l="l" t="t" r="r" b="b"/>
            <a:pathLst>
              <a:path w="786764" h="571500">
                <a:moveTo>
                  <a:pt x="500634" y="0"/>
                </a:moveTo>
                <a:lnTo>
                  <a:pt x="500634" y="142875"/>
                </a:lnTo>
                <a:lnTo>
                  <a:pt x="0" y="142875"/>
                </a:lnTo>
                <a:lnTo>
                  <a:pt x="0" y="428625"/>
                </a:lnTo>
                <a:lnTo>
                  <a:pt x="500634" y="428625"/>
                </a:lnTo>
                <a:lnTo>
                  <a:pt x="500634" y="571500"/>
                </a:lnTo>
                <a:lnTo>
                  <a:pt x="786384" y="285750"/>
                </a:lnTo>
                <a:lnTo>
                  <a:pt x="50063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49440" y="1091183"/>
            <a:ext cx="1351533" cy="13550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44511" y="1286255"/>
            <a:ext cx="781811" cy="7848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91300" y="2734055"/>
            <a:ext cx="2124582" cy="13790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86371" y="2929127"/>
            <a:ext cx="1554479" cy="8092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21448" y="2198694"/>
            <a:ext cx="960119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Un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serv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ce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289418" y="3827215"/>
            <a:ext cx="71056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Un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b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604" y="5158425"/>
            <a:ext cx="764730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Verdana"/>
                <a:cs typeface="Verdana"/>
              </a:rPr>
              <a:t>Quel est</a:t>
            </a:r>
            <a:r>
              <a:rPr sz="3200" b="1" spc="1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le </a:t>
            </a:r>
            <a:r>
              <a:rPr sz="3200" b="1" spc="5" dirty="0">
                <a:latin typeface="Verdana"/>
                <a:cs typeface="Verdana"/>
              </a:rPr>
              <a:t>b</a:t>
            </a:r>
            <a:r>
              <a:rPr sz="3200" b="1" dirty="0">
                <a:latin typeface="Verdana"/>
                <a:cs typeface="Verdana"/>
              </a:rPr>
              <a:t>ut d</a:t>
            </a:r>
            <a:r>
              <a:rPr sz="3200" b="1" spc="5" dirty="0">
                <a:latin typeface="Verdana"/>
                <a:cs typeface="Verdana"/>
              </a:rPr>
              <a:t>’</a:t>
            </a: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1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entre</a:t>
            </a:r>
            <a:r>
              <a:rPr sz="3200" b="1" spc="5" dirty="0">
                <a:latin typeface="Verdana"/>
                <a:cs typeface="Verdana"/>
              </a:rPr>
              <a:t>p</a:t>
            </a:r>
            <a:r>
              <a:rPr sz="3200" b="1" dirty="0">
                <a:latin typeface="Verdana"/>
                <a:cs typeface="Verdana"/>
              </a:rPr>
              <a:t>rise</a:t>
            </a:r>
            <a:r>
              <a:rPr sz="3200" b="1" spc="-2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?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2692" y="1144524"/>
            <a:ext cx="2440686" cy="13632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59279" y="2001011"/>
            <a:ext cx="3528822" cy="14348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51247" y="3072383"/>
            <a:ext cx="3417570" cy="13997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3345" y="3880196"/>
            <a:ext cx="1197610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905" algn="ctr">
              <a:lnSpc>
                <a:spcPct val="150100"/>
              </a:lnSpc>
            </a:pPr>
            <a:r>
              <a:rPr sz="1600" b="1" spc="-20" dirty="0">
                <a:latin typeface="Verdana"/>
                <a:cs typeface="Verdana"/>
              </a:rPr>
              <a:t>L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spc="10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but </a:t>
            </a:r>
            <a:r>
              <a:rPr sz="1600" b="1" spc="-10" dirty="0">
                <a:latin typeface="Verdana"/>
                <a:cs typeface="Verdana"/>
              </a:rPr>
              <a:t>d’une entrepr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5" dirty="0">
                <a:latin typeface="Verdana"/>
                <a:cs typeface="Verdana"/>
              </a:rPr>
              <a:t>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81911" y="3933444"/>
            <a:ext cx="1295400" cy="1295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29258" y="5376546"/>
            <a:ext cx="1582420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es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clients satis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aits </a:t>
            </a:r>
            <a:r>
              <a:rPr sz="2000" i="1" dirty="0">
                <a:latin typeface="Verdana"/>
                <a:cs typeface="Verdana"/>
              </a:rPr>
              <a:t>(qualit</a:t>
            </a:r>
            <a:r>
              <a:rPr sz="2000" i="1" spc="-5" dirty="0">
                <a:latin typeface="Verdana"/>
                <a:cs typeface="Verdana"/>
              </a:rPr>
              <a:t>é</a:t>
            </a:r>
            <a:r>
              <a:rPr sz="2000" i="1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13703" y="3808476"/>
            <a:ext cx="1728216" cy="1728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07353" y="5391481"/>
            <a:ext cx="2042795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Un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business satis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ait </a:t>
            </a:r>
            <a:r>
              <a:rPr sz="2000" i="1" spc="-5" dirty="0">
                <a:latin typeface="Verdana"/>
                <a:cs typeface="Verdana"/>
              </a:rPr>
              <a:t>(coût</a:t>
            </a:r>
            <a:r>
              <a:rPr sz="2000" i="1" dirty="0">
                <a:latin typeface="Verdana"/>
                <a:cs typeface="Verdana"/>
              </a:rPr>
              <a:t>s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/ profits)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21735" y="2924555"/>
            <a:ext cx="2590800" cy="2232660"/>
          </a:xfrm>
          <a:custGeom>
            <a:avLst/>
            <a:gdLst/>
            <a:ahLst/>
            <a:cxnLst/>
            <a:rect l="l" t="t" r="r" b="b"/>
            <a:pathLst>
              <a:path w="2590800" h="2232660">
                <a:moveTo>
                  <a:pt x="0" y="2232660"/>
                </a:moveTo>
                <a:lnTo>
                  <a:pt x="1295400" y="0"/>
                </a:lnTo>
                <a:lnTo>
                  <a:pt x="2590800" y="2232660"/>
                </a:lnTo>
                <a:lnTo>
                  <a:pt x="0" y="2232660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2691" y="981455"/>
            <a:ext cx="923543" cy="9220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79419" y="1847241"/>
            <a:ext cx="2078355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2000" b="1" spc="5" dirty="0">
                <a:latin typeface="Verdana"/>
                <a:cs typeface="Verdana"/>
              </a:rPr>
              <a:t>D</a:t>
            </a:r>
            <a:r>
              <a:rPr sz="2000" b="1" spc="-5" dirty="0">
                <a:latin typeface="Verdana"/>
                <a:cs typeface="Verdana"/>
              </a:rPr>
              <a:t>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p</a:t>
            </a:r>
            <a:r>
              <a:rPr sz="2000" b="1" spc="5" dirty="0">
                <a:latin typeface="Verdana"/>
                <a:cs typeface="Verdana"/>
              </a:rPr>
              <a:t>r</a:t>
            </a:r>
            <a:r>
              <a:rPr sz="2000" b="1" dirty="0">
                <a:latin typeface="Verdana"/>
                <a:cs typeface="Verdana"/>
              </a:rPr>
              <a:t>oc</a:t>
            </a:r>
            <a:r>
              <a:rPr sz="2000" b="1" spc="5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ss</a:t>
            </a:r>
            <a:r>
              <a:rPr sz="2000" b="1" spc="5" dirty="0">
                <a:latin typeface="Verdana"/>
                <a:cs typeface="Verdana"/>
              </a:rPr>
              <a:t>u</a:t>
            </a:r>
            <a:r>
              <a:rPr sz="2000" b="1" dirty="0">
                <a:latin typeface="Verdana"/>
                <a:cs typeface="Verdana"/>
              </a:rPr>
              <a:t>s </a:t>
            </a:r>
            <a:r>
              <a:rPr sz="2000" b="1" spc="-5" dirty="0">
                <a:latin typeface="Verdana"/>
                <a:cs typeface="Verdana"/>
              </a:rPr>
              <a:t>satis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aits </a:t>
            </a:r>
            <a:r>
              <a:rPr sz="2000" i="1" dirty="0">
                <a:latin typeface="Verdana"/>
                <a:cs typeface="Verdana"/>
              </a:rPr>
              <a:t>(d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spc="-5" dirty="0">
                <a:latin typeface="Verdana"/>
                <a:cs typeface="Verdana"/>
              </a:rPr>
              <a:t>lai</a:t>
            </a:r>
            <a:r>
              <a:rPr sz="2000" i="1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9146" y="2494026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5256276" y="0"/>
                </a:moveTo>
                <a:lnTo>
                  <a:pt x="5256276" y="288036"/>
                </a:lnTo>
                <a:lnTo>
                  <a:pt x="0" y="288036"/>
                </a:lnTo>
                <a:lnTo>
                  <a:pt x="0" y="864108"/>
                </a:lnTo>
                <a:lnTo>
                  <a:pt x="5256276" y="864108"/>
                </a:lnTo>
                <a:lnTo>
                  <a:pt x="5256276" y="1152144"/>
                </a:lnTo>
                <a:lnTo>
                  <a:pt x="5832348" y="576072"/>
                </a:lnTo>
                <a:lnTo>
                  <a:pt x="5256276" y="0"/>
                </a:lnTo>
                <a:close/>
              </a:path>
            </a:pathLst>
          </a:custGeom>
          <a:solidFill>
            <a:srgbClr val="B9BB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49146" y="2494026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0" y="288036"/>
                </a:moveTo>
                <a:lnTo>
                  <a:pt x="5256276" y="288036"/>
                </a:lnTo>
                <a:lnTo>
                  <a:pt x="5256276" y="0"/>
                </a:lnTo>
                <a:lnTo>
                  <a:pt x="5832348" y="576072"/>
                </a:lnTo>
                <a:lnTo>
                  <a:pt x="5256276" y="1152144"/>
                </a:lnTo>
                <a:lnTo>
                  <a:pt x="5256276" y="864108"/>
                </a:lnTo>
                <a:lnTo>
                  <a:pt x="0" y="864108"/>
                </a:lnTo>
                <a:lnTo>
                  <a:pt x="0" y="288036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7593" y="1389677"/>
            <a:ext cx="420243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4195" indent="-53149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544830" algn="l"/>
              </a:tabLst>
            </a:pPr>
            <a:r>
              <a:rPr sz="4000" b="1" spc="-35" dirty="0">
                <a:latin typeface="Verdana"/>
                <a:cs typeface="Verdana"/>
              </a:rPr>
              <a:t>L</a:t>
            </a:r>
            <a:r>
              <a:rPr sz="4000" b="1" spc="-30" dirty="0">
                <a:latin typeface="Verdana"/>
                <a:cs typeface="Verdana"/>
              </a:rPr>
              <a:t>e</a:t>
            </a:r>
            <a:r>
              <a:rPr sz="4000" b="1" spc="10" dirty="0">
                <a:latin typeface="Verdana"/>
                <a:cs typeface="Verdana"/>
              </a:rPr>
              <a:t> </a:t>
            </a: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spc="-10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793" y="2784788"/>
            <a:ext cx="3783329" cy="277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Mes</a:t>
            </a:r>
            <a:r>
              <a:rPr sz="3200" b="1" spc="-15" dirty="0">
                <a:latin typeface="Verdana"/>
                <a:cs typeface="Verdana"/>
              </a:rPr>
              <a:t>u</a:t>
            </a:r>
            <a:r>
              <a:rPr sz="3200" b="1" spc="-5" dirty="0">
                <a:latin typeface="Verdana"/>
                <a:cs typeface="Verdana"/>
              </a:rPr>
              <a:t>re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Méthode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Initi</a:t>
            </a:r>
            <a:r>
              <a:rPr sz="3200" b="1" spc="-20" dirty="0">
                <a:latin typeface="Verdana"/>
                <a:cs typeface="Verdana"/>
              </a:rPr>
              <a:t>a</a:t>
            </a:r>
            <a:r>
              <a:rPr sz="3200" b="1" dirty="0">
                <a:latin typeface="Verdana"/>
                <a:cs typeface="Verdana"/>
              </a:rPr>
              <a:t>tive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80385" y="1848656"/>
            <a:ext cx="283654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90"/>
              </a:lnSpc>
            </a:pP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spc="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2537" y="4240066"/>
            <a:ext cx="6595745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831850">
              <a:lnSpc>
                <a:spcPct val="100000"/>
              </a:lnSpc>
            </a:pPr>
            <a:r>
              <a:rPr sz="4000" spc="-30" dirty="0">
                <a:latin typeface="Verdana"/>
                <a:cs typeface="Verdana"/>
              </a:rPr>
              <a:t>Réduir</a:t>
            </a:r>
            <a:r>
              <a:rPr sz="4000" spc="-25" dirty="0">
                <a:latin typeface="Verdana"/>
                <a:cs typeface="Verdana"/>
              </a:rPr>
              <a:t>e</a:t>
            </a:r>
            <a:r>
              <a:rPr sz="4000" spc="50" dirty="0">
                <a:latin typeface="Verdana"/>
                <a:cs typeface="Verdana"/>
              </a:rPr>
              <a:t> </a:t>
            </a:r>
            <a:r>
              <a:rPr sz="4000" spc="-40" dirty="0">
                <a:latin typeface="Verdana"/>
                <a:cs typeface="Verdana"/>
              </a:rPr>
              <a:t>le</a:t>
            </a:r>
            <a:r>
              <a:rPr sz="4000" spc="-25" dirty="0">
                <a:latin typeface="Verdana"/>
                <a:cs typeface="Verdana"/>
              </a:rPr>
              <a:t>s</a:t>
            </a:r>
            <a:r>
              <a:rPr sz="4000" spc="50" dirty="0">
                <a:latin typeface="Verdana"/>
                <a:cs typeface="Verdana"/>
              </a:rPr>
              <a:t> </a:t>
            </a:r>
            <a:r>
              <a:rPr sz="4000" spc="-30" dirty="0">
                <a:latin typeface="Verdana"/>
                <a:cs typeface="Verdana"/>
              </a:rPr>
              <a:t>dé</a:t>
            </a:r>
            <a:r>
              <a:rPr sz="4000" spc="-25" dirty="0">
                <a:latin typeface="Verdana"/>
                <a:cs typeface="Verdana"/>
              </a:rPr>
              <a:t>fauts</a:t>
            </a:r>
            <a:r>
              <a:rPr sz="4000" spc="-15" dirty="0">
                <a:latin typeface="Verdana"/>
                <a:cs typeface="Verdana"/>
              </a:rPr>
              <a:t> </a:t>
            </a:r>
            <a:r>
              <a:rPr sz="4000" spc="-30" dirty="0">
                <a:latin typeface="Verdana"/>
                <a:cs typeface="Verdana"/>
              </a:rPr>
              <a:t>gén</a:t>
            </a:r>
            <a:r>
              <a:rPr sz="4000" spc="-40" dirty="0">
                <a:latin typeface="Verdana"/>
                <a:cs typeface="Verdana"/>
              </a:rPr>
              <a:t>é</a:t>
            </a:r>
            <a:r>
              <a:rPr sz="4000" spc="-25" dirty="0">
                <a:latin typeface="Verdana"/>
                <a:cs typeface="Verdana"/>
              </a:rPr>
              <a:t>rés</a:t>
            </a:r>
            <a:r>
              <a:rPr sz="4000" spc="50" dirty="0">
                <a:latin typeface="Verdana"/>
                <a:cs typeface="Verdana"/>
              </a:rPr>
              <a:t> </a:t>
            </a:r>
            <a:r>
              <a:rPr sz="4000" spc="-30" dirty="0">
                <a:latin typeface="Verdana"/>
                <a:cs typeface="Verdana"/>
              </a:rPr>
              <a:t>pa</a:t>
            </a:r>
            <a:r>
              <a:rPr sz="4000" spc="-20" dirty="0">
                <a:latin typeface="Verdana"/>
                <a:cs typeface="Verdana"/>
              </a:rPr>
              <a:t>r</a:t>
            </a:r>
            <a:r>
              <a:rPr sz="4000" spc="5" dirty="0">
                <a:latin typeface="Verdana"/>
                <a:cs typeface="Verdana"/>
              </a:rPr>
              <a:t> </a:t>
            </a:r>
            <a:r>
              <a:rPr sz="4000" spc="-30" dirty="0">
                <a:latin typeface="Verdana"/>
                <a:cs typeface="Verdana"/>
              </a:rPr>
              <a:t>un</a:t>
            </a:r>
            <a:r>
              <a:rPr sz="4000" spc="10" dirty="0">
                <a:latin typeface="Verdana"/>
                <a:cs typeface="Verdana"/>
              </a:rPr>
              <a:t> </a:t>
            </a:r>
            <a:r>
              <a:rPr sz="4000" spc="-30" dirty="0">
                <a:latin typeface="Verdana"/>
                <a:cs typeface="Verdana"/>
              </a:rPr>
              <a:t>pro</a:t>
            </a:r>
            <a:r>
              <a:rPr sz="4000" spc="-40" dirty="0">
                <a:latin typeface="Verdana"/>
                <a:cs typeface="Verdana"/>
              </a:rPr>
              <a:t>c</a:t>
            </a:r>
            <a:r>
              <a:rPr sz="4000" spc="-25" dirty="0">
                <a:latin typeface="Verdana"/>
                <a:cs typeface="Verdana"/>
              </a:rPr>
              <a:t>essus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16146" y="2932938"/>
            <a:ext cx="571500" cy="856615"/>
          </a:xfrm>
          <a:custGeom>
            <a:avLst/>
            <a:gdLst/>
            <a:ahLst/>
            <a:cxnLst/>
            <a:rect l="l" t="t" r="r" b="b"/>
            <a:pathLst>
              <a:path w="571500" h="856614">
                <a:moveTo>
                  <a:pt x="0" y="570738"/>
                </a:moveTo>
                <a:lnTo>
                  <a:pt x="142875" y="570738"/>
                </a:lnTo>
                <a:lnTo>
                  <a:pt x="142875" y="0"/>
                </a:lnTo>
                <a:lnTo>
                  <a:pt x="428625" y="0"/>
                </a:lnTo>
                <a:lnTo>
                  <a:pt x="428625" y="570738"/>
                </a:lnTo>
                <a:lnTo>
                  <a:pt x="571500" y="570738"/>
                </a:lnTo>
                <a:lnTo>
                  <a:pt x="285750" y="856488"/>
                </a:lnTo>
                <a:lnTo>
                  <a:pt x="0" y="57073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1167" y="2279422"/>
            <a:ext cx="201612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99%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con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ormité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3726" y="2279422"/>
            <a:ext cx="201612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99</a:t>
            </a:r>
            <a:r>
              <a:rPr sz="2000" b="1" spc="-5" dirty="0">
                <a:latin typeface="Verdana"/>
                <a:cs typeface="Verdana"/>
              </a:rPr>
              <a:t>.99</a:t>
            </a:r>
            <a:r>
              <a:rPr sz="2000" b="1" spc="5" dirty="0">
                <a:latin typeface="Verdana"/>
                <a:cs typeface="Verdana"/>
              </a:rPr>
              <a:t>9</a:t>
            </a:r>
            <a:r>
              <a:rPr sz="2000" b="1" dirty="0">
                <a:latin typeface="Verdana"/>
                <a:cs typeface="Verdana"/>
              </a:rPr>
              <a:t>66%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con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ormité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419" y="3415376"/>
            <a:ext cx="315468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4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ys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è</a:t>
            </a:r>
            <a:r>
              <a:rPr sz="1600" u="heavy" spc="-30" dirty="0">
                <a:latin typeface="Verdana"/>
                <a:cs typeface="Verdana"/>
              </a:rPr>
              <a:t>m</a:t>
            </a:r>
            <a:r>
              <a:rPr sz="1600" u="heavy" spc="-10" dirty="0">
                <a:latin typeface="Verdana"/>
                <a:cs typeface="Verdana"/>
              </a:rPr>
              <a:t>e</a:t>
            </a:r>
            <a:r>
              <a:rPr sz="1600" u="heavy" spc="20" dirty="0">
                <a:latin typeface="Verdana"/>
                <a:cs typeface="Verdana"/>
              </a:rPr>
              <a:t> </a:t>
            </a:r>
            <a:r>
              <a:rPr sz="1600" u="heavy" spc="-50" dirty="0">
                <a:latin typeface="Verdana"/>
                <a:cs typeface="Verdana"/>
              </a:rPr>
              <a:t>P</a:t>
            </a:r>
            <a:r>
              <a:rPr sz="1600" u="heavy" spc="-10" dirty="0">
                <a:latin typeface="Verdana"/>
                <a:cs typeface="Verdana"/>
              </a:rPr>
              <a:t>os</a:t>
            </a:r>
            <a:r>
              <a:rPr sz="1600" u="heavy" spc="-15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al</a:t>
            </a:r>
            <a:r>
              <a:rPr sz="1600" u="heavy" spc="0" dirty="0">
                <a:latin typeface="Verdana"/>
                <a:cs typeface="Verdana"/>
              </a:rPr>
              <a:t> </a:t>
            </a:r>
            <a:r>
              <a:rPr sz="1600" u="heavy" spc="-15" dirty="0">
                <a:latin typeface="Verdana"/>
                <a:cs typeface="Verdana"/>
              </a:rPr>
              <a:t>Am</a:t>
            </a:r>
            <a:r>
              <a:rPr sz="1600" u="heavy" spc="-20" dirty="0">
                <a:latin typeface="Verdana"/>
                <a:cs typeface="Verdana"/>
              </a:rPr>
              <a:t>é</a:t>
            </a:r>
            <a:r>
              <a:rPr sz="1600" u="heavy" spc="-10" dirty="0">
                <a:latin typeface="Verdana"/>
                <a:cs typeface="Verdana"/>
              </a:rPr>
              <a:t>ricain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20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000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arti</a:t>
            </a:r>
            <a:r>
              <a:rPr sz="1600" spc="-25" dirty="0">
                <a:latin typeface="Verdana"/>
                <a:cs typeface="Verdana"/>
              </a:rPr>
              <a:t>c</a:t>
            </a:r>
            <a:r>
              <a:rPr sz="1600" spc="-15" dirty="0">
                <a:latin typeface="Verdana"/>
                <a:cs typeface="Verdana"/>
              </a:rPr>
              <a:t>le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perdu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Heu</a:t>
            </a:r>
            <a:r>
              <a:rPr sz="1600" spc="-10" dirty="0">
                <a:latin typeface="Verdana"/>
                <a:cs typeface="Verdana"/>
              </a:rPr>
              <a:t>re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6419" y="4375749"/>
            <a:ext cx="337947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4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ys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è</a:t>
            </a:r>
            <a:r>
              <a:rPr sz="1600" u="heavy" spc="-30" dirty="0">
                <a:latin typeface="Verdana"/>
                <a:cs typeface="Verdana"/>
              </a:rPr>
              <a:t>m</a:t>
            </a:r>
            <a:r>
              <a:rPr sz="1600" u="heavy" spc="-10" dirty="0">
                <a:latin typeface="Verdana"/>
                <a:cs typeface="Verdana"/>
              </a:rPr>
              <a:t>e</a:t>
            </a:r>
            <a:r>
              <a:rPr sz="1600" u="heavy" spc="20" dirty="0">
                <a:latin typeface="Verdana"/>
                <a:cs typeface="Verdana"/>
              </a:rPr>
              <a:t> </a:t>
            </a:r>
            <a:r>
              <a:rPr sz="1600" u="heavy" spc="-10" dirty="0">
                <a:latin typeface="Verdana"/>
                <a:cs typeface="Verdana"/>
              </a:rPr>
              <a:t>Aéri</a:t>
            </a:r>
            <a:r>
              <a:rPr sz="1600" u="heavy" spc="-25" dirty="0">
                <a:latin typeface="Verdana"/>
                <a:cs typeface="Verdana"/>
              </a:rPr>
              <a:t>e</a:t>
            </a:r>
            <a:r>
              <a:rPr sz="1600" u="heavy" spc="-15" dirty="0">
                <a:latin typeface="Verdana"/>
                <a:cs typeface="Verdana"/>
              </a:rPr>
              <a:t>n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2</a:t>
            </a:r>
            <a:r>
              <a:rPr sz="1600" spc="-10" dirty="0">
                <a:latin typeface="Verdana"/>
                <a:cs typeface="Verdana"/>
              </a:rPr>
              <a:t> at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erris</a:t>
            </a:r>
            <a:r>
              <a:rPr sz="1600" spc="-25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ages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rop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cour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jour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419" y="5259418"/>
            <a:ext cx="4291965" cy="59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5" dirty="0">
                <a:latin typeface="Verdana"/>
                <a:cs typeface="Verdana"/>
              </a:rPr>
              <a:t>Sa</a:t>
            </a:r>
            <a:r>
              <a:rPr sz="1600" u="heavy" spc="-20" dirty="0">
                <a:latin typeface="Verdana"/>
                <a:cs typeface="Verdana"/>
              </a:rPr>
              <a:t>nt</a:t>
            </a:r>
            <a:r>
              <a:rPr sz="1600" u="heavy" spc="-10" dirty="0">
                <a:latin typeface="Verdana"/>
                <a:cs typeface="Verdana"/>
              </a:rPr>
              <a:t>é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200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000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o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donna</a:t>
            </a:r>
            <a:r>
              <a:rPr sz="1600" spc="-25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erron</a:t>
            </a:r>
            <a:r>
              <a:rPr sz="1600" spc="-15" dirty="0">
                <a:latin typeface="Verdana"/>
                <a:cs typeface="Verdana"/>
              </a:rPr>
              <a:t>é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aine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3128" y="3405851"/>
            <a:ext cx="266573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600" u="heavy" spc="-4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ys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è</a:t>
            </a:r>
            <a:r>
              <a:rPr sz="1600" u="heavy" spc="-30" dirty="0">
                <a:latin typeface="Verdana"/>
                <a:cs typeface="Verdana"/>
              </a:rPr>
              <a:t>m</a:t>
            </a:r>
            <a:r>
              <a:rPr sz="1600" u="heavy" spc="-10" dirty="0">
                <a:latin typeface="Verdana"/>
                <a:cs typeface="Verdana"/>
              </a:rPr>
              <a:t>e</a:t>
            </a:r>
            <a:r>
              <a:rPr sz="1600" u="heavy" spc="20" dirty="0">
                <a:latin typeface="Verdana"/>
                <a:cs typeface="Verdana"/>
              </a:rPr>
              <a:t> </a:t>
            </a:r>
            <a:r>
              <a:rPr sz="1600" u="heavy" spc="-50" dirty="0">
                <a:latin typeface="Verdana"/>
                <a:cs typeface="Verdana"/>
              </a:rPr>
              <a:t>P</a:t>
            </a:r>
            <a:r>
              <a:rPr sz="1600" u="heavy" spc="-10" dirty="0">
                <a:latin typeface="Verdana"/>
                <a:cs typeface="Verdana"/>
              </a:rPr>
              <a:t>os</a:t>
            </a:r>
            <a:r>
              <a:rPr sz="1600" u="heavy" spc="-15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al</a:t>
            </a:r>
            <a:r>
              <a:rPr sz="1600" u="heavy" spc="0" dirty="0">
                <a:latin typeface="Verdana"/>
                <a:cs typeface="Verdana"/>
              </a:rPr>
              <a:t> </a:t>
            </a:r>
            <a:r>
              <a:rPr sz="1600" u="heavy" spc="-15" dirty="0">
                <a:latin typeface="Verdana"/>
                <a:cs typeface="Verdana"/>
              </a:rPr>
              <a:t>Am</a:t>
            </a:r>
            <a:r>
              <a:rPr sz="1600" u="heavy" spc="-20" dirty="0">
                <a:latin typeface="Verdana"/>
                <a:cs typeface="Verdana"/>
              </a:rPr>
              <a:t>é</a:t>
            </a:r>
            <a:r>
              <a:rPr sz="1600" u="heavy" spc="-10" dirty="0">
                <a:latin typeface="Verdana"/>
                <a:cs typeface="Verdana"/>
              </a:rPr>
              <a:t>ricain</a:t>
            </a:r>
            <a:r>
              <a:rPr sz="1600" spc="-10" dirty="0">
                <a:latin typeface="Verdana"/>
                <a:cs typeface="Verdana"/>
              </a:rPr>
              <a:t> 7 arti</a:t>
            </a:r>
            <a:r>
              <a:rPr sz="1600" spc="-25" dirty="0">
                <a:latin typeface="Verdana"/>
                <a:cs typeface="Verdana"/>
              </a:rPr>
              <a:t>c</a:t>
            </a:r>
            <a:r>
              <a:rPr sz="1600" spc="-15" dirty="0">
                <a:latin typeface="Verdana"/>
                <a:cs typeface="Verdana"/>
              </a:rPr>
              <a:t>le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perdu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h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ure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3128" y="4366352"/>
            <a:ext cx="376301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4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ys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è</a:t>
            </a:r>
            <a:r>
              <a:rPr sz="1600" u="heavy" spc="-30" dirty="0">
                <a:latin typeface="Verdana"/>
                <a:cs typeface="Verdana"/>
              </a:rPr>
              <a:t>m</a:t>
            </a:r>
            <a:r>
              <a:rPr sz="1600" u="heavy" spc="-10" dirty="0">
                <a:latin typeface="Verdana"/>
                <a:cs typeface="Verdana"/>
              </a:rPr>
              <a:t>e</a:t>
            </a:r>
            <a:r>
              <a:rPr sz="1600" u="heavy" spc="20" dirty="0">
                <a:latin typeface="Verdana"/>
                <a:cs typeface="Verdana"/>
              </a:rPr>
              <a:t> </a:t>
            </a:r>
            <a:r>
              <a:rPr sz="1600" u="heavy" spc="-10" dirty="0">
                <a:latin typeface="Verdana"/>
                <a:cs typeface="Verdana"/>
              </a:rPr>
              <a:t>Aéri</a:t>
            </a:r>
            <a:r>
              <a:rPr sz="1600" u="heavy" spc="-25" dirty="0">
                <a:latin typeface="Verdana"/>
                <a:cs typeface="Verdana"/>
              </a:rPr>
              <a:t>e</a:t>
            </a:r>
            <a:r>
              <a:rPr sz="1600" u="heavy" spc="-15" dirty="0">
                <a:latin typeface="Verdana"/>
                <a:cs typeface="Verdana"/>
              </a:rPr>
              <a:t>n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1</a:t>
            </a:r>
            <a:r>
              <a:rPr sz="1600" spc="-10" dirty="0">
                <a:latin typeface="Verdana"/>
                <a:cs typeface="Verdana"/>
              </a:rPr>
              <a:t> at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erris</a:t>
            </a:r>
            <a:r>
              <a:rPr sz="1600" spc="-25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age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rop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court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5</a:t>
            </a:r>
            <a:r>
              <a:rPr sz="1600" spc="-10" dirty="0">
                <a:latin typeface="Verdana"/>
                <a:cs typeface="Verdana"/>
              </a:rPr>
              <a:t> ans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23128" y="5250272"/>
            <a:ext cx="370586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5" dirty="0">
                <a:latin typeface="Verdana"/>
                <a:cs typeface="Verdana"/>
              </a:rPr>
              <a:t>San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é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68</a:t>
            </a:r>
            <a:r>
              <a:rPr sz="1600" spc="-10" dirty="0">
                <a:latin typeface="Verdana"/>
                <a:cs typeface="Verdana"/>
              </a:rPr>
              <a:t> ordon</a:t>
            </a:r>
            <a:r>
              <a:rPr sz="1600" spc="-25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an</a:t>
            </a: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erron</a:t>
            </a:r>
            <a:r>
              <a:rPr sz="1600" spc="-20" dirty="0">
                <a:latin typeface="Verdana"/>
                <a:cs typeface="Verdana"/>
              </a:rPr>
              <a:t>é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 s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ai</a:t>
            </a:r>
            <a:r>
              <a:rPr sz="1600" spc="-3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2388" y="1370409"/>
            <a:ext cx="649986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5" dirty="0">
                <a:latin typeface="Verdana"/>
                <a:cs typeface="Verdana"/>
              </a:rPr>
              <a:t>99%</a:t>
            </a:r>
            <a:r>
              <a:rPr sz="2400" b="1" spc="5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d</a:t>
            </a:r>
            <a:r>
              <a:rPr sz="2400" b="1" dirty="0">
                <a:latin typeface="Verdana"/>
                <a:cs typeface="Verdana"/>
              </a:rPr>
              <a:t>e</a:t>
            </a:r>
            <a:r>
              <a:rPr sz="2400" b="1" spc="10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con</a:t>
            </a:r>
            <a:r>
              <a:rPr sz="2400" b="1" spc="-10" dirty="0">
                <a:latin typeface="Verdana"/>
                <a:cs typeface="Verdana"/>
              </a:rPr>
              <a:t>f</a:t>
            </a:r>
            <a:r>
              <a:rPr sz="2400" b="1" spc="-20" dirty="0">
                <a:latin typeface="Verdana"/>
                <a:cs typeface="Verdana"/>
              </a:rPr>
              <a:t>o</a:t>
            </a:r>
            <a:r>
              <a:rPr sz="2400" b="1" spc="-25" dirty="0">
                <a:latin typeface="Verdana"/>
                <a:cs typeface="Verdana"/>
              </a:rPr>
              <a:t>rmité</a:t>
            </a:r>
            <a:r>
              <a:rPr sz="2400" b="1" spc="-10" dirty="0">
                <a:latin typeface="Verdana"/>
                <a:cs typeface="Verdana"/>
              </a:rPr>
              <a:t>,</a:t>
            </a:r>
            <a:r>
              <a:rPr sz="2400" b="1" spc="25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e</a:t>
            </a:r>
            <a:r>
              <a:rPr sz="2400" b="1" dirty="0">
                <a:latin typeface="Verdana"/>
                <a:cs typeface="Verdana"/>
              </a:rPr>
              <a:t>s</a:t>
            </a:r>
            <a:r>
              <a:rPr sz="2400" b="1" spc="-5" dirty="0">
                <a:latin typeface="Verdana"/>
                <a:cs typeface="Verdana"/>
              </a:rPr>
              <a:t>t</a:t>
            </a:r>
            <a:r>
              <a:rPr sz="2400" b="1" spc="-15" dirty="0">
                <a:latin typeface="Verdana"/>
                <a:cs typeface="Verdana"/>
              </a:rPr>
              <a:t>-</a:t>
            </a:r>
            <a:r>
              <a:rPr sz="2400" b="1" spc="-5" dirty="0">
                <a:latin typeface="Verdana"/>
                <a:cs typeface="Verdana"/>
              </a:rPr>
              <a:t>c</a:t>
            </a:r>
            <a:r>
              <a:rPr sz="2400" b="1" dirty="0">
                <a:latin typeface="Verdana"/>
                <a:cs typeface="Verdana"/>
              </a:rPr>
              <a:t>e </a:t>
            </a:r>
            <a:r>
              <a:rPr sz="2400" b="1" spc="-5" dirty="0">
                <a:latin typeface="Verdana"/>
                <a:cs typeface="Verdana"/>
              </a:rPr>
              <a:t>su</a:t>
            </a:r>
            <a:r>
              <a:rPr sz="2400" b="1" spc="-15" dirty="0">
                <a:latin typeface="Verdana"/>
                <a:cs typeface="Verdana"/>
              </a:rPr>
              <a:t>f</a:t>
            </a:r>
            <a:r>
              <a:rPr sz="2400" b="1" spc="-5" dirty="0">
                <a:latin typeface="Verdana"/>
                <a:cs typeface="Verdana"/>
              </a:rPr>
              <a:t>f</a:t>
            </a:r>
            <a:r>
              <a:rPr sz="2400" b="1" spc="-10" dirty="0">
                <a:latin typeface="Verdana"/>
                <a:cs typeface="Verdana"/>
              </a:rPr>
              <a:t>i</a:t>
            </a:r>
            <a:r>
              <a:rPr sz="2400" b="1" spc="-5" dirty="0">
                <a:latin typeface="Verdana"/>
                <a:cs typeface="Verdana"/>
              </a:rPr>
              <a:t>s</a:t>
            </a:r>
            <a:r>
              <a:rPr sz="2400" b="1" spc="5" dirty="0">
                <a:latin typeface="Verdana"/>
                <a:cs typeface="Verdana"/>
              </a:rPr>
              <a:t>a</a:t>
            </a:r>
            <a:r>
              <a:rPr sz="2400" b="1" spc="-25" dirty="0">
                <a:latin typeface="Verdana"/>
                <a:cs typeface="Verdana"/>
              </a:rPr>
              <a:t>n</a:t>
            </a:r>
            <a:r>
              <a:rPr sz="2400" b="1" spc="-15" dirty="0">
                <a:latin typeface="Verdana"/>
                <a:cs typeface="Verdana"/>
              </a:rPr>
              <a:t>t</a:t>
            </a:r>
            <a:r>
              <a:rPr sz="2400" b="1" spc="10" dirty="0">
                <a:latin typeface="Verdana"/>
                <a:cs typeface="Verdana"/>
              </a:rPr>
              <a:t> </a:t>
            </a:r>
            <a:r>
              <a:rPr sz="2400" b="1" spc="-15" dirty="0">
                <a:latin typeface="Verdana"/>
                <a:cs typeface="Verdana"/>
              </a:rPr>
              <a:t>?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82261" y="2353817"/>
            <a:ext cx="0" cy="2915920"/>
          </a:xfrm>
          <a:custGeom>
            <a:avLst/>
            <a:gdLst/>
            <a:ahLst/>
            <a:cxnLst/>
            <a:rect l="l" t="t" r="r" b="b"/>
            <a:pathLst>
              <a:path h="2915920">
                <a:moveTo>
                  <a:pt x="0" y="2915411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2113" y="2361438"/>
            <a:ext cx="6997065" cy="2915285"/>
          </a:xfrm>
          <a:custGeom>
            <a:avLst/>
            <a:gdLst/>
            <a:ahLst/>
            <a:cxnLst/>
            <a:rect l="l" t="t" r="r" b="b"/>
            <a:pathLst>
              <a:path w="6997065" h="2915285">
                <a:moveTo>
                  <a:pt x="3334004" y="61975"/>
                </a:moveTo>
                <a:lnTo>
                  <a:pt x="3275203" y="122300"/>
                </a:lnTo>
                <a:lnTo>
                  <a:pt x="3218053" y="204850"/>
                </a:lnTo>
                <a:lnTo>
                  <a:pt x="3076829" y="485902"/>
                </a:lnTo>
                <a:lnTo>
                  <a:pt x="2827528" y="1190879"/>
                </a:lnTo>
                <a:lnTo>
                  <a:pt x="2632329" y="1718056"/>
                </a:lnTo>
                <a:lnTo>
                  <a:pt x="2422652" y="2186559"/>
                </a:lnTo>
                <a:lnTo>
                  <a:pt x="2219452" y="2508885"/>
                </a:lnTo>
                <a:lnTo>
                  <a:pt x="2057527" y="2659761"/>
                </a:lnTo>
                <a:lnTo>
                  <a:pt x="1868677" y="2755011"/>
                </a:lnTo>
                <a:lnTo>
                  <a:pt x="1752727" y="2797810"/>
                </a:lnTo>
                <a:lnTo>
                  <a:pt x="1579626" y="2828036"/>
                </a:lnTo>
                <a:lnTo>
                  <a:pt x="1368552" y="2828036"/>
                </a:lnTo>
                <a:lnTo>
                  <a:pt x="954151" y="2834386"/>
                </a:lnTo>
                <a:lnTo>
                  <a:pt x="0" y="2845435"/>
                </a:lnTo>
                <a:lnTo>
                  <a:pt x="6350" y="2910586"/>
                </a:lnTo>
                <a:lnTo>
                  <a:pt x="6996557" y="2915285"/>
                </a:lnTo>
                <a:lnTo>
                  <a:pt x="6990207" y="2853436"/>
                </a:lnTo>
                <a:lnTo>
                  <a:pt x="5250180" y="2834386"/>
                </a:lnTo>
                <a:lnTo>
                  <a:pt x="5120005" y="2810510"/>
                </a:lnTo>
                <a:lnTo>
                  <a:pt x="5008880" y="2759710"/>
                </a:lnTo>
                <a:lnTo>
                  <a:pt x="4934331" y="2697861"/>
                </a:lnTo>
                <a:lnTo>
                  <a:pt x="4843780" y="2645410"/>
                </a:lnTo>
                <a:lnTo>
                  <a:pt x="4748530" y="2550160"/>
                </a:lnTo>
                <a:lnTo>
                  <a:pt x="4631055" y="2394585"/>
                </a:lnTo>
                <a:lnTo>
                  <a:pt x="4443730" y="2037207"/>
                </a:lnTo>
                <a:lnTo>
                  <a:pt x="3953129" y="665352"/>
                </a:lnTo>
                <a:lnTo>
                  <a:pt x="3770629" y="263524"/>
                </a:lnTo>
                <a:lnTo>
                  <a:pt x="3721354" y="190499"/>
                </a:lnTo>
                <a:lnTo>
                  <a:pt x="3672204" y="107949"/>
                </a:lnTo>
                <a:lnTo>
                  <a:pt x="3627754" y="66674"/>
                </a:lnTo>
                <a:lnTo>
                  <a:pt x="3586479" y="31749"/>
                </a:lnTo>
                <a:lnTo>
                  <a:pt x="3516629" y="4825"/>
                </a:lnTo>
                <a:lnTo>
                  <a:pt x="3441954" y="0"/>
                </a:lnTo>
                <a:lnTo>
                  <a:pt x="3386328" y="15874"/>
                </a:lnTo>
                <a:lnTo>
                  <a:pt x="3334004" y="61975"/>
                </a:lnTo>
              </a:path>
            </a:pathLst>
          </a:custGeom>
          <a:ln w="28956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1925" y="5282946"/>
            <a:ext cx="6943725" cy="0"/>
          </a:xfrm>
          <a:custGeom>
            <a:avLst/>
            <a:gdLst/>
            <a:ahLst/>
            <a:cxnLst/>
            <a:rect l="l" t="t" r="r" b="b"/>
            <a:pathLst>
              <a:path w="6943725">
                <a:moveTo>
                  <a:pt x="0" y="0"/>
                </a:moveTo>
                <a:lnTo>
                  <a:pt x="694334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19771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27519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49240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61559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24600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70832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87723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93947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12364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32304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38527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56944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61303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9119" y="5029200"/>
            <a:ext cx="356870" cy="358140"/>
          </a:xfrm>
          <a:custGeom>
            <a:avLst/>
            <a:gdLst/>
            <a:ahLst/>
            <a:cxnLst/>
            <a:rect l="l" t="t" r="r" b="b"/>
            <a:pathLst>
              <a:path w="356869" h="358139">
                <a:moveTo>
                  <a:pt x="0" y="358140"/>
                </a:moveTo>
                <a:lnTo>
                  <a:pt x="356616" y="358140"/>
                </a:lnTo>
                <a:lnTo>
                  <a:pt x="356616" y="0"/>
                </a:lnTo>
                <a:lnTo>
                  <a:pt x="0" y="0"/>
                </a:lnTo>
                <a:lnTo>
                  <a:pt x="0" y="3581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91271" y="5070347"/>
            <a:ext cx="356870" cy="356870"/>
          </a:xfrm>
          <a:custGeom>
            <a:avLst/>
            <a:gdLst/>
            <a:ahLst/>
            <a:cxnLst/>
            <a:rect l="l" t="t" r="r" b="b"/>
            <a:pathLst>
              <a:path w="356870" h="356870">
                <a:moveTo>
                  <a:pt x="0" y="356615"/>
                </a:moveTo>
                <a:lnTo>
                  <a:pt x="356616" y="356615"/>
                </a:lnTo>
                <a:lnTo>
                  <a:pt x="356616" y="0"/>
                </a:lnTo>
                <a:lnTo>
                  <a:pt x="0" y="0"/>
                </a:lnTo>
                <a:lnTo>
                  <a:pt x="0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08605" y="1093516"/>
            <a:ext cx="4148454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690"/>
              </a:lnSpc>
            </a:pPr>
            <a:r>
              <a:rPr sz="4000" b="1" spc="-35" dirty="0">
                <a:latin typeface="Verdana"/>
                <a:cs typeface="Verdana"/>
              </a:rPr>
              <a:t>L</a:t>
            </a:r>
            <a:r>
              <a:rPr sz="4000" b="1" spc="-30" dirty="0">
                <a:latin typeface="Verdana"/>
                <a:cs typeface="Verdana"/>
              </a:rPr>
              <a:t>a</a:t>
            </a:r>
            <a:r>
              <a:rPr sz="4000" b="1" dirty="0">
                <a:latin typeface="Verdana"/>
                <a:cs typeface="Verdana"/>
              </a:rPr>
              <a:t> </a:t>
            </a:r>
            <a:r>
              <a:rPr sz="4000" b="1" spc="-20" dirty="0">
                <a:latin typeface="Verdana"/>
                <a:cs typeface="Verdana"/>
              </a:rPr>
              <a:t>loi</a:t>
            </a:r>
            <a:r>
              <a:rPr sz="4000" b="1" spc="-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Norm</a:t>
            </a:r>
            <a:r>
              <a:rPr sz="4000" b="1" spc="-50" dirty="0">
                <a:latin typeface="Verdana"/>
                <a:cs typeface="Verdana"/>
              </a:rPr>
              <a:t>a</a:t>
            </a:r>
            <a:r>
              <a:rPr sz="4000" b="1" spc="-25" dirty="0">
                <a:latin typeface="Verdana"/>
                <a:cs typeface="Verdana"/>
              </a:rPr>
              <a:t>le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43885" y="1681896"/>
            <a:ext cx="3478529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sz="3000" dirty="0">
                <a:latin typeface="Verdana"/>
                <a:cs typeface="Verdana"/>
              </a:rPr>
              <a:t>Qu’obser</a:t>
            </a:r>
            <a:r>
              <a:rPr sz="3000" spc="-25" dirty="0">
                <a:latin typeface="Verdana"/>
                <a:cs typeface="Verdana"/>
              </a:rPr>
              <a:t>v</a:t>
            </a:r>
            <a:r>
              <a:rPr sz="3000" dirty="0">
                <a:latin typeface="Verdana"/>
                <a:cs typeface="Verdana"/>
              </a:rPr>
              <a:t>e</a:t>
            </a:r>
            <a:r>
              <a:rPr sz="3000" spc="5" dirty="0">
                <a:latin typeface="Verdana"/>
                <a:cs typeface="Verdana"/>
              </a:rPr>
              <a:t>-</a:t>
            </a:r>
            <a:r>
              <a:rPr sz="3000" spc="-55" dirty="0">
                <a:latin typeface="Verdana"/>
                <a:cs typeface="Verdana"/>
              </a:rPr>
              <a:t>t</a:t>
            </a:r>
            <a:r>
              <a:rPr sz="3000" spc="5" dirty="0">
                <a:latin typeface="Verdana"/>
                <a:cs typeface="Verdana"/>
              </a:rPr>
              <a:t>-</a:t>
            </a:r>
            <a:r>
              <a:rPr sz="3000" spc="-20" dirty="0">
                <a:latin typeface="Verdana"/>
                <a:cs typeface="Verdana"/>
              </a:rPr>
              <a:t>on</a:t>
            </a:r>
            <a:r>
              <a:rPr sz="3000" spc="-2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?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65370" y="3044189"/>
            <a:ext cx="0" cy="2231390"/>
          </a:xfrm>
          <a:custGeom>
            <a:avLst/>
            <a:gdLst/>
            <a:ahLst/>
            <a:cxnLst/>
            <a:rect l="l" t="t" r="r" b="b"/>
            <a:pathLst>
              <a:path h="2231390">
                <a:moveTo>
                  <a:pt x="0" y="2231136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44161" y="3989832"/>
            <a:ext cx="533400" cy="114300"/>
          </a:xfrm>
          <a:custGeom>
            <a:avLst/>
            <a:gdLst/>
            <a:ahLst/>
            <a:cxnLst/>
            <a:rect l="l" t="t" r="r" b="b"/>
            <a:pathLst>
              <a:path w="5334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33400" h="114300">
                <a:moveTo>
                  <a:pt x="419100" y="0"/>
                </a:moveTo>
                <a:lnTo>
                  <a:pt x="419100" y="114300"/>
                </a:lnTo>
                <a:lnTo>
                  <a:pt x="495300" y="76200"/>
                </a:lnTo>
                <a:lnTo>
                  <a:pt x="438150" y="76200"/>
                </a:lnTo>
                <a:lnTo>
                  <a:pt x="438150" y="38100"/>
                </a:lnTo>
                <a:lnTo>
                  <a:pt x="495300" y="38100"/>
                </a:lnTo>
                <a:lnTo>
                  <a:pt x="419100" y="0"/>
                </a:lnTo>
                <a:close/>
              </a:path>
              <a:path w="5334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33400" h="114300">
                <a:moveTo>
                  <a:pt x="4191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419100" y="76200"/>
                </a:lnTo>
                <a:lnTo>
                  <a:pt x="419100" y="38100"/>
                </a:lnTo>
                <a:close/>
              </a:path>
              <a:path w="533400" h="114300">
                <a:moveTo>
                  <a:pt x="495300" y="38100"/>
                </a:moveTo>
                <a:lnTo>
                  <a:pt x="438150" y="38100"/>
                </a:lnTo>
                <a:lnTo>
                  <a:pt x="438150" y="76200"/>
                </a:lnTo>
                <a:lnTo>
                  <a:pt x="495300" y="76200"/>
                </a:lnTo>
                <a:lnTo>
                  <a:pt x="533400" y="57150"/>
                </a:lnTo>
                <a:lnTo>
                  <a:pt x="495300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474970" y="3300221"/>
            <a:ext cx="2026920" cy="307975"/>
          </a:xfrm>
          <a:prstGeom prst="rect">
            <a:avLst/>
          </a:prstGeom>
          <a:ln w="1981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176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Un écar</a:t>
            </a:r>
            <a:r>
              <a:rPr sz="1400" b="1" spc="-5" dirty="0">
                <a:latin typeface="Verdana"/>
                <a:cs typeface="Verdana"/>
              </a:rPr>
              <a:t>t-t</a:t>
            </a:r>
            <a:r>
              <a:rPr sz="1400" b="1" dirty="0">
                <a:latin typeface="Verdana"/>
                <a:cs typeface="Verdana"/>
              </a:rPr>
              <a:t>ype*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</a:t>
            </a:r>
            <a:r>
              <a:rPr sz="1400" b="1" spc="415" dirty="0">
                <a:latin typeface="Symbol"/>
                <a:cs typeface="Symbol"/>
              </a:rPr>
              <a:t>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72761" y="3598926"/>
            <a:ext cx="918210" cy="396240"/>
          </a:xfrm>
          <a:custGeom>
            <a:avLst/>
            <a:gdLst/>
            <a:ahLst/>
            <a:cxnLst/>
            <a:rect l="l" t="t" r="r" b="b"/>
            <a:pathLst>
              <a:path w="918210" h="396239">
                <a:moveTo>
                  <a:pt x="55625" y="325628"/>
                </a:moveTo>
                <a:lnTo>
                  <a:pt x="0" y="390144"/>
                </a:lnTo>
                <a:lnTo>
                  <a:pt x="84962" y="395986"/>
                </a:lnTo>
                <a:lnTo>
                  <a:pt x="76172" y="374904"/>
                </a:lnTo>
                <a:lnTo>
                  <a:pt x="62483" y="374904"/>
                </a:lnTo>
                <a:lnTo>
                  <a:pt x="54863" y="356616"/>
                </a:lnTo>
                <a:lnTo>
                  <a:pt x="66521" y="351757"/>
                </a:lnTo>
                <a:lnTo>
                  <a:pt x="55625" y="325628"/>
                </a:lnTo>
                <a:close/>
              </a:path>
              <a:path w="918210" h="396239">
                <a:moveTo>
                  <a:pt x="66521" y="351757"/>
                </a:moveTo>
                <a:lnTo>
                  <a:pt x="54863" y="356616"/>
                </a:lnTo>
                <a:lnTo>
                  <a:pt x="62483" y="374904"/>
                </a:lnTo>
                <a:lnTo>
                  <a:pt x="74146" y="370043"/>
                </a:lnTo>
                <a:lnTo>
                  <a:pt x="66521" y="351757"/>
                </a:lnTo>
                <a:close/>
              </a:path>
              <a:path w="918210" h="396239">
                <a:moveTo>
                  <a:pt x="74146" y="370043"/>
                </a:moveTo>
                <a:lnTo>
                  <a:pt x="62483" y="374904"/>
                </a:lnTo>
                <a:lnTo>
                  <a:pt x="76172" y="374904"/>
                </a:lnTo>
                <a:lnTo>
                  <a:pt x="74146" y="370043"/>
                </a:lnTo>
                <a:close/>
              </a:path>
              <a:path w="918210" h="396239">
                <a:moveTo>
                  <a:pt x="910589" y="0"/>
                </a:moveTo>
                <a:lnTo>
                  <a:pt x="66521" y="351757"/>
                </a:lnTo>
                <a:lnTo>
                  <a:pt x="74146" y="370043"/>
                </a:lnTo>
                <a:lnTo>
                  <a:pt x="918209" y="18288"/>
                </a:lnTo>
                <a:lnTo>
                  <a:pt x="910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546097" y="3205733"/>
            <a:ext cx="1826260" cy="307975"/>
          </a:xfrm>
          <a:prstGeom prst="rect">
            <a:avLst/>
          </a:prstGeom>
          <a:ln w="1981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mo</a:t>
            </a:r>
            <a:r>
              <a:rPr sz="1400" b="1" dirty="0">
                <a:latin typeface="Verdana"/>
                <a:cs typeface="Verdana"/>
              </a:rPr>
              <a:t>ye</a:t>
            </a:r>
            <a:r>
              <a:rPr sz="1400" b="1" spc="-10" dirty="0">
                <a:latin typeface="Verdana"/>
                <a:cs typeface="Verdana"/>
              </a:rPr>
              <a:t>nn</a:t>
            </a:r>
            <a:r>
              <a:rPr sz="1400" b="1" dirty="0">
                <a:latin typeface="Verdana"/>
                <a:cs typeface="Verdana"/>
              </a:rPr>
              <a:t>e**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356102" y="3481070"/>
            <a:ext cx="1002030" cy="245745"/>
          </a:xfrm>
          <a:custGeom>
            <a:avLst/>
            <a:gdLst/>
            <a:ahLst/>
            <a:cxnLst/>
            <a:rect l="l" t="t" r="r" b="b"/>
            <a:pathLst>
              <a:path w="1002029" h="245745">
                <a:moveTo>
                  <a:pt x="925155" y="218169"/>
                </a:moveTo>
                <a:lnTo>
                  <a:pt x="919226" y="245745"/>
                </a:lnTo>
                <a:lnTo>
                  <a:pt x="1001776" y="224536"/>
                </a:lnTo>
                <a:lnTo>
                  <a:pt x="997170" y="220853"/>
                </a:lnTo>
                <a:lnTo>
                  <a:pt x="937641" y="220853"/>
                </a:lnTo>
                <a:lnTo>
                  <a:pt x="925155" y="218169"/>
                </a:lnTo>
                <a:close/>
              </a:path>
              <a:path w="1002029" h="245745">
                <a:moveTo>
                  <a:pt x="929307" y="198857"/>
                </a:moveTo>
                <a:lnTo>
                  <a:pt x="925155" y="218169"/>
                </a:lnTo>
                <a:lnTo>
                  <a:pt x="937641" y="220853"/>
                </a:lnTo>
                <a:lnTo>
                  <a:pt x="941832" y="201549"/>
                </a:lnTo>
                <a:lnTo>
                  <a:pt x="929307" y="198857"/>
                </a:lnTo>
                <a:close/>
              </a:path>
              <a:path w="1002029" h="245745">
                <a:moveTo>
                  <a:pt x="935227" y="171323"/>
                </a:moveTo>
                <a:lnTo>
                  <a:pt x="929307" y="198857"/>
                </a:lnTo>
                <a:lnTo>
                  <a:pt x="941832" y="201549"/>
                </a:lnTo>
                <a:lnTo>
                  <a:pt x="937641" y="220853"/>
                </a:lnTo>
                <a:lnTo>
                  <a:pt x="997170" y="220853"/>
                </a:lnTo>
                <a:lnTo>
                  <a:pt x="935227" y="171323"/>
                </a:lnTo>
                <a:close/>
              </a:path>
              <a:path w="1002029" h="245745">
                <a:moveTo>
                  <a:pt x="4063" y="0"/>
                </a:moveTo>
                <a:lnTo>
                  <a:pt x="0" y="19304"/>
                </a:lnTo>
                <a:lnTo>
                  <a:pt x="925155" y="218169"/>
                </a:lnTo>
                <a:lnTo>
                  <a:pt x="929307" y="198857"/>
                </a:lnTo>
                <a:lnTo>
                  <a:pt x="4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00377" y="5848350"/>
            <a:ext cx="2786380" cy="356870"/>
          </a:xfrm>
          <a:custGeom>
            <a:avLst/>
            <a:gdLst/>
            <a:ahLst/>
            <a:cxnLst/>
            <a:rect l="l" t="t" r="r" b="b"/>
            <a:pathLst>
              <a:path w="2786379" h="356870">
                <a:moveTo>
                  <a:pt x="0" y="178308"/>
                </a:moveTo>
                <a:lnTo>
                  <a:pt x="178308" y="0"/>
                </a:lnTo>
                <a:lnTo>
                  <a:pt x="178308" y="89154"/>
                </a:lnTo>
                <a:lnTo>
                  <a:pt x="2785872" y="89154"/>
                </a:lnTo>
                <a:lnTo>
                  <a:pt x="2785872" y="267462"/>
                </a:lnTo>
                <a:lnTo>
                  <a:pt x="178308" y="267462"/>
                </a:lnTo>
                <a:lnTo>
                  <a:pt x="178308" y="356616"/>
                </a:lnTo>
                <a:lnTo>
                  <a:pt x="0" y="17830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01134" y="5848350"/>
            <a:ext cx="2786380" cy="356870"/>
          </a:xfrm>
          <a:custGeom>
            <a:avLst/>
            <a:gdLst/>
            <a:ahLst/>
            <a:cxnLst/>
            <a:rect l="l" t="t" r="r" b="b"/>
            <a:pathLst>
              <a:path w="2786379" h="356870">
                <a:moveTo>
                  <a:pt x="2785872" y="178308"/>
                </a:moveTo>
                <a:lnTo>
                  <a:pt x="2607564" y="356616"/>
                </a:lnTo>
                <a:lnTo>
                  <a:pt x="2607564" y="267462"/>
                </a:lnTo>
                <a:lnTo>
                  <a:pt x="0" y="267462"/>
                </a:lnTo>
                <a:lnTo>
                  <a:pt x="0" y="89154"/>
                </a:lnTo>
                <a:lnTo>
                  <a:pt x="2607564" y="89154"/>
                </a:lnTo>
                <a:lnTo>
                  <a:pt x="2607564" y="0"/>
                </a:lnTo>
                <a:lnTo>
                  <a:pt x="2785872" y="17830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645534" y="6177807"/>
            <a:ext cx="135255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Une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ymé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rie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59958" y="2283714"/>
            <a:ext cx="2242185" cy="307975"/>
          </a:xfrm>
          <a:prstGeom prst="rect">
            <a:avLst/>
          </a:prstGeom>
          <a:ln w="1981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Une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fo</a:t>
            </a:r>
            <a:r>
              <a:rPr sz="1400" b="1" dirty="0">
                <a:latin typeface="Verdana"/>
                <a:cs typeface="Verdana"/>
              </a:rPr>
              <a:t>rme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d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cloche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859273" y="2582417"/>
            <a:ext cx="918210" cy="396240"/>
          </a:xfrm>
          <a:custGeom>
            <a:avLst/>
            <a:gdLst/>
            <a:ahLst/>
            <a:cxnLst/>
            <a:rect l="l" t="t" r="r" b="b"/>
            <a:pathLst>
              <a:path w="918210" h="396239">
                <a:moveTo>
                  <a:pt x="55625" y="325628"/>
                </a:moveTo>
                <a:lnTo>
                  <a:pt x="0" y="390144"/>
                </a:lnTo>
                <a:lnTo>
                  <a:pt x="84962" y="395986"/>
                </a:lnTo>
                <a:lnTo>
                  <a:pt x="76172" y="374904"/>
                </a:lnTo>
                <a:lnTo>
                  <a:pt x="62483" y="374904"/>
                </a:lnTo>
                <a:lnTo>
                  <a:pt x="54863" y="356616"/>
                </a:lnTo>
                <a:lnTo>
                  <a:pt x="66521" y="351757"/>
                </a:lnTo>
                <a:lnTo>
                  <a:pt x="55625" y="325628"/>
                </a:lnTo>
                <a:close/>
              </a:path>
              <a:path w="918210" h="396239">
                <a:moveTo>
                  <a:pt x="66521" y="351757"/>
                </a:moveTo>
                <a:lnTo>
                  <a:pt x="54863" y="356616"/>
                </a:lnTo>
                <a:lnTo>
                  <a:pt x="62483" y="374904"/>
                </a:lnTo>
                <a:lnTo>
                  <a:pt x="74146" y="370043"/>
                </a:lnTo>
                <a:lnTo>
                  <a:pt x="66521" y="351757"/>
                </a:lnTo>
                <a:close/>
              </a:path>
              <a:path w="918210" h="396239">
                <a:moveTo>
                  <a:pt x="74146" y="370043"/>
                </a:moveTo>
                <a:lnTo>
                  <a:pt x="62483" y="374904"/>
                </a:lnTo>
                <a:lnTo>
                  <a:pt x="76172" y="374904"/>
                </a:lnTo>
                <a:lnTo>
                  <a:pt x="74146" y="370043"/>
                </a:lnTo>
                <a:close/>
              </a:path>
              <a:path w="918210" h="396239">
                <a:moveTo>
                  <a:pt x="910589" y="0"/>
                </a:moveTo>
                <a:lnTo>
                  <a:pt x="66521" y="351757"/>
                </a:lnTo>
                <a:lnTo>
                  <a:pt x="74146" y="370043"/>
                </a:lnTo>
                <a:lnTo>
                  <a:pt x="918209" y="18288"/>
                </a:lnTo>
                <a:lnTo>
                  <a:pt x="910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540763" y="3657600"/>
            <a:ext cx="64325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*</a:t>
            </a:r>
            <a:r>
              <a:rPr sz="1000" i="1" spc="-5" dirty="0">
                <a:latin typeface="Calibri"/>
                <a:cs typeface="Calibri"/>
              </a:rPr>
              <a:t>*</a:t>
            </a:r>
            <a:r>
              <a:rPr sz="1000" i="1" spc="1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Mean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12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5469635" y="3752088"/>
            <a:ext cx="1262380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* </a:t>
            </a:r>
            <a:r>
              <a:rPr sz="1000" i="1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tanda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d </a:t>
            </a:r>
            <a:r>
              <a:rPr sz="1000" i="1" spc="-5" dirty="0">
                <a:latin typeface="Calibri"/>
                <a:cs typeface="Calibri"/>
              </a:rPr>
              <a:t>deviation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59196" y="2714244"/>
            <a:ext cx="84010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*</a:t>
            </a:r>
            <a:r>
              <a:rPr sz="1000" i="1" spc="-5" dirty="0">
                <a:latin typeface="Calibri"/>
                <a:cs typeface="Calibri"/>
              </a:rPr>
              <a:t>*</a:t>
            </a:r>
            <a:r>
              <a:rPr sz="1000" i="1" spc="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Bell</a:t>
            </a:r>
            <a:r>
              <a:rPr sz="1000" i="1" spc="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u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ve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1925" y="4930902"/>
            <a:ext cx="6943725" cy="0"/>
          </a:xfrm>
          <a:custGeom>
            <a:avLst/>
            <a:gdLst/>
            <a:ahLst/>
            <a:cxnLst/>
            <a:rect l="l" t="t" r="r" b="b"/>
            <a:pathLst>
              <a:path w="6943725">
                <a:moveTo>
                  <a:pt x="0" y="0"/>
                </a:moveTo>
                <a:lnTo>
                  <a:pt x="694334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05861" y="4801361"/>
            <a:ext cx="152400" cy="128905"/>
          </a:xfrm>
          <a:custGeom>
            <a:avLst/>
            <a:gdLst/>
            <a:ahLst/>
            <a:cxnLst/>
            <a:rect l="l" t="t" r="r" b="b"/>
            <a:pathLst>
              <a:path w="152400" h="128904">
                <a:moveTo>
                  <a:pt x="0" y="0"/>
                </a:moveTo>
                <a:lnTo>
                  <a:pt x="152400" y="128523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29761" y="3987546"/>
            <a:ext cx="1214755" cy="942975"/>
          </a:xfrm>
          <a:custGeom>
            <a:avLst/>
            <a:gdLst/>
            <a:ahLst/>
            <a:cxnLst/>
            <a:rect l="l" t="t" r="r" b="b"/>
            <a:pathLst>
              <a:path w="1214754" h="942975">
                <a:moveTo>
                  <a:pt x="0" y="0"/>
                </a:moveTo>
                <a:lnTo>
                  <a:pt x="1214501" y="942974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01746" y="4272534"/>
            <a:ext cx="843280" cy="657225"/>
          </a:xfrm>
          <a:custGeom>
            <a:avLst/>
            <a:gdLst/>
            <a:ahLst/>
            <a:cxnLst/>
            <a:rect l="l" t="t" r="r" b="b"/>
            <a:pathLst>
              <a:path w="843279" h="657225">
                <a:moveTo>
                  <a:pt x="0" y="0"/>
                </a:moveTo>
                <a:lnTo>
                  <a:pt x="843026" y="657225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53917" y="4510278"/>
            <a:ext cx="561975" cy="419100"/>
          </a:xfrm>
          <a:custGeom>
            <a:avLst/>
            <a:gdLst/>
            <a:ahLst/>
            <a:cxnLst/>
            <a:rect l="l" t="t" r="r" b="b"/>
            <a:pathLst>
              <a:path w="561975" h="419100">
                <a:moveTo>
                  <a:pt x="0" y="0"/>
                </a:moveTo>
                <a:lnTo>
                  <a:pt x="561975" y="419100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1705" y="4662678"/>
            <a:ext cx="376555" cy="266700"/>
          </a:xfrm>
          <a:custGeom>
            <a:avLst/>
            <a:gdLst/>
            <a:ahLst/>
            <a:cxnLst/>
            <a:rect l="l" t="t" r="r" b="b"/>
            <a:pathLst>
              <a:path w="376554" h="266700">
                <a:moveTo>
                  <a:pt x="0" y="0"/>
                </a:moveTo>
                <a:lnTo>
                  <a:pt x="376301" y="266700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68446" y="3687317"/>
            <a:ext cx="1576705" cy="1243330"/>
          </a:xfrm>
          <a:custGeom>
            <a:avLst/>
            <a:gdLst/>
            <a:ahLst/>
            <a:cxnLst/>
            <a:rect l="l" t="t" r="r" b="b"/>
            <a:pathLst>
              <a:path w="1576704" h="1243329">
                <a:moveTo>
                  <a:pt x="0" y="0"/>
                </a:moveTo>
                <a:lnTo>
                  <a:pt x="1576451" y="1242948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7317" y="3358134"/>
            <a:ext cx="1957705" cy="1571625"/>
          </a:xfrm>
          <a:custGeom>
            <a:avLst/>
            <a:gdLst/>
            <a:ahLst/>
            <a:cxnLst/>
            <a:rect l="l" t="t" r="r" b="b"/>
            <a:pathLst>
              <a:path w="1957704" h="1571625">
                <a:moveTo>
                  <a:pt x="0" y="0"/>
                </a:moveTo>
                <a:lnTo>
                  <a:pt x="1957451" y="1571625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6378" y="3073145"/>
            <a:ext cx="2286000" cy="1857375"/>
          </a:xfrm>
          <a:custGeom>
            <a:avLst/>
            <a:gdLst/>
            <a:ahLst/>
            <a:cxnLst/>
            <a:rect l="l" t="t" r="r" b="b"/>
            <a:pathLst>
              <a:path w="2286000" h="1857375">
                <a:moveTo>
                  <a:pt x="0" y="0"/>
                </a:moveTo>
                <a:lnTo>
                  <a:pt x="2286000" y="1857375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96105" y="2791205"/>
            <a:ext cx="1390650" cy="1066800"/>
          </a:xfrm>
          <a:custGeom>
            <a:avLst/>
            <a:gdLst/>
            <a:ahLst/>
            <a:cxnLst/>
            <a:rect l="l" t="t" r="r" b="b"/>
            <a:pathLst>
              <a:path w="1390650" h="1066800">
                <a:moveTo>
                  <a:pt x="0" y="0"/>
                </a:moveTo>
                <a:lnTo>
                  <a:pt x="1390650" y="1066800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91761" y="2143505"/>
            <a:ext cx="666750" cy="500380"/>
          </a:xfrm>
          <a:custGeom>
            <a:avLst/>
            <a:gdLst/>
            <a:ahLst/>
            <a:cxnLst/>
            <a:rect l="l" t="t" r="r" b="b"/>
            <a:pathLst>
              <a:path w="666750" h="500380">
                <a:moveTo>
                  <a:pt x="0" y="0"/>
                </a:moveTo>
                <a:lnTo>
                  <a:pt x="666750" y="500126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68317" y="2329433"/>
            <a:ext cx="929005" cy="666750"/>
          </a:xfrm>
          <a:custGeom>
            <a:avLst/>
            <a:gdLst/>
            <a:ahLst/>
            <a:cxnLst/>
            <a:rect l="l" t="t" r="r" b="b"/>
            <a:pathLst>
              <a:path w="929004" h="666750">
                <a:moveTo>
                  <a:pt x="0" y="0"/>
                </a:moveTo>
                <a:lnTo>
                  <a:pt x="928751" y="666750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81450" y="2553461"/>
            <a:ext cx="1143000" cy="857250"/>
          </a:xfrm>
          <a:custGeom>
            <a:avLst/>
            <a:gdLst/>
            <a:ahLst/>
            <a:cxnLst/>
            <a:rect l="l" t="t" r="r" b="b"/>
            <a:pathLst>
              <a:path w="1143000" h="857250">
                <a:moveTo>
                  <a:pt x="0" y="0"/>
                </a:moveTo>
                <a:lnTo>
                  <a:pt x="1143000" y="857250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2113" y="2009394"/>
            <a:ext cx="6997065" cy="2914015"/>
          </a:xfrm>
          <a:custGeom>
            <a:avLst/>
            <a:gdLst/>
            <a:ahLst/>
            <a:cxnLst/>
            <a:rect l="l" t="t" r="r" b="b"/>
            <a:pathLst>
              <a:path w="6997065" h="2914015">
                <a:moveTo>
                  <a:pt x="3334004" y="61849"/>
                </a:moveTo>
                <a:lnTo>
                  <a:pt x="3275203" y="122174"/>
                </a:lnTo>
                <a:lnTo>
                  <a:pt x="3218053" y="204724"/>
                </a:lnTo>
                <a:lnTo>
                  <a:pt x="3076829" y="485648"/>
                </a:lnTo>
                <a:lnTo>
                  <a:pt x="2827528" y="1190244"/>
                </a:lnTo>
                <a:lnTo>
                  <a:pt x="2632329" y="1717167"/>
                </a:lnTo>
                <a:lnTo>
                  <a:pt x="2422652" y="2185416"/>
                </a:lnTo>
                <a:lnTo>
                  <a:pt x="2219452" y="2507488"/>
                </a:lnTo>
                <a:lnTo>
                  <a:pt x="2057527" y="2658364"/>
                </a:lnTo>
                <a:lnTo>
                  <a:pt x="1868677" y="2753487"/>
                </a:lnTo>
                <a:lnTo>
                  <a:pt x="1752727" y="2796413"/>
                </a:lnTo>
                <a:lnTo>
                  <a:pt x="1579626" y="2826512"/>
                </a:lnTo>
                <a:lnTo>
                  <a:pt x="1368552" y="2826512"/>
                </a:lnTo>
                <a:lnTo>
                  <a:pt x="954151" y="2832862"/>
                </a:lnTo>
                <a:lnTo>
                  <a:pt x="0" y="2844038"/>
                </a:lnTo>
                <a:lnTo>
                  <a:pt x="6350" y="2909062"/>
                </a:lnTo>
                <a:lnTo>
                  <a:pt x="6996557" y="2913761"/>
                </a:lnTo>
                <a:lnTo>
                  <a:pt x="6990207" y="2851912"/>
                </a:lnTo>
                <a:lnTo>
                  <a:pt x="5250180" y="2832862"/>
                </a:lnTo>
                <a:lnTo>
                  <a:pt x="5120005" y="2809113"/>
                </a:lnTo>
                <a:lnTo>
                  <a:pt x="5008880" y="2758313"/>
                </a:lnTo>
                <a:lnTo>
                  <a:pt x="4934331" y="2696337"/>
                </a:lnTo>
                <a:lnTo>
                  <a:pt x="4843780" y="2644013"/>
                </a:lnTo>
                <a:lnTo>
                  <a:pt x="4748530" y="2548763"/>
                </a:lnTo>
                <a:lnTo>
                  <a:pt x="4631055" y="2393315"/>
                </a:lnTo>
                <a:lnTo>
                  <a:pt x="4443730" y="2036191"/>
                </a:lnTo>
                <a:lnTo>
                  <a:pt x="3953129" y="664972"/>
                </a:lnTo>
                <a:lnTo>
                  <a:pt x="3770629" y="263398"/>
                </a:lnTo>
                <a:lnTo>
                  <a:pt x="3721354" y="190500"/>
                </a:lnTo>
                <a:lnTo>
                  <a:pt x="3672204" y="107950"/>
                </a:lnTo>
                <a:lnTo>
                  <a:pt x="3627754" y="66675"/>
                </a:lnTo>
                <a:lnTo>
                  <a:pt x="3586479" y="31750"/>
                </a:lnTo>
                <a:lnTo>
                  <a:pt x="3516629" y="4699"/>
                </a:lnTo>
                <a:lnTo>
                  <a:pt x="3441954" y="0"/>
                </a:lnTo>
                <a:lnTo>
                  <a:pt x="3386328" y="15875"/>
                </a:lnTo>
                <a:lnTo>
                  <a:pt x="3334004" y="61849"/>
                </a:lnTo>
              </a:path>
            </a:pathLst>
          </a:custGeom>
          <a:ln w="28956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19771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27519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49240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61559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24600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70832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87723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93947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12364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32304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38527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56944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861303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9119" y="4677155"/>
            <a:ext cx="356870" cy="356870"/>
          </a:xfrm>
          <a:custGeom>
            <a:avLst/>
            <a:gdLst/>
            <a:ahLst/>
            <a:cxnLst/>
            <a:rect l="l" t="t" r="r" b="b"/>
            <a:pathLst>
              <a:path w="356869" h="356870">
                <a:moveTo>
                  <a:pt x="0" y="356615"/>
                </a:moveTo>
                <a:lnTo>
                  <a:pt x="356616" y="356615"/>
                </a:lnTo>
                <a:lnTo>
                  <a:pt x="356616" y="0"/>
                </a:lnTo>
                <a:lnTo>
                  <a:pt x="0" y="0"/>
                </a:lnTo>
                <a:lnTo>
                  <a:pt x="0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91271" y="4716779"/>
            <a:ext cx="356870" cy="358140"/>
          </a:xfrm>
          <a:custGeom>
            <a:avLst/>
            <a:gdLst/>
            <a:ahLst/>
            <a:cxnLst/>
            <a:rect l="l" t="t" r="r" b="b"/>
            <a:pathLst>
              <a:path w="356870" h="358139">
                <a:moveTo>
                  <a:pt x="0" y="358140"/>
                </a:moveTo>
                <a:lnTo>
                  <a:pt x="356616" y="358140"/>
                </a:lnTo>
                <a:lnTo>
                  <a:pt x="356616" y="0"/>
                </a:lnTo>
                <a:lnTo>
                  <a:pt x="0" y="0"/>
                </a:lnTo>
                <a:lnTo>
                  <a:pt x="0" y="3581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587246" y="865317"/>
            <a:ext cx="5609590" cy="920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82880">
              <a:lnSpc>
                <a:spcPct val="100000"/>
              </a:lnSpc>
            </a:pPr>
            <a:r>
              <a:rPr sz="3200" b="1" dirty="0">
                <a:latin typeface="Verdana"/>
                <a:cs typeface="Verdana"/>
              </a:rPr>
              <a:t>Un </a:t>
            </a:r>
            <a:r>
              <a:rPr sz="3200" b="1" spc="-5" dirty="0">
                <a:latin typeface="Verdana"/>
                <a:cs typeface="Verdana"/>
              </a:rPr>
              <a:t>proces</a:t>
            </a:r>
            <a:r>
              <a:rPr sz="3200" b="1" spc="-10" dirty="0">
                <a:latin typeface="Verdana"/>
                <a:cs typeface="Verdana"/>
              </a:rPr>
              <a:t>s</a:t>
            </a:r>
            <a:r>
              <a:rPr sz="3200" b="1" spc="-5" dirty="0">
                <a:latin typeface="Verdana"/>
                <a:cs typeface="Verdana"/>
              </a:rPr>
              <a:t>u</a:t>
            </a:r>
            <a:r>
              <a:rPr sz="3200" b="1" dirty="0">
                <a:latin typeface="Verdana"/>
                <a:cs typeface="Verdana"/>
              </a:rPr>
              <a:t>s avec</a:t>
            </a:r>
            <a:r>
              <a:rPr sz="3200" b="1" spc="-5" dirty="0">
                <a:latin typeface="Verdana"/>
                <a:cs typeface="Verdana"/>
              </a:rPr>
              <a:t> une perfor</a:t>
            </a:r>
            <a:r>
              <a:rPr sz="3200" b="1" spc="10" dirty="0">
                <a:latin typeface="Verdana"/>
                <a:cs typeface="Verdana"/>
              </a:rPr>
              <a:t>m</a:t>
            </a:r>
            <a:r>
              <a:rPr sz="3200" b="1" dirty="0">
                <a:latin typeface="Verdana"/>
                <a:cs typeface="Verdana"/>
              </a:rPr>
              <a:t>ance</a:t>
            </a:r>
            <a:r>
              <a:rPr sz="3200" b="1" spc="-40" dirty="0">
                <a:latin typeface="Verdana"/>
                <a:cs typeface="Verdana"/>
              </a:rPr>
              <a:t> </a:t>
            </a:r>
            <a:r>
              <a:rPr sz="3200" b="1" spc="-5" dirty="0">
                <a:latin typeface="Verdana"/>
                <a:cs typeface="Verdana"/>
              </a:rPr>
              <a:t>d</a:t>
            </a:r>
            <a:r>
              <a:rPr sz="3200" b="1" dirty="0">
                <a:latin typeface="Verdana"/>
                <a:cs typeface="Verdana"/>
              </a:rPr>
              <a:t>e 6 </a:t>
            </a:r>
            <a:r>
              <a:rPr sz="3200" b="1" spc="-5" dirty="0">
                <a:latin typeface="Verdana"/>
                <a:cs typeface="Verdana"/>
              </a:rPr>
              <a:t>Sigma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74469" y="3134105"/>
            <a:ext cx="0" cy="1800225"/>
          </a:xfrm>
          <a:custGeom>
            <a:avLst/>
            <a:gdLst/>
            <a:ahLst/>
            <a:cxnLst/>
            <a:rect l="l" t="t" r="r" b="b"/>
            <a:pathLst>
              <a:path h="1800225">
                <a:moveTo>
                  <a:pt x="0" y="1799844"/>
                </a:moveTo>
                <a:lnTo>
                  <a:pt x="0" y="0"/>
                </a:lnTo>
              </a:path>
            </a:pathLst>
          </a:custGeom>
          <a:ln w="38100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320533" y="3134105"/>
            <a:ext cx="0" cy="1800225"/>
          </a:xfrm>
          <a:custGeom>
            <a:avLst/>
            <a:gdLst/>
            <a:ahLst/>
            <a:cxnLst/>
            <a:rect l="l" t="t" r="r" b="b"/>
            <a:pathLst>
              <a:path h="1800225">
                <a:moveTo>
                  <a:pt x="0" y="1799844"/>
                </a:moveTo>
                <a:lnTo>
                  <a:pt x="0" y="0"/>
                </a:lnTo>
              </a:path>
            </a:pathLst>
          </a:custGeom>
          <a:ln w="38100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573783" y="5793913"/>
            <a:ext cx="56375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3.4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dirty="0">
                <a:latin typeface="Verdana"/>
                <a:cs typeface="Verdana"/>
              </a:rPr>
              <a:t>f</a:t>
            </a:r>
            <a:r>
              <a:rPr sz="1800" b="1" spc="-10" dirty="0">
                <a:latin typeface="Verdana"/>
                <a:cs typeface="Verdana"/>
              </a:rPr>
              <a:t>a</a:t>
            </a:r>
            <a:r>
              <a:rPr sz="1800" b="1" dirty="0">
                <a:latin typeface="Verdana"/>
                <a:cs typeface="Verdana"/>
              </a:rPr>
              <a:t>uts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pour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1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0</a:t>
            </a:r>
            <a:r>
              <a:rPr sz="1800" b="1" spc="5" dirty="0">
                <a:latin typeface="Verdana"/>
                <a:cs typeface="Verdana"/>
              </a:rPr>
              <a:t>0</a:t>
            </a:r>
            <a:r>
              <a:rPr sz="1800" b="1" dirty="0">
                <a:latin typeface="Verdana"/>
                <a:cs typeface="Verdana"/>
              </a:rPr>
              <a:t>0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0</a:t>
            </a:r>
            <a:r>
              <a:rPr sz="1800" b="1" spc="5" dirty="0">
                <a:latin typeface="Verdana"/>
                <a:cs typeface="Verdana"/>
              </a:rPr>
              <a:t>0</a:t>
            </a:r>
            <a:r>
              <a:rPr sz="1800" b="1" dirty="0">
                <a:latin typeface="Verdana"/>
                <a:cs typeface="Verdana"/>
              </a:rPr>
              <a:t>0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d’oppo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tuni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és*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14884" y="3643884"/>
            <a:ext cx="1132840" cy="500380"/>
          </a:xfrm>
          <a:custGeom>
            <a:avLst/>
            <a:gdLst/>
            <a:ahLst/>
            <a:cxnLst/>
            <a:rect l="l" t="t" r="r" b="b"/>
            <a:pathLst>
              <a:path w="1132840" h="500379">
                <a:moveTo>
                  <a:pt x="0" y="499871"/>
                </a:moveTo>
                <a:lnTo>
                  <a:pt x="1132332" y="499871"/>
                </a:lnTo>
                <a:lnTo>
                  <a:pt x="1132332" y="0"/>
                </a:lnTo>
                <a:lnTo>
                  <a:pt x="0" y="0"/>
                </a:lnTo>
                <a:lnTo>
                  <a:pt x="0" y="4998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89636" y="3648964"/>
            <a:ext cx="7816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Z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0304" y="3923665"/>
            <a:ext cx="7594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é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auts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581900" y="3643884"/>
            <a:ext cx="1134110" cy="500380"/>
          </a:xfrm>
          <a:custGeom>
            <a:avLst/>
            <a:gdLst/>
            <a:ahLst/>
            <a:cxnLst/>
            <a:rect l="l" t="t" r="r" b="b"/>
            <a:pathLst>
              <a:path w="1134109" h="500379">
                <a:moveTo>
                  <a:pt x="0" y="499871"/>
                </a:moveTo>
                <a:lnTo>
                  <a:pt x="1133855" y="499871"/>
                </a:lnTo>
                <a:lnTo>
                  <a:pt x="1133855" y="0"/>
                </a:lnTo>
                <a:lnTo>
                  <a:pt x="0" y="0"/>
                </a:lnTo>
                <a:lnTo>
                  <a:pt x="0" y="4998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758430" y="3648964"/>
            <a:ext cx="781685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Z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dirty="0">
                <a:latin typeface="Calibri"/>
                <a:cs typeface="Calibri"/>
              </a:rPr>
              <a:t>e D</a:t>
            </a:r>
            <a:r>
              <a:rPr sz="1800" b="1" spc="-10" dirty="0">
                <a:latin typeface="Calibri"/>
                <a:cs typeface="Calibri"/>
              </a:rPr>
              <a:t>é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auts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73937" y="4143755"/>
            <a:ext cx="491490" cy="714375"/>
          </a:xfrm>
          <a:custGeom>
            <a:avLst/>
            <a:gdLst/>
            <a:ahLst/>
            <a:cxnLst/>
            <a:rect l="l" t="t" r="r" b="b"/>
            <a:pathLst>
              <a:path w="491490" h="714375">
                <a:moveTo>
                  <a:pt x="395122" y="618363"/>
                </a:moveTo>
                <a:lnTo>
                  <a:pt x="389064" y="621919"/>
                </a:lnTo>
                <a:lnTo>
                  <a:pt x="388035" y="625729"/>
                </a:lnTo>
                <a:lnTo>
                  <a:pt x="439737" y="714375"/>
                </a:lnTo>
                <a:lnTo>
                  <a:pt x="447070" y="701802"/>
                </a:lnTo>
                <a:lnTo>
                  <a:pt x="433387" y="701802"/>
                </a:lnTo>
                <a:lnTo>
                  <a:pt x="433387" y="678330"/>
                </a:lnTo>
                <a:lnTo>
                  <a:pt x="399008" y="619379"/>
                </a:lnTo>
                <a:lnTo>
                  <a:pt x="395122" y="618363"/>
                </a:lnTo>
                <a:close/>
              </a:path>
              <a:path w="491490" h="714375">
                <a:moveTo>
                  <a:pt x="433387" y="678330"/>
                </a:moveTo>
                <a:lnTo>
                  <a:pt x="433387" y="701802"/>
                </a:lnTo>
                <a:lnTo>
                  <a:pt x="446087" y="701802"/>
                </a:lnTo>
                <a:lnTo>
                  <a:pt x="446087" y="698627"/>
                </a:lnTo>
                <a:lnTo>
                  <a:pt x="434251" y="698627"/>
                </a:lnTo>
                <a:lnTo>
                  <a:pt x="439737" y="689219"/>
                </a:lnTo>
                <a:lnTo>
                  <a:pt x="433387" y="678330"/>
                </a:lnTo>
                <a:close/>
              </a:path>
              <a:path w="491490" h="714375">
                <a:moveTo>
                  <a:pt x="484365" y="618363"/>
                </a:moveTo>
                <a:lnTo>
                  <a:pt x="480466" y="619379"/>
                </a:lnTo>
                <a:lnTo>
                  <a:pt x="446087" y="678330"/>
                </a:lnTo>
                <a:lnTo>
                  <a:pt x="446087" y="701802"/>
                </a:lnTo>
                <a:lnTo>
                  <a:pt x="447070" y="701802"/>
                </a:lnTo>
                <a:lnTo>
                  <a:pt x="491439" y="625729"/>
                </a:lnTo>
                <a:lnTo>
                  <a:pt x="490423" y="621919"/>
                </a:lnTo>
                <a:lnTo>
                  <a:pt x="484365" y="618363"/>
                </a:lnTo>
                <a:close/>
              </a:path>
              <a:path w="491490" h="714375">
                <a:moveTo>
                  <a:pt x="439737" y="689219"/>
                </a:moveTo>
                <a:lnTo>
                  <a:pt x="434251" y="698627"/>
                </a:lnTo>
                <a:lnTo>
                  <a:pt x="445223" y="698627"/>
                </a:lnTo>
                <a:lnTo>
                  <a:pt x="439737" y="689219"/>
                </a:lnTo>
                <a:close/>
              </a:path>
              <a:path w="491490" h="714375">
                <a:moveTo>
                  <a:pt x="446087" y="678330"/>
                </a:moveTo>
                <a:lnTo>
                  <a:pt x="439737" y="689219"/>
                </a:lnTo>
                <a:lnTo>
                  <a:pt x="445223" y="698627"/>
                </a:lnTo>
                <a:lnTo>
                  <a:pt x="446087" y="698627"/>
                </a:lnTo>
                <a:lnTo>
                  <a:pt x="446087" y="678330"/>
                </a:lnTo>
                <a:close/>
              </a:path>
              <a:path w="491490" h="714375">
                <a:moveTo>
                  <a:pt x="433387" y="357251"/>
                </a:moveTo>
                <a:lnTo>
                  <a:pt x="433387" y="678330"/>
                </a:lnTo>
                <a:lnTo>
                  <a:pt x="439737" y="689219"/>
                </a:lnTo>
                <a:lnTo>
                  <a:pt x="446087" y="678330"/>
                </a:lnTo>
                <a:lnTo>
                  <a:pt x="446087" y="363601"/>
                </a:lnTo>
                <a:lnTo>
                  <a:pt x="439737" y="363601"/>
                </a:lnTo>
                <a:lnTo>
                  <a:pt x="433387" y="357251"/>
                </a:lnTo>
                <a:close/>
              </a:path>
              <a:path w="491490" h="714375">
                <a:moveTo>
                  <a:pt x="12700" y="0"/>
                </a:moveTo>
                <a:lnTo>
                  <a:pt x="0" y="0"/>
                </a:lnTo>
                <a:lnTo>
                  <a:pt x="0" y="360680"/>
                </a:lnTo>
                <a:lnTo>
                  <a:pt x="2844" y="363601"/>
                </a:lnTo>
                <a:lnTo>
                  <a:pt x="433387" y="363601"/>
                </a:lnTo>
                <a:lnTo>
                  <a:pt x="433387" y="357251"/>
                </a:lnTo>
                <a:lnTo>
                  <a:pt x="12700" y="357251"/>
                </a:lnTo>
                <a:lnTo>
                  <a:pt x="6350" y="350901"/>
                </a:lnTo>
                <a:lnTo>
                  <a:pt x="12700" y="350901"/>
                </a:lnTo>
                <a:lnTo>
                  <a:pt x="12700" y="0"/>
                </a:lnTo>
                <a:close/>
              </a:path>
              <a:path w="491490" h="714375">
                <a:moveTo>
                  <a:pt x="443242" y="350901"/>
                </a:moveTo>
                <a:lnTo>
                  <a:pt x="12700" y="350901"/>
                </a:lnTo>
                <a:lnTo>
                  <a:pt x="12700" y="357251"/>
                </a:lnTo>
                <a:lnTo>
                  <a:pt x="433387" y="357251"/>
                </a:lnTo>
                <a:lnTo>
                  <a:pt x="439737" y="363601"/>
                </a:lnTo>
                <a:lnTo>
                  <a:pt x="446087" y="363601"/>
                </a:lnTo>
                <a:lnTo>
                  <a:pt x="446087" y="353695"/>
                </a:lnTo>
                <a:lnTo>
                  <a:pt x="443242" y="350901"/>
                </a:lnTo>
                <a:close/>
              </a:path>
              <a:path w="491490" h="714375">
                <a:moveTo>
                  <a:pt x="12700" y="350901"/>
                </a:moveTo>
                <a:lnTo>
                  <a:pt x="6350" y="350901"/>
                </a:lnTo>
                <a:lnTo>
                  <a:pt x="12700" y="357251"/>
                </a:lnTo>
                <a:lnTo>
                  <a:pt x="12700" y="3509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521067" y="4143755"/>
            <a:ext cx="634365" cy="714375"/>
          </a:xfrm>
          <a:custGeom>
            <a:avLst/>
            <a:gdLst/>
            <a:ahLst/>
            <a:cxnLst/>
            <a:rect l="l" t="t" r="r" b="b"/>
            <a:pathLst>
              <a:path w="634365" h="714375">
                <a:moveTo>
                  <a:pt x="7112" y="618363"/>
                </a:moveTo>
                <a:lnTo>
                  <a:pt x="1016" y="621919"/>
                </a:lnTo>
                <a:lnTo>
                  <a:pt x="0" y="625729"/>
                </a:lnTo>
                <a:lnTo>
                  <a:pt x="51689" y="714375"/>
                </a:lnTo>
                <a:lnTo>
                  <a:pt x="59020" y="701802"/>
                </a:lnTo>
                <a:lnTo>
                  <a:pt x="45339" y="701802"/>
                </a:lnTo>
                <a:lnTo>
                  <a:pt x="45339" y="678379"/>
                </a:lnTo>
                <a:lnTo>
                  <a:pt x="10922" y="619379"/>
                </a:lnTo>
                <a:lnTo>
                  <a:pt x="7112" y="618363"/>
                </a:lnTo>
                <a:close/>
              </a:path>
              <a:path w="634365" h="714375">
                <a:moveTo>
                  <a:pt x="45339" y="678379"/>
                </a:moveTo>
                <a:lnTo>
                  <a:pt x="45339" y="701802"/>
                </a:lnTo>
                <a:lnTo>
                  <a:pt x="58039" y="701802"/>
                </a:lnTo>
                <a:lnTo>
                  <a:pt x="58039" y="698627"/>
                </a:lnTo>
                <a:lnTo>
                  <a:pt x="46228" y="698627"/>
                </a:lnTo>
                <a:lnTo>
                  <a:pt x="51689" y="689265"/>
                </a:lnTo>
                <a:lnTo>
                  <a:pt x="45339" y="678379"/>
                </a:lnTo>
                <a:close/>
              </a:path>
              <a:path w="634365" h="714375">
                <a:moveTo>
                  <a:pt x="96266" y="618363"/>
                </a:moveTo>
                <a:lnTo>
                  <a:pt x="92456" y="619379"/>
                </a:lnTo>
                <a:lnTo>
                  <a:pt x="58039" y="678379"/>
                </a:lnTo>
                <a:lnTo>
                  <a:pt x="58039" y="701802"/>
                </a:lnTo>
                <a:lnTo>
                  <a:pt x="59020" y="701802"/>
                </a:lnTo>
                <a:lnTo>
                  <a:pt x="103378" y="625729"/>
                </a:lnTo>
                <a:lnTo>
                  <a:pt x="102362" y="621919"/>
                </a:lnTo>
                <a:lnTo>
                  <a:pt x="96266" y="618363"/>
                </a:lnTo>
                <a:close/>
              </a:path>
              <a:path w="634365" h="714375">
                <a:moveTo>
                  <a:pt x="51689" y="689265"/>
                </a:moveTo>
                <a:lnTo>
                  <a:pt x="46228" y="698627"/>
                </a:lnTo>
                <a:lnTo>
                  <a:pt x="57150" y="698627"/>
                </a:lnTo>
                <a:lnTo>
                  <a:pt x="51689" y="689265"/>
                </a:lnTo>
                <a:close/>
              </a:path>
              <a:path w="634365" h="714375">
                <a:moveTo>
                  <a:pt x="58039" y="678379"/>
                </a:moveTo>
                <a:lnTo>
                  <a:pt x="51689" y="689265"/>
                </a:lnTo>
                <a:lnTo>
                  <a:pt x="57150" y="698627"/>
                </a:lnTo>
                <a:lnTo>
                  <a:pt x="58039" y="698627"/>
                </a:lnTo>
                <a:lnTo>
                  <a:pt x="58039" y="678379"/>
                </a:lnTo>
                <a:close/>
              </a:path>
              <a:path w="634365" h="714375">
                <a:moveTo>
                  <a:pt x="621665" y="350901"/>
                </a:moveTo>
                <a:lnTo>
                  <a:pt x="48133" y="350901"/>
                </a:lnTo>
                <a:lnTo>
                  <a:pt x="45339" y="353695"/>
                </a:lnTo>
                <a:lnTo>
                  <a:pt x="45339" y="678379"/>
                </a:lnTo>
                <a:lnTo>
                  <a:pt x="51689" y="689265"/>
                </a:lnTo>
                <a:lnTo>
                  <a:pt x="58039" y="678379"/>
                </a:lnTo>
                <a:lnTo>
                  <a:pt x="58039" y="363601"/>
                </a:lnTo>
                <a:lnTo>
                  <a:pt x="51689" y="363601"/>
                </a:lnTo>
                <a:lnTo>
                  <a:pt x="58039" y="357251"/>
                </a:lnTo>
                <a:lnTo>
                  <a:pt x="621665" y="357251"/>
                </a:lnTo>
                <a:lnTo>
                  <a:pt x="621665" y="350901"/>
                </a:lnTo>
                <a:close/>
              </a:path>
              <a:path w="634365" h="714375">
                <a:moveTo>
                  <a:pt x="58039" y="357251"/>
                </a:moveTo>
                <a:lnTo>
                  <a:pt x="51689" y="363601"/>
                </a:lnTo>
                <a:lnTo>
                  <a:pt x="58039" y="363601"/>
                </a:lnTo>
                <a:lnTo>
                  <a:pt x="58039" y="357251"/>
                </a:lnTo>
                <a:close/>
              </a:path>
              <a:path w="634365" h="714375">
                <a:moveTo>
                  <a:pt x="634365" y="350901"/>
                </a:moveTo>
                <a:lnTo>
                  <a:pt x="628015" y="350901"/>
                </a:lnTo>
                <a:lnTo>
                  <a:pt x="621665" y="357251"/>
                </a:lnTo>
                <a:lnTo>
                  <a:pt x="58039" y="357251"/>
                </a:lnTo>
                <a:lnTo>
                  <a:pt x="58039" y="363601"/>
                </a:lnTo>
                <a:lnTo>
                  <a:pt x="631444" y="363601"/>
                </a:lnTo>
                <a:lnTo>
                  <a:pt x="634365" y="360680"/>
                </a:lnTo>
                <a:lnTo>
                  <a:pt x="634365" y="350901"/>
                </a:lnTo>
                <a:close/>
              </a:path>
              <a:path w="634365" h="714375">
                <a:moveTo>
                  <a:pt x="634365" y="0"/>
                </a:moveTo>
                <a:lnTo>
                  <a:pt x="621665" y="0"/>
                </a:lnTo>
                <a:lnTo>
                  <a:pt x="621665" y="357251"/>
                </a:lnTo>
                <a:lnTo>
                  <a:pt x="628015" y="350901"/>
                </a:lnTo>
                <a:lnTo>
                  <a:pt x="634365" y="350901"/>
                </a:lnTo>
                <a:lnTo>
                  <a:pt x="6343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03853" y="3409950"/>
            <a:ext cx="1999614" cy="497205"/>
          </a:xfrm>
          <a:custGeom>
            <a:avLst/>
            <a:gdLst/>
            <a:ahLst/>
            <a:cxnLst/>
            <a:rect l="l" t="t" r="r" b="b"/>
            <a:pathLst>
              <a:path w="1999614" h="497204">
                <a:moveTo>
                  <a:pt x="0" y="496824"/>
                </a:moveTo>
                <a:lnTo>
                  <a:pt x="1999488" y="496824"/>
                </a:lnTo>
                <a:lnTo>
                  <a:pt x="1999488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403853" y="3409950"/>
            <a:ext cx="1999614" cy="497205"/>
          </a:xfrm>
          <a:prstGeom prst="rect">
            <a:avLst/>
          </a:prstGeom>
          <a:ln w="28956">
            <a:solidFill>
              <a:srgbClr val="B9BBB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2555" marR="114300" indent="76200">
              <a:lnSpc>
                <a:spcPct val="100000"/>
              </a:lnSpc>
            </a:pP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onfo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5" dirty="0">
                <a:latin typeface="Verdana"/>
                <a:cs typeface="Verdana"/>
              </a:rPr>
              <a:t>mi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é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aux exige</a:t>
            </a:r>
            <a:r>
              <a:rPr sz="1600" spc="-3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5" dirty="0">
                <a:latin typeface="Verdana"/>
                <a:cs typeface="Verdana"/>
              </a:rPr>
              <a:t>ien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50492" y="6143244"/>
            <a:ext cx="276923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* 3.4</a:t>
            </a:r>
            <a:r>
              <a:rPr sz="1000" i="1" spc="15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D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f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ts Per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Mill</a:t>
            </a:r>
            <a:r>
              <a:rPr sz="1000" i="1" spc="-10" dirty="0">
                <a:latin typeface="Calibri"/>
                <a:cs typeface="Calibri"/>
              </a:rPr>
              <a:t>ion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of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O</a:t>
            </a:r>
            <a:r>
              <a:rPr sz="1000" i="1" spc="-10" dirty="0">
                <a:latin typeface="Calibri"/>
                <a:cs typeface="Calibri"/>
              </a:rPr>
              <a:t>ppo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tunities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= </a:t>
            </a:r>
            <a:r>
              <a:rPr sz="1000" i="1" spc="-15" dirty="0">
                <a:latin typeface="Calibri"/>
                <a:cs typeface="Calibri"/>
              </a:rPr>
              <a:t>D</a:t>
            </a:r>
            <a:r>
              <a:rPr sz="1000" i="1" spc="-10" dirty="0">
                <a:latin typeface="Calibri"/>
                <a:cs typeface="Calibri"/>
              </a:rPr>
              <a:t>PMO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907285" y="2143505"/>
            <a:ext cx="1183005" cy="783590"/>
          </a:xfrm>
          <a:custGeom>
            <a:avLst/>
            <a:gdLst/>
            <a:ahLst/>
            <a:cxnLst/>
            <a:rect l="l" t="t" r="r" b="b"/>
            <a:pathLst>
              <a:path w="1183005" h="783589">
                <a:moveTo>
                  <a:pt x="0" y="783336"/>
                </a:moveTo>
                <a:lnTo>
                  <a:pt x="1182624" y="783336"/>
                </a:lnTo>
                <a:lnTo>
                  <a:pt x="1182624" y="0"/>
                </a:lnTo>
                <a:lnTo>
                  <a:pt x="0" y="0"/>
                </a:lnTo>
                <a:lnTo>
                  <a:pt x="0" y="7833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453896" y="2290445"/>
            <a:ext cx="354965" cy="734695"/>
          </a:xfrm>
          <a:custGeom>
            <a:avLst/>
            <a:gdLst/>
            <a:ahLst/>
            <a:cxnLst/>
            <a:rect l="l" t="t" r="r" b="b"/>
            <a:pathLst>
              <a:path w="354964" h="734694">
                <a:moveTo>
                  <a:pt x="354838" y="0"/>
                </a:moveTo>
                <a:lnTo>
                  <a:pt x="0" y="734314"/>
                </a:lnTo>
              </a:path>
            </a:pathLst>
          </a:custGeom>
          <a:ln w="25908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907285" y="2143505"/>
            <a:ext cx="1183005" cy="783590"/>
          </a:xfrm>
          <a:prstGeom prst="rect">
            <a:avLst/>
          </a:prstGeom>
          <a:ln w="25908">
            <a:solidFill>
              <a:srgbClr val="E36C0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0489" marR="104775" indent="-635" algn="ctr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Spé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ifi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tion i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1400" spc="-35" dirty="0">
                <a:solidFill>
                  <a:srgbClr val="404040"/>
                </a:solidFill>
                <a:latin typeface="Calibri"/>
                <a:cs typeface="Calibri"/>
              </a:rPr>
              <a:t>f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érie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sz="1400" spc="-2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u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lie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653278" y="2122170"/>
            <a:ext cx="1198245" cy="782320"/>
          </a:xfrm>
          <a:custGeom>
            <a:avLst/>
            <a:gdLst/>
            <a:ahLst/>
            <a:cxnLst/>
            <a:rect l="l" t="t" r="r" b="b"/>
            <a:pathLst>
              <a:path w="1198245" h="782319">
                <a:moveTo>
                  <a:pt x="0" y="781812"/>
                </a:moveTo>
                <a:lnTo>
                  <a:pt x="1197864" y="781812"/>
                </a:lnTo>
                <a:lnTo>
                  <a:pt x="1197864" y="0"/>
                </a:lnTo>
                <a:lnTo>
                  <a:pt x="0" y="0"/>
                </a:lnTo>
                <a:lnTo>
                  <a:pt x="0" y="7818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950964" y="2268727"/>
            <a:ext cx="359410" cy="733425"/>
          </a:xfrm>
          <a:custGeom>
            <a:avLst/>
            <a:gdLst/>
            <a:ahLst/>
            <a:cxnLst/>
            <a:rect l="l" t="t" r="r" b="b"/>
            <a:pathLst>
              <a:path w="359409" h="733425">
                <a:moveTo>
                  <a:pt x="0" y="0"/>
                </a:moveTo>
                <a:lnTo>
                  <a:pt x="359410" y="732917"/>
                </a:lnTo>
              </a:path>
            </a:pathLst>
          </a:custGeom>
          <a:ln w="25908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653278" y="2122170"/>
            <a:ext cx="1198245" cy="782320"/>
          </a:xfrm>
          <a:prstGeom prst="rect">
            <a:avLst/>
          </a:prstGeom>
          <a:ln w="25908">
            <a:solidFill>
              <a:srgbClr val="E36C0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2550" marR="74295" indent="-635" algn="ctr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Spé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ifi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tion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su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érie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sz="1400" spc="-2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u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lie</a:t>
            </a:r>
            <a:r>
              <a:rPr sz="1400" spc="-25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504950" y="3629786"/>
            <a:ext cx="1899920" cy="86995"/>
          </a:xfrm>
          <a:custGeom>
            <a:avLst/>
            <a:gdLst/>
            <a:ahLst/>
            <a:cxnLst/>
            <a:rect l="l" t="t" r="r" b="b"/>
            <a:pathLst>
              <a:path w="1899920" h="86995">
                <a:moveTo>
                  <a:pt x="86487" y="0"/>
                </a:moveTo>
                <a:lnTo>
                  <a:pt x="0" y="44069"/>
                </a:lnTo>
                <a:lnTo>
                  <a:pt x="87249" y="86868"/>
                </a:lnTo>
                <a:lnTo>
                  <a:pt x="86996" y="58039"/>
                </a:lnTo>
                <a:lnTo>
                  <a:pt x="72516" y="58039"/>
                </a:lnTo>
                <a:lnTo>
                  <a:pt x="72262" y="29083"/>
                </a:lnTo>
                <a:lnTo>
                  <a:pt x="86741" y="28964"/>
                </a:lnTo>
                <a:lnTo>
                  <a:pt x="86487" y="0"/>
                </a:lnTo>
                <a:close/>
              </a:path>
              <a:path w="1899920" h="86995">
                <a:moveTo>
                  <a:pt x="86741" y="28964"/>
                </a:moveTo>
                <a:lnTo>
                  <a:pt x="72262" y="29083"/>
                </a:lnTo>
                <a:lnTo>
                  <a:pt x="72516" y="58039"/>
                </a:lnTo>
                <a:lnTo>
                  <a:pt x="86995" y="57920"/>
                </a:lnTo>
                <a:lnTo>
                  <a:pt x="86741" y="28964"/>
                </a:lnTo>
                <a:close/>
              </a:path>
              <a:path w="1899920" h="86995">
                <a:moveTo>
                  <a:pt x="86995" y="57920"/>
                </a:moveTo>
                <a:lnTo>
                  <a:pt x="72516" y="58039"/>
                </a:lnTo>
                <a:lnTo>
                  <a:pt x="86996" y="58039"/>
                </a:lnTo>
                <a:close/>
              </a:path>
              <a:path w="1899920" h="86995">
                <a:moveTo>
                  <a:pt x="1899158" y="14097"/>
                </a:moveTo>
                <a:lnTo>
                  <a:pt x="86741" y="28964"/>
                </a:lnTo>
                <a:lnTo>
                  <a:pt x="86995" y="57920"/>
                </a:lnTo>
                <a:lnTo>
                  <a:pt x="1899412" y="43053"/>
                </a:lnTo>
                <a:lnTo>
                  <a:pt x="1899158" y="14097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403341" y="3613530"/>
            <a:ext cx="1916430" cy="86995"/>
          </a:xfrm>
          <a:custGeom>
            <a:avLst/>
            <a:gdLst/>
            <a:ahLst/>
            <a:cxnLst/>
            <a:rect l="l" t="t" r="r" b="b"/>
            <a:pathLst>
              <a:path w="1916429" h="86995">
                <a:moveTo>
                  <a:pt x="1887093" y="28956"/>
                </a:moveTo>
                <a:lnTo>
                  <a:pt x="1843405" y="28956"/>
                </a:lnTo>
                <a:lnTo>
                  <a:pt x="1843532" y="57912"/>
                </a:lnTo>
                <a:lnTo>
                  <a:pt x="1829011" y="57926"/>
                </a:lnTo>
                <a:lnTo>
                  <a:pt x="1829054" y="86868"/>
                </a:lnTo>
                <a:lnTo>
                  <a:pt x="1915922" y="43307"/>
                </a:lnTo>
                <a:lnTo>
                  <a:pt x="1887093" y="28956"/>
                </a:lnTo>
                <a:close/>
              </a:path>
              <a:path w="1916429" h="86995">
                <a:moveTo>
                  <a:pt x="1828969" y="28969"/>
                </a:moveTo>
                <a:lnTo>
                  <a:pt x="0" y="30734"/>
                </a:lnTo>
                <a:lnTo>
                  <a:pt x="0" y="59690"/>
                </a:lnTo>
                <a:lnTo>
                  <a:pt x="1829011" y="57926"/>
                </a:lnTo>
                <a:lnTo>
                  <a:pt x="1828969" y="28969"/>
                </a:lnTo>
                <a:close/>
              </a:path>
              <a:path w="1916429" h="86995">
                <a:moveTo>
                  <a:pt x="1843405" y="28956"/>
                </a:moveTo>
                <a:lnTo>
                  <a:pt x="1828969" y="28969"/>
                </a:lnTo>
                <a:lnTo>
                  <a:pt x="1829011" y="57926"/>
                </a:lnTo>
                <a:lnTo>
                  <a:pt x="1843532" y="57912"/>
                </a:lnTo>
                <a:lnTo>
                  <a:pt x="1843405" y="28956"/>
                </a:lnTo>
                <a:close/>
              </a:path>
              <a:path w="1916429" h="86995">
                <a:moveTo>
                  <a:pt x="1828927" y="0"/>
                </a:moveTo>
                <a:lnTo>
                  <a:pt x="1828969" y="28969"/>
                </a:lnTo>
                <a:lnTo>
                  <a:pt x="1887093" y="28956"/>
                </a:lnTo>
                <a:lnTo>
                  <a:pt x="1828927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10768"/>
            <a:ext cx="541210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spc="-5" dirty="0">
                <a:latin typeface="Verdana"/>
                <a:cs typeface="Verdana"/>
              </a:rPr>
              <a:t>Qu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ll</a:t>
            </a:r>
            <a:r>
              <a:rPr sz="1800" dirty="0">
                <a:latin typeface="Verdana"/>
                <a:cs typeface="Verdana"/>
              </a:rPr>
              <a:t>e 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st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or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ne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x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dirty="0">
                <a:latin typeface="Verdana"/>
                <a:cs typeface="Verdana"/>
              </a:rPr>
              <a:t>ma –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DMAIC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96083" y="2348483"/>
            <a:ext cx="4535424" cy="30342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6240" y="1124711"/>
            <a:ext cx="1223772" cy="16291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42872" y="3332988"/>
            <a:ext cx="1367027" cy="1735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8912" y="2237232"/>
            <a:ext cx="1665732" cy="24612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6379" y="2493264"/>
            <a:ext cx="1206500" cy="1960245"/>
          </a:xfrm>
          <a:custGeom>
            <a:avLst/>
            <a:gdLst/>
            <a:ahLst/>
            <a:cxnLst/>
            <a:rect l="l" t="t" r="r" b="b"/>
            <a:pathLst>
              <a:path w="1206500" h="1960245">
                <a:moveTo>
                  <a:pt x="975554" y="1881947"/>
                </a:moveTo>
                <a:lnTo>
                  <a:pt x="957884" y="1959864"/>
                </a:lnTo>
                <a:lnTo>
                  <a:pt x="1206169" y="1899031"/>
                </a:lnTo>
                <a:lnTo>
                  <a:pt x="1198731" y="1892935"/>
                </a:lnTo>
                <a:lnTo>
                  <a:pt x="1008176" y="1892935"/>
                </a:lnTo>
                <a:lnTo>
                  <a:pt x="975554" y="1881947"/>
                </a:lnTo>
                <a:close/>
              </a:path>
              <a:path w="1206500" h="1960245">
                <a:moveTo>
                  <a:pt x="992494" y="1807251"/>
                </a:moveTo>
                <a:lnTo>
                  <a:pt x="975554" y="1881947"/>
                </a:lnTo>
                <a:lnTo>
                  <a:pt x="1008176" y="1892935"/>
                </a:lnTo>
                <a:lnTo>
                  <a:pt x="1032560" y="1820799"/>
                </a:lnTo>
                <a:lnTo>
                  <a:pt x="992494" y="1807251"/>
                </a:lnTo>
                <a:close/>
              </a:path>
              <a:path w="1206500" h="1960245">
                <a:moveTo>
                  <a:pt x="1008430" y="1736978"/>
                </a:moveTo>
                <a:lnTo>
                  <a:pt x="992494" y="1807251"/>
                </a:lnTo>
                <a:lnTo>
                  <a:pt x="1032560" y="1820799"/>
                </a:lnTo>
                <a:lnTo>
                  <a:pt x="1008176" y="1892935"/>
                </a:lnTo>
                <a:lnTo>
                  <a:pt x="1198731" y="1892935"/>
                </a:lnTo>
                <a:lnTo>
                  <a:pt x="1008430" y="1736978"/>
                </a:lnTo>
                <a:close/>
              </a:path>
              <a:path w="1206500" h="1960245">
                <a:moveTo>
                  <a:pt x="153018" y="226531"/>
                </a:moveTo>
                <a:lnTo>
                  <a:pt x="76888" y="230087"/>
                </a:lnTo>
                <a:lnTo>
                  <a:pt x="79514" y="268859"/>
                </a:lnTo>
                <a:lnTo>
                  <a:pt x="90373" y="358775"/>
                </a:lnTo>
                <a:lnTo>
                  <a:pt x="104063" y="447294"/>
                </a:lnTo>
                <a:lnTo>
                  <a:pt x="120459" y="534924"/>
                </a:lnTo>
                <a:lnTo>
                  <a:pt x="139573" y="621411"/>
                </a:lnTo>
                <a:lnTo>
                  <a:pt x="161277" y="706755"/>
                </a:lnTo>
                <a:lnTo>
                  <a:pt x="185407" y="790575"/>
                </a:lnTo>
                <a:lnTo>
                  <a:pt x="211848" y="872870"/>
                </a:lnTo>
                <a:lnTo>
                  <a:pt x="240614" y="953388"/>
                </a:lnTo>
                <a:lnTo>
                  <a:pt x="271513" y="1032129"/>
                </a:lnTo>
                <a:lnTo>
                  <a:pt x="304469" y="1108583"/>
                </a:lnTo>
                <a:lnTo>
                  <a:pt x="339356" y="1182878"/>
                </a:lnTo>
                <a:lnTo>
                  <a:pt x="376123" y="1254887"/>
                </a:lnTo>
                <a:lnTo>
                  <a:pt x="414769" y="1324102"/>
                </a:lnTo>
                <a:lnTo>
                  <a:pt x="454977" y="1390650"/>
                </a:lnTo>
                <a:lnTo>
                  <a:pt x="496798" y="1454277"/>
                </a:lnTo>
                <a:lnTo>
                  <a:pt x="540143" y="1514729"/>
                </a:lnTo>
                <a:lnTo>
                  <a:pt x="584936" y="1572006"/>
                </a:lnTo>
                <a:lnTo>
                  <a:pt x="631113" y="1625727"/>
                </a:lnTo>
                <a:lnTo>
                  <a:pt x="678357" y="1676019"/>
                </a:lnTo>
                <a:lnTo>
                  <a:pt x="726871" y="1722374"/>
                </a:lnTo>
                <a:lnTo>
                  <a:pt x="776528" y="1764791"/>
                </a:lnTo>
                <a:lnTo>
                  <a:pt x="827201" y="1803019"/>
                </a:lnTo>
                <a:lnTo>
                  <a:pt x="878763" y="1836927"/>
                </a:lnTo>
                <a:lnTo>
                  <a:pt x="933246" y="1867535"/>
                </a:lnTo>
                <a:lnTo>
                  <a:pt x="975554" y="1881947"/>
                </a:lnTo>
                <a:lnTo>
                  <a:pt x="992494" y="1807251"/>
                </a:lnTo>
                <a:lnTo>
                  <a:pt x="970587" y="1799844"/>
                </a:lnTo>
                <a:lnTo>
                  <a:pt x="968425" y="1799844"/>
                </a:lnTo>
                <a:lnTo>
                  <a:pt x="961948" y="1796923"/>
                </a:lnTo>
                <a:lnTo>
                  <a:pt x="963181" y="1796923"/>
                </a:lnTo>
                <a:lnTo>
                  <a:pt x="920546" y="1773174"/>
                </a:lnTo>
                <a:lnTo>
                  <a:pt x="873048" y="1742186"/>
                </a:lnTo>
                <a:lnTo>
                  <a:pt x="825931" y="1706879"/>
                </a:lnTo>
                <a:lnTo>
                  <a:pt x="779576" y="1667256"/>
                </a:lnTo>
                <a:lnTo>
                  <a:pt x="733729" y="1623695"/>
                </a:lnTo>
                <a:lnTo>
                  <a:pt x="688898" y="1576197"/>
                </a:lnTo>
                <a:lnTo>
                  <a:pt x="644956" y="1525016"/>
                </a:lnTo>
                <a:lnTo>
                  <a:pt x="602068" y="1470406"/>
                </a:lnTo>
                <a:lnTo>
                  <a:pt x="560451" y="1412367"/>
                </a:lnTo>
                <a:lnTo>
                  <a:pt x="520166" y="1351153"/>
                </a:lnTo>
                <a:lnTo>
                  <a:pt x="481317" y="1287018"/>
                </a:lnTo>
                <a:lnTo>
                  <a:pt x="443953" y="1220089"/>
                </a:lnTo>
                <a:lnTo>
                  <a:pt x="408330" y="1150493"/>
                </a:lnTo>
                <a:lnTo>
                  <a:pt x="374446" y="1078484"/>
                </a:lnTo>
                <a:lnTo>
                  <a:pt x="342442" y="1004188"/>
                </a:lnTo>
                <a:lnTo>
                  <a:pt x="312381" y="927735"/>
                </a:lnTo>
                <a:lnTo>
                  <a:pt x="284378" y="849503"/>
                </a:lnTo>
                <a:lnTo>
                  <a:pt x="258622" y="769493"/>
                </a:lnTo>
                <a:lnTo>
                  <a:pt x="235127" y="687958"/>
                </a:lnTo>
                <a:lnTo>
                  <a:pt x="213969" y="605028"/>
                </a:lnTo>
                <a:lnTo>
                  <a:pt x="195364" y="520827"/>
                </a:lnTo>
                <a:lnTo>
                  <a:pt x="179374" y="435609"/>
                </a:lnTo>
                <a:lnTo>
                  <a:pt x="166014" y="349630"/>
                </a:lnTo>
                <a:lnTo>
                  <a:pt x="155536" y="263778"/>
                </a:lnTo>
                <a:lnTo>
                  <a:pt x="153018" y="226531"/>
                </a:lnTo>
                <a:close/>
              </a:path>
              <a:path w="1206500" h="1960245">
                <a:moveTo>
                  <a:pt x="961948" y="1796923"/>
                </a:moveTo>
                <a:lnTo>
                  <a:pt x="968425" y="1799844"/>
                </a:lnTo>
                <a:lnTo>
                  <a:pt x="965086" y="1797984"/>
                </a:lnTo>
                <a:lnTo>
                  <a:pt x="961948" y="1796923"/>
                </a:lnTo>
                <a:close/>
              </a:path>
              <a:path w="1206500" h="1960245">
                <a:moveTo>
                  <a:pt x="965086" y="1797984"/>
                </a:moveTo>
                <a:lnTo>
                  <a:pt x="968425" y="1799844"/>
                </a:lnTo>
                <a:lnTo>
                  <a:pt x="970587" y="1799844"/>
                </a:lnTo>
                <a:lnTo>
                  <a:pt x="965086" y="1797984"/>
                </a:lnTo>
                <a:close/>
              </a:path>
              <a:path w="1206500" h="1960245">
                <a:moveTo>
                  <a:pt x="963181" y="1796923"/>
                </a:moveTo>
                <a:lnTo>
                  <a:pt x="961948" y="1796923"/>
                </a:lnTo>
                <a:lnTo>
                  <a:pt x="965086" y="1797984"/>
                </a:lnTo>
                <a:lnTo>
                  <a:pt x="963181" y="1796923"/>
                </a:lnTo>
                <a:close/>
              </a:path>
              <a:path w="1206500" h="1960245">
                <a:moveTo>
                  <a:pt x="103428" y="0"/>
                </a:moveTo>
                <a:lnTo>
                  <a:pt x="0" y="233679"/>
                </a:lnTo>
                <a:lnTo>
                  <a:pt x="76888" y="230087"/>
                </a:lnTo>
                <a:lnTo>
                  <a:pt x="74371" y="192912"/>
                </a:lnTo>
                <a:lnTo>
                  <a:pt x="150393" y="187705"/>
                </a:lnTo>
                <a:lnTo>
                  <a:pt x="208569" y="187705"/>
                </a:lnTo>
                <a:lnTo>
                  <a:pt x="103428" y="0"/>
                </a:lnTo>
                <a:close/>
              </a:path>
              <a:path w="1206500" h="1960245">
                <a:moveTo>
                  <a:pt x="150393" y="187705"/>
                </a:moveTo>
                <a:lnTo>
                  <a:pt x="74371" y="192912"/>
                </a:lnTo>
                <a:lnTo>
                  <a:pt x="76888" y="230087"/>
                </a:lnTo>
                <a:lnTo>
                  <a:pt x="153018" y="226531"/>
                </a:lnTo>
                <a:lnTo>
                  <a:pt x="150393" y="187705"/>
                </a:lnTo>
                <a:close/>
              </a:path>
              <a:path w="1206500" h="1960245">
                <a:moveTo>
                  <a:pt x="208569" y="187705"/>
                </a:moveTo>
                <a:lnTo>
                  <a:pt x="150393" y="187705"/>
                </a:lnTo>
                <a:lnTo>
                  <a:pt x="153018" y="226531"/>
                </a:lnTo>
                <a:lnTo>
                  <a:pt x="228346" y="223011"/>
                </a:lnTo>
                <a:lnTo>
                  <a:pt x="208569" y="187705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30932" y="1110768"/>
            <a:ext cx="6753859" cy="3470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02565" indent="-342900" algn="just">
              <a:lnSpc>
                <a:spcPct val="1501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10" dirty="0">
                <a:latin typeface="Verdana"/>
                <a:cs typeface="Verdana"/>
              </a:rPr>
              <a:t>1</a:t>
            </a:r>
            <a:r>
              <a:rPr sz="1800" b="1" dirty="0">
                <a:latin typeface="Verdana"/>
                <a:cs typeface="Verdana"/>
              </a:rPr>
              <a:t>9</a:t>
            </a:r>
            <a:r>
              <a:rPr sz="1800" b="1" spc="-10" dirty="0">
                <a:latin typeface="Verdana"/>
                <a:cs typeface="Verdana"/>
              </a:rPr>
              <a:t>3</a:t>
            </a:r>
            <a:r>
              <a:rPr sz="1800" b="1" dirty="0">
                <a:latin typeface="Verdana"/>
                <a:cs typeface="Verdana"/>
              </a:rPr>
              <a:t>1 </a:t>
            </a:r>
            <a:r>
              <a:rPr sz="1800" b="1" spc="-2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 </a:t>
            </a:r>
            <a:r>
              <a:rPr sz="1800" spc="-26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W</a:t>
            </a:r>
            <a:r>
              <a:rPr sz="1800" i="1" dirty="0">
                <a:latin typeface="Verdana"/>
                <a:cs typeface="Verdana"/>
              </a:rPr>
              <a:t>al</a:t>
            </a:r>
            <a:r>
              <a:rPr sz="1800" i="1" spc="-10" dirty="0">
                <a:latin typeface="Verdana"/>
                <a:cs typeface="Verdana"/>
              </a:rPr>
              <a:t>t</a:t>
            </a:r>
            <a:r>
              <a:rPr sz="1800" i="1" spc="-5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r </a:t>
            </a:r>
            <a:r>
              <a:rPr sz="1800" i="1" spc="-26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A</a:t>
            </a:r>
            <a:r>
              <a:rPr sz="1800" i="1" dirty="0">
                <a:latin typeface="Verdana"/>
                <a:cs typeface="Verdana"/>
              </a:rPr>
              <a:t>. </a:t>
            </a:r>
            <a:r>
              <a:rPr sz="1800" i="1" spc="-254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dirty="0">
                <a:latin typeface="Verdana"/>
                <a:cs typeface="Verdana"/>
              </a:rPr>
              <a:t>h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spc="-5" dirty="0">
                <a:latin typeface="Verdana"/>
                <a:cs typeface="Verdana"/>
              </a:rPr>
              <a:t>whar</a:t>
            </a:r>
            <a:r>
              <a:rPr sz="1800" i="1" dirty="0">
                <a:latin typeface="Verdana"/>
                <a:cs typeface="Verdana"/>
              </a:rPr>
              <a:t>t </a:t>
            </a:r>
            <a:r>
              <a:rPr sz="1800" i="1" spc="-26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– </a:t>
            </a:r>
            <a:r>
              <a:rPr sz="1800" i="1" spc="-270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i</a:t>
            </a:r>
            <a:r>
              <a:rPr sz="1800" i="1" spc="5" dirty="0">
                <a:latin typeface="Verdana"/>
                <a:cs typeface="Verdana"/>
              </a:rPr>
              <a:t>n</a:t>
            </a:r>
            <a:r>
              <a:rPr sz="1800" i="1" dirty="0">
                <a:latin typeface="Verdana"/>
                <a:cs typeface="Verdana"/>
              </a:rPr>
              <a:t>g</a:t>
            </a:r>
            <a:r>
              <a:rPr sz="1800" i="1" spc="-15" dirty="0">
                <a:latin typeface="Verdana"/>
                <a:cs typeface="Verdana"/>
              </a:rPr>
              <a:t>é</a:t>
            </a:r>
            <a:r>
              <a:rPr sz="1800" i="1" spc="5" dirty="0">
                <a:latin typeface="Verdana"/>
                <a:cs typeface="Verdana"/>
              </a:rPr>
              <a:t>n</a:t>
            </a:r>
            <a:r>
              <a:rPr sz="1800" i="1" spc="-5" dirty="0">
                <a:latin typeface="Verdana"/>
                <a:cs typeface="Verdana"/>
              </a:rPr>
              <a:t>ieu</a:t>
            </a:r>
            <a:r>
              <a:rPr sz="1800" i="1" dirty="0">
                <a:latin typeface="Verdana"/>
                <a:cs typeface="Verdana"/>
              </a:rPr>
              <a:t>r </a:t>
            </a:r>
            <a:r>
              <a:rPr sz="1800" i="1" spc="-254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st</a:t>
            </a:r>
            <a:r>
              <a:rPr sz="1800" i="1" spc="-10" dirty="0">
                <a:latin typeface="Verdana"/>
                <a:cs typeface="Verdana"/>
              </a:rPr>
              <a:t>a</a:t>
            </a:r>
            <a:r>
              <a:rPr sz="1800" i="1" dirty="0">
                <a:latin typeface="Verdana"/>
                <a:cs typeface="Verdana"/>
              </a:rPr>
              <a:t>ti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spc="5" dirty="0">
                <a:latin typeface="Verdana"/>
                <a:cs typeface="Verdana"/>
              </a:rPr>
              <a:t>t</a:t>
            </a:r>
            <a:r>
              <a:rPr sz="1800" i="1" spc="-5" dirty="0">
                <a:latin typeface="Verdana"/>
                <a:cs typeface="Verdana"/>
              </a:rPr>
              <a:t>ici</a:t>
            </a:r>
            <a:r>
              <a:rPr sz="1800" i="1" spc="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n </a:t>
            </a:r>
            <a:r>
              <a:rPr sz="1800" i="1" spc="-15" dirty="0">
                <a:latin typeface="Verdana"/>
                <a:cs typeface="Verdana"/>
              </a:rPr>
              <a:t>ch</a:t>
            </a:r>
            <a:r>
              <a:rPr sz="1800" i="1" spc="-2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z</a:t>
            </a:r>
            <a:r>
              <a:rPr sz="1800" i="1" spc="204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B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spc="-5" dirty="0">
                <a:latin typeface="Verdana"/>
                <a:cs typeface="Verdana"/>
              </a:rPr>
              <a:t>l</a:t>
            </a:r>
            <a:r>
              <a:rPr sz="1800" i="1" dirty="0">
                <a:latin typeface="Verdana"/>
                <a:cs typeface="Verdana"/>
              </a:rPr>
              <a:t>l</a:t>
            </a:r>
            <a:r>
              <a:rPr sz="1800" i="1" spc="229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Te</a:t>
            </a:r>
            <a:r>
              <a:rPr sz="1800" i="1" spc="10" dirty="0">
                <a:latin typeface="Verdana"/>
                <a:cs typeface="Verdana"/>
              </a:rPr>
              <a:t>l</a:t>
            </a:r>
            <a:r>
              <a:rPr sz="1800" i="1" spc="-15" dirty="0">
                <a:latin typeface="Verdana"/>
                <a:cs typeface="Verdana"/>
              </a:rPr>
              <a:t>e</a:t>
            </a:r>
            <a:r>
              <a:rPr sz="1800" i="1" spc="-30" dirty="0">
                <a:latin typeface="Verdana"/>
                <a:cs typeface="Verdana"/>
              </a:rPr>
              <a:t>p</a:t>
            </a:r>
            <a:r>
              <a:rPr sz="1800" i="1" spc="-15" dirty="0">
                <a:latin typeface="Verdana"/>
                <a:cs typeface="Verdana"/>
              </a:rPr>
              <a:t>hone</a:t>
            </a:r>
            <a:r>
              <a:rPr sz="1800" i="1" spc="22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La</a:t>
            </a:r>
            <a:r>
              <a:rPr sz="1800" i="1" spc="-25" dirty="0">
                <a:latin typeface="Verdana"/>
                <a:cs typeface="Verdana"/>
              </a:rPr>
              <a:t>b</a:t>
            </a:r>
            <a:r>
              <a:rPr sz="1800" i="1" spc="-10" dirty="0">
                <a:latin typeface="Verdana"/>
                <a:cs typeface="Verdana"/>
              </a:rPr>
              <a:t>orato</a:t>
            </a:r>
            <a:r>
              <a:rPr sz="1800" i="1" spc="-15" dirty="0">
                <a:latin typeface="Verdana"/>
                <a:cs typeface="Verdana"/>
              </a:rPr>
              <a:t>r</a:t>
            </a:r>
            <a:r>
              <a:rPr sz="1800" i="1" spc="-5" dirty="0">
                <a:latin typeface="Verdana"/>
                <a:cs typeface="Verdana"/>
              </a:rPr>
              <a:t>ie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spc="21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–</a:t>
            </a:r>
            <a:r>
              <a:rPr sz="1800" i="1" spc="21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spc="-5" dirty="0">
                <a:latin typeface="Verdana"/>
                <a:cs typeface="Verdana"/>
              </a:rPr>
              <a:t>u</a:t>
            </a:r>
            <a:r>
              <a:rPr sz="1800" i="1" spc="-10" dirty="0">
                <a:latin typeface="Verdana"/>
                <a:cs typeface="Verdana"/>
              </a:rPr>
              <a:t>b</a:t>
            </a:r>
            <a:r>
              <a:rPr sz="1800" i="1" spc="5" dirty="0">
                <a:latin typeface="Verdana"/>
                <a:cs typeface="Verdana"/>
              </a:rPr>
              <a:t>li</a:t>
            </a:r>
            <a:r>
              <a:rPr sz="1800" i="1" spc="-15" dirty="0">
                <a:latin typeface="Verdana"/>
                <a:cs typeface="Verdana"/>
              </a:rPr>
              <a:t>e</a:t>
            </a:r>
            <a:r>
              <a:rPr sz="1800" i="1" spc="2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‘</a:t>
            </a:r>
            <a:r>
              <a:rPr sz="1800" i="1" spc="-5" dirty="0">
                <a:latin typeface="Verdana"/>
                <a:cs typeface="Verdana"/>
              </a:rPr>
              <a:t>Economic Contro</a:t>
            </a:r>
            <a:r>
              <a:rPr sz="1800" i="1" dirty="0">
                <a:latin typeface="Verdana"/>
                <a:cs typeface="Verdana"/>
              </a:rPr>
              <a:t>l </a:t>
            </a:r>
            <a:r>
              <a:rPr sz="1800" i="1" spc="-225" dirty="0">
                <a:latin typeface="Verdana"/>
                <a:cs typeface="Verdana"/>
              </a:rPr>
              <a:t> </a:t>
            </a:r>
            <a:r>
              <a:rPr sz="1800" i="1" spc="-20" dirty="0">
                <a:latin typeface="Verdana"/>
                <a:cs typeface="Verdana"/>
              </a:rPr>
              <a:t>o</a:t>
            </a:r>
            <a:r>
              <a:rPr sz="1800" i="1" spc="-10" dirty="0">
                <a:latin typeface="Verdana"/>
                <a:cs typeface="Verdana"/>
              </a:rPr>
              <a:t>f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22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Q</a:t>
            </a:r>
            <a:r>
              <a:rPr sz="1800" i="1" dirty="0">
                <a:latin typeface="Verdana"/>
                <a:cs typeface="Verdana"/>
              </a:rPr>
              <a:t>uality </a:t>
            </a:r>
            <a:r>
              <a:rPr sz="1800" i="1" spc="-225" dirty="0">
                <a:latin typeface="Verdana"/>
                <a:cs typeface="Verdana"/>
              </a:rPr>
              <a:t> </a:t>
            </a:r>
            <a:r>
              <a:rPr sz="1800" i="1" spc="-20" dirty="0">
                <a:latin typeface="Verdana"/>
                <a:cs typeface="Verdana"/>
              </a:rPr>
              <a:t>o</a:t>
            </a:r>
            <a:r>
              <a:rPr sz="1800" i="1" spc="-10" dirty="0">
                <a:latin typeface="Verdana"/>
                <a:cs typeface="Verdana"/>
              </a:rPr>
              <a:t>f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220" dirty="0">
                <a:latin typeface="Verdana"/>
                <a:cs typeface="Verdana"/>
              </a:rPr>
              <a:t> </a:t>
            </a:r>
            <a:r>
              <a:rPr sz="1800" i="1" spc="-25" dirty="0">
                <a:latin typeface="Verdana"/>
                <a:cs typeface="Verdana"/>
              </a:rPr>
              <a:t>M</a:t>
            </a:r>
            <a:r>
              <a:rPr sz="1800" i="1" spc="-30" dirty="0">
                <a:latin typeface="Verdana"/>
                <a:cs typeface="Verdana"/>
              </a:rPr>
              <a:t>a</a:t>
            </a:r>
            <a:r>
              <a:rPr sz="1800" i="1" spc="-10" dirty="0">
                <a:latin typeface="Verdana"/>
                <a:cs typeface="Verdana"/>
              </a:rPr>
              <a:t>nufactur</a:t>
            </a:r>
            <a:r>
              <a:rPr sz="1800" i="1" spc="-2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d </a:t>
            </a:r>
            <a:r>
              <a:rPr sz="1800" i="1" spc="-229" dirty="0">
                <a:latin typeface="Verdana"/>
                <a:cs typeface="Verdana"/>
              </a:rPr>
              <a:t> </a:t>
            </a:r>
            <a:r>
              <a:rPr sz="1800" i="1" spc="5" dirty="0">
                <a:latin typeface="Verdana"/>
                <a:cs typeface="Verdana"/>
              </a:rPr>
              <a:t>P</a:t>
            </a:r>
            <a:r>
              <a:rPr sz="1800" i="1" dirty="0">
                <a:latin typeface="Verdana"/>
                <a:cs typeface="Verdana"/>
              </a:rPr>
              <a:t>ro</a:t>
            </a:r>
            <a:r>
              <a:rPr sz="1800" i="1" spc="-10" dirty="0">
                <a:latin typeface="Verdana"/>
                <a:cs typeface="Verdana"/>
              </a:rPr>
              <a:t>d</a:t>
            </a:r>
            <a:r>
              <a:rPr sz="1800" i="1" dirty="0">
                <a:latin typeface="Verdana"/>
                <a:cs typeface="Verdana"/>
              </a:rPr>
              <a:t>ucts’ </a:t>
            </a:r>
            <a:r>
              <a:rPr sz="1800" i="1" spc="-229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2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le </a:t>
            </a:r>
            <a:r>
              <a:rPr sz="1800" spc="-10" dirty="0">
                <a:latin typeface="Verdana"/>
                <a:cs typeface="Verdana"/>
              </a:rPr>
              <a:t>contrô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sta</a:t>
            </a:r>
            <a:r>
              <a:rPr sz="1800" spc="-15" dirty="0">
                <a:latin typeface="Verdana"/>
                <a:cs typeface="Verdana"/>
              </a:rPr>
              <a:t>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sti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10" dirty="0">
                <a:latin typeface="Verdana"/>
                <a:cs typeface="Verdana"/>
              </a:rPr>
              <a:t> q</a:t>
            </a:r>
            <a:r>
              <a:rPr sz="1800" spc="-15" dirty="0">
                <a:latin typeface="Verdana"/>
                <a:cs typeface="Verdana"/>
              </a:rPr>
              <a:t>ua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20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car</a:t>
            </a:r>
            <a:r>
              <a:rPr sz="1800" spc="-15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  </a:t>
            </a:r>
            <a:r>
              <a:rPr sz="1800" spc="-25" dirty="0">
                <a:latin typeface="Verdana"/>
                <a:cs typeface="Verdana"/>
              </a:rPr>
              <a:t>de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contrô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▪"/>
            </a:pPr>
            <a:endParaRPr sz="1650">
              <a:latin typeface="Times New Roman"/>
              <a:cs typeface="Times New Roman"/>
            </a:endParaRPr>
          </a:p>
          <a:p>
            <a:pPr marL="1348105" marR="5080" lvl="1" indent="-342900" algn="just">
              <a:lnSpc>
                <a:spcPct val="1501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1348740" algn="l"/>
              </a:tabLst>
            </a:pPr>
            <a:r>
              <a:rPr sz="1800" b="1" spc="-25" dirty="0">
                <a:latin typeface="Verdana"/>
                <a:cs typeface="Verdana"/>
              </a:rPr>
              <a:t>1</a:t>
            </a:r>
            <a:r>
              <a:rPr sz="1800" b="1" spc="-15" dirty="0">
                <a:latin typeface="Verdana"/>
                <a:cs typeface="Verdana"/>
              </a:rPr>
              <a:t>950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 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W</a:t>
            </a:r>
            <a:r>
              <a:rPr sz="1800" i="1" spc="-5" dirty="0">
                <a:latin typeface="Verdana"/>
                <a:cs typeface="Verdana"/>
              </a:rPr>
              <a:t>i</a:t>
            </a:r>
            <a:r>
              <a:rPr sz="1800" i="1" spc="5" dirty="0">
                <a:latin typeface="Verdana"/>
                <a:cs typeface="Verdana"/>
              </a:rPr>
              <a:t>l</a:t>
            </a:r>
            <a:r>
              <a:rPr sz="1800" i="1" spc="-5" dirty="0">
                <a:latin typeface="Verdana"/>
                <a:cs typeface="Verdana"/>
              </a:rPr>
              <a:t>l</a:t>
            </a:r>
            <a:r>
              <a:rPr sz="1800" i="1" spc="5" dirty="0">
                <a:latin typeface="Verdana"/>
                <a:cs typeface="Verdana"/>
              </a:rPr>
              <a:t>i</a:t>
            </a:r>
            <a:r>
              <a:rPr sz="1800" i="1" spc="-15" dirty="0">
                <a:latin typeface="Verdana"/>
                <a:cs typeface="Verdana"/>
              </a:rPr>
              <a:t>am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25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Edward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3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DEMIN</a:t>
            </a:r>
            <a:r>
              <a:rPr sz="1800" i="1" dirty="0">
                <a:latin typeface="Verdana"/>
                <a:cs typeface="Verdana"/>
              </a:rPr>
              <a:t>G </a:t>
            </a:r>
            <a:r>
              <a:rPr sz="1800" i="1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ut</a:t>
            </a:r>
            <a:r>
              <a:rPr sz="1800" spc="15" dirty="0">
                <a:latin typeface="Verdana"/>
                <a:cs typeface="Verdana"/>
              </a:rPr>
              <a:t>i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se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 t</a:t>
            </a:r>
            <a:r>
              <a:rPr sz="1800" spc="-50" dirty="0">
                <a:latin typeface="Verdana"/>
                <a:cs typeface="Verdana"/>
              </a:rPr>
              <a:t>r</a:t>
            </a:r>
            <a:r>
              <a:rPr sz="1800" spc="-30" dirty="0">
                <a:latin typeface="Verdana"/>
                <a:cs typeface="Verdana"/>
              </a:rPr>
              <a:t>a</a:t>
            </a:r>
            <a:r>
              <a:rPr sz="1800" spc="-50" dirty="0">
                <a:latin typeface="Verdana"/>
                <a:cs typeface="Verdana"/>
              </a:rPr>
              <a:t>v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30" dirty="0">
                <a:latin typeface="Verdana"/>
                <a:cs typeface="Verdana"/>
              </a:rPr>
              <a:t>u</a:t>
            </a:r>
            <a:r>
              <a:rPr sz="1800" spc="-15" dirty="0">
                <a:latin typeface="Verdana"/>
                <a:cs typeface="Verdana"/>
              </a:rPr>
              <a:t>x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She</a:t>
            </a:r>
            <a:r>
              <a:rPr sz="1800" spc="-25" dirty="0">
                <a:latin typeface="Verdana"/>
                <a:cs typeface="Verdana"/>
              </a:rPr>
              <a:t>w</a:t>
            </a:r>
            <a:r>
              <a:rPr sz="1800" spc="-10" dirty="0">
                <a:latin typeface="Verdana"/>
                <a:cs typeface="Verdana"/>
              </a:rPr>
              <a:t>art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1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spc="-5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ée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spc="2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PDCA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o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"</a:t>
            </a:r>
            <a:r>
              <a:rPr sz="1800" spc="-50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oue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Dem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ng"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64479" y="4285488"/>
            <a:ext cx="2807207" cy="22006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0932" y="1028472"/>
            <a:ext cx="6555105" cy="892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25" dirty="0">
                <a:latin typeface="Verdana"/>
                <a:cs typeface="Verdana"/>
              </a:rPr>
              <a:t>1</a:t>
            </a:r>
            <a:r>
              <a:rPr sz="1800" b="1" spc="-15" dirty="0">
                <a:latin typeface="Verdana"/>
                <a:cs typeface="Verdana"/>
              </a:rPr>
              <a:t>960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 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G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ne</a:t>
            </a:r>
            <a:r>
              <a:rPr sz="1800" spc="-55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al 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tr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forma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la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h</a:t>
            </a:r>
            <a:r>
              <a:rPr sz="1800" spc="5" dirty="0">
                <a:latin typeface="Verdana"/>
                <a:cs typeface="Verdana"/>
              </a:rPr>
              <a:t>il</a:t>
            </a:r>
            <a:r>
              <a:rPr sz="1800" spc="-15" dirty="0">
                <a:latin typeface="Verdana"/>
                <a:cs typeface="Verdana"/>
              </a:rPr>
              <a:t>oso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"Q</a:t>
            </a:r>
            <a:r>
              <a:rPr sz="1800" spc="-10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al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20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ota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e"</a:t>
            </a:r>
            <a:r>
              <a:rPr sz="1800" spc="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-15" dirty="0">
                <a:latin typeface="Verdana"/>
                <a:cs typeface="Verdana"/>
              </a:rPr>
              <a:t>an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on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contrô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‘a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ost</a:t>
            </a:r>
            <a:r>
              <a:rPr sz="1800" spc="-10" dirty="0">
                <a:latin typeface="Verdana"/>
                <a:cs typeface="Verdana"/>
              </a:rPr>
              <a:t>er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or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’ </a:t>
            </a:r>
            <a:r>
              <a:rPr sz="1800" spc="-10" dirty="0">
                <a:latin typeface="Verdana"/>
                <a:cs typeface="Verdana"/>
              </a:rPr>
              <a:t>pour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contrô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‘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10" dirty="0">
                <a:latin typeface="Verdana"/>
                <a:cs typeface="Verdana"/>
              </a:rPr>
              <a:t>pr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or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’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868" y="1124711"/>
            <a:ext cx="867156" cy="8641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03603" y="2863595"/>
            <a:ext cx="790956" cy="7421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90572" y="4727447"/>
            <a:ext cx="867156" cy="8641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79801" y="2692038"/>
            <a:ext cx="251396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1202690" algn="l"/>
                <a:tab pos="1504950" algn="l"/>
              </a:tabLst>
            </a:pPr>
            <a:r>
              <a:rPr sz="1800" b="1" spc="-25" dirty="0">
                <a:latin typeface="Verdana"/>
                <a:cs typeface="Verdana"/>
              </a:rPr>
              <a:t>1</a:t>
            </a:r>
            <a:r>
              <a:rPr sz="1800" b="1" spc="-15" dirty="0">
                <a:latin typeface="Verdana"/>
                <a:cs typeface="Verdana"/>
              </a:rPr>
              <a:t>981</a:t>
            </a:r>
            <a:r>
              <a:rPr sz="1800" b="1" dirty="0">
                <a:latin typeface="Verdana"/>
                <a:cs typeface="Verdana"/>
              </a:rPr>
              <a:t>	</a:t>
            </a:r>
            <a:r>
              <a:rPr sz="1800" dirty="0">
                <a:latin typeface="Verdana"/>
                <a:cs typeface="Verdana"/>
              </a:rPr>
              <a:t>:	</a:t>
            </a:r>
            <a:r>
              <a:rPr sz="1800" spc="-25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otorola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65723" y="2780660"/>
            <a:ext cx="5880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6200" y="2780660"/>
            <a:ext cx="226314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7325" marR="5080" indent="-175260">
              <a:lnSpc>
                <a:spcPct val="100000"/>
              </a:lnSpc>
              <a:tabLst>
                <a:tab pos="636905" algn="l"/>
                <a:tab pos="762000" algn="l"/>
                <a:tab pos="1969135" algn="l"/>
              </a:tabLst>
            </a:pPr>
            <a:r>
              <a:rPr sz="1800" spc="-15" dirty="0">
                <a:latin typeface="Verdana"/>
                <a:cs typeface="Verdana"/>
              </a:rPr>
              <a:t>une	</a:t>
            </a:r>
            <a:r>
              <a:rPr sz="1800" spc="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ém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rche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de</a:t>
            </a:r>
            <a:r>
              <a:rPr sz="1800" spc="-20" dirty="0">
                <a:latin typeface="Verdana"/>
                <a:cs typeface="Verdana"/>
              </a:rPr>
              <a:t> de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		</a:t>
            </a:r>
            <a:r>
              <a:rPr sz="1800" spc="-10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é</a:t>
            </a:r>
            <a:r>
              <a:rPr sz="1800" spc="5" dirty="0">
                <a:latin typeface="Verdana"/>
                <a:cs typeface="Verdana"/>
              </a:rPr>
              <a:t>d</a:t>
            </a:r>
            <a:r>
              <a:rPr sz="1800" spc="-10" dirty="0">
                <a:latin typeface="Verdana"/>
                <a:cs typeface="Verdana"/>
              </a:rPr>
              <a:t>és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de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2701" y="3054980"/>
            <a:ext cx="31286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17600" algn="l"/>
                <a:tab pos="1571625" algn="l"/>
                <a:tab pos="1948180" algn="l"/>
              </a:tabLst>
            </a:pPr>
            <a:r>
              <a:rPr sz="1800" spc="-15" dirty="0">
                <a:latin typeface="Verdana"/>
                <a:cs typeface="Verdana"/>
              </a:rPr>
              <a:t>ma</a:t>
            </a:r>
            <a:r>
              <a:rPr sz="1800" dirty="0">
                <a:latin typeface="Verdana"/>
                <a:cs typeface="Verdana"/>
              </a:rPr>
              <a:t>îtr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	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spers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2701" y="3329301"/>
            <a:ext cx="5367020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fab</a:t>
            </a:r>
            <a:r>
              <a:rPr sz="1800" spc="-20" dirty="0">
                <a:latin typeface="Verdana"/>
                <a:cs typeface="Verdana"/>
              </a:rPr>
              <a:t>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cati</a:t>
            </a:r>
            <a:r>
              <a:rPr sz="1800" spc="-15" dirty="0">
                <a:latin typeface="Verdana"/>
                <a:cs typeface="Verdana"/>
              </a:rPr>
              <a:t>on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cr</a:t>
            </a:r>
            <a:r>
              <a:rPr sz="1800" spc="-25" dirty="0">
                <a:latin typeface="Verdana"/>
                <a:cs typeface="Verdana"/>
              </a:rPr>
              <a:t>é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6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ém</a:t>
            </a:r>
            <a:r>
              <a:rPr sz="1800" spc="-10" dirty="0">
                <a:latin typeface="Verdana"/>
                <a:cs typeface="Verdana"/>
              </a:rPr>
              <a:t>arche</a:t>
            </a:r>
            <a:r>
              <a:rPr sz="1800" spc="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mé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2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40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at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o</a:t>
            </a:r>
            <a:r>
              <a:rPr sz="1800" dirty="0"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‘</a:t>
            </a:r>
            <a:r>
              <a:rPr sz="1800" dirty="0">
                <a:latin typeface="Verdana"/>
                <a:cs typeface="Verdana"/>
              </a:rPr>
              <a:t>6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gma’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6663" y="4762900"/>
            <a:ext cx="4961890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25" dirty="0">
                <a:latin typeface="Verdana"/>
                <a:cs typeface="Verdana"/>
              </a:rPr>
              <a:t>1</a:t>
            </a:r>
            <a:r>
              <a:rPr sz="1800" b="1" spc="-15" dirty="0">
                <a:latin typeface="Verdana"/>
                <a:cs typeface="Verdana"/>
              </a:rPr>
              <a:t>995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2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 </a:t>
            </a:r>
            <a:r>
              <a:rPr sz="1800" spc="-2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G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ne</a:t>
            </a:r>
            <a:r>
              <a:rPr sz="1800" spc="-55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al </a:t>
            </a:r>
            <a:r>
              <a:rPr sz="1800" spc="-2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tr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7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form</a:t>
            </a:r>
            <a:r>
              <a:rPr sz="1800" spc="-3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se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7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spc="-10" dirty="0">
                <a:latin typeface="Verdana"/>
                <a:cs typeface="Verdana"/>
              </a:rPr>
              <a:t> a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proche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</a:t>
            </a:r>
            <a:r>
              <a:rPr sz="1800" spc="15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mo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projet,</a:t>
            </a:r>
            <a:r>
              <a:rPr sz="1800" spc="16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connue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sous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5" dirty="0">
                <a:latin typeface="Verdana"/>
                <a:cs typeface="Verdana"/>
              </a:rPr>
              <a:t>'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cro</a:t>
            </a:r>
            <a:r>
              <a:rPr sz="1800" spc="-30" dirty="0">
                <a:latin typeface="Verdana"/>
                <a:cs typeface="Verdana"/>
              </a:rPr>
              <a:t>n</a:t>
            </a:r>
            <a:r>
              <a:rPr sz="1800" spc="-15" dirty="0">
                <a:latin typeface="Verdana"/>
                <a:cs typeface="Verdana"/>
              </a:rPr>
              <a:t>yme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DM</a:t>
            </a:r>
            <a:r>
              <a:rPr sz="1800" b="1" spc="-10" dirty="0">
                <a:latin typeface="Verdana"/>
                <a:cs typeface="Verdana"/>
              </a:rPr>
              <a:t>A</a:t>
            </a:r>
            <a:r>
              <a:rPr sz="1800" b="1" spc="-15" dirty="0">
                <a:latin typeface="Verdana"/>
                <a:cs typeface="Verdana"/>
              </a:rPr>
              <a:t>IC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1188" y="1414272"/>
            <a:ext cx="1380744" cy="22067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8198" y="1670304"/>
            <a:ext cx="922019" cy="1679575"/>
          </a:xfrm>
          <a:custGeom>
            <a:avLst/>
            <a:gdLst/>
            <a:ahLst/>
            <a:cxnLst/>
            <a:rect l="l" t="t" r="r" b="b"/>
            <a:pathLst>
              <a:path w="922019" h="1679575">
                <a:moveTo>
                  <a:pt x="693766" y="1604880"/>
                </a:moveTo>
                <a:lnTo>
                  <a:pt x="668286" y="1679194"/>
                </a:lnTo>
                <a:lnTo>
                  <a:pt x="921638" y="1645285"/>
                </a:lnTo>
                <a:lnTo>
                  <a:pt x="895433" y="1618614"/>
                </a:lnTo>
                <a:lnTo>
                  <a:pt x="726821" y="1618614"/>
                </a:lnTo>
                <a:lnTo>
                  <a:pt x="693766" y="1604880"/>
                </a:lnTo>
                <a:close/>
              </a:path>
              <a:path w="922019" h="1679575">
                <a:moveTo>
                  <a:pt x="718519" y="1532686"/>
                </a:moveTo>
                <a:lnTo>
                  <a:pt x="693766" y="1604880"/>
                </a:lnTo>
                <a:lnTo>
                  <a:pt x="726821" y="1618614"/>
                </a:lnTo>
                <a:lnTo>
                  <a:pt x="756031" y="1548257"/>
                </a:lnTo>
                <a:lnTo>
                  <a:pt x="718519" y="1532686"/>
                </a:lnTo>
                <a:close/>
              </a:path>
              <a:path w="922019" h="1679575">
                <a:moveTo>
                  <a:pt x="742442" y="1462913"/>
                </a:moveTo>
                <a:lnTo>
                  <a:pt x="718519" y="1532686"/>
                </a:lnTo>
                <a:lnTo>
                  <a:pt x="756031" y="1548257"/>
                </a:lnTo>
                <a:lnTo>
                  <a:pt x="726821" y="1618614"/>
                </a:lnTo>
                <a:lnTo>
                  <a:pt x="895433" y="1618614"/>
                </a:lnTo>
                <a:lnTo>
                  <a:pt x="742442" y="1462913"/>
                </a:lnTo>
                <a:close/>
              </a:path>
              <a:path w="922019" h="1679575">
                <a:moveTo>
                  <a:pt x="152324" y="226691"/>
                </a:moveTo>
                <a:lnTo>
                  <a:pt x="76188" y="230121"/>
                </a:lnTo>
                <a:lnTo>
                  <a:pt x="76301" y="232536"/>
                </a:lnTo>
                <a:lnTo>
                  <a:pt x="84378" y="310768"/>
                </a:lnTo>
                <a:lnTo>
                  <a:pt x="94500" y="387477"/>
                </a:lnTo>
                <a:lnTo>
                  <a:pt x="106654" y="463295"/>
                </a:lnTo>
                <a:lnTo>
                  <a:pt x="120840" y="538353"/>
                </a:lnTo>
                <a:lnTo>
                  <a:pt x="136956" y="612266"/>
                </a:lnTo>
                <a:lnTo>
                  <a:pt x="154800" y="684910"/>
                </a:lnTo>
                <a:lnTo>
                  <a:pt x="174510" y="756285"/>
                </a:lnTo>
                <a:lnTo>
                  <a:pt x="195732" y="826007"/>
                </a:lnTo>
                <a:lnTo>
                  <a:pt x="218757" y="894333"/>
                </a:lnTo>
                <a:lnTo>
                  <a:pt x="243205" y="960627"/>
                </a:lnTo>
                <a:lnTo>
                  <a:pt x="269138" y="1025016"/>
                </a:lnTo>
                <a:lnTo>
                  <a:pt x="296443" y="1087373"/>
                </a:lnTo>
                <a:lnTo>
                  <a:pt x="325043" y="1147445"/>
                </a:lnTo>
                <a:lnTo>
                  <a:pt x="354939" y="1205230"/>
                </a:lnTo>
                <a:lnTo>
                  <a:pt x="386080" y="1260475"/>
                </a:lnTo>
                <a:lnTo>
                  <a:pt x="418325" y="1313053"/>
                </a:lnTo>
                <a:lnTo>
                  <a:pt x="451612" y="1362837"/>
                </a:lnTo>
                <a:lnTo>
                  <a:pt x="485889" y="1409573"/>
                </a:lnTo>
                <a:lnTo>
                  <a:pt x="521169" y="1453261"/>
                </a:lnTo>
                <a:lnTo>
                  <a:pt x="557364" y="1493773"/>
                </a:lnTo>
                <a:lnTo>
                  <a:pt x="594474" y="1530858"/>
                </a:lnTo>
                <a:lnTo>
                  <a:pt x="632383" y="1564386"/>
                </a:lnTo>
                <a:lnTo>
                  <a:pt x="671207" y="1594231"/>
                </a:lnTo>
                <a:lnTo>
                  <a:pt x="693766" y="1604880"/>
                </a:lnTo>
                <a:lnTo>
                  <a:pt x="718188" y="1533652"/>
                </a:lnTo>
                <a:lnTo>
                  <a:pt x="717423" y="1533652"/>
                </a:lnTo>
                <a:lnTo>
                  <a:pt x="708914" y="1528698"/>
                </a:lnTo>
                <a:lnTo>
                  <a:pt x="710924" y="1528698"/>
                </a:lnTo>
                <a:lnTo>
                  <a:pt x="682764" y="1507236"/>
                </a:lnTo>
                <a:lnTo>
                  <a:pt x="648284" y="1476883"/>
                </a:lnTo>
                <a:lnTo>
                  <a:pt x="614146" y="1442973"/>
                </a:lnTo>
                <a:lnTo>
                  <a:pt x="580428" y="1405382"/>
                </a:lnTo>
                <a:lnTo>
                  <a:pt x="547319" y="1364488"/>
                </a:lnTo>
                <a:lnTo>
                  <a:pt x="514921" y="1320419"/>
                </a:lnTo>
                <a:lnTo>
                  <a:pt x="483247" y="1273175"/>
                </a:lnTo>
                <a:lnTo>
                  <a:pt x="452437" y="1223010"/>
                </a:lnTo>
                <a:lnTo>
                  <a:pt x="422617" y="1170305"/>
                </a:lnTo>
                <a:lnTo>
                  <a:pt x="393839" y="1114679"/>
                </a:lnTo>
                <a:lnTo>
                  <a:pt x="366242" y="1056894"/>
                </a:lnTo>
                <a:lnTo>
                  <a:pt x="339826" y="996569"/>
                </a:lnTo>
                <a:lnTo>
                  <a:pt x="314706" y="934212"/>
                </a:lnTo>
                <a:lnTo>
                  <a:pt x="290957" y="869950"/>
                </a:lnTo>
                <a:lnTo>
                  <a:pt x="268643" y="803910"/>
                </a:lnTo>
                <a:lnTo>
                  <a:pt x="247954" y="735965"/>
                </a:lnTo>
                <a:lnTo>
                  <a:pt x="228803" y="666749"/>
                </a:lnTo>
                <a:lnTo>
                  <a:pt x="211404" y="596010"/>
                </a:lnTo>
                <a:lnTo>
                  <a:pt x="195707" y="524255"/>
                </a:lnTo>
                <a:lnTo>
                  <a:pt x="181889" y="451230"/>
                </a:lnTo>
                <a:lnTo>
                  <a:pt x="170040" y="377570"/>
                </a:lnTo>
                <a:lnTo>
                  <a:pt x="160159" y="303021"/>
                </a:lnTo>
                <a:lnTo>
                  <a:pt x="152425" y="228853"/>
                </a:lnTo>
                <a:lnTo>
                  <a:pt x="152324" y="226691"/>
                </a:lnTo>
                <a:close/>
              </a:path>
              <a:path w="922019" h="1679575">
                <a:moveTo>
                  <a:pt x="708914" y="1528698"/>
                </a:moveTo>
                <a:lnTo>
                  <a:pt x="717423" y="1533652"/>
                </a:lnTo>
                <a:lnTo>
                  <a:pt x="713329" y="1530531"/>
                </a:lnTo>
                <a:lnTo>
                  <a:pt x="708914" y="1528698"/>
                </a:lnTo>
                <a:close/>
              </a:path>
              <a:path w="922019" h="1679575">
                <a:moveTo>
                  <a:pt x="713329" y="1530531"/>
                </a:moveTo>
                <a:lnTo>
                  <a:pt x="717423" y="1533652"/>
                </a:lnTo>
                <a:lnTo>
                  <a:pt x="718188" y="1533652"/>
                </a:lnTo>
                <a:lnTo>
                  <a:pt x="718519" y="1532686"/>
                </a:lnTo>
                <a:lnTo>
                  <a:pt x="713329" y="1530531"/>
                </a:lnTo>
                <a:close/>
              </a:path>
              <a:path w="922019" h="1679575">
                <a:moveTo>
                  <a:pt x="710924" y="1528698"/>
                </a:moveTo>
                <a:lnTo>
                  <a:pt x="708914" y="1528698"/>
                </a:lnTo>
                <a:lnTo>
                  <a:pt x="713329" y="1530531"/>
                </a:lnTo>
                <a:lnTo>
                  <a:pt x="710924" y="1528698"/>
                </a:lnTo>
                <a:close/>
              </a:path>
              <a:path w="922019" h="1679575">
                <a:moveTo>
                  <a:pt x="103886" y="0"/>
                </a:moveTo>
                <a:lnTo>
                  <a:pt x="0" y="233552"/>
                </a:lnTo>
                <a:lnTo>
                  <a:pt x="76188" y="230121"/>
                </a:lnTo>
                <a:lnTo>
                  <a:pt x="74409" y="192150"/>
                </a:lnTo>
                <a:lnTo>
                  <a:pt x="150533" y="188467"/>
                </a:lnTo>
                <a:lnTo>
                  <a:pt x="208969" y="188467"/>
                </a:lnTo>
                <a:lnTo>
                  <a:pt x="103886" y="0"/>
                </a:lnTo>
                <a:close/>
              </a:path>
              <a:path w="922019" h="1679575">
                <a:moveTo>
                  <a:pt x="150533" y="188467"/>
                </a:moveTo>
                <a:lnTo>
                  <a:pt x="74409" y="192150"/>
                </a:lnTo>
                <a:lnTo>
                  <a:pt x="76188" y="230121"/>
                </a:lnTo>
                <a:lnTo>
                  <a:pt x="152324" y="226691"/>
                </a:lnTo>
                <a:lnTo>
                  <a:pt x="150533" y="188467"/>
                </a:lnTo>
                <a:close/>
              </a:path>
              <a:path w="922019" h="1679575">
                <a:moveTo>
                  <a:pt x="208969" y="188467"/>
                </a:moveTo>
                <a:lnTo>
                  <a:pt x="150533" y="188467"/>
                </a:lnTo>
                <a:lnTo>
                  <a:pt x="152324" y="226691"/>
                </a:lnTo>
                <a:lnTo>
                  <a:pt x="228371" y="223265"/>
                </a:lnTo>
                <a:lnTo>
                  <a:pt x="208969" y="188467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44167" y="3258311"/>
            <a:ext cx="1380744" cy="22067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51177" y="3514344"/>
            <a:ext cx="922019" cy="1679575"/>
          </a:xfrm>
          <a:custGeom>
            <a:avLst/>
            <a:gdLst/>
            <a:ahLst/>
            <a:cxnLst/>
            <a:rect l="l" t="t" r="r" b="b"/>
            <a:pathLst>
              <a:path w="922019" h="1679575">
                <a:moveTo>
                  <a:pt x="693755" y="1604886"/>
                </a:moveTo>
                <a:lnTo>
                  <a:pt x="668274" y="1679194"/>
                </a:lnTo>
                <a:lnTo>
                  <a:pt x="921638" y="1645285"/>
                </a:lnTo>
                <a:lnTo>
                  <a:pt x="895433" y="1618615"/>
                </a:lnTo>
                <a:lnTo>
                  <a:pt x="726821" y="1618615"/>
                </a:lnTo>
                <a:lnTo>
                  <a:pt x="693755" y="1604886"/>
                </a:lnTo>
                <a:close/>
              </a:path>
              <a:path w="922019" h="1679575">
                <a:moveTo>
                  <a:pt x="718515" y="1532684"/>
                </a:moveTo>
                <a:lnTo>
                  <a:pt x="693755" y="1604886"/>
                </a:lnTo>
                <a:lnTo>
                  <a:pt x="726821" y="1618615"/>
                </a:lnTo>
                <a:lnTo>
                  <a:pt x="756031" y="1548257"/>
                </a:lnTo>
                <a:lnTo>
                  <a:pt x="718515" y="1532684"/>
                </a:lnTo>
                <a:close/>
              </a:path>
              <a:path w="922019" h="1679575">
                <a:moveTo>
                  <a:pt x="742442" y="1462913"/>
                </a:moveTo>
                <a:lnTo>
                  <a:pt x="718515" y="1532684"/>
                </a:lnTo>
                <a:lnTo>
                  <a:pt x="756031" y="1548257"/>
                </a:lnTo>
                <a:lnTo>
                  <a:pt x="726821" y="1618615"/>
                </a:lnTo>
                <a:lnTo>
                  <a:pt x="895433" y="1618615"/>
                </a:lnTo>
                <a:lnTo>
                  <a:pt x="742442" y="1462913"/>
                </a:lnTo>
                <a:close/>
              </a:path>
              <a:path w="922019" h="1679575">
                <a:moveTo>
                  <a:pt x="152298" y="226691"/>
                </a:moveTo>
                <a:lnTo>
                  <a:pt x="76212" y="230119"/>
                </a:lnTo>
                <a:lnTo>
                  <a:pt x="76327" y="232537"/>
                </a:lnTo>
                <a:lnTo>
                  <a:pt x="84328" y="310769"/>
                </a:lnTo>
                <a:lnTo>
                  <a:pt x="94488" y="387477"/>
                </a:lnTo>
                <a:lnTo>
                  <a:pt x="106679" y="463296"/>
                </a:lnTo>
                <a:lnTo>
                  <a:pt x="120777" y="538353"/>
                </a:lnTo>
                <a:lnTo>
                  <a:pt x="136906" y="612267"/>
                </a:lnTo>
                <a:lnTo>
                  <a:pt x="154813" y="684911"/>
                </a:lnTo>
                <a:lnTo>
                  <a:pt x="174497" y="756285"/>
                </a:lnTo>
                <a:lnTo>
                  <a:pt x="195707" y="826008"/>
                </a:lnTo>
                <a:lnTo>
                  <a:pt x="218820" y="894334"/>
                </a:lnTo>
                <a:lnTo>
                  <a:pt x="243204" y="960628"/>
                </a:lnTo>
                <a:lnTo>
                  <a:pt x="269113" y="1025017"/>
                </a:lnTo>
                <a:lnTo>
                  <a:pt x="296418" y="1087374"/>
                </a:lnTo>
                <a:lnTo>
                  <a:pt x="324993" y="1147445"/>
                </a:lnTo>
                <a:lnTo>
                  <a:pt x="354965" y="1205230"/>
                </a:lnTo>
                <a:lnTo>
                  <a:pt x="386080" y="1260475"/>
                </a:lnTo>
                <a:lnTo>
                  <a:pt x="418338" y="1313053"/>
                </a:lnTo>
                <a:lnTo>
                  <a:pt x="451612" y="1362837"/>
                </a:lnTo>
                <a:lnTo>
                  <a:pt x="485902" y="1409573"/>
                </a:lnTo>
                <a:lnTo>
                  <a:pt x="521208" y="1453261"/>
                </a:lnTo>
                <a:lnTo>
                  <a:pt x="557403" y="1493774"/>
                </a:lnTo>
                <a:lnTo>
                  <a:pt x="594487" y="1530858"/>
                </a:lnTo>
                <a:lnTo>
                  <a:pt x="632333" y="1564386"/>
                </a:lnTo>
                <a:lnTo>
                  <a:pt x="671195" y="1594231"/>
                </a:lnTo>
                <a:lnTo>
                  <a:pt x="693755" y="1604886"/>
                </a:lnTo>
                <a:lnTo>
                  <a:pt x="718183" y="1533652"/>
                </a:lnTo>
                <a:lnTo>
                  <a:pt x="717423" y="1533652"/>
                </a:lnTo>
                <a:lnTo>
                  <a:pt x="708914" y="1528699"/>
                </a:lnTo>
                <a:lnTo>
                  <a:pt x="710922" y="1528699"/>
                </a:lnTo>
                <a:lnTo>
                  <a:pt x="682752" y="1507236"/>
                </a:lnTo>
                <a:lnTo>
                  <a:pt x="648335" y="1476883"/>
                </a:lnTo>
                <a:lnTo>
                  <a:pt x="614172" y="1442974"/>
                </a:lnTo>
                <a:lnTo>
                  <a:pt x="580390" y="1405382"/>
                </a:lnTo>
                <a:lnTo>
                  <a:pt x="547370" y="1364488"/>
                </a:lnTo>
                <a:lnTo>
                  <a:pt x="514858" y="1320419"/>
                </a:lnTo>
                <a:lnTo>
                  <a:pt x="483234" y="1273175"/>
                </a:lnTo>
                <a:lnTo>
                  <a:pt x="452500" y="1223010"/>
                </a:lnTo>
                <a:lnTo>
                  <a:pt x="422656" y="1170305"/>
                </a:lnTo>
                <a:lnTo>
                  <a:pt x="393827" y="1114679"/>
                </a:lnTo>
                <a:lnTo>
                  <a:pt x="366268" y="1056894"/>
                </a:lnTo>
                <a:lnTo>
                  <a:pt x="339852" y="996569"/>
                </a:lnTo>
                <a:lnTo>
                  <a:pt x="314706" y="934212"/>
                </a:lnTo>
                <a:lnTo>
                  <a:pt x="290957" y="869950"/>
                </a:lnTo>
                <a:lnTo>
                  <a:pt x="268605" y="803910"/>
                </a:lnTo>
                <a:lnTo>
                  <a:pt x="247904" y="735965"/>
                </a:lnTo>
                <a:lnTo>
                  <a:pt x="228854" y="666750"/>
                </a:lnTo>
                <a:lnTo>
                  <a:pt x="211454" y="596011"/>
                </a:lnTo>
                <a:lnTo>
                  <a:pt x="195707" y="524256"/>
                </a:lnTo>
                <a:lnTo>
                  <a:pt x="181864" y="451231"/>
                </a:lnTo>
                <a:lnTo>
                  <a:pt x="170053" y="377571"/>
                </a:lnTo>
                <a:lnTo>
                  <a:pt x="160147" y="303022"/>
                </a:lnTo>
                <a:lnTo>
                  <a:pt x="152400" y="228854"/>
                </a:lnTo>
                <a:lnTo>
                  <a:pt x="152298" y="226691"/>
                </a:lnTo>
                <a:close/>
              </a:path>
              <a:path w="922019" h="1679575">
                <a:moveTo>
                  <a:pt x="708914" y="1528699"/>
                </a:moveTo>
                <a:lnTo>
                  <a:pt x="717423" y="1533652"/>
                </a:lnTo>
                <a:lnTo>
                  <a:pt x="713325" y="1530530"/>
                </a:lnTo>
                <a:lnTo>
                  <a:pt x="708914" y="1528699"/>
                </a:lnTo>
                <a:close/>
              </a:path>
              <a:path w="922019" h="1679575">
                <a:moveTo>
                  <a:pt x="713325" y="1530530"/>
                </a:moveTo>
                <a:lnTo>
                  <a:pt x="717423" y="1533652"/>
                </a:lnTo>
                <a:lnTo>
                  <a:pt x="718183" y="1533652"/>
                </a:lnTo>
                <a:lnTo>
                  <a:pt x="718515" y="1532684"/>
                </a:lnTo>
                <a:lnTo>
                  <a:pt x="713325" y="1530530"/>
                </a:lnTo>
                <a:close/>
              </a:path>
              <a:path w="922019" h="1679575">
                <a:moveTo>
                  <a:pt x="710922" y="1528699"/>
                </a:moveTo>
                <a:lnTo>
                  <a:pt x="708914" y="1528699"/>
                </a:lnTo>
                <a:lnTo>
                  <a:pt x="713325" y="1530530"/>
                </a:lnTo>
                <a:lnTo>
                  <a:pt x="710922" y="1528699"/>
                </a:lnTo>
                <a:close/>
              </a:path>
              <a:path w="922019" h="1679575">
                <a:moveTo>
                  <a:pt x="103886" y="0"/>
                </a:moveTo>
                <a:lnTo>
                  <a:pt x="0" y="233553"/>
                </a:lnTo>
                <a:lnTo>
                  <a:pt x="76212" y="230119"/>
                </a:lnTo>
                <a:lnTo>
                  <a:pt x="74422" y="192151"/>
                </a:lnTo>
                <a:lnTo>
                  <a:pt x="150495" y="188468"/>
                </a:lnTo>
                <a:lnTo>
                  <a:pt x="208947" y="188468"/>
                </a:lnTo>
                <a:lnTo>
                  <a:pt x="103886" y="0"/>
                </a:lnTo>
                <a:close/>
              </a:path>
              <a:path w="922019" h="1679575">
                <a:moveTo>
                  <a:pt x="150495" y="188468"/>
                </a:moveTo>
                <a:lnTo>
                  <a:pt x="74422" y="192151"/>
                </a:lnTo>
                <a:lnTo>
                  <a:pt x="76212" y="230119"/>
                </a:lnTo>
                <a:lnTo>
                  <a:pt x="152298" y="226691"/>
                </a:lnTo>
                <a:lnTo>
                  <a:pt x="150495" y="188468"/>
                </a:lnTo>
                <a:close/>
              </a:path>
              <a:path w="922019" h="1679575">
                <a:moveTo>
                  <a:pt x="208947" y="188468"/>
                </a:moveTo>
                <a:lnTo>
                  <a:pt x="150495" y="188468"/>
                </a:lnTo>
                <a:lnTo>
                  <a:pt x="152298" y="226691"/>
                </a:lnTo>
                <a:lnTo>
                  <a:pt x="228345" y="223266"/>
                </a:lnTo>
                <a:lnTo>
                  <a:pt x="208947" y="188468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9146" y="3595878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5256276" y="0"/>
                </a:moveTo>
                <a:lnTo>
                  <a:pt x="5256276" y="288036"/>
                </a:lnTo>
                <a:lnTo>
                  <a:pt x="0" y="288036"/>
                </a:lnTo>
                <a:lnTo>
                  <a:pt x="0" y="864108"/>
                </a:lnTo>
                <a:lnTo>
                  <a:pt x="5256276" y="864108"/>
                </a:lnTo>
                <a:lnTo>
                  <a:pt x="5256276" y="1152144"/>
                </a:lnTo>
                <a:lnTo>
                  <a:pt x="5832348" y="576072"/>
                </a:lnTo>
                <a:lnTo>
                  <a:pt x="5256276" y="0"/>
                </a:lnTo>
                <a:close/>
              </a:path>
            </a:pathLst>
          </a:custGeom>
          <a:solidFill>
            <a:srgbClr val="B9BB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49146" y="3595878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0" y="288036"/>
                </a:moveTo>
                <a:lnTo>
                  <a:pt x="5256276" y="288036"/>
                </a:lnTo>
                <a:lnTo>
                  <a:pt x="5256276" y="0"/>
                </a:lnTo>
                <a:lnTo>
                  <a:pt x="5832348" y="576072"/>
                </a:lnTo>
                <a:lnTo>
                  <a:pt x="5256276" y="1152144"/>
                </a:lnTo>
                <a:lnTo>
                  <a:pt x="5256276" y="864108"/>
                </a:lnTo>
                <a:lnTo>
                  <a:pt x="0" y="864108"/>
                </a:lnTo>
                <a:lnTo>
                  <a:pt x="0" y="288036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7593" y="1389677"/>
            <a:ext cx="420243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4195" indent="-53149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544830" algn="l"/>
              </a:tabLst>
            </a:pPr>
            <a:r>
              <a:rPr sz="4000" b="1" spc="-35" dirty="0">
                <a:latin typeface="Verdana"/>
                <a:cs typeface="Verdana"/>
              </a:rPr>
              <a:t>L</a:t>
            </a:r>
            <a:r>
              <a:rPr sz="4000" b="1" spc="-30" dirty="0">
                <a:latin typeface="Verdana"/>
                <a:cs typeface="Verdana"/>
              </a:rPr>
              <a:t>e</a:t>
            </a:r>
            <a:r>
              <a:rPr sz="4000" b="1" spc="10" dirty="0">
                <a:latin typeface="Verdana"/>
                <a:cs typeface="Verdana"/>
              </a:rPr>
              <a:t> </a:t>
            </a: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spc="-10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793" y="2784788"/>
            <a:ext cx="3783329" cy="277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Mes</a:t>
            </a:r>
            <a:r>
              <a:rPr sz="3200" b="1" spc="-15" dirty="0">
                <a:latin typeface="Verdana"/>
                <a:cs typeface="Verdana"/>
              </a:rPr>
              <a:t>u</a:t>
            </a:r>
            <a:r>
              <a:rPr sz="3200" b="1" spc="-5" dirty="0">
                <a:latin typeface="Verdana"/>
                <a:cs typeface="Verdana"/>
              </a:rPr>
              <a:t>re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Méthode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Initi</a:t>
            </a:r>
            <a:r>
              <a:rPr sz="3200" b="1" spc="-20" dirty="0">
                <a:latin typeface="Verdana"/>
                <a:cs typeface="Verdana"/>
              </a:rPr>
              <a:t>a</a:t>
            </a:r>
            <a:r>
              <a:rPr sz="3200" b="1" dirty="0">
                <a:latin typeface="Verdana"/>
                <a:cs typeface="Verdana"/>
              </a:rPr>
              <a:t>tive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80385" y="1832781"/>
            <a:ext cx="283654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90"/>
              </a:lnSpc>
            </a:pP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spc="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6567" y="4383705"/>
            <a:ext cx="5011420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spc="-30" dirty="0">
                <a:latin typeface="Verdana"/>
                <a:cs typeface="Verdana"/>
              </a:rPr>
              <a:t>Réduir</a:t>
            </a:r>
            <a:r>
              <a:rPr sz="4000" spc="-25" dirty="0">
                <a:latin typeface="Verdana"/>
                <a:cs typeface="Verdana"/>
              </a:rPr>
              <a:t>e</a:t>
            </a:r>
            <a:r>
              <a:rPr sz="4000" spc="40" dirty="0">
                <a:latin typeface="Verdana"/>
                <a:cs typeface="Verdana"/>
              </a:rPr>
              <a:t> </a:t>
            </a:r>
            <a:r>
              <a:rPr sz="4000" spc="-35" dirty="0">
                <a:latin typeface="Verdana"/>
                <a:cs typeface="Verdana"/>
              </a:rPr>
              <a:t>l</a:t>
            </a:r>
            <a:r>
              <a:rPr sz="4000" spc="-25" dirty="0">
                <a:latin typeface="Verdana"/>
                <a:cs typeface="Verdana"/>
              </a:rPr>
              <a:t>a</a:t>
            </a:r>
            <a:r>
              <a:rPr sz="4000" spc="10" dirty="0">
                <a:latin typeface="Verdana"/>
                <a:cs typeface="Verdana"/>
              </a:rPr>
              <a:t> </a:t>
            </a:r>
            <a:r>
              <a:rPr sz="4000" spc="-90" dirty="0">
                <a:latin typeface="Verdana"/>
                <a:cs typeface="Verdana"/>
              </a:rPr>
              <a:t>v</a:t>
            </a:r>
            <a:r>
              <a:rPr sz="4000" spc="-20" dirty="0">
                <a:latin typeface="Verdana"/>
                <a:cs typeface="Verdana"/>
              </a:rPr>
              <a:t>ariation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ts val="4790"/>
              </a:lnSpc>
            </a:pPr>
            <a:r>
              <a:rPr sz="4000" spc="-25" dirty="0">
                <a:latin typeface="Verdana"/>
                <a:cs typeface="Verdana"/>
              </a:rPr>
              <a:t>d</a:t>
            </a:r>
            <a:r>
              <a:rPr sz="4000" spc="-30" dirty="0">
                <a:latin typeface="Verdana"/>
                <a:cs typeface="Verdana"/>
              </a:rPr>
              <a:t>’un</a:t>
            </a:r>
            <a:r>
              <a:rPr sz="4000" spc="20" dirty="0">
                <a:latin typeface="Verdana"/>
                <a:cs typeface="Verdana"/>
              </a:rPr>
              <a:t> </a:t>
            </a:r>
            <a:r>
              <a:rPr sz="4000" spc="-25" dirty="0">
                <a:latin typeface="Verdana"/>
                <a:cs typeface="Verdana"/>
              </a:rPr>
              <a:t>pro</a:t>
            </a:r>
            <a:r>
              <a:rPr sz="4000" spc="-45" dirty="0">
                <a:latin typeface="Verdana"/>
                <a:cs typeface="Verdana"/>
              </a:rPr>
              <a:t>c</a:t>
            </a:r>
            <a:r>
              <a:rPr sz="4000" spc="-25" dirty="0">
                <a:latin typeface="Verdana"/>
                <a:cs typeface="Verdana"/>
              </a:rPr>
              <a:t>essus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16146" y="2859785"/>
            <a:ext cx="571500" cy="858519"/>
          </a:xfrm>
          <a:custGeom>
            <a:avLst/>
            <a:gdLst/>
            <a:ahLst/>
            <a:cxnLst/>
            <a:rect l="l" t="t" r="r" b="b"/>
            <a:pathLst>
              <a:path w="571500" h="858520">
                <a:moveTo>
                  <a:pt x="0" y="572262"/>
                </a:moveTo>
                <a:lnTo>
                  <a:pt x="142875" y="572262"/>
                </a:lnTo>
                <a:lnTo>
                  <a:pt x="142875" y="0"/>
                </a:lnTo>
                <a:lnTo>
                  <a:pt x="428625" y="0"/>
                </a:lnTo>
                <a:lnTo>
                  <a:pt x="428625" y="572262"/>
                </a:lnTo>
                <a:lnTo>
                  <a:pt x="571500" y="572262"/>
                </a:lnTo>
                <a:lnTo>
                  <a:pt x="285750" y="858012"/>
                </a:lnTo>
                <a:lnTo>
                  <a:pt x="0" y="57226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41297" y="1661922"/>
            <a:ext cx="1797050" cy="637540"/>
          </a:xfrm>
          <a:custGeom>
            <a:avLst/>
            <a:gdLst/>
            <a:ahLst/>
            <a:cxnLst/>
            <a:rect l="l" t="t" r="r" b="b"/>
            <a:pathLst>
              <a:path w="1797050" h="637539">
                <a:moveTo>
                  <a:pt x="0" y="0"/>
                </a:moveTo>
                <a:lnTo>
                  <a:pt x="1617472" y="0"/>
                </a:lnTo>
                <a:lnTo>
                  <a:pt x="1796795" y="318516"/>
                </a:lnTo>
                <a:lnTo>
                  <a:pt x="1617472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5716" y="1783150"/>
            <a:ext cx="896619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47394" y="2606801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51813" y="2729046"/>
            <a:ext cx="10668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SU</a:t>
            </a:r>
            <a:r>
              <a:rPr sz="1400" b="1" spc="10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as</a:t>
            </a:r>
            <a:r>
              <a:rPr sz="1400" b="1" i="1" spc="-10" dirty="0">
                <a:latin typeface="Verdana"/>
                <a:cs typeface="Verdana"/>
              </a:rPr>
              <a:t>u</a:t>
            </a:r>
            <a:r>
              <a:rPr sz="1400" b="1" i="1" dirty="0">
                <a:latin typeface="Verdana"/>
                <a:cs typeface="Verdana"/>
              </a:rPr>
              <a:t>re)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47394" y="3551682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1813" y="3674434"/>
            <a:ext cx="108839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ANALYSER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(A</a:t>
            </a:r>
            <a:r>
              <a:rPr sz="1400" b="1" i="1" spc="-5" dirty="0">
                <a:latin typeface="Verdana"/>
                <a:cs typeface="Verdana"/>
              </a:rPr>
              <a:t>nalyz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3489" y="4498085"/>
            <a:ext cx="1800225" cy="637540"/>
          </a:xfrm>
          <a:custGeom>
            <a:avLst/>
            <a:gdLst/>
            <a:ahLst/>
            <a:cxnLst/>
            <a:rect l="l" t="t" r="r" b="b"/>
            <a:pathLst>
              <a:path w="1800225" h="637539">
                <a:moveTo>
                  <a:pt x="0" y="0"/>
                </a:moveTo>
                <a:lnTo>
                  <a:pt x="1620393" y="0"/>
                </a:lnTo>
                <a:lnTo>
                  <a:pt x="1799844" y="318516"/>
                </a:lnTo>
                <a:lnTo>
                  <a:pt x="1620393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58289" y="4619949"/>
            <a:ext cx="12192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AM</a:t>
            </a:r>
            <a:r>
              <a:rPr sz="1400" b="1" dirty="0">
                <a:latin typeface="Verdana"/>
                <a:cs typeface="Verdana"/>
              </a:rPr>
              <a:t>ELIORER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(Im</a:t>
            </a:r>
            <a:r>
              <a:rPr sz="1400" b="1" i="1" spc="5" dirty="0">
                <a:latin typeface="Verdana"/>
                <a:cs typeface="Verdana"/>
              </a:rPr>
              <a:t>p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ve)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47394" y="5442965"/>
            <a:ext cx="1797050" cy="640080"/>
          </a:xfrm>
          <a:custGeom>
            <a:avLst/>
            <a:gdLst/>
            <a:ahLst/>
            <a:cxnLst/>
            <a:rect l="l" t="t" r="r" b="b"/>
            <a:pathLst>
              <a:path w="1797050" h="640079">
                <a:moveTo>
                  <a:pt x="0" y="0"/>
                </a:moveTo>
                <a:lnTo>
                  <a:pt x="1617091" y="0"/>
                </a:lnTo>
                <a:lnTo>
                  <a:pt x="1796795" y="320040"/>
                </a:lnTo>
                <a:lnTo>
                  <a:pt x="1617091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51813" y="5566378"/>
            <a:ext cx="96393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rol)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" y="1513332"/>
            <a:ext cx="1082802" cy="11193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815" y="2455164"/>
            <a:ext cx="1143762" cy="1119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6011" y="3384803"/>
            <a:ext cx="1056894" cy="11193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3923" y="4326635"/>
            <a:ext cx="939546" cy="11193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9728" y="5298947"/>
            <a:ext cx="1029462" cy="11193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3059" y="1746550"/>
            <a:ext cx="506730" cy="432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480" algn="just">
              <a:lnSpc>
                <a:spcPct val="155300"/>
              </a:lnSpc>
            </a:pPr>
            <a:r>
              <a:rPr sz="4000" b="1" spc="-25" dirty="0">
                <a:latin typeface="Verdana"/>
                <a:cs typeface="Verdana"/>
              </a:rPr>
              <a:t>D M A I 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63316" y="1722032"/>
            <a:ext cx="2359660" cy="499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15" dirty="0">
                <a:latin typeface="Verdana"/>
                <a:cs typeface="Verdana"/>
              </a:rPr>
              <a:t>Qu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l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st</a:t>
            </a:r>
            <a:r>
              <a:rPr sz="1200" spc="-10" dirty="0">
                <a:latin typeface="Verdana"/>
                <a:cs typeface="Verdana"/>
              </a:rPr>
              <a:t> le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pr</a:t>
            </a:r>
            <a:r>
              <a:rPr sz="1200" spc="-5" dirty="0">
                <a:latin typeface="Verdana"/>
                <a:cs typeface="Verdana"/>
              </a:rPr>
              <a:t>ob</a:t>
            </a:r>
            <a:r>
              <a:rPr sz="1200" spc="-15" dirty="0">
                <a:latin typeface="Verdana"/>
                <a:cs typeface="Verdana"/>
              </a:rPr>
              <a:t>lèm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?</a:t>
            </a:r>
            <a:endParaRPr sz="1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050" i="1" spc="-5" dirty="0">
                <a:latin typeface="Verdana"/>
                <a:cs typeface="Verdana"/>
              </a:rPr>
              <a:t>Dé</a:t>
            </a:r>
            <a:r>
              <a:rPr sz="1050" i="1" dirty="0">
                <a:latin typeface="Verdana"/>
                <a:cs typeface="Verdana"/>
              </a:rPr>
              <a:t>finir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dirty="0">
                <a:latin typeface="Verdana"/>
                <a:cs typeface="Verdana"/>
              </a:rPr>
              <a:t>e</a:t>
            </a:r>
            <a:r>
              <a:rPr sz="1050" i="1" spc="-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p</a:t>
            </a:r>
            <a:r>
              <a:rPr sz="1050" i="1" spc="5" dirty="0">
                <a:latin typeface="Verdana"/>
                <a:cs typeface="Verdana"/>
              </a:rPr>
              <a:t>r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bl</a:t>
            </a:r>
            <a:r>
              <a:rPr sz="1050" i="1" spc="-5" dirty="0">
                <a:latin typeface="Verdana"/>
                <a:cs typeface="Verdana"/>
              </a:rPr>
              <a:t>è</a:t>
            </a:r>
            <a:r>
              <a:rPr sz="1050" i="1" dirty="0">
                <a:latin typeface="Verdana"/>
                <a:cs typeface="Verdana"/>
              </a:rPr>
              <a:t>me</a:t>
            </a:r>
            <a:r>
              <a:rPr sz="1050" i="1" spc="-3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t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ide</a:t>
            </a:r>
            <a:r>
              <a:rPr sz="1050" i="1" dirty="0">
                <a:latin typeface="Verdana"/>
                <a:cs typeface="Verdana"/>
              </a:rPr>
              <a:t>nt</a:t>
            </a:r>
            <a:r>
              <a:rPr sz="1050" i="1" spc="-5" dirty="0">
                <a:latin typeface="Verdana"/>
                <a:cs typeface="Verdana"/>
              </a:rPr>
              <a:t>ifi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3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xig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cli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nts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63316" y="2659546"/>
            <a:ext cx="2866390" cy="499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Es</a:t>
            </a:r>
            <a:r>
              <a:rPr sz="1200" spc="-3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-</a:t>
            </a:r>
            <a:r>
              <a:rPr sz="1200" spc="-10" dirty="0">
                <a:latin typeface="Verdana"/>
                <a:cs typeface="Verdana"/>
              </a:rPr>
              <a:t>ce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ob</a:t>
            </a:r>
            <a:r>
              <a:rPr sz="1200" spc="-15" dirty="0">
                <a:latin typeface="Verdana"/>
                <a:cs typeface="Verdana"/>
              </a:rPr>
              <a:t>lèm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st</a:t>
            </a:r>
            <a:r>
              <a:rPr sz="1200" spc="-10" dirty="0">
                <a:latin typeface="Verdana"/>
                <a:cs typeface="Verdana"/>
              </a:rPr>
              <a:t> r</a:t>
            </a: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l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? </a:t>
            </a:r>
            <a:r>
              <a:rPr sz="1050" i="1" dirty="0">
                <a:latin typeface="Verdana"/>
                <a:cs typeface="Verdana"/>
              </a:rPr>
              <a:t>M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sur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dirty="0">
                <a:latin typeface="Verdana"/>
                <a:cs typeface="Verdana"/>
              </a:rPr>
              <a:t>e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p</a:t>
            </a:r>
            <a:r>
              <a:rPr sz="1050" i="1" spc="5" dirty="0">
                <a:latin typeface="Verdana"/>
                <a:cs typeface="Verdana"/>
              </a:rPr>
              <a:t>r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ssus</a:t>
            </a:r>
            <a:r>
              <a:rPr sz="1050" i="1" spc="-3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t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confirm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sa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n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spc="15" dirty="0">
                <a:latin typeface="Verdana"/>
                <a:cs typeface="Verdana"/>
              </a:rPr>
              <a:t>n</a:t>
            </a:r>
            <a:r>
              <a:rPr sz="1050" i="1" dirty="0">
                <a:latin typeface="Verdana"/>
                <a:cs typeface="Verdana"/>
              </a:rPr>
              <a:t>- c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nf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rm</a:t>
            </a:r>
            <a:r>
              <a:rPr sz="1050" i="1" spc="-5" dirty="0">
                <a:latin typeface="Verdana"/>
                <a:cs typeface="Verdana"/>
              </a:rPr>
              <a:t>it</a:t>
            </a:r>
            <a:r>
              <a:rPr sz="1050" i="1" dirty="0">
                <a:latin typeface="Verdana"/>
                <a:cs typeface="Verdana"/>
              </a:rPr>
              <a:t>é</a:t>
            </a:r>
            <a:r>
              <a:rPr sz="1050" i="1" spc="-2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aux</a:t>
            </a:r>
            <a:r>
              <a:rPr sz="1050" i="1" spc="-1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xig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cli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nts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63316" y="3712122"/>
            <a:ext cx="2788285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Verdana"/>
                <a:cs typeface="Verdana"/>
              </a:rPr>
              <a:t>Qu’es</a:t>
            </a:r>
            <a:r>
              <a:rPr sz="1200" spc="-3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-</a:t>
            </a:r>
            <a:r>
              <a:rPr sz="1200" spc="-10" dirty="0">
                <a:latin typeface="Verdana"/>
                <a:cs typeface="Verdana"/>
              </a:rPr>
              <a:t>ce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i 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ère 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ob</a:t>
            </a:r>
            <a:r>
              <a:rPr sz="1200" spc="-15" dirty="0">
                <a:latin typeface="Verdana"/>
                <a:cs typeface="Verdana"/>
              </a:rPr>
              <a:t>lèm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?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i="1" dirty="0">
                <a:latin typeface="Verdana"/>
                <a:cs typeface="Verdana"/>
              </a:rPr>
              <a:t>Id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nt</a:t>
            </a:r>
            <a:r>
              <a:rPr sz="1050" i="1" spc="-5" dirty="0">
                <a:latin typeface="Verdana"/>
                <a:cs typeface="Verdana"/>
              </a:rPr>
              <a:t>ifi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3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 caus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rac</a:t>
            </a:r>
            <a:r>
              <a:rPr sz="1050" i="1" spc="-5" dirty="0">
                <a:latin typeface="Verdana"/>
                <a:cs typeface="Verdana"/>
              </a:rPr>
              <a:t>ine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3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du</a:t>
            </a:r>
            <a:r>
              <a:rPr sz="1050" i="1" spc="-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p</a:t>
            </a:r>
            <a:r>
              <a:rPr sz="1050" i="1" spc="5" dirty="0">
                <a:latin typeface="Verdana"/>
                <a:cs typeface="Verdana"/>
              </a:rPr>
              <a:t>r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bl</a:t>
            </a:r>
            <a:r>
              <a:rPr sz="1050" i="1" spc="-5" dirty="0">
                <a:latin typeface="Verdana"/>
                <a:cs typeface="Verdana"/>
              </a:rPr>
              <a:t>è</a:t>
            </a:r>
            <a:r>
              <a:rPr sz="1050" i="1" dirty="0">
                <a:latin typeface="Verdana"/>
                <a:cs typeface="Verdana"/>
              </a:rPr>
              <a:t>me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63316" y="4471074"/>
            <a:ext cx="2915920" cy="682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-120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25" dirty="0">
                <a:latin typeface="Verdana"/>
                <a:cs typeface="Verdana"/>
              </a:rPr>
              <a:t>v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io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erme</a:t>
            </a:r>
            <a:r>
              <a:rPr sz="1200" spc="-5" dirty="0">
                <a:latin typeface="Verdana"/>
                <a:cs typeface="Verdana"/>
              </a:rPr>
              <a:t>tt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’é</a:t>
            </a:r>
            <a:r>
              <a:rPr sz="1200" spc="-25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di</a:t>
            </a:r>
            <a:r>
              <a:rPr sz="1200" spc="-20" dirty="0">
                <a:latin typeface="Verdana"/>
                <a:cs typeface="Verdana"/>
              </a:rPr>
              <a:t>q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er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les</a:t>
            </a:r>
            <a:r>
              <a:rPr sz="1200" dirty="0">
                <a:latin typeface="Verdana"/>
                <a:cs typeface="Verdana"/>
              </a:rPr>
              <a:t> c</a:t>
            </a:r>
            <a:r>
              <a:rPr sz="1200" spc="-5" dirty="0">
                <a:latin typeface="Verdana"/>
                <a:cs typeface="Verdana"/>
              </a:rPr>
              <a:t>au</a:t>
            </a:r>
            <a:r>
              <a:rPr sz="120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aci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es </a:t>
            </a:r>
            <a:r>
              <a:rPr sz="1050" i="1" dirty="0">
                <a:latin typeface="Verdana"/>
                <a:cs typeface="Verdana"/>
              </a:rPr>
              <a:t>Am</a:t>
            </a:r>
            <a:r>
              <a:rPr sz="1050" i="1" spc="-5" dirty="0">
                <a:latin typeface="Verdana"/>
                <a:cs typeface="Verdana"/>
              </a:rPr>
              <a:t>éli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dirty="0">
                <a:latin typeface="Verdana"/>
                <a:cs typeface="Verdana"/>
              </a:rPr>
              <a:t>e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p</a:t>
            </a:r>
            <a:r>
              <a:rPr sz="1050" i="1" spc="5" dirty="0">
                <a:latin typeface="Verdana"/>
                <a:cs typeface="Verdana"/>
              </a:rPr>
              <a:t>r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ssus,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dirty="0">
                <a:latin typeface="Verdana"/>
                <a:cs typeface="Verdana"/>
              </a:rPr>
              <a:t>a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nf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rm</a:t>
            </a:r>
            <a:r>
              <a:rPr sz="1050" i="1" spc="-5" dirty="0">
                <a:latin typeface="Verdana"/>
                <a:cs typeface="Verdana"/>
              </a:rPr>
              <a:t>it</a:t>
            </a:r>
            <a:r>
              <a:rPr sz="1050" i="1" dirty="0">
                <a:latin typeface="Verdana"/>
                <a:cs typeface="Verdana"/>
              </a:rPr>
              <a:t>é</a:t>
            </a:r>
            <a:r>
              <a:rPr sz="1050" i="1" spc="-2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aux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xig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cli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nts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63316" y="5530508"/>
            <a:ext cx="3453765" cy="499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-10" dirty="0">
                <a:latin typeface="Verdana"/>
                <a:cs typeface="Verdana"/>
              </a:rPr>
              <a:t>Pére</a:t>
            </a:r>
            <a:r>
              <a:rPr sz="1200" spc="-15" dirty="0">
                <a:latin typeface="Verdana"/>
                <a:cs typeface="Verdana"/>
              </a:rPr>
              <a:t>nn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ces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io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ions </a:t>
            </a:r>
            <a:r>
              <a:rPr sz="1050" i="1" spc="-10" dirty="0">
                <a:latin typeface="Verdana"/>
                <a:cs typeface="Verdana"/>
              </a:rPr>
              <a:t>Co</a:t>
            </a:r>
            <a:r>
              <a:rPr sz="1050" i="1" dirty="0">
                <a:latin typeface="Verdana"/>
                <a:cs typeface="Verdana"/>
              </a:rPr>
              <a:t>ntr</a:t>
            </a:r>
            <a:r>
              <a:rPr sz="1050" i="1" spc="-10" dirty="0">
                <a:latin typeface="Verdana"/>
                <a:cs typeface="Verdana"/>
              </a:rPr>
              <a:t>ô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5" dirty="0">
                <a:latin typeface="Verdana"/>
                <a:cs typeface="Verdana"/>
              </a:rPr>
              <a:t> l</a:t>
            </a:r>
            <a:r>
              <a:rPr sz="1050" i="1" dirty="0">
                <a:latin typeface="Verdana"/>
                <a:cs typeface="Verdana"/>
              </a:rPr>
              <a:t>a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stab</a:t>
            </a:r>
            <a:r>
              <a:rPr sz="1050" i="1" spc="-5" dirty="0">
                <a:latin typeface="Verdana"/>
                <a:cs typeface="Verdana"/>
              </a:rPr>
              <a:t>ili</a:t>
            </a:r>
            <a:r>
              <a:rPr sz="1050" i="1" dirty="0">
                <a:latin typeface="Verdana"/>
                <a:cs typeface="Verdana"/>
              </a:rPr>
              <a:t>té</a:t>
            </a:r>
            <a:r>
              <a:rPr sz="1050" i="1" spc="-4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du</a:t>
            </a:r>
            <a:r>
              <a:rPr sz="1050" i="1" spc="-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p</a:t>
            </a:r>
            <a:r>
              <a:rPr sz="1050" i="1" spc="5" dirty="0">
                <a:latin typeface="Verdana"/>
                <a:cs typeface="Verdana"/>
              </a:rPr>
              <a:t>r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ssus</a:t>
            </a:r>
            <a:r>
              <a:rPr sz="1050" i="1" spc="-3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t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sa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nf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rm</a:t>
            </a:r>
            <a:r>
              <a:rPr sz="1050" i="1" spc="-5" dirty="0">
                <a:latin typeface="Verdana"/>
                <a:cs typeface="Verdana"/>
              </a:rPr>
              <a:t>ité </a:t>
            </a:r>
            <a:r>
              <a:rPr sz="1050" i="1" dirty="0">
                <a:latin typeface="Verdana"/>
                <a:cs typeface="Verdana"/>
              </a:rPr>
              <a:t>aux</a:t>
            </a:r>
            <a:r>
              <a:rPr sz="1050" i="1" spc="-1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xig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cli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nts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dans</a:t>
            </a:r>
            <a:r>
              <a:rPr sz="1050" i="1" spc="-3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dirty="0">
                <a:latin typeface="Verdana"/>
                <a:cs typeface="Verdana"/>
              </a:rPr>
              <a:t>e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t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mps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1261999" y="0"/>
                </a:moveTo>
                <a:lnTo>
                  <a:pt x="0" y="0"/>
                </a:lnTo>
                <a:lnTo>
                  <a:pt x="0" y="638556"/>
                </a:lnTo>
                <a:lnTo>
                  <a:pt x="1261999" y="638556"/>
                </a:lnTo>
                <a:lnTo>
                  <a:pt x="1441704" y="319278"/>
                </a:lnTo>
                <a:lnTo>
                  <a:pt x="1261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0" y="0"/>
                </a:moveTo>
                <a:lnTo>
                  <a:pt x="1261999" y="0"/>
                </a:lnTo>
                <a:lnTo>
                  <a:pt x="1441704" y="319278"/>
                </a:lnTo>
                <a:lnTo>
                  <a:pt x="1261999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12330" y="1778324"/>
            <a:ext cx="896619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1272413" y="0"/>
                </a:moveTo>
                <a:lnTo>
                  <a:pt x="0" y="0"/>
                </a:lnTo>
                <a:lnTo>
                  <a:pt x="0" y="623316"/>
                </a:lnTo>
                <a:lnTo>
                  <a:pt x="1272413" y="623316"/>
                </a:lnTo>
                <a:lnTo>
                  <a:pt x="1447800" y="311658"/>
                </a:lnTo>
                <a:lnTo>
                  <a:pt x="1272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0" y="0"/>
                </a:moveTo>
                <a:lnTo>
                  <a:pt x="1272413" y="0"/>
                </a:lnTo>
                <a:lnTo>
                  <a:pt x="1447800" y="311658"/>
                </a:lnTo>
                <a:lnTo>
                  <a:pt x="1272413" y="623316"/>
                </a:lnTo>
                <a:lnTo>
                  <a:pt x="0" y="62331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215631" y="2687646"/>
            <a:ext cx="1064895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ME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URER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(Mea</a:t>
            </a:r>
            <a:r>
              <a:rPr sz="1400" b="1" i="1" spc="-10" dirty="0">
                <a:latin typeface="Verdana"/>
                <a:cs typeface="Verdana"/>
              </a:rPr>
              <a:t>s</a:t>
            </a:r>
            <a:r>
              <a:rPr sz="1400" b="1" i="1" spc="-5" dirty="0">
                <a:latin typeface="Verdana"/>
                <a:cs typeface="Verdana"/>
              </a:rPr>
              <a:t>u</a:t>
            </a:r>
            <a:r>
              <a:rPr sz="1400" b="1" i="1" spc="-10" dirty="0">
                <a:latin typeface="Verdana"/>
                <a:cs typeface="Verdana"/>
              </a:rPr>
              <a:t>r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1040257" y="0"/>
                </a:moveTo>
                <a:lnTo>
                  <a:pt x="0" y="0"/>
                </a:lnTo>
                <a:lnTo>
                  <a:pt x="0" y="2532888"/>
                </a:lnTo>
                <a:lnTo>
                  <a:pt x="1040257" y="2532888"/>
                </a:lnTo>
                <a:lnTo>
                  <a:pt x="1447800" y="1266444"/>
                </a:lnTo>
                <a:lnTo>
                  <a:pt x="10402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0" y="0"/>
                </a:moveTo>
                <a:lnTo>
                  <a:pt x="1040257" y="0"/>
                </a:lnTo>
                <a:lnTo>
                  <a:pt x="1447800" y="1266444"/>
                </a:lnTo>
                <a:lnTo>
                  <a:pt x="1040257" y="2532888"/>
                </a:lnTo>
                <a:lnTo>
                  <a:pt x="0" y="2532888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205218" y="4621473"/>
            <a:ext cx="963294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19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58267" y="1002310"/>
            <a:ext cx="3818254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indent="-354965">
              <a:lnSpc>
                <a:spcPct val="100000"/>
              </a:lnSpc>
              <a:buClr>
                <a:srgbClr val="EE3D42"/>
              </a:buClr>
              <a:buFont typeface="MS Gothic"/>
              <a:buChar char="▪"/>
              <a:tabLst>
                <a:tab pos="3683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 </a:t>
            </a:r>
            <a:r>
              <a:rPr sz="2000" b="1" spc="-5" dirty="0">
                <a:latin typeface="Verdana"/>
                <a:cs typeface="Verdana"/>
              </a:rPr>
              <a:t>méth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logie</a:t>
            </a:r>
            <a:r>
              <a:rPr sz="2000" b="1" spc="-5" dirty="0">
                <a:latin typeface="Verdana"/>
                <a:cs typeface="Verdana"/>
              </a:rPr>
              <a:t> DMA</a:t>
            </a:r>
            <a:r>
              <a:rPr sz="2000" b="1" spc="-10" dirty="0">
                <a:latin typeface="Verdana"/>
                <a:cs typeface="Verdana"/>
              </a:rPr>
              <a:t>I</a:t>
            </a:r>
            <a:r>
              <a:rPr sz="2000" b="1" dirty="0">
                <a:latin typeface="Verdana"/>
                <a:cs typeface="Verdana"/>
              </a:rPr>
              <a:t>C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5795" y="2044726"/>
            <a:ext cx="1548130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Problème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sz="2000" b="1" spc="-5" dirty="0">
                <a:latin typeface="Verdana"/>
                <a:cs typeface="Verdana"/>
              </a:rPr>
              <a:t>statistique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10857" y="2811779"/>
            <a:ext cx="666115" cy="1844039"/>
          </a:xfrm>
          <a:custGeom>
            <a:avLst/>
            <a:gdLst/>
            <a:ahLst/>
            <a:cxnLst/>
            <a:rect l="l" t="t" r="r" b="b"/>
            <a:pathLst>
              <a:path w="666115" h="1844039">
                <a:moveTo>
                  <a:pt x="365886" y="0"/>
                </a:moveTo>
                <a:lnTo>
                  <a:pt x="404318" y="78440"/>
                </a:lnTo>
                <a:lnTo>
                  <a:pt x="439330" y="158088"/>
                </a:lnTo>
                <a:lnTo>
                  <a:pt x="470916" y="238835"/>
                </a:lnTo>
                <a:lnTo>
                  <a:pt x="499069" y="320573"/>
                </a:lnTo>
                <a:lnTo>
                  <a:pt x="523781" y="403193"/>
                </a:lnTo>
                <a:lnTo>
                  <a:pt x="545046" y="486586"/>
                </a:lnTo>
                <a:lnTo>
                  <a:pt x="562856" y="570644"/>
                </a:lnTo>
                <a:lnTo>
                  <a:pt x="577204" y="655259"/>
                </a:lnTo>
                <a:lnTo>
                  <a:pt x="588084" y="740321"/>
                </a:lnTo>
                <a:lnTo>
                  <a:pt x="595487" y="825722"/>
                </a:lnTo>
                <a:lnTo>
                  <a:pt x="599406" y="911353"/>
                </a:lnTo>
                <a:lnTo>
                  <a:pt x="599836" y="997107"/>
                </a:lnTo>
                <a:lnTo>
                  <a:pt x="596767" y="1082874"/>
                </a:lnTo>
                <a:lnTo>
                  <a:pt x="590195" y="1168546"/>
                </a:lnTo>
                <a:lnTo>
                  <a:pt x="580110" y="1254013"/>
                </a:lnTo>
                <a:lnTo>
                  <a:pt x="566506" y="1339169"/>
                </a:lnTo>
                <a:lnTo>
                  <a:pt x="549376" y="1423903"/>
                </a:lnTo>
                <a:lnTo>
                  <a:pt x="528713" y="1508108"/>
                </a:lnTo>
                <a:lnTo>
                  <a:pt x="504509" y="1591675"/>
                </a:lnTo>
                <a:lnTo>
                  <a:pt x="476757" y="1674495"/>
                </a:lnTo>
                <a:lnTo>
                  <a:pt x="665733" y="1770252"/>
                </a:lnTo>
                <a:lnTo>
                  <a:pt x="230123" y="1843658"/>
                </a:lnTo>
                <a:lnTo>
                  <a:pt x="0" y="1432814"/>
                </a:lnTo>
                <a:lnTo>
                  <a:pt x="188721" y="1528572"/>
                </a:lnTo>
                <a:lnTo>
                  <a:pt x="210096" y="1459825"/>
                </a:lnTo>
                <a:lnTo>
                  <a:pt x="228617" y="1390534"/>
                </a:lnTo>
                <a:lnTo>
                  <a:pt x="244292" y="1320783"/>
                </a:lnTo>
                <a:lnTo>
                  <a:pt x="257128" y="1250658"/>
                </a:lnTo>
                <a:lnTo>
                  <a:pt x="267130" y="1180242"/>
                </a:lnTo>
                <a:lnTo>
                  <a:pt x="274306" y="1109621"/>
                </a:lnTo>
                <a:lnTo>
                  <a:pt x="278662" y="1038878"/>
                </a:lnTo>
                <a:lnTo>
                  <a:pt x="280204" y="968099"/>
                </a:lnTo>
                <a:lnTo>
                  <a:pt x="278940" y="897368"/>
                </a:lnTo>
                <a:lnTo>
                  <a:pt x="274875" y="826770"/>
                </a:lnTo>
                <a:lnTo>
                  <a:pt x="268017" y="756388"/>
                </a:lnTo>
                <a:lnTo>
                  <a:pt x="258371" y="686309"/>
                </a:lnTo>
                <a:lnTo>
                  <a:pt x="245945" y="616615"/>
                </a:lnTo>
                <a:lnTo>
                  <a:pt x="230745" y="547393"/>
                </a:lnTo>
                <a:lnTo>
                  <a:pt x="212778" y="478726"/>
                </a:lnTo>
                <a:lnTo>
                  <a:pt x="192050" y="410699"/>
                </a:lnTo>
                <a:lnTo>
                  <a:pt x="168568" y="343397"/>
                </a:lnTo>
                <a:lnTo>
                  <a:pt x="142337" y="276904"/>
                </a:lnTo>
                <a:lnTo>
                  <a:pt x="113366" y="211305"/>
                </a:lnTo>
                <a:lnTo>
                  <a:pt x="81660" y="146685"/>
                </a:lnTo>
                <a:lnTo>
                  <a:pt x="365886" y="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00471" y="4754779"/>
            <a:ext cx="1546860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68910">
              <a:lnSpc>
                <a:spcPct val="126499"/>
              </a:lnSpc>
            </a:pPr>
            <a:r>
              <a:rPr sz="2000" b="1" spc="-5" dirty="0">
                <a:latin typeface="Verdana"/>
                <a:cs typeface="Verdana"/>
              </a:rPr>
              <a:t>S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lution </a:t>
            </a:r>
            <a:r>
              <a:rPr sz="2000" b="1" spc="-5" dirty="0">
                <a:latin typeface="Verdana"/>
                <a:cs typeface="Verdana"/>
              </a:rPr>
              <a:t>statistique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48228" y="5054727"/>
            <a:ext cx="2779395" cy="841375"/>
          </a:xfrm>
          <a:custGeom>
            <a:avLst/>
            <a:gdLst/>
            <a:ahLst/>
            <a:cxnLst/>
            <a:rect l="l" t="t" r="r" b="b"/>
            <a:pathLst>
              <a:path w="2779395" h="841375">
                <a:moveTo>
                  <a:pt x="800650" y="334264"/>
                </a:moveTo>
                <a:lnTo>
                  <a:pt x="162941" y="334264"/>
                </a:lnTo>
                <a:lnTo>
                  <a:pt x="274178" y="412768"/>
                </a:lnTo>
                <a:lnTo>
                  <a:pt x="389573" y="484804"/>
                </a:lnTo>
                <a:lnTo>
                  <a:pt x="508777" y="550335"/>
                </a:lnTo>
                <a:lnTo>
                  <a:pt x="631438" y="609318"/>
                </a:lnTo>
                <a:lnTo>
                  <a:pt x="757209" y="661717"/>
                </a:lnTo>
                <a:lnTo>
                  <a:pt x="885739" y="707489"/>
                </a:lnTo>
                <a:lnTo>
                  <a:pt x="1016679" y="746597"/>
                </a:lnTo>
                <a:lnTo>
                  <a:pt x="1149680" y="779000"/>
                </a:lnTo>
                <a:lnTo>
                  <a:pt x="1284391" y="804660"/>
                </a:lnTo>
                <a:lnTo>
                  <a:pt x="1420463" y="823536"/>
                </a:lnTo>
                <a:lnTo>
                  <a:pt x="1557546" y="835589"/>
                </a:lnTo>
                <a:lnTo>
                  <a:pt x="1695292" y="840779"/>
                </a:lnTo>
                <a:lnTo>
                  <a:pt x="1833350" y="839067"/>
                </a:lnTo>
                <a:lnTo>
                  <a:pt x="1971371" y="830414"/>
                </a:lnTo>
                <a:lnTo>
                  <a:pt x="2109005" y="814779"/>
                </a:lnTo>
                <a:lnTo>
                  <a:pt x="2245903" y="792123"/>
                </a:lnTo>
                <a:lnTo>
                  <a:pt x="2381715" y="762408"/>
                </a:lnTo>
                <a:lnTo>
                  <a:pt x="2516092" y="725592"/>
                </a:lnTo>
                <a:lnTo>
                  <a:pt x="2648683" y="681637"/>
                </a:lnTo>
                <a:lnTo>
                  <a:pt x="2779141" y="630504"/>
                </a:lnTo>
                <a:lnTo>
                  <a:pt x="2718562" y="521126"/>
                </a:lnTo>
                <a:lnTo>
                  <a:pt x="1716327" y="521126"/>
                </a:lnTo>
                <a:lnTo>
                  <a:pt x="1600973" y="517754"/>
                </a:lnTo>
                <a:lnTo>
                  <a:pt x="1486090" y="508954"/>
                </a:lnTo>
                <a:lnTo>
                  <a:pt x="1371950" y="494752"/>
                </a:lnTo>
                <a:lnTo>
                  <a:pt x="1258825" y="475176"/>
                </a:lnTo>
                <a:lnTo>
                  <a:pt x="1146987" y="450254"/>
                </a:lnTo>
                <a:lnTo>
                  <a:pt x="1036709" y="420012"/>
                </a:lnTo>
                <a:lnTo>
                  <a:pt x="928262" y="384479"/>
                </a:lnTo>
                <a:lnTo>
                  <a:pt x="821920" y="343682"/>
                </a:lnTo>
                <a:lnTo>
                  <a:pt x="800650" y="334264"/>
                </a:lnTo>
                <a:close/>
              </a:path>
              <a:path w="2779395" h="841375">
                <a:moveTo>
                  <a:pt x="2623439" y="349377"/>
                </a:moveTo>
                <a:lnTo>
                  <a:pt x="2514119" y="390421"/>
                </a:lnTo>
                <a:lnTo>
                  <a:pt x="2403092" y="425818"/>
                </a:lnTo>
                <a:lnTo>
                  <a:pt x="2290630" y="455594"/>
                </a:lnTo>
                <a:lnTo>
                  <a:pt x="2177006" y="479777"/>
                </a:lnTo>
                <a:lnTo>
                  <a:pt x="2062491" y="498395"/>
                </a:lnTo>
                <a:lnTo>
                  <a:pt x="1947359" y="511473"/>
                </a:lnTo>
                <a:lnTo>
                  <a:pt x="1831880" y="519041"/>
                </a:lnTo>
                <a:lnTo>
                  <a:pt x="1716327" y="521126"/>
                </a:lnTo>
                <a:lnTo>
                  <a:pt x="2718562" y="521126"/>
                </a:lnTo>
                <a:lnTo>
                  <a:pt x="2623439" y="349377"/>
                </a:lnTo>
                <a:close/>
              </a:path>
              <a:path w="2779395" h="841375">
                <a:moveTo>
                  <a:pt x="585216" y="0"/>
                </a:moveTo>
                <a:lnTo>
                  <a:pt x="71882" y="49530"/>
                </a:lnTo>
                <a:lnTo>
                  <a:pt x="0" y="463296"/>
                </a:lnTo>
                <a:lnTo>
                  <a:pt x="162941" y="334264"/>
                </a:lnTo>
                <a:lnTo>
                  <a:pt x="800650" y="334264"/>
                </a:lnTo>
                <a:lnTo>
                  <a:pt x="717954" y="297647"/>
                </a:lnTo>
                <a:lnTo>
                  <a:pt x="616637" y="246403"/>
                </a:lnTo>
                <a:lnTo>
                  <a:pt x="518240" y="189977"/>
                </a:lnTo>
                <a:lnTo>
                  <a:pt x="423037" y="128397"/>
                </a:lnTo>
                <a:lnTo>
                  <a:pt x="5852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48228" y="5054727"/>
            <a:ext cx="2779395" cy="841375"/>
          </a:xfrm>
          <a:custGeom>
            <a:avLst/>
            <a:gdLst/>
            <a:ahLst/>
            <a:cxnLst/>
            <a:rect l="l" t="t" r="r" b="b"/>
            <a:pathLst>
              <a:path w="2779395" h="841375">
                <a:moveTo>
                  <a:pt x="2779141" y="630504"/>
                </a:moveTo>
                <a:lnTo>
                  <a:pt x="2648683" y="681637"/>
                </a:lnTo>
                <a:lnTo>
                  <a:pt x="2516092" y="725592"/>
                </a:lnTo>
                <a:lnTo>
                  <a:pt x="2381715" y="762408"/>
                </a:lnTo>
                <a:lnTo>
                  <a:pt x="2245903" y="792123"/>
                </a:lnTo>
                <a:lnTo>
                  <a:pt x="2109005" y="814779"/>
                </a:lnTo>
                <a:lnTo>
                  <a:pt x="1971371" y="830414"/>
                </a:lnTo>
                <a:lnTo>
                  <a:pt x="1833350" y="839067"/>
                </a:lnTo>
                <a:lnTo>
                  <a:pt x="1695292" y="840779"/>
                </a:lnTo>
                <a:lnTo>
                  <a:pt x="1557546" y="835589"/>
                </a:lnTo>
                <a:lnTo>
                  <a:pt x="1420463" y="823536"/>
                </a:lnTo>
                <a:lnTo>
                  <a:pt x="1284391" y="804660"/>
                </a:lnTo>
                <a:lnTo>
                  <a:pt x="1149680" y="779000"/>
                </a:lnTo>
                <a:lnTo>
                  <a:pt x="1016679" y="746597"/>
                </a:lnTo>
                <a:lnTo>
                  <a:pt x="885739" y="707489"/>
                </a:lnTo>
                <a:lnTo>
                  <a:pt x="757209" y="661717"/>
                </a:lnTo>
                <a:lnTo>
                  <a:pt x="631438" y="609318"/>
                </a:lnTo>
                <a:lnTo>
                  <a:pt x="508777" y="550335"/>
                </a:lnTo>
                <a:lnTo>
                  <a:pt x="389573" y="484804"/>
                </a:lnTo>
                <a:lnTo>
                  <a:pt x="274178" y="412768"/>
                </a:lnTo>
                <a:lnTo>
                  <a:pt x="162941" y="334264"/>
                </a:lnTo>
                <a:lnTo>
                  <a:pt x="0" y="463296"/>
                </a:lnTo>
                <a:lnTo>
                  <a:pt x="71882" y="49530"/>
                </a:lnTo>
                <a:lnTo>
                  <a:pt x="585216" y="0"/>
                </a:lnTo>
                <a:lnTo>
                  <a:pt x="423037" y="128397"/>
                </a:lnTo>
                <a:lnTo>
                  <a:pt x="518240" y="189977"/>
                </a:lnTo>
                <a:lnTo>
                  <a:pt x="616637" y="246403"/>
                </a:lnTo>
                <a:lnTo>
                  <a:pt x="717954" y="297647"/>
                </a:lnTo>
                <a:lnTo>
                  <a:pt x="821920" y="343682"/>
                </a:lnTo>
                <a:lnTo>
                  <a:pt x="928262" y="384479"/>
                </a:lnTo>
                <a:lnTo>
                  <a:pt x="1036709" y="420012"/>
                </a:lnTo>
                <a:lnTo>
                  <a:pt x="1146987" y="450254"/>
                </a:lnTo>
                <a:lnTo>
                  <a:pt x="1258825" y="475176"/>
                </a:lnTo>
                <a:lnTo>
                  <a:pt x="1371950" y="494752"/>
                </a:lnTo>
                <a:lnTo>
                  <a:pt x="1486090" y="508954"/>
                </a:lnTo>
                <a:lnTo>
                  <a:pt x="1600973" y="517754"/>
                </a:lnTo>
                <a:lnTo>
                  <a:pt x="1716327" y="521126"/>
                </a:lnTo>
                <a:lnTo>
                  <a:pt x="1831880" y="519041"/>
                </a:lnTo>
                <a:lnTo>
                  <a:pt x="1947359" y="511473"/>
                </a:lnTo>
                <a:lnTo>
                  <a:pt x="2062491" y="498395"/>
                </a:lnTo>
                <a:lnTo>
                  <a:pt x="2177006" y="479777"/>
                </a:lnTo>
                <a:lnTo>
                  <a:pt x="2290630" y="455594"/>
                </a:lnTo>
                <a:lnTo>
                  <a:pt x="2403092" y="425818"/>
                </a:lnTo>
                <a:lnTo>
                  <a:pt x="2514119" y="390421"/>
                </a:lnTo>
                <a:lnTo>
                  <a:pt x="2623439" y="349377"/>
                </a:lnTo>
                <a:lnTo>
                  <a:pt x="2779141" y="63050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56713" y="4219220"/>
            <a:ext cx="120967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Verdana"/>
                <a:cs typeface="Verdana"/>
              </a:rPr>
              <a:t>S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lution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44520" y="4604540"/>
            <a:ext cx="123253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Verdana"/>
                <a:cs typeface="Verdana"/>
              </a:rPr>
              <a:t>pratique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9314" y="2432838"/>
            <a:ext cx="138620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 marR="5080" indent="-78105">
              <a:lnSpc>
                <a:spcPct val="126600"/>
              </a:lnSpc>
            </a:pPr>
            <a:r>
              <a:rPr sz="2000" b="1" dirty="0">
                <a:latin typeface="Verdana"/>
                <a:cs typeface="Verdana"/>
              </a:rPr>
              <a:t>Problème </a:t>
            </a:r>
            <a:r>
              <a:rPr sz="2000" b="1" spc="-5" dirty="0">
                <a:latin typeface="Verdana"/>
                <a:cs typeface="Verdana"/>
              </a:rPr>
              <a:t>pr</a:t>
            </a:r>
            <a:r>
              <a:rPr sz="2000" b="1" spc="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tique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06800" y="1494536"/>
            <a:ext cx="2067560" cy="946785"/>
          </a:xfrm>
          <a:custGeom>
            <a:avLst/>
            <a:gdLst/>
            <a:ahLst/>
            <a:cxnLst/>
            <a:rect l="l" t="t" r="r" b="b"/>
            <a:pathLst>
              <a:path w="2067560" h="946785">
                <a:moveTo>
                  <a:pt x="0" y="711453"/>
                </a:moveTo>
                <a:lnTo>
                  <a:pt x="76768" y="643975"/>
                </a:lnTo>
                <a:lnTo>
                  <a:pt x="156278" y="580633"/>
                </a:lnTo>
                <a:lnTo>
                  <a:pt x="238362" y="521475"/>
                </a:lnTo>
                <a:lnTo>
                  <a:pt x="322856" y="466546"/>
                </a:lnTo>
                <a:lnTo>
                  <a:pt x="409592" y="415891"/>
                </a:lnTo>
                <a:lnTo>
                  <a:pt x="498406" y="369556"/>
                </a:lnTo>
                <a:lnTo>
                  <a:pt x="589130" y="327587"/>
                </a:lnTo>
                <a:lnTo>
                  <a:pt x="681599" y="290029"/>
                </a:lnTo>
                <a:lnTo>
                  <a:pt x="775647" y="256928"/>
                </a:lnTo>
                <a:lnTo>
                  <a:pt x="871108" y="228330"/>
                </a:lnTo>
                <a:lnTo>
                  <a:pt x="967816" y="204279"/>
                </a:lnTo>
                <a:lnTo>
                  <a:pt x="1065605" y="184823"/>
                </a:lnTo>
                <a:lnTo>
                  <a:pt x="1164308" y="170006"/>
                </a:lnTo>
                <a:lnTo>
                  <a:pt x="1263760" y="159874"/>
                </a:lnTo>
                <a:lnTo>
                  <a:pt x="1363795" y="154473"/>
                </a:lnTo>
                <a:lnTo>
                  <a:pt x="1464247" y="153848"/>
                </a:lnTo>
                <a:lnTo>
                  <a:pt x="1564949" y="158045"/>
                </a:lnTo>
                <a:lnTo>
                  <a:pt x="1665736" y="167110"/>
                </a:lnTo>
                <a:lnTo>
                  <a:pt x="1766441" y="181088"/>
                </a:lnTo>
                <a:lnTo>
                  <a:pt x="1866900" y="200024"/>
                </a:lnTo>
                <a:lnTo>
                  <a:pt x="1936623" y="0"/>
                </a:lnTo>
                <a:lnTo>
                  <a:pt x="2067306" y="421893"/>
                </a:lnTo>
                <a:lnTo>
                  <a:pt x="1690877" y="704722"/>
                </a:lnTo>
                <a:lnTo>
                  <a:pt x="1760474" y="504824"/>
                </a:lnTo>
                <a:lnTo>
                  <a:pt x="1677059" y="490990"/>
                </a:lnTo>
                <a:lnTo>
                  <a:pt x="1593515" y="481160"/>
                </a:lnTo>
                <a:lnTo>
                  <a:pt x="1509972" y="475299"/>
                </a:lnTo>
                <a:lnTo>
                  <a:pt x="1426561" y="473367"/>
                </a:lnTo>
                <a:lnTo>
                  <a:pt x="1343413" y="475329"/>
                </a:lnTo>
                <a:lnTo>
                  <a:pt x="1260660" y="481146"/>
                </a:lnTo>
                <a:lnTo>
                  <a:pt x="1178432" y="490782"/>
                </a:lnTo>
                <a:lnTo>
                  <a:pt x="1096861" y="504199"/>
                </a:lnTo>
                <a:lnTo>
                  <a:pt x="1016077" y="521359"/>
                </a:lnTo>
                <a:lnTo>
                  <a:pt x="936212" y="542226"/>
                </a:lnTo>
                <a:lnTo>
                  <a:pt x="857396" y="566762"/>
                </a:lnTo>
                <a:lnTo>
                  <a:pt x="779761" y="594929"/>
                </a:lnTo>
                <a:lnTo>
                  <a:pt x="703438" y="626691"/>
                </a:lnTo>
                <a:lnTo>
                  <a:pt x="628558" y="662010"/>
                </a:lnTo>
                <a:lnTo>
                  <a:pt x="555251" y="700849"/>
                </a:lnTo>
                <a:lnTo>
                  <a:pt x="483650" y="743170"/>
                </a:lnTo>
                <a:lnTo>
                  <a:pt x="413885" y="788936"/>
                </a:lnTo>
                <a:lnTo>
                  <a:pt x="346086" y="838110"/>
                </a:lnTo>
                <a:lnTo>
                  <a:pt x="280386" y="890654"/>
                </a:lnTo>
                <a:lnTo>
                  <a:pt x="216915" y="946530"/>
                </a:lnTo>
                <a:lnTo>
                  <a:pt x="0" y="71145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5904" y="2139695"/>
            <a:ext cx="1583690" cy="676910"/>
          </a:xfrm>
          <a:prstGeom prst="rect">
            <a:avLst/>
          </a:prstGeom>
          <a:solidFill>
            <a:srgbClr val="D9D9D9"/>
          </a:solidFill>
          <a:ln w="9144">
            <a:solidFill>
              <a:srgbClr val="5858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8600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D</a:t>
            </a:r>
            <a:r>
              <a:rPr sz="1800" b="1" i="1" spc="-10" dirty="0">
                <a:latin typeface="Verdana"/>
                <a:cs typeface="Verdana"/>
              </a:rPr>
              <a:t>E</a:t>
            </a:r>
            <a:r>
              <a:rPr sz="1800" b="1" i="1" dirty="0">
                <a:latin typeface="Verdana"/>
                <a:cs typeface="Verdana"/>
              </a:rPr>
              <a:t>F</a:t>
            </a:r>
            <a:r>
              <a:rPr sz="1800" b="1" i="1" spc="-15" dirty="0">
                <a:latin typeface="Verdana"/>
                <a:cs typeface="Verdana"/>
              </a:rPr>
              <a:t>INIR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21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19543" y="1196339"/>
            <a:ext cx="1873250" cy="646430"/>
          </a:xfrm>
          <a:prstGeom prst="rect">
            <a:avLst/>
          </a:prstGeom>
          <a:solidFill>
            <a:srgbClr val="D9D9D9"/>
          </a:solidFill>
          <a:ln w="9144">
            <a:solidFill>
              <a:srgbClr val="5858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5595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M</a:t>
            </a:r>
            <a:r>
              <a:rPr sz="1800" b="1" i="1" spc="-15" dirty="0">
                <a:latin typeface="Verdana"/>
                <a:cs typeface="Verdana"/>
              </a:rPr>
              <a:t>E</a:t>
            </a:r>
            <a:r>
              <a:rPr sz="1800" b="1" i="1" spc="-5" dirty="0">
                <a:latin typeface="Verdana"/>
                <a:cs typeface="Verdana"/>
              </a:rPr>
              <a:t>SUR</a:t>
            </a:r>
            <a:r>
              <a:rPr sz="1800" b="1" i="1" spc="-10" dirty="0">
                <a:latin typeface="Verdana"/>
                <a:cs typeface="Verdana"/>
              </a:rPr>
              <a:t>E</a:t>
            </a:r>
            <a:r>
              <a:rPr sz="1800" b="1" i="1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  <a:p>
            <a:pPr marL="253365">
              <a:lnSpc>
                <a:spcPct val="100000"/>
              </a:lnSpc>
            </a:pPr>
            <a:r>
              <a:rPr sz="1800" b="1" i="1" spc="-5" dirty="0">
                <a:latin typeface="Verdana"/>
                <a:cs typeface="Verdana"/>
              </a:rPr>
              <a:t>ANAL</a:t>
            </a:r>
            <a:r>
              <a:rPr sz="1800" b="1" i="1" dirty="0">
                <a:latin typeface="Verdana"/>
                <a:cs typeface="Verdana"/>
              </a:rPr>
              <a:t>YS</a:t>
            </a:r>
            <a:r>
              <a:rPr sz="1800" b="1" i="1" spc="-10" dirty="0">
                <a:latin typeface="Verdana"/>
                <a:cs typeface="Verdana"/>
              </a:rPr>
              <a:t>E</a:t>
            </a:r>
            <a:r>
              <a:rPr sz="1800" b="1" i="1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19543" y="5579364"/>
            <a:ext cx="1873250" cy="678180"/>
          </a:xfrm>
          <a:prstGeom prst="rect">
            <a:avLst/>
          </a:prstGeom>
          <a:solidFill>
            <a:srgbClr val="D9D9D9"/>
          </a:solidFill>
          <a:ln w="9144">
            <a:solidFill>
              <a:srgbClr val="5858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9545">
              <a:lnSpc>
                <a:spcPct val="100000"/>
              </a:lnSpc>
            </a:pPr>
            <a:r>
              <a:rPr sz="1800" b="1" i="1" spc="-10" dirty="0">
                <a:latin typeface="Verdana"/>
                <a:cs typeface="Verdana"/>
              </a:rPr>
              <a:t>A</a:t>
            </a:r>
            <a:r>
              <a:rPr sz="1800" b="1" i="1" dirty="0">
                <a:latin typeface="Verdana"/>
                <a:cs typeface="Verdana"/>
              </a:rPr>
              <a:t>M</a:t>
            </a:r>
            <a:r>
              <a:rPr sz="1800" b="1" i="1" spc="-15" dirty="0">
                <a:latin typeface="Verdana"/>
                <a:cs typeface="Verdana"/>
              </a:rPr>
              <a:t>E</a:t>
            </a:r>
            <a:r>
              <a:rPr sz="1800" b="1" i="1" spc="-5" dirty="0">
                <a:latin typeface="Verdana"/>
                <a:cs typeface="Verdana"/>
              </a:rPr>
              <a:t>LI</a:t>
            </a:r>
            <a:r>
              <a:rPr sz="1800" b="1" i="1" spc="5" dirty="0">
                <a:latin typeface="Verdana"/>
                <a:cs typeface="Verdana"/>
              </a:rPr>
              <a:t>O</a:t>
            </a:r>
            <a:r>
              <a:rPr sz="1800" b="1" i="1" spc="-10" dirty="0">
                <a:latin typeface="Verdana"/>
                <a:cs typeface="Verdana"/>
              </a:rPr>
              <a:t>RE</a:t>
            </a:r>
            <a:r>
              <a:rPr sz="1800" b="1" i="1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5904" y="4293108"/>
            <a:ext cx="1583690" cy="676910"/>
          </a:xfrm>
          <a:prstGeom prst="rect">
            <a:avLst/>
          </a:prstGeom>
          <a:solidFill>
            <a:srgbClr val="D9D9D9"/>
          </a:solidFill>
          <a:ln w="9144">
            <a:solidFill>
              <a:srgbClr val="5858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5425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PI</a:t>
            </a:r>
            <a:r>
              <a:rPr sz="1800" b="1" i="1" spc="5" dirty="0">
                <a:latin typeface="Verdana"/>
                <a:cs typeface="Verdana"/>
              </a:rPr>
              <a:t>L</a:t>
            </a:r>
            <a:r>
              <a:rPr sz="1800" b="1" i="1" dirty="0">
                <a:latin typeface="Verdana"/>
                <a:cs typeface="Verdana"/>
              </a:rPr>
              <a:t>O</a:t>
            </a:r>
            <a:r>
              <a:rPr sz="1800" b="1" i="1" spc="-15" dirty="0">
                <a:latin typeface="Verdana"/>
                <a:cs typeface="Verdana"/>
              </a:rPr>
              <a:t>T</a:t>
            </a:r>
            <a:r>
              <a:rPr sz="1800" b="1" i="1" spc="-25" dirty="0">
                <a:latin typeface="Verdana"/>
                <a:cs typeface="Verdana"/>
              </a:rPr>
              <a:t>E</a:t>
            </a:r>
            <a:r>
              <a:rPr sz="1800" b="1" i="1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9703" y="3462554"/>
            <a:ext cx="6664959" cy="179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80035" algn="l"/>
              </a:tabLst>
            </a:pPr>
            <a:r>
              <a:rPr sz="2000" dirty="0">
                <a:latin typeface="Verdana"/>
                <a:cs typeface="Verdana"/>
              </a:rPr>
              <a:t>La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tie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(Y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née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  <a:p>
            <a:pPr marL="2794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</a:t>
            </a:r>
            <a:r>
              <a:rPr sz="2000" spc="-10" dirty="0">
                <a:latin typeface="Verdana"/>
                <a:cs typeface="Verdana"/>
              </a:rPr>
              <a:t>ée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(X</a:t>
            </a:r>
            <a:r>
              <a:rPr sz="2000" dirty="0">
                <a:latin typeface="Verdana"/>
                <a:cs typeface="Verdana"/>
              </a:rPr>
              <a:t>) 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sque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ε</a:t>
            </a:r>
            <a:r>
              <a:rPr sz="2000" spc="-10" dirty="0">
                <a:latin typeface="Verdana"/>
                <a:cs typeface="Verdana"/>
              </a:rPr>
              <a:t> e</a:t>
            </a:r>
            <a:r>
              <a:rPr sz="2000" dirty="0">
                <a:latin typeface="Verdana"/>
                <a:cs typeface="Verdana"/>
              </a:rPr>
              <a:t>st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tit.</a:t>
            </a:r>
            <a:endParaRPr sz="2000">
              <a:latin typeface="Verdana"/>
              <a:cs typeface="Verdana"/>
            </a:endParaRPr>
          </a:p>
          <a:p>
            <a:pPr marL="279400" marR="5080" indent="-266700">
              <a:lnSpc>
                <a:spcPct val="150000"/>
              </a:lnSpc>
              <a:spcBef>
                <a:spcPts val="1200"/>
              </a:spcBef>
              <a:buClr>
                <a:srgbClr val="EE3D42"/>
              </a:buClr>
              <a:buFont typeface="MS Gothic"/>
              <a:buChar char="✓"/>
              <a:tabLst>
                <a:tab pos="280035" algn="l"/>
              </a:tabLst>
            </a:pPr>
            <a:r>
              <a:rPr sz="2000" dirty="0">
                <a:latin typeface="Verdana"/>
                <a:cs typeface="Verdana"/>
              </a:rPr>
              <a:t>Si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nous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pi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ot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ns </a:t>
            </a:r>
            <a:r>
              <a:rPr sz="2000" spc="-10" dirty="0">
                <a:latin typeface="Verdana"/>
                <a:cs typeface="Verdana"/>
              </a:rPr>
              <a:t>le</a:t>
            </a:r>
            <a:r>
              <a:rPr sz="2000" dirty="0">
                <a:latin typeface="Verdana"/>
                <a:cs typeface="Verdana"/>
              </a:rPr>
              <a:t>s </a:t>
            </a:r>
            <a:r>
              <a:rPr sz="2000" spc="-5" dirty="0">
                <a:latin typeface="Verdana"/>
                <a:cs typeface="Verdana"/>
              </a:rPr>
              <a:t>X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nous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pou</a:t>
            </a:r>
            <a:r>
              <a:rPr sz="2000" spc="-15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di</a:t>
            </a:r>
            <a:r>
              <a:rPr sz="2000" spc="-1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 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ni</a:t>
            </a:r>
            <a:r>
              <a:rPr sz="2000" spc="-15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re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fiab</a:t>
            </a:r>
            <a:r>
              <a:rPr sz="2000" spc="-2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25768" y="1652016"/>
            <a:ext cx="1120902" cy="13388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00344" y="1652016"/>
            <a:ext cx="1198626" cy="1338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38115" y="1652016"/>
            <a:ext cx="1895093" cy="1338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26408" y="1652016"/>
            <a:ext cx="1198626" cy="13388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52088" y="1652016"/>
            <a:ext cx="1011174" cy="13388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40379" y="1652016"/>
            <a:ext cx="1198625" cy="13388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67583" y="1652016"/>
            <a:ext cx="1011173" cy="133883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38300" y="1652016"/>
            <a:ext cx="1786889" cy="13388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40891" y="1652016"/>
            <a:ext cx="1319022" cy="133883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9475" y="1652016"/>
            <a:ext cx="1239774" cy="13388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73367" y="2343911"/>
            <a:ext cx="707897" cy="79019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13147" y="2343911"/>
            <a:ext cx="723138" cy="79019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28644" y="2343911"/>
            <a:ext cx="723138" cy="79019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694432" y="2343911"/>
            <a:ext cx="723138" cy="79019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58000" y="1674876"/>
            <a:ext cx="1526286" cy="133883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94092" y="1674876"/>
            <a:ext cx="1146809" cy="133883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50707" y="1674876"/>
            <a:ext cx="1193292" cy="133883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42899" y="1945800"/>
            <a:ext cx="8032115" cy="929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310"/>
              </a:lnSpc>
              <a:tabLst>
                <a:tab pos="6159500" algn="l"/>
              </a:tabLst>
            </a:pPr>
            <a:r>
              <a:rPr sz="4800" b="1" dirty="0">
                <a:latin typeface="Verdana"/>
                <a:cs typeface="Verdana"/>
              </a:rPr>
              <a:t>Y</a:t>
            </a:r>
            <a:r>
              <a:rPr sz="4800" b="1" spc="30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=</a:t>
            </a:r>
            <a:r>
              <a:rPr sz="4800" b="1" spc="-1105" dirty="0">
                <a:latin typeface="Verdana"/>
                <a:cs typeface="Verdana"/>
              </a:rPr>
              <a:t> </a:t>
            </a:r>
            <a:r>
              <a:rPr sz="4800" b="1" spc="-5" dirty="0">
                <a:latin typeface="Verdana"/>
                <a:cs typeface="Verdana"/>
              </a:rPr>
              <a:t>f(</a:t>
            </a:r>
            <a:r>
              <a:rPr sz="4800" b="1" dirty="0">
                <a:latin typeface="Verdana"/>
                <a:cs typeface="Verdana"/>
              </a:rPr>
              <a:t>x</a:t>
            </a:r>
            <a:r>
              <a:rPr sz="4800" b="1" spc="-605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,</a:t>
            </a:r>
            <a:r>
              <a:rPr sz="4800" b="1" spc="-1220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x</a:t>
            </a:r>
            <a:r>
              <a:rPr sz="4800" b="1" spc="745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,</a:t>
            </a:r>
            <a:r>
              <a:rPr sz="4800" b="1" spc="-1220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x</a:t>
            </a:r>
            <a:r>
              <a:rPr sz="4800" b="1" spc="745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,..</a:t>
            </a:r>
            <a:r>
              <a:rPr sz="4800" b="1" spc="-5" dirty="0">
                <a:latin typeface="Verdana"/>
                <a:cs typeface="Verdana"/>
              </a:rPr>
              <a:t>.</a:t>
            </a:r>
            <a:r>
              <a:rPr sz="4800" b="1" spc="-320" dirty="0">
                <a:latin typeface="Verdana"/>
                <a:cs typeface="Verdana"/>
              </a:rPr>
              <a:t>,</a:t>
            </a:r>
            <a:r>
              <a:rPr sz="4800" b="1" dirty="0">
                <a:latin typeface="Verdana"/>
                <a:cs typeface="Verdana"/>
              </a:rPr>
              <a:t>x	</a:t>
            </a:r>
            <a:r>
              <a:rPr sz="4800" b="1" spc="15" dirty="0">
                <a:latin typeface="Verdana"/>
                <a:cs typeface="Verdana"/>
              </a:rPr>
              <a:t>)</a:t>
            </a:r>
            <a:r>
              <a:rPr sz="7200" b="1" baseline="-2314" dirty="0">
                <a:latin typeface="Verdana"/>
                <a:cs typeface="Verdana"/>
              </a:rPr>
              <a:t>+</a:t>
            </a:r>
            <a:r>
              <a:rPr sz="7200" b="1" spc="-15" baseline="-2314" dirty="0">
                <a:latin typeface="Verdana"/>
                <a:cs typeface="Verdana"/>
              </a:rPr>
              <a:t> </a:t>
            </a:r>
            <a:r>
              <a:rPr sz="7200" b="1" baseline="-2314" dirty="0">
                <a:latin typeface="Verdana"/>
                <a:cs typeface="Verdana"/>
              </a:rPr>
              <a:t>ε</a:t>
            </a:r>
            <a:r>
              <a:rPr sz="7200" b="1" spc="-52" baseline="-2314" dirty="0">
                <a:latin typeface="Verdana"/>
                <a:cs typeface="Verdana"/>
              </a:rPr>
              <a:t>*</a:t>
            </a:r>
            <a:endParaRPr sz="7200" baseline="-2314">
              <a:latin typeface="Verdana"/>
              <a:cs typeface="Verdana"/>
            </a:endParaRPr>
          </a:p>
          <a:p>
            <a:pPr marL="2173605">
              <a:lnSpc>
                <a:spcPts val="2835"/>
              </a:lnSpc>
              <a:tabLst>
                <a:tab pos="3107690" algn="l"/>
                <a:tab pos="4093210" algn="l"/>
                <a:tab pos="5852795" algn="l"/>
              </a:tabLst>
            </a:pPr>
            <a:r>
              <a:rPr sz="2800" b="1" spc="-20" dirty="0">
                <a:latin typeface="Verdana"/>
                <a:cs typeface="Verdana"/>
              </a:rPr>
              <a:t>1	2	3	k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46303" y="6091645"/>
            <a:ext cx="286956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i="1" spc="-10" dirty="0">
                <a:latin typeface="Verdana"/>
                <a:cs typeface="Verdana"/>
              </a:rPr>
              <a:t>* ε </a:t>
            </a:r>
            <a:r>
              <a:rPr sz="1200" i="1" dirty="0">
                <a:latin typeface="Verdana"/>
                <a:cs typeface="Verdana"/>
              </a:rPr>
              <a:t>=</a:t>
            </a:r>
            <a:r>
              <a:rPr sz="1200" i="1" spc="10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5" dirty="0">
                <a:latin typeface="Verdana"/>
                <a:cs typeface="Verdana"/>
              </a:rPr>
              <a:t>pp</a:t>
            </a:r>
            <a:r>
              <a:rPr sz="1200" i="1" dirty="0">
                <a:latin typeface="Verdana"/>
                <a:cs typeface="Verdana"/>
              </a:rPr>
              <a:t>e</a:t>
            </a:r>
            <a:r>
              <a:rPr sz="1200" i="1" spc="-5" dirty="0">
                <a:latin typeface="Verdana"/>
                <a:cs typeface="Verdana"/>
              </a:rPr>
              <a:t>l</a:t>
            </a:r>
            <a:r>
              <a:rPr sz="1200" i="1" dirty="0">
                <a:latin typeface="Verdana"/>
                <a:cs typeface="Verdana"/>
              </a:rPr>
              <a:t>é</a:t>
            </a:r>
            <a:r>
              <a:rPr sz="1200" i="1" spc="10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com</a:t>
            </a:r>
            <a:r>
              <a:rPr sz="1200" i="1" spc="-5" dirty="0">
                <a:latin typeface="Verdana"/>
                <a:cs typeface="Verdana"/>
              </a:rPr>
              <a:t>mun</a:t>
            </a:r>
            <a:r>
              <a:rPr sz="1200" i="1" dirty="0">
                <a:latin typeface="Verdana"/>
                <a:cs typeface="Verdana"/>
              </a:rPr>
              <a:t>é</a:t>
            </a:r>
            <a:r>
              <a:rPr sz="1200" i="1" spc="-5" dirty="0">
                <a:latin typeface="Verdana"/>
                <a:cs typeface="Verdana"/>
              </a:rPr>
              <a:t>m</a:t>
            </a:r>
            <a:r>
              <a:rPr sz="1200" i="1" dirty="0">
                <a:latin typeface="Verdana"/>
                <a:cs typeface="Verdana"/>
              </a:rPr>
              <a:t>e</a:t>
            </a:r>
            <a:r>
              <a:rPr sz="1200" i="1" spc="-5" dirty="0">
                <a:latin typeface="Verdana"/>
                <a:cs typeface="Verdana"/>
              </a:rPr>
              <a:t>n</a:t>
            </a:r>
            <a:r>
              <a:rPr sz="1200" i="1" dirty="0">
                <a:latin typeface="Verdana"/>
                <a:cs typeface="Verdana"/>
              </a:rPr>
              <a:t>t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‘</a:t>
            </a:r>
            <a:r>
              <a:rPr sz="1200" i="1" spc="-10" dirty="0">
                <a:latin typeface="Verdana"/>
                <a:cs typeface="Verdana"/>
              </a:rPr>
              <a:t>l</a:t>
            </a:r>
            <a:r>
              <a:rPr sz="1200" i="1" dirty="0">
                <a:latin typeface="Verdana"/>
                <a:cs typeface="Verdana"/>
              </a:rPr>
              <a:t>e </a:t>
            </a:r>
            <a:r>
              <a:rPr sz="1200" i="1" spc="-10" dirty="0">
                <a:latin typeface="Verdana"/>
                <a:cs typeface="Verdana"/>
              </a:rPr>
              <a:t>b</a:t>
            </a:r>
            <a:r>
              <a:rPr sz="1200" i="1" dirty="0">
                <a:latin typeface="Verdana"/>
                <a:cs typeface="Verdana"/>
              </a:rPr>
              <a:t>ru</a:t>
            </a:r>
            <a:r>
              <a:rPr sz="1200" i="1" spc="-5" dirty="0">
                <a:latin typeface="Verdana"/>
                <a:cs typeface="Verdana"/>
              </a:rPr>
              <a:t>it</a:t>
            </a:r>
            <a:r>
              <a:rPr sz="1200" i="1" dirty="0">
                <a:latin typeface="Verdana"/>
                <a:cs typeface="Verdana"/>
              </a:rPr>
              <a:t>’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434618"/>
            <a:ext cx="7931150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marR="5080" indent="-354965">
              <a:lnSpc>
                <a:spcPct val="150000"/>
              </a:lnSpc>
              <a:buClr>
                <a:srgbClr val="EE3D42"/>
              </a:buClr>
              <a:buFont typeface="MS Gothic"/>
              <a:buChar char="▪"/>
              <a:tabLst>
                <a:tab pos="3683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e </a:t>
            </a:r>
            <a:r>
              <a:rPr sz="2000" b="1" spc="-5" dirty="0">
                <a:latin typeface="Verdana"/>
                <a:cs typeface="Verdana"/>
              </a:rPr>
              <a:t>Si</a:t>
            </a:r>
            <a:r>
              <a:rPr sz="2000" b="1" dirty="0">
                <a:latin typeface="Verdana"/>
                <a:cs typeface="Verdana"/>
              </a:rPr>
              <a:t>x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Si</a:t>
            </a:r>
            <a:r>
              <a:rPr sz="2000" b="1" dirty="0">
                <a:latin typeface="Verdana"/>
                <a:cs typeface="Verdana"/>
              </a:rPr>
              <a:t>g</a:t>
            </a:r>
            <a:r>
              <a:rPr sz="2000" b="1" spc="-5" dirty="0">
                <a:latin typeface="Verdana"/>
                <a:cs typeface="Verdana"/>
              </a:rPr>
              <a:t>m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es</a:t>
            </a:r>
            <a:r>
              <a:rPr sz="2000" b="1" dirty="0">
                <a:latin typeface="Verdana"/>
                <a:cs typeface="Verdana"/>
              </a:rPr>
              <a:t>t </a:t>
            </a:r>
            <a:r>
              <a:rPr sz="2000" b="1" spc="-5" dirty="0">
                <a:latin typeface="Verdana"/>
                <a:cs typeface="Verdana"/>
              </a:rPr>
              <a:t>b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-5" dirty="0">
                <a:latin typeface="Verdana"/>
                <a:cs typeface="Verdana"/>
              </a:rPr>
              <a:t>s</a:t>
            </a:r>
            <a:r>
              <a:rPr sz="2000" b="1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la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ce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 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pl</a:t>
            </a:r>
            <a:r>
              <a:rPr sz="2000" spc="-10" dirty="0">
                <a:latin typeface="Verdana"/>
                <a:cs typeface="Verdana"/>
              </a:rPr>
              <a:t>oi</a:t>
            </a:r>
            <a:r>
              <a:rPr sz="2000" spc="-3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spc="-2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gi</a:t>
            </a:r>
            <a:r>
              <a:rPr sz="2000" spc="-10" dirty="0">
                <a:latin typeface="Verdana"/>
                <a:cs typeface="Verdana"/>
              </a:rPr>
              <a:t>q</a:t>
            </a:r>
            <a:r>
              <a:rPr sz="2000" dirty="0">
                <a:latin typeface="Verdana"/>
                <a:cs typeface="Verdana"/>
              </a:rPr>
              <a:t>ue d’un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rta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bre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d’outi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diff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1581" y="2535025"/>
            <a:ext cx="2706376" cy="3053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0831" y="3166202"/>
            <a:ext cx="53530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A</a:t>
            </a:r>
            <a:r>
              <a:rPr sz="1100" spc="5" dirty="0">
                <a:latin typeface="Verdana"/>
                <a:cs typeface="Verdana"/>
              </a:rPr>
              <a:t>M</a:t>
            </a:r>
            <a:r>
              <a:rPr sz="1100" dirty="0">
                <a:latin typeface="Verdana"/>
                <a:cs typeface="Verdana"/>
              </a:rPr>
              <a:t>DEC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2401" y="3166202"/>
            <a:ext cx="30353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S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C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2269" y="4044026"/>
            <a:ext cx="32258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 marR="5080" indent="-1524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C</a:t>
            </a:r>
            <a:r>
              <a:rPr sz="1100" dirty="0">
                <a:latin typeface="Verdana"/>
                <a:cs typeface="Verdana"/>
              </a:rPr>
              <a:t>p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/ </a:t>
            </a:r>
            <a:r>
              <a:rPr sz="1100" spc="-5" dirty="0">
                <a:latin typeface="Verdana"/>
                <a:cs typeface="Verdana"/>
              </a:rPr>
              <a:t>C</a:t>
            </a:r>
            <a:r>
              <a:rPr sz="1100" spc="-10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k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1735" y="2776058"/>
            <a:ext cx="33210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D</a:t>
            </a:r>
            <a:r>
              <a:rPr sz="1100" spc="-5" dirty="0">
                <a:latin typeface="Verdana"/>
                <a:cs typeface="Verdana"/>
              </a:rPr>
              <a:t>O</a:t>
            </a:r>
            <a:r>
              <a:rPr sz="1100" dirty="0">
                <a:latin typeface="Verdana"/>
                <a:cs typeface="Verdana"/>
              </a:rPr>
              <a:t>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8541" y="4434170"/>
            <a:ext cx="32258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R&amp;R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5914" y="4592666"/>
            <a:ext cx="56578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H</a:t>
            </a:r>
            <a:r>
              <a:rPr sz="1100" dirty="0">
                <a:latin typeface="Verdana"/>
                <a:cs typeface="Verdana"/>
              </a:rPr>
              <a:t>o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/ </a:t>
            </a:r>
            <a:r>
              <a:rPr sz="1100" spc="-5" dirty="0">
                <a:latin typeface="Verdana"/>
                <a:cs typeface="Verdana"/>
              </a:rPr>
              <a:t>Ha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17185" y="2562479"/>
            <a:ext cx="3996690" cy="28865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18582" y="3495386"/>
            <a:ext cx="53530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A</a:t>
            </a:r>
            <a:r>
              <a:rPr sz="1100" spc="5" dirty="0">
                <a:latin typeface="Verdana"/>
                <a:cs typeface="Verdana"/>
              </a:rPr>
              <a:t>M</a:t>
            </a:r>
            <a:r>
              <a:rPr sz="1100" dirty="0">
                <a:latin typeface="Verdana"/>
                <a:cs typeface="Verdana"/>
              </a:rPr>
              <a:t>DEC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83628" y="3495386"/>
            <a:ext cx="30353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S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C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35748" y="4168996"/>
            <a:ext cx="32258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C</a:t>
            </a:r>
            <a:r>
              <a:rPr sz="1100" dirty="0">
                <a:latin typeface="Verdana"/>
                <a:cs typeface="Verdana"/>
              </a:rPr>
              <a:t>p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/</a:t>
            </a:r>
            <a:endParaRPr sz="1100">
              <a:latin typeface="Verdana"/>
              <a:cs typeface="Verdana"/>
            </a:endParaRPr>
          </a:p>
          <a:p>
            <a:pPr marL="2794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C</a:t>
            </a:r>
            <a:r>
              <a:rPr sz="1100" spc="-10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k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3490" y="3115910"/>
            <a:ext cx="33210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D</a:t>
            </a:r>
            <a:r>
              <a:rPr sz="1100" spc="-5" dirty="0">
                <a:latin typeface="Verdana"/>
                <a:cs typeface="Verdana"/>
              </a:rPr>
              <a:t>O</a:t>
            </a:r>
            <a:r>
              <a:rPr sz="1100" dirty="0">
                <a:latin typeface="Verdana"/>
                <a:cs typeface="Verdana"/>
              </a:rPr>
              <a:t>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86527" y="4159596"/>
            <a:ext cx="32258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R&amp;R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23097" y="4254338"/>
            <a:ext cx="327025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H</a:t>
            </a:r>
            <a:r>
              <a:rPr sz="1100" dirty="0">
                <a:latin typeface="Verdana"/>
                <a:cs typeface="Verdana"/>
              </a:rPr>
              <a:t>o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/</a:t>
            </a:r>
            <a:endParaRPr sz="1100">
              <a:latin typeface="Verdana"/>
              <a:cs typeface="Verdana"/>
            </a:endParaRPr>
          </a:p>
          <a:p>
            <a:pPr marL="6858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Ha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2634" y="4207094"/>
            <a:ext cx="31432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C&amp;E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34908" y="3145755"/>
            <a:ext cx="20891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Verdana"/>
                <a:cs typeface="Verdana"/>
              </a:rPr>
              <a:t>5S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44646" y="3716273"/>
            <a:ext cx="1071880" cy="784860"/>
          </a:xfrm>
          <a:custGeom>
            <a:avLst/>
            <a:gdLst/>
            <a:ahLst/>
            <a:cxnLst/>
            <a:rect l="l" t="t" r="r" b="b"/>
            <a:pathLst>
              <a:path w="1071879" h="784860">
                <a:moveTo>
                  <a:pt x="0" y="196214"/>
                </a:moveTo>
                <a:lnTo>
                  <a:pt x="678942" y="196214"/>
                </a:lnTo>
                <a:lnTo>
                  <a:pt x="678942" y="0"/>
                </a:lnTo>
                <a:lnTo>
                  <a:pt x="1071372" y="392429"/>
                </a:lnTo>
                <a:lnTo>
                  <a:pt x="678942" y="784859"/>
                </a:lnTo>
                <a:lnTo>
                  <a:pt x="678942" y="588644"/>
                </a:lnTo>
                <a:lnTo>
                  <a:pt x="0" y="588644"/>
                </a:lnTo>
                <a:lnTo>
                  <a:pt x="0" y="19621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336569"/>
            <a:ext cx="235140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indent="-35496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68300" algn="l"/>
              </a:tabLst>
            </a:pP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tre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5" dirty="0">
                <a:latin typeface="Verdana"/>
                <a:cs typeface="Verdana"/>
              </a:rPr>
              <a:t>v</a:t>
            </a:r>
            <a:r>
              <a:rPr sz="2000" b="1" dirty="0">
                <a:latin typeface="Verdana"/>
                <a:cs typeface="Verdana"/>
              </a:rPr>
              <a:t>is.</a:t>
            </a:r>
            <a:r>
              <a:rPr sz="2000" b="1" spc="-15" dirty="0">
                <a:latin typeface="Verdana"/>
                <a:cs typeface="Verdana"/>
              </a:rPr>
              <a:t>.</a:t>
            </a:r>
            <a:r>
              <a:rPr sz="2000" b="1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75119" y="2781300"/>
            <a:ext cx="2020824" cy="19872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3939" y="4096511"/>
            <a:ext cx="2258568" cy="17388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15567" y="2436876"/>
            <a:ext cx="1891283" cy="9829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56559" y="2574920"/>
            <a:ext cx="2767965" cy="283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6240" marR="388620" indent="-1905" algn="ctr">
              <a:lnSpc>
                <a:spcPct val="150000"/>
              </a:lnSpc>
            </a:pPr>
            <a:r>
              <a:rPr sz="1800" spc="-15" dirty="0">
                <a:latin typeface="Verdana"/>
                <a:cs typeface="Verdana"/>
              </a:rPr>
              <a:t>Amél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or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 </a:t>
            </a:r>
            <a:r>
              <a:rPr sz="1800" spc="-10" dirty="0">
                <a:latin typeface="Verdana"/>
                <a:cs typeface="Verdana"/>
              </a:rPr>
              <a:t>fonct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onne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2650">
              <a:latin typeface="Times New Roman"/>
              <a:cs typeface="Times New Roman"/>
            </a:endParaRPr>
          </a:p>
          <a:p>
            <a:pPr marR="489584" algn="ctr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OU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065" marR="5080" indent="-1270" algn="ctr">
              <a:lnSpc>
                <a:spcPct val="150000"/>
              </a:lnSpc>
              <a:spcBef>
                <a:spcPts val="1265"/>
              </a:spcBef>
            </a:pPr>
            <a:r>
              <a:rPr sz="1800" spc="-15" dirty="0">
                <a:latin typeface="Verdana"/>
                <a:cs typeface="Verdana"/>
              </a:rPr>
              <a:t>Amél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or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 </a:t>
            </a:r>
            <a:r>
              <a:rPr sz="1800" spc="-10" dirty="0">
                <a:latin typeface="Verdana"/>
                <a:cs typeface="Verdana"/>
              </a:rPr>
              <a:t>fonct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onne</a:t>
            </a:r>
            <a:r>
              <a:rPr sz="1800" dirty="0">
                <a:latin typeface="Verdana"/>
                <a:cs typeface="Verdana"/>
              </a:rPr>
              <a:t> mo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ns 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15228" y="1127760"/>
            <a:ext cx="3017520" cy="3015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10300" y="1322832"/>
            <a:ext cx="2447544" cy="24460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82439" y="4826122"/>
            <a:ext cx="3527425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…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u’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rchant à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am</a:t>
            </a:r>
            <a:r>
              <a:rPr sz="1800" spc="-10" dirty="0">
                <a:latin typeface="Verdana"/>
                <a:cs typeface="Verdana"/>
              </a:rPr>
              <a:t>é</a:t>
            </a:r>
            <a:r>
              <a:rPr sz="1800" spc="0" dirty="0">
                <a:latin typeface="Verdana"/>
                <a:cs typeface="Verdana"/>
              </a:rPr>
              <a:t>li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Verdana"/>
                <a:cs typeface="Verdana"/>
              </a:rPr>
              <a:t>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fonct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onne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8144" y="1648963"/>
            <a:ext cx="5259705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800" b="1" dirty="0">
                <a:latin typeface="Verdana"/>
                <a:cs typeface="Verdana"/>
              </a:rPr>
              <a:t>Il existe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plus de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pote</a:t>
            </a:r>
            <a:r>
              <a:rPr sz="1800" b="1" spc="5" dirty="0">
                <a:latin typeface="Verdana"/>
                <a:cs typeface="Verdana"/>
              </a:rPr>
              <a:t>n</a:t>
            </a:r>
            <a:r>
              <a:rPr sz="1800" b="1" dirty="0">
                <a:latin typeface="Verdana"/>
                <a:cs typeface="Verdana"/>
              </a:rPr>
              <a:t>t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l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’</a:t>
            </a:r>
            <a:r>
              <a:rPr sz="1800" b="1" dirty="0">
                <a:latin typeface="Verdana"/>
                <a:cs typeface="Verdana"/>
              </a:rPr>
              <a:t>am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dirty="0">
                <a:latin typeface="Verdana"/>
                <a:cs typeface="Verdana"/>
              </a:rPr>
              <a:t>l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dirty="0">
                <a:latin typeface="Verdana"/>
                <a:cs typeface="Verdana"/>
              </a:rPr>
              <a:t>o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at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dirty="0">
                <a:latin typeface="Verdana"/>
                <a:cs typeface="Verdana"/>
              </a:rPr>
              <a:t>on 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</a:t>
            </a:r>
            <a:r>
              <a:rPr sz="1800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ma</a:t>
            </a:r>
            <a:r>
              <a:rPr sz="1800" spc="-10" dirty="0">
                <a:latin typeface="Verdana"/>
                <a:cs typeface="Verdana"/>
              </a:rPr>
              <a:t>n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ou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ré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u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sant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qui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empêche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b</a:t>
            </a:r>
            <a:r>
              <a:rPr sz="1800" dirty="0">
                <a:latin typeface="Verdana"/>
                <a:cs typeface="Verdana"/>
              </a:rPr>
              <a:t>ien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fa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re…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91639" y="3198876"/>
            <a:ext cx="2782824" cy="30342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336569"/>
            <a:ext cx="8328659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indent="-35496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68300" algn="l"/>
              </a:tabLst>
            </a:pPr>
            <a:r>
              <a:rPr sz="2000" dirty="0">
                <a:latin typeface="Verdana"/>
                <a:cs typeface="Verdana"/>
              </a:rPr>
              <a:t>Ce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na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ise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le </a:t>
            </a:r>
            <a:r>
              <a:rPr sz="2000" dirty="0">
                <a:latin typeface="Verdana"/>
                <a:cs typeface="Verdana"/>
              </a:rPr>
              <a:t>bon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fonctionne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c’est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le</a:t>
            </a:r>
            <a:endParaRPr sz="2000">
              <a:latin typeface="Verdana"/>
              <a:cs typeface="Verdana"/>
            </a:endParaRPr>
          </a:p>
          <a:p>
            <a:pPr marL="3676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coût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3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qua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it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(</a:t>
            </a:r>
            <a:r>
              <a:rPr sz="2000" b="1" i="1" dirty="0">
                <a:latin typeface="Verdana"/>
                <a:cs typeface="Verdana"/>
              </a:rPr>
              <a:t>COPQ</a:t>
            </a:r>
            <a:r>
              <a:rPr sz="2000" b="1" i="1" spc="-5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– Co</a:t>
            </a:r>
            <a:r>
              <a:rPr sz="2000" b="1" i="1" spc="-10" dirty="0">
                <a:latin typeface="Verdana"/>
                <a:cs typeface="Verdana"/>
              </a:rPr>
              <a:t>s</a:t>
            </a:r>
            <a:r>
              <a:rPr sz="2000" b="1" i="1" dirty="0">
                <a:latin typeface="Verdana"/>
                <a:cs typeface="Verdana"/>
              </a:rPr>
              <a:t>t</a:t>
            </a:r>
            <a:r>
              <a:rPr sz="2000" b="1" i="1" spc="-5" dirty="0">
                <a:latin typeface="Verdana"/>
                <a:cs typeface="Verdana"/>
              </a:rPr>
              <a:t> </a:t>
            </a:r>
            <a:r>
              <a:rPr sz="2000" b="1" i="1" spc="-10" dirty="0">
                <a:latin typeface="Verdana"/>
                <a:cs typeface="Verdana"/>
              </a:rPr>
              <a:t>o</a:t>
            </a:r>
            <a:r>
              <a:rPr sz="2000" b="1" i="1" dirty="0">
                <a:latin typeface="Verdana"/>
                <a:cs typeface="Verdana"/>
              </a:rPr>
              <a:t>f</a:t>
            </a:r>
            <a:r>
              <a:rPr sz="2000" b="1" i="1" spc="10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P</a:t>
            </a:r>
            <a:r>
              <a:rPr sz="2000" b="1" i="1" spc="-15" dirty="0">
                <a:latin typeface="Verdana"/>
                <a:cs typeface="Verdana"/>
              </a:rPr>
              <a:t>o</a:t>
            </a:r>
            <a:r>
              <a:rPr sz="2000" b="1" i="1" spc="-10" dirty="0">
                <a:latin typeface="Verdana"/>
                <a:cs typeface="Verdana"/>
              </a:rPr>
              <a:t>o</a:t>
            </a:r>
            <a:r>
              <a:rPr sz="2000" b="1" i="1" dirty="0">
                <a:latin typeface="Verdana"/>
                <a:cs typeface="Verdana"/>
              </a:rPr>
              <a:t>r</a:t>
            </a:r>
            <a:r>
              <a:rPr sz="2000" b="1" i="1" spc="20" dirty="0">
                <a:latin typeface="Verdana"/>
                <a:cs typeface="Verdana"/>
              </a:rPr>
              <a:t> </a:t>
            </a:r>
            <a:r>
              <a:rPr sz="2000" b="1" i="1" spc="-5" dirty="0">
                <a:latin typeface="Verdana"/>
                <a:cs typeface="Verdana"/>
              </a:rPr>
              <a:t>Qu</a:t>
            </a:r>
            <a:r>
              <a:rPr sz="2000" b="1" i="1" spc="5" dirty="0">
                <a:latin typeface="Verdana"/>
                <a:cs typeface="Verdana"/>
              </a:rPr>
              <a:t>a</a:t>
            </a:r>
            <a:r>
              <a:rPr sz="2000" b="1" i="1" dirty="0">
                <a:latin typeface="Verdana"/>
                <a:cs typeface="Verdana"/>
              </a:rPr>
              <a:t>lit</a:t>
            </a:r>
            <a:r>
              <a:rPr sz="2000" b="1" i="1" spc="5" dirty="0">
                <a:latin typeface="Verdana"/>
                <a:cs typeface="Verdana"/>
              </a:rPr>
              <a:t>y</a:t>
            </a:r>
            <a:r>
              <a:rPr sz="200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240" y="2770632"/>
            <a:ext cx="1367028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31670" y="2933314"/>
            <a:ext cx="179641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spc="-15" dirty="0">
                <a:latin typeface="Verdana"/>
                <a:cs typeface="Verdana"/>
              </a:rPr>
              <a:t>CO</a:t>
            </a:r>
            <a:r>
              <a:rPr sz="1800" b="1" i="1" dirty="0">
                <a:latin typeface="Verdana"/>
                <a:cs typeface="Verdana"/>
              </a:rPr>
              <a:t>PQ</a:t>
            </a:r>
            <a:r>
              <a:rPr sz="1800" b="1" i="1" spc="-25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Inte</a:t>
            </a:r>
            <a:r>
              <a:rPr sz="1800" b="1" i="1" spc="5" dirty="0">
                <a:latin typeface="Verdana"/>
                <a:cs typeface="Verdana"/>
              </a:rPr>
              <a:t>r</a:t>
            </a:r>
            <a:r>
              <a:rPr sz="1800" b="1" i="1" spc="-5" dirty="0">
                <a:latin typeface="Verdana"/>
                <a:cs typeface="Verdana"/>
              </a:rPr>
              <a:t>ne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1944" y="3275146"/>
            <a:ext cx="1316355" cy="626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spc="-5" dirty="0">
                <a:latin typeface="Verdana"/>
                <a:cs typeface="Verdana"/>
              </a:rPr>
              <a:t>Contrôle</a:t>
            </a:r>
            <a:endParaRPr sz="1400">
              <a:latin typeface="Verdana"/>
              <a:cs typeface="Verdana"/>
            </a:endParaRPr>
          </a:p>
          <a:p>
            <a:pPr marL="299085" indent="-286385">
              <a:lnSpc>
                <a:spcPts val="165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dirty="0">
                <a:latin typeface="Verdana"/>
                <a:cs typeface="Verdana"/>
              </a:rPr>
              <a:t>Vérific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tion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50"/>
              </a:lnSpc>
              <a:tabLst>
                <a:tab pos="299085" algn="l"/>
              </a:tabLst>
            </a:pPr>
            <a:r>
              <a:rPr sz="1400" spc="-65" dirty="0">
                <a:latin typeface="MS Gothic"/>
                <a:cs typeface="MS Gothic"/>
              </a:rPr>
              <a:t>▪	</a:t>
            </a:r>
            <a:r>
              <a:rPr sz="1400" i="1" spc="-6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5827" y="4856984"/>
            <a:ext cx="18167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spc="-15" dirty="0">
                <a:latin typeface="Verdana"/>
                <a:cs typeface="Verdana"/>
              </a:rPr>
              <a:t>CO</a:t>
            </a:r>
            <a:r>
              <a:rPr sz="1800" b="1" i="1" dirty="0">
                <a:latin typeface="Verdana"/>
                <a:cs typeface="Verdana"/>
              </a:rPr>
              <a:t>PQ</a:t>
            </a:r>
            <a:r>
              <a:rPr sz="1800" b="1" i="1" spc="-25" dirty="0">
                <a:latin typeface="Verdana"/>
                <a:cs typeface="Verdana"/>
              </a:rPr>
              <a:t> </a:t>
            </a:r>
            <a:r>
              <a:rPr sz="1800" b="1" i="1" spc="-10" dirty="0">
                <a:latin typeface="Verdana"/>
                <a:cs typeface="Verdana"/>
              </a:rPr>
              <a:t>E</a:t>
            </a:r>
            <a:r>
              <a:rPr sz="1800" b="1" i="1" spc="-15" dirty="0">
                <a:latin typeface="Verdana"/>
                <a:cs typeface="Verdana"/>
              </a:rPr>
              <a:t>x</a:t>
            </a:r>
            <a:r>
              <a:rPr sz="1800" b="1" i="1" spc="-20" dirty="0">
                <a:latin typeface="Verdana"/>
                <a:cs typeface="Verdana"/>
              </a:rPr>
              <a:t>t</a:t>
            </a:r>
            <a:r>
              <a:rPr sz="1800" b="1" i="1" spc="-5" dirty="0">
                <a:latin typeface="Verdana"/>
                <a:cs typeface="Verdana"/>
              </a:rPr>
              <a:t>e</a:t>
            </a:r>
            <a:r>
              <a:rPr sz="1800" b="1" i="1" spc="5" dirty="0">
                <a:latin typeface="Verdana"/>
                <a:cs typeface="Verdana"/>
              </a:rPr>
              <a:t>r</a:t>
            </a:r>
            <a:r>
              <a:rPr sz="1800" b="1" i="1" spc="-5" dirty="0">
                <a:latin typeface="Verdana"/>
                <a:cs typeface="Verdana"/>
              </a:rPr>
              <a:t>ne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5848" y="5198815"/>
            <a:ext cx="1787525" cy="83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spc="-5" dirty="0">
                <a:latin typeface="Verdana"/>
                <a:cs typeface="Verdana"/>
              </a:rPr>
              <a:t>Garantie</a:t>
            </a:r>
            <a:endParaRPr sz="1400">
              <a:latin typeface="Verdana"/>
              <a:cs typeface="Verdana"/>
            </a:endParaRPr>
          </a:p>
          <a:p>
            <a:pPr marL="299085" marR="5080" indent="-286385">
              <a:lnSpc>
                <a:spcPct val="10000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spc="-5" dirty="0">
                <a:latin typeface="Verdana"/>
                <a:cs typeface="Verdana"/>
              </a:rPr>
              <a:t>Rembours</a:t>
            </a:r>
            <a:r>
              <a:rPr sz="1400" i="1" spc="5" dirty="0">
                <a:latin typeface="Verdana"/>
                <a:cs typeface="Verdana"/>
              </a:rPr>
              <a:t>e</a:t>
            </a:r>
            <a:r>
              <a:rPr sz="1400" i="1" spc="-5" dirty="0">
                <a:latin typeface="Verdana"/>
                <a:cs typeface="Verdana"/>
              </a:rPr>
              <a:t>m</a:t>
            </a:r>
            <a:r>
              <a:rPr sz="1400" i="1" dirty="0">
                <a:latin typeface="Verdana"/>
                <a:cs typeface="Verdana"/>
              </a:rPr>
              <a:t>ent client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20"/>
              </a:lnSpc>
              <a:tabLst>
                <a:tab pos="299085" algn="l"/>
              </a:tabLst>
            </a:pPr>
            <a:r>
              <a:rPr sz="1400" spc="-65" dirty="0">
                <a:latin typeface="MS Gothic"/>
                <a:cs typeface="MS Gothic"/>
              </a:rPr>
              <a:t>▪	</a:t>
            </a:r>
            <a:r>
              <a:rPr sz="1400" i="1" spc="-6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9495" y="4785359"/>
            <a:ext cx="1307592" cy="9799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83964" y="2884932"/>
            <a:ext cx="1315212" cy="9204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74820" y="4847844"/>
            <a:ext cx="1315212" cy="9204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20283" y="2779136"/>
            <a:ext cx="239395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M</a:t>
            </a:r>
            <a:r>
              <a:rPr sz="1800" b="1" i="1" spc="-10" dirty="0">
                <a:latin typeface="Verdana"/>
                <a:cs typeface="Verdana"/>
              </a:rPr>
              <a:t>i</a:t>
            </a:r>
            <a:r>
              <a:rPr sz="1800" b="1" i="1" dirty="0">
                <a:latin typeface="Verdana"/>
                <a:cs typeface="Verdana"/>
              </a:rPr>
              <a:t>se</a:t>
            </a:r>
            <a:r>
              <a:rPr sz="1800" b="1" i="1" spc="-15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en</a:t>
            </a:r>
            <a:r>
              <a:rPr sz="1800" b="1" i="1" spc="10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pla</a:t>
            </a:r>
            <a:r>
              <a:rPr sz="1800" b="1" i="1" spc="-10" dirty="0">
                <a:latin typeface="Verdana"/>
                <a:cs typeface="Verdana"/>
              </a:rPr>
              <a:t>c</a:t>
            </a:r>
            <a:r>
              <a:rPr sz="1800" b="1" i="1" dirty="0">
                <a:latin typeface="Verdana"/>
                <a:cs typeface="Verdana"/>
              </a:rPr>
              <a:t>e d’un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i="1" spc="-20" dirty="0">
                <a:latin typeface="Verdana"/>
                <a:cs typeface="Verdana"/>
              </a:rPr>
              <a:t>contrôle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980557" y="3395036"/>
            <a:ext cx="2916555" cy="626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spc="-5" dirty="0">
                <a:latin typeface="Verdana"/>
                <a:cs typeface="Verdana"/>
              </a:rPr>
              <a:t>Certifi</a:t>
            </a:r>
            <a:r>
              <a:rPr sz="1400" i="1" dirty="0">
                <a:latin typeface="Verdana"/>
                <a:cs typeface="Verdana"/>
              </a:rPr>
              <a:t>c</a:t>
            </a:r>
            <a:r>
              <a:rPr sz="1400" i="1" spc="-5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</a:t>
            </a:r>
            <a:r>
              <a:rPr sz="1400" i="1" spc="-10" dirty="0">
                <a:latin typeface="Verdana"/>
                <a:cs typeface="Verdana"/>
              </a:rPr>
              <a:t>o</a:t>
            </a:r>
            <a:r>
              <a:rPr sz="1400" i="1" dirty="0">
                <a:latin typeface="Verdana"/>
                <a:cs typeface="Verdana"/>
              </a:rPr>
              <a:t>n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de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f</a:t>
            </a:r>
            <a:r>
              <a:rPr sz="1400" i="1" spc="-5" dirty="0">
                <a:latin typeface="Verdana"/>
                <a:cs typeface="Verdana"/>
              </a:rPr>
              <a:t>o</a:t>
            </a:r>
            <a:r>
              <a:rPr sz="1400" i="1" dirty="0">
                <a:latin typeface="Verdana"/>
                <a:cs typeface="Verdana"/>
              </a:rPr>
              <a:t>ur</a:t>
            </a:r>
            <a:r>
              <a:rPr sz="1400" i="1" spc="-10" dirty="0">
                <a:latin typeface="Verdana"/>
                <a:cs typeface="Verdana"/>
              </a:rPr>
              <a:t>n</a:t>
            </a:r>
            <a:r>
              <a:rPr sz="1400" i="1" spc="-5" dirty="0">
                <a:latin typeface="Verdana"/>
                <a:cs typeface="Verdana"/>
              </a:rPr>
              <a:t>isseurs</a:t>
            </a:r>
            <a:endParaRPr sz="1400">
              <a:latin typeface="Verdana"/>
              <a:cs typeface="Verdana"/>
            </a:endParaRPr>
          </a:p>
          <a:p>
            <a:pPr marL="299085" indent="-286385">
              <a:lnSpc>
                <a:spcPts val="165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dirty="0">
                <a:latin typeface="Verdana"/>
                <a:cs typeface="Verdana"/>
              </a:rPr>
              <a:t>Form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tion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50"/>
              </a:lnSpc>
              <a:tabLst>
                <a:tab pos="299085" algn="l"/>
              </a:tabLst>
            </a:pPr>
            <a:r>
              <a:rPr sz="1400" spc="-65" dirty="0">
                <a:latin typeface="MS Gothic"/>
                <a:cs typeface="MS Gothic"/>
              </a:rPr>
              <a:t>▪	</a:t>
            </a:r>
            <a:r>
              <a:rPr sz="1400" i="1" spc="-6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0283" y="4795391"/>
            <a:ext cx="2696845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M</a:t>
            </a:r>
            <a:r>
              <a:rPr sz="1800" b="1" i="1" spc="-10" dirty="0">
                <a:latin typeface="Verdana"/>
                <a:cs typeface="Verdana"/>
              </a:rPr>
              <a:t>i</a:t>
            </a:r>
            <a:r>
              <a:rPr sz="1800" b="1" i="1" dirty="0">
                <a:latin typeface="Verdana"/>
                <a:cs typeface="Verdana"/>
              </a:rPr>
              <a:t>se</a:t>
            </a:r>
            <a:r>
              <a:rPr sz="1800" b="1" i="1" spc="-15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en</a:t>
            </a:r>
            <a:r>
              <a:rPr sz="1800" b="1" i="1" spc="5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pl</a:t>
            </a:r>
            <a:r>
              <a:rPr sz="1800" b="1" i="1" spc="-10" dirty="0">
                <a:latin typeface="Verdana"/>
                <a:cs typeface="Verdana"/>
              </a:rPr>
              <a:t>a</a:t>
            </a:r>
            <a:r>
              <a:rPr sz="1800" b="1" i="1" dirty="0">
                <a:latin typeface="Verdana"/>
                <a:cs typeface="Verdana"/>
              </a:rPr>
              <a:t>ce d’une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i="1" spc="-20" dirty="0">
                <a:latin typeface="Verdana"/>
                <a:cs typeface="Verdana"/>
              </a:rPr>
              <a:t>évaluati</a:t>
            </a:r>
            <a:r>
              <a:rPr sz="1800" b="1" i="1" spc="-15" dirty="0">
                <a:latin typeface="Verdana"/>
                <a:cs typeface="Verdana"/>
              </a:rPr>
              <a:t>on</a:t>
            </a:r>
            <a:r>
              <a:rPr sz="1800" b="1" i="1" spc="1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(a</a:t>
            </a:r>
            <a:r>
              <a:rPr sz="1800" i="1" spc="-25" dirty="0">
                <a:latin typeface="Verdana"/>
                <a:cs typeface="Verdana"/>
              </a:rPr>
              <a:t>p</a:t>
            </a:r>
            <a:r>
              <a:rPr sz="1800" i="1" spc="-10" dirty="0">
                <a:latin typeface="Verdana"/>
                <a:cs typeface="Verdana"/>
              </a:rPr>
              <a:t>prai</a:t>
            </a:r>
            <a:r>
              <a:rPr sz="1800" i="1" spc="-20" dirty="0">
                <a:latin typeface="Verdana"/>
                <a:cs typeface="Verdana"/>
              </a:rPr>
              <a:t>s</a:t>
            </a:r>
            <a:r>
              <a:rPr sz="1800" i="1" dirty="0">
                <a:latin typeface="Verdana"/>
                <a:cs typeface="Verdana"/>
              </a:rPr>
              <a:t>al)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80557" y="5412175"/>
            <a:ext cx="2096135" cy="626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dirty="0">
                <a:latin typeface="Verdana"/>
                <a:cs typeface="Verdana"/>
              </a:rPr>
              <a:t>Audits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de processus</a:t>
            </a:r>
            <a:endParaRPr sz="1400">
              <a:latin typeface="Verdana"/>
              <a:cs typeface="Verdana"/>
            </a:endParaRPr>
          </a:p>
          <a:p>
            <a:pPr marL="299085" indent="-286385">
              <a:lnSpc>
                <a:spcPts val="165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spc="-5" dirty="0">
                <a:latin typeface="Verdana"/>
                <a:cs typeface="Verdana"/>
              </a:rPr>
              <a:t>Test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et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inspections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50"/>
              </a:lnSpc>
              <a:tabLst>
                <a:tab pos="299085" algn="l"/>
              </a:tabLst>
            </a:pPr>
            <a:r>
              <a:rPr sz="1400" spc="-65" dirty="0">
                <a:latin typeface="MS Gothic"/>
                <a:cs typeface="MS Gothic"/>
              </a:rPr>
              <a:t>▪	</a:t>
            </a:r>
            <a:r>
              <a:rPr sz="1400" i="1" spc="-6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434618"/>
            <a:ext cx="8271509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indent="-354965" algn="ctr">
              <a:lnSpc>
                <a:spcPct val="100000"/>
              </a:lnSpc>
              <a:buClr>
                <a:srgbClr val="EE3D42"/>
              </a:buClr>
              <a:buFont typeface="MS Gothic"/>
              <a:buChar char="▪"/>
              <a:tabLst>
                <a:tab pos="3683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e CO</a:t>
            </a:r>
            <a:r>
              <a:rPr sz="2000" b="1" spc="-10" dirty="0">
                <a:latin typeface="Verdana"/>
                <a:cs typeface="Verdana"/>
              </a:rPr>
              <a:t>P</a:t>
            </a:r>
            <a:r>
              <a:rPr sz="2000" b="1" dirty="0">
                <a:latin typeface="Verdana"/>
                <a:cs typeface="Verdana"/>
              </a:rPr>
              <a:t>Q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es</a:t>
            </a:r>
            <a:r>
              <a:rPr sz="2000" b="1" dirty="0">
                <a:latin typeface="Verdana"/>
                <a:cs typeface="Verdana"/>
              </a:rPr>
              <a:t>t la </a:t>
            </a:r>
            <a:r>
              <a:rPr sz="2000" b="1" spc="-5" dirty="0">
                <a:latin typeface="Verdana"/>
                <a:cs typeface="Verdana"/>
              </a:rPr>
              <a:t>consé</a:t>
            </a:r>
            <a:r>
              <a:rPr sz="2000" b="1" spc="5" dirty="0">
                <a:latin typeface="Verdana"/>
                <a:cs typeface="Verdana"/>
              </a:rPr>
              <a:t>q</a:t>
            </a:r>
            <a:r>
              <a:rPr sz="2000" b="1" spc="-5" dirty="0">
                <a:latin typeface="Verdana"/>
                <a:cs typeface="Verdana"/>
              </a:rPr>
              <a:t>uenc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3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coût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ngendr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tou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au</a:t>
            </a:r>
            <a:endParaRPr sz="2000">
              <a:latin typeface="Verdana"/>
              <a:cs typeface="Verdana"/>
            </a:endParaRPr>
          </a:p>
          <a:p>
            <a:pPr marL="36195" algn="ctr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spc="-2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ng d’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ssus.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Cert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ins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sont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vis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bl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s, d’autr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ins.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123" y="2586227"/>
            <a:ext cx="2304288" cy="3075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1886" y="3606546"/>
            <a:ext cx="7040880" cy="55880"/>
          </a:xfrm>
          <a:custGeom>
            <a:avLst/>
            <a:gdLst/>
            <a:ahLst/>
            <a:cxnLst/>
            <a:rect l="l" t="t" r="r" b="b"/>
            <a:pathLst>
              <a:path w="7040880" h="55879">
                <a:moveTo>
                  <a:pt x="0" y="55752"/>
                </a:moveTo>
                <a:lnTo>
                  <a:pt x="7040626" y="0"/>
                </a:lnTo>
              </a:path>
            </a:pathLst>
          </a:custGeom>
          <a:ln w="38100">
            <a:solidFill>
              <a:srgbClr val="548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74435" y="3860291"/>
            <a:ext cx="1877695" cy="370840"/>
          </a:xfrm>
          <a:prstGeom prst="rect">
            <a:avLst/>
          </a:prstGeom>
          <a:solidFill>
            <a:srgbClr val="00AFEF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800" b="1" spc="-15" dirty="0">
                <a:latin typeface="Verdana"/>
                <a:cs typeface="Verdana"/>
              </a:rPr>
              <a:t>Coûts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ca</a:t>
            </a:r>
            <a:r>
              <a:rPr sz="1800" b="1" spc="-10" dirty="0">
                <a:latin typeface="Verdana"/>
                <a:cs typeface="Verdana"/>
              </a:rPr>
              <a:t>c</a:t>
            </a:r>
            <a:r>
              <a:rPr sz="1800" b="1" spc="-5" dirty="0">
                <a:latin typeface="Verdana"/>
                <a:cs typeface="Verdana"/>
              </a:rPr>
              <a:t>h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81471" y="2915411"/>
            <a:ext cx="1971039" cy="37084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800" b="1" spc="-15" dirty="0">
                <a:latin typeface="Verdana"/>
                <a:cs typeface="Verdana"/>
              </a:rPr>
              <a:t>Coûts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25" dirty="0">
                <a:latin typeface="Verdana"/>
                <a:cs typeface="Verdana"/>
              </a:rPr>
              <a:t>v</a:t>
            </a:r>
            <a:r>
              <a:rPr sz="1800" b="1" spc="-10" dirty="0">
                <a:latin typeface="Verdana"/>
                <a:cs typeface="Verdana"/>
              </a:rPr>
              <a:t>is</a:t>
            </a:r>
            <a:r>
              <a:rPr sz="1800" b="1" spc="-20" dirty="0">
                <a:latin typeface="Verdana"/>
                <a:cs typeface="Verdana"/>
              </a:rPr>
              <a:t>i</a:t>
            </a:r>
            <a:r>
              <a:rPr sz="1800" b="1" spc="-5" dirty="0">
                <a:latin typeface="Verdana"/>
                <a:cs typeface="Verdana"/>
              </a:rPr>
              <a:t>bles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00473" y="3141607"/>
            <a:ext cx="765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0" dirty="0">
                <a:solidFill>
                  <a:srgbClr val="009900"/>
                </a:solidFill>
                <a:latin typeface="Verdana"/>
                <a:cs typeface="Verdana"/>
              </a:rPr>
              <a:t>Correction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9820" y="3279910"/>
            <a:ext cx="78295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5" dirty="0">
                <a:solidFill>
                  <a:srgbClr val="009900"/>
                </a:solidFill>
                <a:latin typeface="Verdana"/>
                <a:cs typeface="Verdana"/>
              </a:rPr>
              <a:t>Inspection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3005" y="2528324"/>
            <a:ext cx="63246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5" dirty="0">
                <a:solidFill>
                  <a:srgbClr val="009900"/>
                </a:solidFill>
                <a:latin typeface="Verdana"/>
                <a:cs typeface="Verdana"/>
              </a:rPr>
              <a:t>Garanti</a:t>
            </a:r>
            <a:r>
              <a:rPr sz="1000" b="1" i="1" spc="-10" dirty="0">
                <a:solidFill>
                  <a:srgbClr val="009900"/>
                </a:solidFill>
                <a:latin typeface="Verdana"/>
                <a:cs typeface="Verdana"/>
              </a:rPr>
              <a:t>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8525" y="2915674"/>
            <a:ext cx="47561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5" dirty="0">
                <a:solidFill>
                  <a:srgbClr val="009900"/>
                </a:solidFill>
                <a:latin typeface="Verdana"/>
                <a:cs typeface="Verdana"/>
              </a:rPr>
              <a:t>Rej</a:t>
            </a:r>
            <a:r>
              <a:rPr sz="1000" b="1" i="1" spc="-10" dirty="0">
                <a:solidFill>
                  <a:srgbClr val="009900"/>
                </a:solidFill>
                <a:latin typeface="Verdana"/>
                <a:cs typeface="Verdana"/>
              </a:rPr>
              <a:t>ets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7392" y="2702060"/>
            <a:ext cx="6858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5" dirty="0">
                <a:solidFill>
                  <a:srgbClr val="009900"/>
                </a:solidFill>
                <a:latin typeface="Verdana"/>
                <a:cs typeface="Verdana"/>
              </a:rPr>
              <a:t>Res</a:t>
            </a:r>
            <a:r>
              <a:rPr sz="1000" b="1" i="1" spc="-20" dirty="0">
                <a:solidFill>
                  <a:srgbClr val="009900"/>
                </a:solidFill>
                <a:latin typeface="Verdana"/>
                <a:cs typeface="Verdana"/>
              </a:rPr>
              <a:t>s</a:t>
            </a:r>
            <a:r>
              <a:rPr sz="1000" b="1" i="1" spc="-15" dirty="0">
                <a:solidFill>
                  <a:srgbClr val="009900"/>
                </a:solidFill>
                <a:latin typeface="Verdana"/>
                <a:cs typeface="Verdana"/>
              </a:rPr>
              <a:t>aisi</a:t>
            </a:r>
            <a:r>
              <a:rPr sz="1000" b="1" i="1" spc="-10" dirty="0">
                <a:solidFill>
                  <a:srgbClr val="009900"/>
                </a:solidFill>
                <a:latin typeface="Verdana"/>
                <a:cs typeface="Verdana"/>
              </a:rPr>
              <a:t>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95676" y="3814326"/>
            <a:ext cx="16300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T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emp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s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d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e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changement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10432" y="4132844"/>
            <a:ext cx="1128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20" dirty="0">
                <a:solidFill>
                  <a:srgbClr val="00279F"/>
                </a:solidFill>
                <a:latin typeface="Verdana"/>
                <a:cs typeface="Verdana"/>
              </a:rPr>
              <a:t>V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e</a:t>
            </a:r>
            <a:r>
              <a:rPr sz="1000" b="1" i="1" spc="-20" dirty="0">
                <a:solidFill>
                  <a:srgbClr val="00279F"/>
                </a:solidFill>
                <a:latin typeface="Verdana"/>
                <a:cs typeface="Verdana"/>
              </a:rPr>
              <a:t>n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tes</a:t>
            </a:r>
            <a:r>
              <a:rPr sz="1000" b="1" i="1" spc="-5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perd</a:t>
            </a:r>
            <a:r>
              <a:rPr sz="1000" b="1" i="1" spc="-20" dirty="0">
                <a:solidFill>
                  <a:srgbClr val="00279F"/>
                </a:solidFill>
                <a:latin typeface="Verdana"/>
                <a:cs typeface="Verdana"/>
              </a:rPr>
              <a:t>u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es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11829" y="4462534"/>
            <a:ext cx="14490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Livr</a:t>
            </a:r>
            <a:r>
              <a:rPr sz="1000" b="1" i="1" spc="-20" dirty="0">
                <a:solidFill>
                  <a:srgbClr val="00279F"/>
                </a:solidFill>
                <a:latin typeface="Verdana"/>
                <a:cs typeface="Verdana"/>
              </a:rPr>
              <a:t>a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ison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s</a:t>
            </a:r>
            <a:r>
              <a:rPr sz="1000" b="1" i="1" spc="10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e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n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ret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ar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d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5594" y="4781431"/>
            <a:ext cx="2308225" cy="72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504190">
              <a:lnSpc>
                <a:spcPct val="100000"/>
              </a:lnSpc>
            </a:pP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Tem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p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s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d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e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cy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cle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trop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long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Su</a:t>
            </a:r>
            <a:r>
              <a:rPr sz="1000" b="1" i="1" spc="-5" dirty="0">
                <a:solidFill>
                  <a:srgbClr val="00279F"/>
                </a:solidFill>
                <a:latin typeface="Verdana"/>
                <a:cs typeface="Verdana"/>
              </a:rPr>
              <a:t>r</a:t>
            </a:r>
            <a:r>
              <a:rPr sz="1000" b="1" i="1" spc="10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Stock</a:t>
            </a:r>
            <a:endParaRPr sz="1000">
              <a:latin typeface="Verdana"/>
              <a:cs typeface="Verdana"/>
            </a:endParaRPr>
          </a:p>
          <a:p>
            <a:pPr marL="668020">
              <a:lnSpc>
                <a:spcPct val="100000"/>
              </a:lnSpc>
              <a:spcBef>
                <a:spcPts val="745"/>
              </a:spcBef>
            </a:pP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Sou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s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capacité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3664" y="6001787"/>
            <a:ext cx="61931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…</a:t>
            </a:r>
            <a:r>
              <a:rPr sz="1800" b="1" i="1" spc="-10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on</a:t>
            </a:r>
            <a:r>
              <a:rPr sz="1800" b="1" i="1" spc="10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parle </a:t>
            </a:r>
            <a:r>
              <a:rPr sz="1800" b="1" i="1" spc="-10" dirty="0">
                <a:latin typeface="Verdana"/>
                <a:cs typeface="Verdana"/>
              </a:rPr>
              <a:t>a</a:t>
            </a:r>
            <a:r>
              <a:rPr sz="1800" b="1" i="1" dirty="0">
                <a:latin typeface="Verdana"/>
                <a:cs typeface="Verdana"/>
              </a:rPr>
              <a:t>lors commun</a:t>
            </a:r>
            <a:r>
              <a:rPr sz="1800" b="1" i="1" spc="5" dirty="0">
                <a:latin typeface="Verdana"/>
                <a:cs typeface="Verdana"/>
              </a:rPr>
              <a:t>é</a:t>
            </a:r>
            <a:r>
              <a:rPr sz="1800" b="1" i="1" dirty="0">
                <a:latin typeface="Verdana"/>
                <a:cs typeface="Verdana"/>
              </a:rPr>
              <a:t>m</a:t>
            </a:r>
            <a:r>
              <a:rPr sz="1800" b="1" i="1" spc="5" dirty="0">
                <a:latin typeface="Verdana"/>
                <a:cs typeface="Verdana"/>
              </a:rPr>
              <a:t>e</a:t>
            </a:r>
            <a:r>
              <a:rPr sz="1800" b="1" i="1" dirty="0">
                <a:latin typeface="Verdana"/>
                <a:cs typeface="Verdana"/>
              </a:rPr>
              <a:t>nt</a:t>
            </a:r>
            <a:r>
              <a:rPr sz="1800" b="1" i="1" spc="-10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de</a:t>
            </a:r>
            <a:r>
              <a:rPr sz="1800" b="1" i="1" spc="5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‘Gaspil</a:t>
            </a:r>
            <a:r>
              <a:rPr sz="1800" b="1" i="1" spc="-10" dirty="0">
                <a:latin typeface="Verdana"/>
                <a:cs typeface="Verdana"/>
              </a:rPr>
              <a:t>l</a:t>
            </a:r>
            <a:r>
              <a:rPr sz="1800" b="1" i="1" dirty="0">
                <a:latin typeface="Verdana"/>
                <a:cs typeface="Verdana"/>
              </a:rPr>
              <a:t>ages’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81471" y="2613660"/>
            <a:ext cx="82486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Vis</a:t>
            </a:r>
            <a:r>
              <a:rPr sz="1000" i="1" spc="-5" dirty="0">
                <a:latin typeface="Calibri"/>
                <a:cs typeface="Calibri"/>
              </a:rPr>
              <a:t>ible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os</a:t>
            </a:r>
            <a:r>
              <a:rPr sz="1000" i="1" spc="-5" dirty="0">
                <a:latin typeface="Calibri"/>
                <a:cs typeface="Calibri"/>
              </a:rPr>
              <a:t>ts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74435" y="4306823"/>
            <a:ext cx="85661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Hidden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os</a:t>
            </a:r>
            <a:r>
              <a:rPr sz="1000" i="1" spc="-5" dirty="0">
                <a:latin typeface="Calibri"/>
                <a:cs typeface="Calibri"/>
              </a:rPr>
              <a:t>ts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07580" y="6262115"/>
            <a:ext cx="518159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W</a:t>
            </a:r>
            <a:r>
              <a:rPr sz="1000" i="1" spc="-10" dirty="0">
                <a:latin typeface="Calibri"/>
                <a:cs typeface="Calibri"/>
              </a:rPr>
              <a:t>as</a:t>
            </a:r>
            <a:r>
              <a:rPr sz="1000" i="1" spc="-5" dirty="0">
                <a:latin typeface="Calibri"/>
                <a:cs typeface="Calibri"/>
              </a:rPr>
              <a:t>te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8867" y="2118360"/>
            <a:ext cx="2448941" cy="24474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3939" y="2313432"/>
            <a:ext cx="1879092" cy="1877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8990" y="2925317"/>
            <a:ext cx="2880360" cy="433070"/>
          </a:xfrm>
          <a:custGeom>
            <a:avLst/>
            <a:gdLst/>
            <a:ahLst/>
            <a:cxnLst/>
            <a:rect l="l" t="t" r="r" b="b"/>
            <a:pathLst>
              <a:path w="2880360" h="433070">
                <a:moveTo>
                  <a:pt x="0" y="108203"/>
                </a:moveTo>
                <a:lnTo>
                  <a:pt x="2663952" y="108203"/>
                </a:lnTo>
                <a:lnTo>
                  <a:pt x="2663952" y="0"/>
                </a:lnTo>
                <a:lnTo>
                  <a:pt x="2880360" y="216407"/>
                </a:lnTo>
                <a:lnTo>
                  <a:pt x="2663952" y="432815"/>
                </a:lnTo>
                <a:lnTo>
                  <a:pt x="2663952" y="324611"/>
                </a:lnTo>
                <a:lnTo>
                  <a:pt x="0" y="324611"/>
                </a:lnTo>
                <a:lnTo>
                  <a:pt x="0" y="108203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30576" y="4529902"/>
            <a:ext cx="458152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latin typeface="Verdana"/>
                <a:cs typeface="Verdana"/>
              </a:rPr>
              <a:t>réduire</a:t>
            </a:r>
            <a:r>
              <a:rPr sz="3200" spc="-15" dirty="0">
                <a:latin typeface="Verdana"/>
                <a:cs typeface="Verdana"/>
              </a:rPr>
              <a:t> </a:t>
            </a:r>
            <a:r>
              <a:rPr sz="3200" spc="-20" dirty="0">
                <a:latin typeface="Verdana"/>
                <a:cs typeface="Verdana"/>
              </a:rPr>
              <a:t>le</a:t>
            </a:r>
            <a:r>
              <a:rPr sz="3200" dirty="0">
                <a:latin typeface="Verdana"/>
                <a:cs typeface="Verdana"/>
              </a:rPr>
              <a:t>s</a:t>
            </a:r>
            <a:r>
              <a:rPr sz="3200" spc="2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g</a:t>
            </a:r>
            <a:r>
              <a:rPr sz="3200" spc="-10" dirty="0">
                <a:latin typeface="Verdana"/>
                <a:cs typeface="Verdana"/>
              </a:rPr>
              <a:t>a</a:t>
            </a:r>
            <a:r>
              <a:rPr sz="3200" dirty="0">
                <a:latin typeface="Verdana"/>
                <a:cs typeface="Verdana"/>
              </a:rPr>
              <a:t>spillages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2517" y="1330991"/>
            <a:ext cx="4013200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730"/>
              </a:lnSpc>
              <a:tabLst>
                <a:tab pos="929640" algn="l"/>
                <a:tab pos="2599690" algn="l"/>
              </a:tabLst>
            </a:pPr>
            <a:r>
              <a:rPr sz="4800" dirty="0">
                <a:latin typeface="Verdana"/>
                <a:cs typeface="Verdana"/>
              </a:rPr>
              <a:t>Le	Lean	c’e</a:t>
            </a:r>
            <a:r>
              <a:rPr sz="4800" spc="-20" dirty="0">
                <a:latin typeface="Verdana"/>
                <a:cs typeface="Verdana"/>
              </a:rPr>
              <a:t>s</a:t>
            </a:r>
            <a:r>
              <a:rPr sz="4800" dirty="0">
                <a:latin typeface="Verdana"/>
                <a:cs typeface="Verdana"/>
              </a:rPr>
              <a:t>t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63640" y="2235707"/>
            <a:ext cx="1930908" cy="21031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1824" y="5373620"/>
            <a:ext cx="697230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i="1" dirty="0">
                <a:latin typeface="Verdana"/>
                <a:cs typeface="Verdana"/>
              </a:rPr>
              <a:t>L’</a:t>
            </a:r>
            <a:r>
              <a:rPr sz="1800" i="1" spc="-10" dirty="0">
                <a:latin typeface="Verdana"/>
                <a:cs typeface="Verdana"/>
              </a:rPr>
              <a:t>é</a:t>
            </a:r>
            <a:r>
              <a:rPr sz="1800" i="1" dirty="0">
                <a:latin typeface="Verdana"/>
                <a:cs typeface="Verdana"/>
              </a:rPr>
              <a:t>limina</a:t>
            </a:r>
            <a:r>
              <a:rPr sz="1800" i="1" spc="-10" dirty="0">
                <a:latin typeface="Verdana"/>
                <a:cs typeface="Verdana"/>
              </a:rPr>
              <a:t>t</a:t>
            </a:r>
            <a:r>
              <a:rPr sz="1800" i="1" dirty="0">
                <a:latin typeface="Verdana"/>
                <a:cs typeface="Verdana"/>
              </a:rPr>
              <a:t>ion</a:t>
            </a:r>
            <a:r>
              <a:rPr sz="1800" i="1" spc="2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d</a:t>
            </a:r>
            <a:r>
              <a:rPr sz="1800" i="1" dirty="0">
                <a:latin typeface="Verdana"/>
                <a:cs typeface="Verdana"/>
              </a:rPr>
              <a:t>e</a:t>
            </a:r>
            <a:r>
              <a:rPr sz="1800" i="1" spc="1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tout ce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q</a:t>
            </a:r>
            <a:r>
              <a:rPr sz="1800" i="1" dirty="0">
                <a:latin typeface="Verdana"/>
                <a:cs typeface="Verdana"/>
              </a:rPr>
              <a:t>ui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n’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st</a:t>
            </a:r>
            <a:r>
              <a:rPr sz="1800" i="1" spc="2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dirty="0">
                <a:latin typeface="Verdana"/>
                <a:cs typeface="Verdana"/>
              </a:rPr>
              <a:t>as a</a:t>
            </a:r>
            <a:r>
              <a:rPr sz="1800" i="1" spc="-10" dirty="0">
                <a:latin typeface="Verdana"/>
                <a:cs typeface="Verdana"/>
              </a:rPr>
              <a:t>b</a:t>
            </a:r>
            <a:r>
              <a:rPr sz="1800" i="1" dirty="0">
                <a:latin typeface="Verdana"/>
                <a:cs typeface="Verdana"/>
              </a:rPr>
              <a:t>solum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nt</a:t>
            </a:r>
            <a:r>
              <a:rPr sz="1800" i="1" spc="2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né</a:t>
            </a:r>
            <a:r>
              <a:rPr sz="1800" i="1" spc="-10" dirty="0">
                <a:latin typeface="Verdana"/>
                <a:cs typeface="Verdana"/>
              </a:rPr>
              <a:t>c</a:t>
            </a:r>
            <a:r>
              <a:rPr sz="1800" i="1" dirty="0">
                <a:latin typeface="Verdana"/>
                <a:cs typeface="Verdana"/>
              </a:rPr>
              <a:t>e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dirty="0">
                <a:latin typeface="Verdana"/>
                <a:cs typeface="Verdana"/>
              </a:rPr>
              <a:t>sai</a:t>
            </a:r>
            <a:r>
              <a:rPr sz="1800" i="1" spc="-10" dirty="0">
                <a:latin typeface="Verdana"/>
                <a:cs typeface="Verdana"/>
              </a:rPr>
              <a:t>r</a:t>
            </a:r>
            <a:r>
              <a:rPr sz="1800" i="1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654050" marR="647065" algn="ctr">
              <a:lnSpc>
                <a:spcPct val="100000"/>
              </a:lnSpc>
            </a:pPr>
            <a:r>
              <a:rPr sz="1800" i="1" spc="-10" dirty="0">
                <a:latin typeface="Verdana"/>
                <a:cs typeface="Verdana"/>
              </a:rPr>
              <a:t>pour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d</a:t>
            </a:r>
            <a:r>
              <a:rPr sz="1800" i="1" spc="-25" dirty="0">
                <a:latin typeface="Verdana"/>
                <a:cs typeface="Verdana"/>
              </a:rPr>
              <a:t>é</a:t>
            </a:r>
            <a:r>
              <a:rPr sz="1800" i="1" spc="-15" dirty="0">
                <a:latin typeface="Verdana"/>
                <a:cs typeface="Verdana"/>
              </a:rPr>
              <a:t>livre</a:t>
            </a:r>
            <a:r>
              <a:rPr sz="1800" i="1" spc="-10" dirty="0">
                <a:latin typeface="Verdana"/>
                <a:cs typeface="Verdana"/>
              </a:rPr>
              <a:t>r</a:t>
            </a:r>
            <a:r>
              <a:rPr sz="1800" i="1" spc="2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un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pro</a:t>
            </a:r>
            <a:r>
              <a:rPr sz="1800" i="1" spc="-25" dirty="0">
                <a:latin typeface="Verdana"/>
                <a:cs typeface="Verdana"/>
              </a:rPr>
              <a:t>d</a:t>
            </a:r>
            <a:r>
              <a:rPr sz="1800" i="1" dirty="0">
                <a:latin typeface="Verdana"/>
                <a:cs typeface="Verdana"/>
              </a:rPr>
              <a:t>uit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ou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un</a:t>
            </a:r>
            <a:r>
              <a:rPr sz="1800" i="1" spc="-10" dirty="0">
                <a:latin typeface="Verdana"/>
                <a:cs typeface="Verdana"/>
              </a:rPr>
              <a:t> s</a:t>
            </a:r>
            <a:r>
              <a:rPr sz="1800" i="1" spc="-25" dirty="0">
                <a:latin typeface="Verdana"/>
                <a:cs typeface="Verdana"/>
              </a:rPr>
              <a:t>e</a:t>
            </a:r>
            <a:r>
              <a:rPr sz="1800" i="1" spc="-10" dirty="0">
                <a:latin typeface="Verdana"/>
                <a:cs typeface="Verdana"/>
              </a:rPr>
              <a:t>rvice</a:t>
            </a:r>
            <a:r>
              <a:rPr sz="1800" i="1" spc="1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d</a:t>
            </a:r>
            <a:r>
              <a:rPr sz="1800" i="1" spc="-15" dirty="0">
                <a:latin typeface="Verdana"/>
                <a:cs typeface="Verdana"/>
              </a:rPr>
              <a:t>e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qualit</a:t>
            </a:r>
            <a:r>
              <a:rPr sz="1800" i="1" spc="-30" dirty="0">
                <a:latin typeface="Verdana"/>
                <a:cs typeface="Verdana"/>
              </a:rPr>
              <a:t>é</a:t>
            </a:r>
            <a:r>
              <a:rPr sz="1800" i="1" spc="-10" dirty="0">
                <a:latin typeface="Verdana"/>
                <a:cs typeface="Verdana"/>
              </a:rPr>
              <a:t>, d</a:t>
            </a:r>
            <a:r>
              <a:rPr sz="1800" i="1" spc="-15" dirty="0">
                <a:latin typeface="Verdana"/>
                <a:cs typeface="Verdana"/>
              </a:rPr>
              <a:t>ans</a:t>
            </a:r>
            <a:r>
              <a:rPr sz="1800" i="1" spc="-5" dirty="0">
                <a:latin typeface="Verdana"/>
                <a:cs typeface="Verdana"/>
              </a:rPr>
              <a:t> l</a:t>
            </a:r>
            <a:r>
              <a:rPr sz="1800" i="1" spc="-10" dirty="0">
                <a:latin typeface="Verdana"/>
                <a:cs typeface="Verdana"/>
              </a:rPr>
              <a:t>es</a:t>
            </a:r>
            <a:r>
              <a:rPr sz="1800" i="1" spc="2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t</a:t>
            </a:r>
            <a:r>
              <a:rPr sz="1800" i="1" spc="-20" dirty="0">
                <a:latin typeface="Verdana"/>
                <a:cs typeface="Verdana"/>
              </a:rPr>
              <a:t>e</a:t>
            </a:r>
            <a:r>
              <a:rPr sz="1800" i="1" spc="-5" dirty="0">
                <a:latin typeface="Verdana"/>
                <a:cs typeface="Verdana"/>
              </a:rPr>
              <a:t>mp</a:t>
            </a:r>
            <a:r>
              <a:rPr sz="1800" i="1" spc="-10" dirty="0">
                <a:latin typeface="Verdana"/>
                <a:cs typeface="Verdana"/>
              </a:rPr>
              <a:t>s,</a:t>
            </a:r>
            <a:r>
              <a:rPr sz="1800" i="1" spc="1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à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vos</a:t>
            </a:r>
            <a:r>
              <a:rPr sz="1800" i="1" spc="-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cli</a:t>
            </a:r>
            <a:r>
              <a:rPr sz="1800" i="1" spc="-10" dirty="0">
                <a:latin typeface="Verdana"/>
                <a:cs typeface="Verdana"/>
              </a:rPr>
              <a:t>ents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28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81443" y="4631435"/>
            <a:ext cx="495300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w</a:t>
            </a:r>
            <a:r>
              <a:rPr sz="1000" i="1" spc="-10" dirty="0">
                <a:latin typeface="Calibri"/>
                <a:cs typeface="Calibri"/>
              </a:rPr>
              <a:t>as</a:t>
            </a:r>
            <a:r>
              <a:rPr sz="1000" i="1" spc="-5" dirty="0">
                <a:latin typeface="Calibri"/>
                <a:cs typeface="Calibri"/>
              </a:rPr>
              <a:t>te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245441"/>
            <a:ext cx="5162550" cy="335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indent="-354965">
              <a:lnSpc>
                <a:spcPct val="100000"/>
              </a:lnSpc>
              <a:buClr>
                <a:srgbClr val="EE3D42"/>
              </a:buClr>
              <a:buFont typeface="MS Gothic"/>
              <a:buChar char="▪"/>
              <a:tabLst>
                <a:tab pos="368300" algn="l"/>
              </a:tabLst>
            </a:pP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l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ex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spc="-15" dirty="0">
                <a:latin typeface="Verdana"/>
                <a:cs typeface="Verdana"/>
              </a:rPr>
              <a:t>ste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3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t</a:t>
            </a:r>
            <a:r>
              <a:rPr sz="2400" spc="-25" dirty="0">
                <a:latin typeface="Verdana"/>
                <a:cs typeface="Verdana"/>
              </a:rPr>
              <a:t>y</a:t>
            </a:r>
            <a:r>
              <a:rPr sz="2400" spc="-20" dirty="0">
                <a:latin typeface="Verdana"/>
                <a:cs typeface="Verdana"/>
              </a:rPr>
              <a:t>pe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</a:t>
            </a:r>
            <a:r>
              <a:rPr sz="2400" spc="-15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Gas</a:t>
            </a:r>
            <a:r>
              <a:rPr sz="2400" spc="-5" dirty="0">
                <a:latin typeface="Verdana"/>
                <a:cs typeface="Verdana"/>
              </a:rPr>
              <a:t>pil</a:t>
            </a:r>
            <a:r>
              <a:rPr sz="2400" spc="-30" dirty="0">
                <a:latin typeface="Verdana"/>
                <a:cs typeface="Verdana"/>
              </a:rPr>
              <a:t>l</a:t>
            </a:r>
            <a:r>
              <a:rPr sz="2400" spc="-15" dirty="0">
                <a:latin typeface="Verdana"/>
                <a:cs typeface="Verdana"/>
              </a:rPr>
              <a:t>ages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23260" y="3236976"/>
            <a:ext cx="2123440" cy="1663064"/>
          </a:xfrm>
          <a:custGeom>
            <a:avLst/>
            <a:gdLst/>
            <a:ahLst/>
            <a:cxnLst/>
            <a:rect l="l" t="t" r="r" b="b"/>
            <a:pathLst>
              <a:path w="2123440" h="1663064">
                <a:moveTo>
                  <a:pt x="0" y="1662684"/>
                </a:moveTo>
                <a:lnTo>
                  <a:pt x="1061466" y="0"/>
                </a:lnTo>
                <a:lnTo>
                  <a:pt x="2122932" y="1662684"/>
                </a:lnTo>
                <a:lnTo>
                  <a:pt x="0" y="1662684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86528" y="1773935"/>
            <a:ext cx="1031748" cy="1271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18260" y="4782324"/>
            <a:ext cx="1676400" cy="16748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99032" y="4808220"/>
            <a:ext cx="1574292" cy="15727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37503" y="4782311"/>
            <a:ext cx="2081783" cy="13197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18276" y="4808220"/>
            <a:ext cx="1979676" cy="12176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7281" y="3470778"/>
            <a:ext cx="3076575" cy="1174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A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 s</a:t>
            </a: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u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pp</a:t>
            </a:r>
            <a:r>
              <a:rPr sz="1800" b="1" i="1" spc="5" dirty="0">
                <a:solidFill>
                  <a:srgbClr val="E36C09"/>
                </a:solidFill>
                <a:latin typeface="Verdana"/>
                <a:cs typeface="Verdana"/>
              </a:rPr>
              <a:t>r</a:t>
            </a: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imer</a:t>
            </a:r>
            <a:endParaRPr sz="1800">
              <a:latin typeface="Verdana"/>
              <a:cs typeface="Verdana"/>
            </a:endParaRPr>
          </a:p>
          <a:p>
            <a:pPr marL="706755" algn="ctr">
              <a:lnSpc>
                <a:spcPct val="100000"/>
              </a:lnSpc>
              <a:spcBef>
                <a:spcPts val="305"/>
              </a:spcBef>
            </a:pP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‘</a:t>
            </a:r>
            <a:r>
              <a:rPr sz="2000" b="1" spc="-1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2000" b="1" spc="5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I’</a:t>
            </a:r>
            <a:endParaRPr sz="2000">
              <a:latin typeface="Verdana"/>
              <a:cs typeface="Verdana"/>
            </a:endParaRPr>
          </a:p>
          <a:p>
            <a:pPr marL="716915" marR="5080" algn="ctr">
              <a:lnSpc>
                <a:spcPct val="150000"/>
              </a:lnSpc>
              <a:spcBef>
                <a:spcPts val="200"/>
              </a:spcBef>
            </a:pP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La 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su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rcharge</a:t>
            </a:r>
            <a:r>
              <a:rPr sz="12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es</a:t>
            </a:r>
            <a:r>
              <a:rPr sz="12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é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q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pe</a:t>
            </a:r>
            <a:r>
              <a:rPr sz="1200" spc="-2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n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s e</a:t>
            </a:r>
            <a:r>
              <a:rPr sz="1200" dirty="0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12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1200" spc="-2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pl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o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yés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3870" y="3770529"/>
            <a:ext cx="1386205" cy="857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‘</a:t>
            </a:r>
            <a:r>
              <a:rPr sz="2000" b="1" spc="-1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2000" b="1" spc="5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A’</a:t>
            </a:r>
            <a:endParaRPr sz="2000">
              <a:latin typeface="Verdana"/>
              <a:cs typeface="Verdana"/>
            </a:endParaRPr>
          </a:p>
          <a:p>
            <a:pPr marL="12700" marR="5080" algn="ctr">
              <a:lnSpc>
                <a:spcPct val="150000"/>
              </a:lnSpc>
              <a:spcBef>
                <a:spcPts val="200"/>
              </a:spcBef>
            </a:pP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12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2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04040"/>
                </a:solidFill>
                <a:latin typeface="Verdana"/>
                <a:cs typeface="Verdana"/>
              </a:rPr>
              <a:t>v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aria</a:t>
            </a:r>
            <a:r>
              <a:rPr sz="12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té</a:t>
            </a:r>
            <a:r>
              <a:rPr sz="120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1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 d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1200" spc="-2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n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95550" y="2204588"/>
            <a:ext cx="2322195" cy="78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0"/>
              </a:lnSpc>
            </a:pP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A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 </a:t>
            </a:r>
            <a:r>
              <a:rPr sz="1800" b="1" i="1" spc="5" dirty="0">
                <a:solidFill>
                  <a:srgbClr val="E36C09"/>
                </a:solidFill>
                <a:latin typeface="Verdana"/>
                <a:cs typeface="Verdana"/>
              </a:rPr>
              <a:t>é</a:t>
            </a:r>
            <a:r>
              <a:rPr sz="1800" b="1" i="1" spc="-10" dirty="0">
                <a:solidFill>
                  <a:srgbClr val="E36C09"/>
                </a:solidFill>
                <a:latin typeface="Verdana"/>
                <a:cs typeface="Verdana"/>
              </a:rPr>
              <a:t>l</a:t>
            </a:r>
            <a:r>
              <a:rPr sz="1800" b="1" i="1" spc="-20" dirty="0">
                <a:solidFill>
                  <a:srgbClr val="E36C09"/>
                </a:solidFill>
                <a:latin typeface="Verdana"/>
                <a:cs typeface="Verdana"/>
              </a:rPr>
              <a:t>i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min</a:t>
            </a:r>
            <a:r>
              <a:rPr sz="1800" b="1" i="1" spc="5" dirty="0">
                <a:solidFill>
                  <a:srgbClr val="E36C09"/>
                </a:solidFill>
                <a:latin typeface="Verdana"/>
                <a:cs typeface="Verdana"/>
              </a:rPr>
              <a:t>e</a:t>
            </a: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  <a:p>
            <a:pPr marL="1271270" algn="ctr">
              <a:lnSpc>
                <a:spcPts val="2100"/>
              </a:lnSpc>
            </a:pP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‘</a:t>
            </a:r>
            <a:r>
              <a:rPr sz="2000" b="1" spc="-1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2000" b="1" spc="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A’</a:t>
            </a:r>
            <a:endParaRPr sz="2000">
              <a:latin typeface="Verdana"/>
              <a:cs typeface="Verdana"/>
            </a:endParaRPr>
          </a:p>
          <a:p>
            <a:pPr marL="1272540" algn="ctr">
              <a:lnSpc>
                <a:spcPct val="100000"/>
              </a:lnSpc>
              <a:spcBef>
                <a:spcPts val="920"/>
              </a:spcBef>
            </a:pP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g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âc</a:t>
            </a:r>
            <a:r>
              <a:rPr sz="1200" spc="-20" dirty="0">
                <a:solidFill>
                  <a:srgbClr val="404040"/>
                </a:solidFill>
                <a:latin typeface="Verdana"/>
                <a:cs typeface="Verdana"/>
              </a:rPr>
              <a:t>h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87616" y="3676138"/>
            <a:ext cx="1530350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080"/>
              </a:lnSpc>
            </a:pP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A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 </a:t>
            </a: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analyser </a:t>
            </a:r>
            <a:r>
              <a:rPr sz="1800" b="1" i="1" spc="-20" dirty="0">
                <a:solidFill>
                  <a:srgbClr val="E36C09"/>
                </a:solidFill>
                <a:latin typeface="Verdana"/>
                <a:cs typeface="Verdana"/>
              </a:rPr>
              <a:t>e</a:t>
            </a:r>
            <a:r>
              <a:rPr sz="1800" b="1" i="1" spc="-10" dirty="0">
                <a:solidFill>
                  <a:srgbClr val="E36C09"/>
                </a:solidFill>
                <a:latin typeface="Verdana"/>
                <a:cs typeface="Verdana"/>
              </a:rPr>
              <a:t>t</a:t>
            </a:r>
            <a:r>
              <a:rPr sz="1800" b="1" i="1" spc="5" dirty="0">
                <a:solidFill>
                  <a:srgbClr val="E36C09"/>
                </a:solidFill>
                <a:latin typeface="Verdana"/>
                <a:cs typeface="Verdana"/>
              </a:rPr>
              <a:t> </a:t>
            </a:r>
            <a:r>
              <a:rPr sz="1800" b="1" i="1" spc="-20" dirty="0">
                <a:solidFill>
                  <a:srgbClr val="E36C09"/>
                </a:solidFill>
                <a:latin typeface="Verdana"/>
                <a:cs typeface="Verdana"/>
              </a:rPr>
              <a:t>maît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ris</a:t>
            </a:r>
            <a:r>
              <a:rPr sz="1800" b="1" i="1" spc="5" dirty="0">
                <a:solidFill>
                  <a:srgbClr val="E36C09"/>
                </a:solidFill>
                <a:latin typeface="Verdana"/>
                <a:cs typeface="Verdana"/>
              </a:rPr>
              <a:t>e</a:t>
            </a: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84570" y="880110"/>
            <a:ext cx="2809240" cy="1697355"/>
          </a:xfrm>
          <a:custGeom>
            <a:avLst/>
            <a:gdLst/>
            <a:ahLst/>
            <a:cxnLst/>
            <a:rect l="l" t="t" r="r" b="b"/>
            <a:pathLst>
              <a:path w="2809240" h="1697355">
                <a:moveTo>
                  <a:pt x="2340610" y="1397507"/>
                </a:moveTo>
                <a:lnTo>
                  <a:pt x="1638427" y="1397507"/>
                </a:lnTo>
                <a:lnTo>
                  <a:pt x="2449576" y="1696846"/>
                </a:lnTo>
                <a:lnTo>
                  <a:pt x="2340610" y="1397507"/>
                </a:lnTo>
                <a:close/>
              </a:path>
              <a:path w="2809240" h="1697355">
                <a:moveTo>
                  <a:pt x="2575814" y="0"/>
                </a:moveTo>
                <a:lnTo>
                  <a:pt x="232918" y="0"/>
                </a:lnTo>
                <a:lnTo>
                  <a:pt x="213813" y="772"/>
                </a:lnTo>
                <a:lnTo>
                  <a:pt x="159292" y="11872"/>
                </a:lnTo>
                <a:lnTo>
                  <a:pt x="110220" y="34893"/>
                </a:lnTo>
                <a:lnTo>
                  <a:pt x="68214" y="68214"/>
                </a:lnTo>
                <a:lnTo>
                  <a:pt x="34893" y="110220"/>
                </a:lnTo>
                <a:lnTo>
                  <a:pt x="11872" y="159292"/>
                </a:lnTo>
                <a:lnTo>
                  <a:pt x="772" y="213813"/>
                </a:lnTo>
                <a:lnTo>
                  <a:pt x="0" y="232917"/>
                </a:lnTo>
                <a:lnTo>
                  <a:pt x="0" y="1164589"/>
                </a:lnTo>
                <a:lnTo>
                  <a:pt x="6768" y="1220567"/>
                </a:lnTo>
                <a:lnTo>
                  <a:pt x="25995" y="1271635"/>
                </a:lnTo>
                <a:lnTo>
                  <a:pt x="56062" y="1316176"/>
                </a:lnTo>
                <a:lnTo>
                  <a:pt x="95353" y="1352572"/>
                </a:lnTo>
                <a:lnTo>
                  <a:pt x="142249" y="1379206"/>
                </a:lnTo>
                <a:lnTo>
                  <a:pt x="195134" y="1394459"/>
                </a:lnTo>
                <a:lnTo>
                  <a:pt x="232918" y="1397507"/>
                </a:lnTo>
                <a:lnTo>
                  <a:pt x="2575814" y="1397507"/>
                </a:lnTo>
                <a:lnTo>
                  <a:pt x="2631791" y="1390739"/>
                </a:lnTo>
                <a:lnTo>
                  <a:pt x="2682859" y="1371512"/>
                </a:lnTo>
                <a:lnTo>
                  <a:pt x="2727400" y="1341445"/>
                </a:lnTo>
                <a:lnTo>
                  <a:pt x="2763796" y="1302154"/>
                </a:lnTo>
                <a:lnTo>
                  <a:pt x="2790430" y="1255258"/>
                </a:lnTo>
                <a:lnTo>
                  <a:pt x="2805683" y="1202373"/>
                </a:lnTo>
                <a:lnTo>
                  <a:pt x="2808732" y="1164589"/>
                </a:lnTo>
                <a:lnTo>
                  <a:pt x="2808732" y="232917"/>
                </a:lnTo>
                <a:lnTo>
                  <a:pt x="2801963" y="176940"/>
                </a:lnTo>
                <a:lnTo>
                  <a:pt x="2782736" y="125872"/>
                </a:lnTo>
                <a:lnTo>
                  <a:pt x="2752669" y="81331"/>
                </a:lnTo>
                <a:lnTo>
                  <a:pt x="2713378" y="44935"/>
                </a:lnTo>
                <a:lnTo>
                  <a:pt x="2666482" y="18301"/>
                </a:lnTo>
                <a:lnTo>
                  <a:pt x="2613597" y="3048"/>
                </a:lnTo>
                <a:lnTo>
                  <a:pt x="2575814" y="0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84570" y="880110"/>
            <a:ext cx="2809240" cy="1697355"/>
          </a:xfrm>
          <a:custGeom>
            <a:avLst/>
            <a:gdLst/>
            <a:ahLst/>
            <a:cxnLst/>
            <a:rect l="l" t="t" r="r" b="b"/>
            <a:pathLst>
              <a:path w="2809240" h="1697355">
                <a:moveTo>
                  <a:pt x="0" y="232917"/>
                </a:moveTo>
                <a:lnTo>
                  <a:pt x="6768" y="176940"/>
                </a:lnTo>
                <a:lnTo>
                  <a:pt x="25995" y="125872"/>
                </a:lnTo>
                <a:lnTo>
                  <a:pt x="56062" y="81331"/>
                </a:lnTo>
                <a:lnTo>
                  <a:pt x="95353" y="44935"/>
                </a:lnTo>
                <a:lnTo>
                  <a:pt x="142249" y="18301"/>
                </a:lnTo>
                <a:lnTo>
                  <a:pt x="195134" y="3048"/>
                </a:lnTo>
                <a:lnTo>
                  <a:pt x="232918" y="0"/>
                </a:lnTo>
                <a:lnTo>
                  <a:pt x="1638427" y="0"/>
                </a:lnTo>
                <a:lnTo>
                  <a:pt x="2340610" y="0"/>
                </a:lnTo>
                <a:lnTo>
                  <a:pt x="2575814" y="0"/>
                </a:lnTo>
                <a:lnTo>
                  <a:pt x="2594918" y="772"/>
                </a:lnTo>
                <a:lnTo>
                  <a:pt x="2649439" y="11872"/>
                </a:lnTo>
                <a:lnTo>
                  <a:pt x="2698511" y="34893"/>
                </a:lnTo>
                <a:lnTo>
                  <a:pt x="2740517" y="68214"/>
                </a:lnTo>
                <a:lnTo>
                  <a:pt x="2773838" y="110220"/>
                </a:lnTo>
                <a:lnTo>
                  <a:pt x="2796859" y="159292"/>
                </a:lnTo>
                <a:lnTo>
                  <a:pt x="2807959" y="213813"/>
                </a:lnTo>
                <a:lnTo>
                  <a:pt x="2808732" y="232917"/>
                </a:lnTo>
                <a:lnTo>
                  <a:pt x="2808732" y="815212"/>
                </a:lnTo>
                <a:lnTo>
                  <a:pt x="2808732" y="1164589"/>
                </a:lnTo>
                <a:lnTo>
                  <a:pt x="2807959" y="1183694"/>
                </a:lnTo>
                <a:lnTo>
                  <a:pt x="2805683" y="1202373"/>
                </a:lnTo>
                <a:lnTo>
                  <a:pt x="2790430" y="1255258"/>
                </a:lnTo>
                <a:lnTo>
                  <a:pt x="2763796" y="1302154"/>
                </a:lnTo>
                <a:lnTo>
                  <a:pt x="2727400" y="1341445"/>
                </a:lnTo>
                <a:lnTo>
                  <a:pt x="2682859" y="1371512"/>
                </a:lnTo>
                <a:lnTo>
                  <a:pt x="2631791" y="1390739"/>
                </a:lnTo>
                <a:lnTo>
                  <a:pt x="2575814" y="1397507"/>
                </a:lnTo>
                <a:lnTo>
                  <a:pt x="2340610" y="1397507"/>
                </a:lnTo>
                <a:lnTo>
                  <a:pt x="2449576" y="1696846"/>
                </a:lnTo>
                <a:lnTo>
                  <a:pt x="1638427" y="1397507"/>
                </a:lnTo>
                <a:lnTo>
                  <a:pt x="232918" y="1397507"/>
                </a:lnTo>
                <a:lnTo>
                  <a:pt x="213813" y="1396735"/>
                </a:lnTo>
                <a:lnTo>
                  <a:pt x="159292" y="1385635"/>
                </a:lnTo>
                <a:lnTo>
                  <a:pt x="110220" y="1362614"/>
                </a:lnTo>
                <a:lnTo>
                  <a:pt x="68214" y="1329293"/>
                </a:lnTo>
                <a:lnTo>
                  <a:pt x="34893" y="1287287"/>
                </a:lnTo>
                <a:lnTo>
                  <a:pt x="11872" y="1238215"/>
                </a:lnTo>
                <a:lnTo>
                  <a:pt x="772" y="1183694"/>
                </a:lnTo>
                <a:lnTo>
                  <a:pt x="0" y="1164589"/>
                </a:lnTo>
                <a:lnTo>
                  <a:pt x="0" y="815212"/>
                </a:lnTo>
                <a:lnTo>
                  <a:pt x="0" y="232917"/>
                </a:lnTo>
                <a:close/>
              </a:path>
            </a:pathLst>
          </a:custGeom>
          <a:ln w="25908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36970" y="1162142"/>
            <a:ext cx="2503805" cy="901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49200"/>
              </a:lnSpc>
            </a:pP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1100" spc="5" dirty="0">
                <a:solidFill>
                  <a:srgbClr val="404040"/>
                </a:solidFill>
                <a:latin typeface="Verdana"/>
                <a:cs typeface="Verdana"/>
              </a:rPr>
              <a:t> M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5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11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ma</a:t>
            </a:r>
            <a:r>
              <a:rPr sz="1100" spc="-1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n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nt</a:t>
            </a:r>
            <a:r>
              <a:rPr sz="11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-15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es ca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ses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 pr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ofo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nd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es</a:t>
            </a:r>
            <a:r>
              <a:rPr sz="11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 Mu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da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ns</a:t>
            </a:r>
            <a:r>
              <a:rPr sz="11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 no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br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euses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g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n</a:t>
            </a:r>
            <a:r>
              <a:rPr sz="1100" spc="-2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sa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1100" spc="-1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ons.</a:t>
            </a:r>
            <a:r>
              <a:rPr sz="11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»  </a:t>
            </a:r>
            <a:r>
              <a:rPr sz="1000" i="1" spc="-10" dirty="0">
                <a:solidFill>
                  <a:srgbClr val="404040"/>
                </a:solidFill>
                <a:latin typeface="Verdana"/>
                <a:cs typeface="Verdana"/>
              </a:rPr>
              <a:t>Ja</a:t>
            </a:r>
            <a:r>
              <a:rPr sz="1000" i="1" spc="-15" dirty="0">
                <a:solidFill>
                  <a:srgbClr val="404040"/>
                </a:solidFill>
                <a:latin typeface="Verdana"/>
                <a:cs typeface="Verdana"/>
              </a:rPr>
              <a:t>me</a:t>
            </a:r>
            <a:r>
              <a:rPr sz="1000" i="1" spc="-10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r>
              <a:rPr sz="1000" i="1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404040"/>
                </a:solidFill>
                <a:latin typeface="Verdana"/>
                <a:cs typeface="Verdana"/>
              </a:rPr>
              <a:t>P. </a:t>
            </a:r>
            <a:r>
              <a:rPr sz="1000" i="1" spc="-15" dirty="0">
                <a:solidFill>
                  <a:srgbClr val="404040"/>
                </a:solidFill>
                <a:latin typeface="Verdana"/>
                <a:cs typeface="Verdana"/>
              </a:rPr>
              <a:t>W</a:t>
            </a:r>
            <a:r>
              <a:rPr sz="1000" i="1" spc="-20" dirty="0">
                <a:solidFill>
                  <a:srgbClr val="404040"/>
                </a:solidFill>
                <a:latin typeface="Verdana"/>
                <a:cs typeface="Verdana"/>
              </a:rPr>
              <a:t>o</a:t>
            </a:r>
            <a:r>
              <a:rPr sz="1000" i="1" spc="-15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000" i="1" spc="-10" dirty="0">
                <a:solidFill>
                  <a:srgbClr val="404040"/>
                </a:solidFill>
                <a:latin typeface="Verdana"/>
                <a:cs typeface="Verdana"/>
              </a:rPr>
              <a:t>ack</a:t>
            </a:r>
            <a:r>
              <a:rPr sz="1000" i="1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000" i="1" spc="-10" dirty="0">
                <a:solidFill>
                  <a:srgbClr val="404040"/>
                </a:solidFill>
                <a:latin typeface="Verdana"/>
                <a:cs typeface="Verdana"/>
              </a:rPr>
              <a:t>–</a:t>
            </a:r>
            <a:r>
              <a:rPr sz="1000" i="1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404040"/>
                </a:solidFill>
                <a:latin typeface="Verdana"/>
                <a:cs typeface="Verdana"/>
              </a:rPr>
              <a:t>cliqu</a:t>
            </a:r>
            <a:r>
              <a:rPr sz="1000" i="1" spc="-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1000" i="1" spc="-5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1000" i="1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000" i="1" u="sng" spc="-10" dirty="0">
                <a:solidFill>
                  <a:srgbClr val="0000FF"/>
                </a:solidFill>
                <a:latin typeface="Verdana"/>
                <a:cs typeface="Verdana"/>
                <a:hlinkClick r:id="rId8"/>
              </a:rPr>
              <a:t>ICI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30</a:t>
            </a:r>
            <a:endParaRPr sz="8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938778"/>
            <a:ext cx="3328670" cy="470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340360" algn="l"/>
              </a:tabLst>
            </a:pPr>
            <a:r>
              <a:rPr sz="2800" spc="-20" dirty="0">
                <a:latin typeface="Verdana"/>
                <a:cs typeface="Verdana"/>
              </a:rPr>
              <a:t>Les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gas</a:t>
            </a:r>
            <a:r>
              <a:rPr sz="2800" spc="-30" dirty="0">
                <a:latin typeface="Verdana"/>
                <a:cs typeface="Verdana"/>
              </a:rPr>
              <a:t>p</a:t>
            </a:r>
            <a:r>
              <a:rPr sz="2800" spc="-10" dirty="0">
                <a:latin typeface="Verdana"/>
                <a:cs typeface="Verdana"/>
              </a:rPr>
              <a:t>i</a:t>
            </a:r>
            <a:r>
              <a:rPr sz="2800" spc="-20" dirty="0">
                <a:latin typeface="Verdana"/>
                <a:cs typeface="Verdana"/>
              </a:rPr>
              <a:t>l</a:t>
            </a:r>
            <a:r>
              <a:rPr sz="2800" spc="-25" dirty="0">
                <a:latin typeface="Verdana"/>
                <a:cs typeface="Verdana"/>
              </a:rPr>
              <a:t>lag</a:t>
            </a:r>
            <a:r>
              <a:rPr sz="2800" spc="10" dirty="0">
                <a:latin typeface="Verdana"/>
                <a:cs typeface="Verdana"/>
              </a:rPr>
              <a:t>e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5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: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057" y="2292884"/>
            <a:ext cx="7934959" cy="281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9730" indent="-36703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380365" algn="l"/>
              </a:tabLst>
            </a:pPr>
            <a:r>
              <a:rPr sz="2000" spc="-21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oute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chose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Q</a:t>
            </a:r>
            <a:r>
              <a:rPr sz="2000" u="heavy" spc="-10" dirty="0">
                <a:latin typeface="Verdana"/>
                <a:cs typeface="Verdana"/>
              </a:rPr>
              <a:t>U</a:t>
            </a:r>
            <a:r>
              <a:rPr sz="2000" u="heavy" dirty="0">
                <a:latin typeface="Verdana"/>
                <a:cs typeface="Verdana"/>
              </a:rPr>
              <a:t>I</a:t>
            </a:r>
            <a:r>
              <a:rPr sz="2000" u="heavy" spc="-15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N</a:t>
            </a:r>
            <a:r>
              <a:rPr sz="2000" u="heavy" spc="-95" dirty="0">
                <a:latin typeface="Verdana"/>
                <a:cs typeface="Verdana"/>
              </a:rPr>
              <a:t>’</a:t>
            </a:r>
            <a:r>
              <a:rPr sz="2000" u="heavy" dirty="0">
                <a:latin typeface="Verdana"/>
                <a:cs typeface="Verdana"/>
              </a:rPr>
              <a:t>AJ</a:t>
            </a:r>
            <a:r>
              <a:rPr sz="2000" u="heavy" spc="-10" dirty="0">
                <a:latin typeface="Verdana"/>
                <a:cs typeface="Verdana"/>
              </a:rPr>
              <a:t>O</a:t>
            </a:r>
            <a:r>
              <a:rPr sz="2000" u="heavy" dirty="0">
                <a:latin typeface="Verdana"/>
                <a:cs typeface="Verdana"/>
              </a:rPr>
              <a:t>UTE</a:t>
            </a:r>
            <a:r>
              <a:rPr sz="2000" u="heavy" spc="-20" dirty="0">
                <a:latin typeface="Verdana"/>
                <a:cs typeface="Verdana"/>
              </a:rPr>
              <a:t> </a:t>
            </a:r>
            <a:r>
              <a:rPr sz="2000" u="heavy" spc="-45" dirty="0">
                <a:latin typeface="Verdana"/>
                <a:cs typeface="Verdana"/>
              </a:rPr>
              <a:t>P</a:t>
            </a:r>
            <a:r>
              <a:rPr sz="2000" u="heavy" spc="-15" dirty="0">
                <a:latin typeface="Verdana"/>
                <a:cs typeface="Verdana"/>
              </a:rPr>
              <a:t>A</a:t>
            </a:r>
            <a:r>
              <a:rPr sz="2000" u="heavy" dirty="0">
                <a:latin typeface="Verdana"/>
                <a:cs typeface="Verdana"/>
              </a:rPr>
              <a:t>S</a:t>
            </a:r>
            <a:r>
              <a:rPr sz="2000" u="heavy" spc="-25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DE</a:t>
            </a:r>
            <a:r>
              <a:rPr sz="2000" u="heavy" spc="-30" dirty="0">
                <a:latin typeface="Verdana"/>
                <a:cs typeface="Verdana"/>
              </a:rPr>
              <a:t> </a:t>
            </a:r>
            <a:r>
              <a:rPr sz="2000" u="heavy" spc="-65" dirty="0">
                <a:latin typeface="Verdana"/>
                <a:cs typeface="Verdana"/>
              </a:rPr>
              <a:t>V</a:t>
            </a:r>
            <a:r>
              <a:rPr sz="2000" u="heavy" dirty="0">
                <a:latin typeface="Verdana"/>
                <a:cs typeface="Verdana"/>
              </a:rPr>
              <a:t>ALEUR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au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379730" marR="210185" indent="-367030">
              <a:lnSpc>
                <a:spcPct val="150000"/>
              </a:lnSpc>
              <a:buClr>
                <a:srgbClr val="EE3D42"/>
              </a:buClr>
              <a:buFont typeface="MS Gothic"/>
              <a:buChar char="✓"/>
              <a:tabLst>
                <a:tab pos="380365" algn="l"/>
              </a:tabLst>
            </a:pPr>
            <a:r>
              <a:rPr sz="2000" spc="-21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outes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chos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u="heavy" spc="-5" dirty="0">
                <a:latin typeface="Verdana"/>
                <a:cs typeface="Verdana"/>
              </a:rPr>
              <a:t>Q</a:t>
            </a:r>
            <a:r>
              <a:rPr sz="2000" u="heavy" spc="-10" dirty="0">
                <a:latin typeface="Verdana"/>
                <a:cs typeface="Verdana"/>
              </a:rPr>
              <a:t>U</a:t>
            </a:r>
            <a:r>
              <a:rPr sz="2000" u="heavy" dirty="0">
                <a:latin typeface="Verdana"/>
                <a:cs typeface="Verdana"/>
              </a:rPr>
              <a:t>I </a:t>
            </a:r>
            <a:r>
              <a:rPr sz="2000" u="heavy" spc="-5" dirty="0">
                <a:latin typeface="Verdana"/>
                <a:cs typeface="Verdana"/>
              </a:rPr>
              <a:t>NE</a:t>
            </a:r>
            <a:r>
              <a:rPr sz="2000" u="heavy" spc="-20" dirty="0">
                <a:latin typeface="Verdana"/>
                <a:cs typeface="Verdana"/>
              </a:rPr>
              <a:t> </a:t>
            </a:r>
            <a:r>
              <a:rPr sz="2000" u="heavy" spc="-5" dirty="0">
                <a:latin typeface="Verdana"/>
                <a:cs typeface="Verdana"/>
              </a:rPr>
              <a:t>CR</a:t>
            </a:r>
            <a:r>
              <a:rPr sz="2000" u="heavy" spc="5" dirty="0">
                <a:latin typeface="Verdana"/>
                <a:cs typeface="Verdana"/>
              </a:rPr>
              <a:t>E</a:t>
            </a:r>
            <a:r>
              <a:rPr sz="2000" u="heavy" spc="-5" dirty="0">
                <a:latin typeface="Verdana"/>
                <a:cs typeface="Verdana"/>
              </a:rPr>
              <a:t>E</a:t>
            </a:r>
            <a:r>
              <a:rPr sz="2000" u="heavy" dirty="0">
                <a:latin typeface="Verdana"/>
                <a:cs typeface="Verdana"/>
              </a:rPr>
              <a:t>NT</a:t>
            </a:r>
            <a:r>
              <a:rPr sz="2000" u="heavy" spc="-35" dirty="0">
                <a:latin typeface="Verdana"/>
                <a:cs typeface="Verdana"/>
              </a:rPr>
              <a:t> </a:t>
            </a:r>
            <a:r>
              <a:rPr sz="2000" u="heavy" spc="-45" dirty="0">
                <a:latin typeface="Verdana"/>
                <a:cs typeface="Verdana"/>
              </a:rPr>
              <a:t>P</a:t>
            </a:r>
            <a:r>
              <a:rPr sz="2000" u="heavy" spc="-15" dirty="0">
                <a:latin typeface="Verdana"/>
                <a:cs typeface="Verdana"/>
              </a:rPr>
              <a:t>A</a:t>
            </a:r>
            <a:r>
              <a:rPr sz="2000" u="heavy" dirty="0">
                <a:latin typeface="Verdana"/>
                <a:cs typeface="Verdana"/>
              </a:rPr>
              <a:t>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confo</a:t>
            </a:r>
            <a:r>
              <a:rPr sz="2000" spc="-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aux sp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2000">
              <a:latin typeface="Times New Roman"/>
              <a:cs typeface="Times New Roman"/>
            </a:endParaRPr>
          </a:p>
          <a:p>
            <a:pPr marL="379730" indent="-367030">
              <a:lnSpc>
                <a:spcPct val="100000"/>
              </a:lnSpc>
              <a:spcBef>
                <a:spcPts val="1160"/>
              </a:spcBef>
              <a:buClr>
                <a:srgbClr val="EE3D42"/>
              </a:buClr>
              <a:buFont typeface="MS Gothic"/>
              <a:buChar char="✓"/>
              <a:tabLst>
                <a:tab pos="380365" algn="l"/>
              </a:tabLst>
            </a:pPr>
            <a:r>
              <a:rPr sz="2000" spc="-21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outes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chos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pou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sque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NE</a:t>
            </a:r>
            <a:r>
              <a:rPr sz="2000" u="heavy" spc="-20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VEUT</a:t>
            </a:r>
            <a:r>
              <a:rPr sz="2000" u="heavy" spc="-30" dirty="0">
                <a:latin typeface="Verdana"/>
                <a:cs typeface="Verdana"/>
              </a:rPr>
              <a:t> </a:t>
            </a:r>
            <a:r>
              <a:rPr sz="2000" u="heavy" spc="-45" dirty="0">
                <a:latin typeface="Verdana"/>
                <a:cs typeface="Verdana"/>
              </a:rPr>
              <a:t>P</a:t>
            </a:r>
            <a:r>
              <a:rPr sz="2000" u="heavy" spc="-15" dirty="0">
                <a:latin typeface="Verdana"/>
                <a:cs typeface="Verdana"/>
              </a:rPr>
              <a:t>A</a:t>
            </a:r>
            <a:r>
              <a:rPr sz="2000" u="heavy" dirty="0">
                <a:latin typeface="Verdana"/>
                <a:cs typeface="Verdana"/>
              </a:rPr>
              <a:t>S</a:t>
            </a:r>
            <a:r>
              <a:rPr sz="2000" u="heavy" spc="-25" dirty="0">
                <a:latin typeface="Verdana"/>
                <a:cs typeface="Verdana"/>
              </a:rPr>
              <a:t> </a:t>
            </a:r>
            <a:r>
              <a:rPr sz="2000" u="heavy" spc="-45" dirty="0">
                <a:latin typeface="Verdana"/>
                <a:cs typeface="Verdana"/>
              </a:rPr>
              <a:t>P</a:t>
            </a:r>
            <a:r>
              <a:rPr sz="2000" u="heavy" spc="-75" dirty="0">
                <a:latin typeface="Verdana"/>
                <a:cs typeface="Verdana"/>
              </a:rPr>
              <a:t>A</a:t>
            </a:r>
            <a:r>
              <a:rPr sz="2000" u="heavy" spc="-5" dirty="0">
                <a:latin typeface="Verdana"/>
                <a:cs typeface="Verdana"/>
              </a:rPr>
              <a:t>YER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2749" y="1120300"/>
            <a:ext cx="878205" cy="483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7929" y="1238458"/>
            <a:ext cx="517525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54530" algn="l"/>
                <a:tab pos="3448050" algn="l"/>
                <a:tab pos="4042410" algn="l"/>
              </a:tabLst>
            </a:pPr>
            <a:r>
              <a:rPr sz="2400" spc="-5" dirty="0">
                <a:latin typeface="Verdana"/>
                <a:cs typeface="Verdana"/>
              </a:rPr>
              <a:t>gas</a:t>
            </a:r>
            <a:r>
              <a:rPr sz="2400" spc="10" dirty="0">
                <a:latin typeface="Verdana"/>
                <a:cs typeface="Verdana"/>
              </a:rPr>
              <a:t>p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la</a:t>
            </a:r>
            <a:r>
              <a:rPr sz="2400" spc="-5" dirty="0">
                <a:latin typeface="Verdana"/>
                <a:cs typeface="Verdana"/>
              </a:rPr>
              <a:t>ge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10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eu</a:t>
            </a:r>
            <a:r>
              <a:rPr sz="2400" spc="-35" dirty="0">
                <a:latin typeface="Verdana"/>
                <a:cs typeface="Verdana"/>
              </a:rPr>
              <a:t>v</a:t>
            </a:r>
            <a:r>
              <a:rPr sz="2400" dirty="0">
                <a:latin typeface="Verdana"/>
                <a:cs typeface="Verdana"/>
              </a:rPr>
              <a:t>ent	</a:t>
            </a:r>
            <a:r>
              <a:rPr sz="2400" spc="5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spc="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o</a:t>
            </a:r>
            <a:r>
              <a:rPr sz="2400" spc="5" dirty="0">
                <a:latin typeface="Verdana"/>
                <a:cs typeface="Verdana"/>
              </a:rPr>
              <a:t>u</a:t>
            </a:r>
            <a:r>
              <a:rPr sz="2400" spc="-35" dirty="0">
                <a:latin typeface="Verdana"/>
                <a:cs typeface="Verdana"/>
              </a:rPr>
              <a:t>v</a:t>
            </a:r>
            <a:r>
              <a:rPr sz="2400" dirty="0">
                <a:latin typeface="Verdana"/>
                <a:cs typeface="Verdana"/>
              </a:rPr>
              <a:t>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1143" y="1238458"/>
            <a:ext cx="156337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8309" algn="l"/>
              </a:tabLst>
            </a:pPr>
            <a:r>
              <a:rPr sz="2400" dirty="0">
                <a:latin typeface="Verdana"/>
                <a:cs typeface="Verdana"/>
              </a:rPr>
              <a:t>à	cha</a:t>
            </a:r>
            <a:r>
              <a:rPr sz="2400" spc="10" dirty="0">
                <a:latin typeface="Verdana"/>
                <a:cs typeface="Verdana"/>
              </a:rPr>
              <a:t>q</a:t>
            </a:r>
            <a:r>
              <a:rPr sz="2400" dirty="0">
                <a:latin typeface="Verdana"/>
                <a:cs typeface="Verdana"/>
              </a:rPr>
              <a:t>ue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649" y="1787731"/>
            <a:ext cx="47383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Verdana"/>
                <a:cs typeface="Verdana"/>
              </a:rPr>
              <a:t>étape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/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act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v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spc="-15" dirty="0">
                <a:latin typeface="Verdana"/>
                <a:cs typeface="Verdana"/>
              </a:rPr>
              <a:t>té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</a:t>
            </a:r>
            <a:r>
              <a:rPr sz="2400" spc="5" dirty="0">
                <a:latin typeface="Verdana"/>
                <a:cs typeface="Verdana"/>
              </a:rPr>
              <a:t>’</a:t>
            </a:r>
            <a:r>
              <a:rPr sz="240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pro</a:t>
            </a:r>
            <a:r>
              <a:rPr sz="2400" spc="-25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es</a:t>
            </a:r>
            <a:r>
              <a:rPr sz="2400" spc="-25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us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949" y="2644442"/>
            <a:ext cx="3811904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b="1" spc="-5" dirty="0">
                <a:latin typeface="Verdana"/>
                <a:cs typeface="Verdana"/>
              </a:rPr>
              <a:t>Activit</a:t>
            </a:r>
            <a:r>
              <a:rPr sz="2000" b="1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à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leur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ajoutée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7175" y="3211952"/>
            <a:ext cx="7158355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dirty="0">
                <a:latin typeface="Verdana"/>
                <a:cs typeface="Verdana"/>
              </a:rPr>
              <a:t> activ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chan</a:t>
            </a:r>
            <a:r>
              <a:rPr sz="1800" spc="-25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o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-50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ansfo</a:t>
            </a:r>
            <a:r>
              <a:rPr sz="1800" spc="-30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me,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er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cou</a:t>
            </a: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,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mat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ère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o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spc="-5" dirty="0">
                <a:latin typeface="Verdana"/>
                <a:cs typeface="Verdana"/>
              </a:rPr>
              <a:t>’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nformat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pecte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d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man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0" dirty="0">
                <a:latin typeface="Verdana"/>
                <a:cs typeface="Verdana"/>
              </a:rPr>
              <a:t>es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ent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=&gt;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pas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25" dirty="0">
                <a:latin typeface="Verdana"/>
                <a:cs typeface="Verdana"/>
              </a:rPr>
              <a:t>d</a:t>
            </a:r>
            <a:r>
              <a:rPr sz="1800" i="1" spc="-15" dirty="0">
                <a:latin typeface="Verdana"/>
                <a:cs typeface="Verdana"/>
              </a:rPr>
              <a:t>e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g</a:t>
            </a:r>
            <a:r>
              <a:rPr sz="1800" i="1" spc="-20" dirty="0">
                <a:latin typeface="Verdana"/>
                <a:cs typeface="Verdana"/>
              </a:rPr>
              <a:t>a</a:t>
            </a:r>
            <a:r>
              <a:rPr sz="1800" i="1" dirty="0">
                <a:latin typeface="Verdana"/>
                <a:cs typeface="Verdana"/>
              </a:rPr>
              <a:t>s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spc="-5" dirty="0">
                <a:latin typeface="Verdana"/>
                <a:cs typeface="Verdana"/>
              </a:rPr>
              <a:t>illa</a:t>
            </a:r>
            <a:r>
              <a:rPr sz="1800" i="1" spc="-10" dirty="0">
                <a:latin typeface="Verdana"/>
                <a:cs typeface="Verdana"/>
              </a:rPr>
              <a:t>g</a:t>
            </a:r>
            <a:r>
              <a:rPr sz="1800" i="1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9949" y="4564936"/>
            <a:ext cx="4436745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b="1" spc="-5" dirty="0">
                <a:latin typeface="Verdana"/>
                <a:cs typeface="Verdana"/>
              </a:rPr>
              <a:t>Activit</a:t>
            </a:r>
            <a:r>
              <a:rPr sz="2000" b="1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à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leur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no</a:t>
            </a:r>
            <a:r>
              <a:rPr sz="2000" b="1" dirty="0">
                <a:latin typeface="Verdana"/>
                <a:cs typeface="Verdana"/>
              </a:rPr>
              <a:t>n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ajoutée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7175" y="5132446"/>
            <a:ext cx="7158990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  <a:tab pos="1438910" algn="l"/>
                <a:tab pos="1858010" algn="l"/>
                <a:tab pos="2701290" algn="l"/>
                <a:tab pos="3117215" algn="l"/>
                <a:tab pos="3647440" algn="l"/>
                <a:tab pos="5007610" algn="l"/>
                <a:tab pos="5662930" algn="l"/>
                <a:tab pos="6256020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spc="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activ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spc="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n’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joute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spc="10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aux</a:t>
            </a:r>
            <a:r>
              <a:rPr sz="1800" spc="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em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nd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ent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ma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 né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5" dirty="0">
                <a:latin typeface="Verdana"/>
                <a:cs typeface="Verdana"/>
              </a:rPr>
              <a:t>it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tem</a:t>
            </a:r>
            <a:r>
              <a:rPr sz="1800" dirty="0">
                <a:latin typeface="Verdana"/>
                <a:cs typeface="Verdana"/>
              </a:rPr>
              <a:t>ps	</a:t>
            </a:r>
            <a:r>
              <a:rPr sz="1800" spc="-20" dirty="0">
                <a:latin typeface="Verdana"/>
                <a:cs typeface="Verdana"/>
              </a:rPr>
              <a:t>o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5" dirty="0">
                <a:latin typeface="Verdana"/>
                <a:cs typeface="Verdana"/>
              </a:rPr>
              <a:t>d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ssour</a:t>
            </a:r>
            <a:r>
              <a:rPr sz="1800" spc="-15" dirty="0">
                <a:latin typeface="Verdana"/>
                <a:cs typeface="Verdana"/>
              </a:rPr>
              <a:t>c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pour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être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-25" dirty="0">
                <a:latin typeface="Verdana"/>
                <a:cs typeface="Verdana"/>
              </a:rPr>
              <a:t>é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  <a:spcBef>
                <a:spcPts val="1080"/>
              </a:spcBef>
            </a:pPr>
            <a:r>
              <a:rPr sz="1800" i="1" dirty="0">
                <a:latin typeface="Verdana"/>
                <a:cs typeface="Verdana"/>
              </a:rPr>
              <a:t>=&gt;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g</a:t>
            </a:r>
            <a:r>
              <a:rPr sz="1800" i="1" spc="-20" dirty="0">
                <a:latin typeface="Verdana"/>
                <a:cs typeface="Verdana"/>
              </a:rPr>
              <a:t>a</a:t>
            </a:r>
            <a:r>
              <a:rPr sz="1800" i="1" dirty="0">
                <a:latin typeface="Verdana"/>
                <a:cs typeface="Verdana"/>
              </a:rPr>
              <a:t>s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spc="-5" dirty="0">
                <a:latin typeface="Verdana"/>
                <a:cs typeface="Verdana"/>
              </a:rPr>
              <a:t>illa</a:t>
            </a:r>
            <a:r>
              <a:rPr sz="1800" i="1" spc="-10" dirty="0">
                <a:latin typeface="Verdana"/>
                <a:cs typeface="Verdana"/>
              </a:rPr>
              <a:t>g</a:t>
            </a:r>
            <a:r>
              <a:rPr sz="1800" i="1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3291" y="2709672"/>
            <a:ext cx="868680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5" dirty="0">
                <a:latin typeface="Calibri"/>
                <a:cs typeface="Calibri"/>
              </a:rPr>
              <a:t>alue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Added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79364" y="4639055"/>
            <a:ext cx="1446530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N</a:t>
            </a:r>
            <a:r>
              <a:rPr sz="1000" i="1" spc="-10" dirty="0">
                <a:latin typeface="Calibri"/>
                <a:cs typeface="Calibri"/>
              </a:rPr>
              <a:t>on </a:t>
            </a: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5" dirty="0">
                <a:latin typeface="Calibri"/>
                <a:cs typeface="Calibri"/>
              </a:rPr>
              <a:t>alue </a:t>
            </a:r>
            <a:r>
              <a:rPr sz="1000" i="1" spc="-10" dirty="0">
                <a:latin typeface="Calibri"/>
                <a:cs typeface="Calibri"/>
              </a:rPr>
              <a:t>Added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(</a:t>
            </a:r>
            <a:r>
              <a:rPr sz="1000" i="1" spc="-5" dirty="0">
                <a:latin typeface="Calibri"/>
                <a:cs typeface="Calibri"/>
              </a:rPr>
              <a:t>N</a:t>
            </a:r>
            <a:r>
              <a:rPr sz="1000" i="1" spc="-10" dirty="0">
                <a:latin typeface="Calibri"/>
                <a:cs typeface="Calibri"/>
              </a:rPr>
              <a:t>VA)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2749" y="1110768"/>
            <a:ext cx="459994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Deux na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ur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sp</a:t>
            </a:r>
            <a:r>
              <a:rPr sz="1800" spc="5" dirty="0">
                <a:latin typeface="Verdana"/>
                <a:cs typeface="Verdana"/>
              </a:rPr>
              <a:t>ill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g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</a:t>
            </a:r>
            <a:r>
              <a:rPr sz="1800" spc="-10" dirty="0">
                <a:latin typeface="Verdana"/>
                <a:cs typeface="Verdana"/>
              </a:rPr>
              <a:t>M</a:t>
            </a:r>
            <a:r>
              <a:rPr sz="1800" dirty="0">
                <a:latin typeface="Verdana"/>
                <a:cs typeface="Verdana"/>
              </a:rPr>
              <a:t>UD</a:t>
            </a:r>
            <a:r>
              <a:rPr sz="1800" spc="5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1826117"/>
            <a:ext cx="6806565" cy="4100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15" dirty="0">
                <a:latin typeface="Verdana"/>
                <a:cs typeface="Verdana"/>
              </a:rPr>
              <a:t>MU</a:t>
            </a:r>
            <a:r>
              <a:rPr sz="1600" b="1" spc="-25" dirty="0">
                <a:latin typeface="Verdana"/>
                <a:cs typeface="Verdana"/>
              </a:rPr>
              <a:t>D</a:t>
            </a:r>
            <a:r>
              <a:rPr sz="1600" b="1" spc="-15" dirty="0">
                <a:latin typeface="Verdana"/>
                <a:cs typeface="Verdana"/>
              </a:rPr>
              <a:t>A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T</a:t>
            </a:r>
            <a:r>
              <a:rPr sz="1600" b="1" spc="-10" dirty="0">
                <a:latin typeface="Verdana"/>
                <a:cs typeface="Verdana"/>
              </a:rPr>
              <a:t>y</a:t>
            </a:r>
            <a:r>
              <a:rPr sz="1600" b="1" spc="-20" dirty="0">
                <a:latin typeface="Verdana"/>
                <a:cs typeface="Verdana"/>
              </a:rPr>
              <a:t>p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1</a:t>
            </a:r>
            <a:endParaRPr sz="16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Tâch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sa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ale</a:t>
            </a:r>
            <a:r>
              <a:rPr sz="1600" spc="-30" dirty="0">
                <a:latin typeface="Verdana"/>
                <a:cs typeface="Verdana"/>
              </a:rPr>
              <a:t>u</a:t>
            </a:r>
            <a:r>
              <a:rPr sz="1600" spc="-10" dirty="0">
                <a:latin typeface="Verdana"/>
                <a:cs typeface="Verdana"/>
              </a:rPr>
              <a:t>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ajou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ée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ais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né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aire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pour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us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99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ég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ement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endParaRPr sz="1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Loi</a:t>
            </a:r>
            <a:endParaRPr sz="1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400" spc="-310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1400" spc="-5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1400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15" dirty="0">
                <a:latin typeface="Verdana"/>
                <a:cs typeface="Verdana"/>
              </a:rPr>
              <a:t>MU</a:t>
            </a:r>
            <a:r>
              <a:rPr sz="1600" b="1" spc="-25" dirty="0">
                <a:latin typeface="Verdana"/>
                <a:cs typeface="Verdana"/>
              </a:rPr>
              <a:t>D</a:t>
            </a:r>
            <a:r>
              <a:rPr sz="1600" b="1" spc="-15" dirty="0">
                <a:latin typeface="Verdana"/>
                <a:cs typeface="Verdana"/>
              </a:rPr>
              <a:t>A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T</a:t>
            </a:r>
            <a:r>
              <a:rPr sz="1600" b="1" spc="-10" dirty="0">
                <a:latin typeface="Verdana"/>
                <a:cs typeface="Verdana"/>
              </a:rPr>
              <a:t>y</a:t>
            </a:r>
            <a:r>
              <a:rPr sz="1600" b="1" spc="-20" dirty="0">
                <a:latin typeface="Verdana"/>
                <a:cs typeface="Verdana"/>
              </a:rPr>
              <a:t>p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2</a:t>
            </a:r>
            <a:endParaRPr sz="16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Tâch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sa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ale</a:t>
            </a:r>
            <a:r>
              <a:rPr sz="1600" spc="-30" dirty="0">
                <a:latin typeface="Verdana"/>
                <a:cs typeface="Verdana"/>
              </a:rPr>
              <a:t>u</a:t>
            </a:r>
            <a:r>
              <a:rPr sz="1600" spc="-10" dirty="0">
                <a:latin typeface="Verdana"/>
                <a:cs typeface="Verdana"/>
              </a:rPr>
              <a:t>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ajou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ée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non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né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aire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aux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y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u</a:t>
            </a:r>
            <a:r>
              <a:rPr sz="1600" spc="-10" dirty="0">
                <a:latin typeface="Verdana"/>
                <a:cs typeface="Verdana"/>
              </a:rPr>
              <a:t>x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du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5" dirty="0">
                <a:latin typeface="Verdana"/>
                <a:cs typeface="Verdana"/>
              </a:rPr>
              <a:t>ie</a:t>
            </a:r>
            <a:r>
              <a:rPr sz="1600" spc="-10" dirty="0">
                <a:latin typeface="Verdana"/>
                <a:cs typeface="Verdana"/>
              </a:rPr>
              <a:t>nt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99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Err</a:t>
            </a:r>
            <a:r>
              <a:rPr sz="1400" dirty="0">
                <a:latin typeface="Verdana"/>
                <a:cs typeface="Verdana"/>
              </a:rPr>
              <a:t>eurs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î</a:t>
            </a:r>
            <a:r>
              <a:rPr sz="1400" dirty="0">
                <a:latin typeface="Verdana"/>
                <a:cs typeface="Verdana"/>
              </a:rPr>
              <a:t>n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nt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des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correct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ons</a:t>
            </a:r>
            <a:endParaRPr sz="1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Product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ar</a:t>
            </a:r>
            <a:r>
              <a:rPr sz="1400" spc="-5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c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e se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endant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pas</a:t>
            </a:r>
            <a:endParaRPr sz="1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Stock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5" dirty="0">
                <a:latin typeface="Verdana"/>
                <a:cs typeface="Verdana"/>
              </a:rPr>
              <a:t>-</a:t>
            </a:r>
            <a:r>
              <a:rPr sz="1400" dirty="0">
                <a:latin typeface="Verdana"/>
                <a:cs typeface="Verdana"/>
              </a:rPr>
              <a:t>cours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10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tente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procha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ne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étape</a:t>
            </a:r>
            <a:endParaRPr sz="1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Mou</a:t>
            </a:r>
            <a:r>
              <a:rPr sz="1400" spc="-15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ement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emp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-15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yés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u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march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nd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se</a:t>
            </a:r>
            <a:endParaRPr sz="1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Emp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-15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yés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10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tendant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v</a:t>
            </a:r>
            <a:r>
              <a:rPr sz="1400" spc="-3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son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</a:t>
            </a:r>
            <a:r>
              <a:rPr sz="1400" spc="5" dirty="0">
                <a:latin typeface="Verdana"/>
                <a:cs typeface="Verdana"/>
              </a:rPr>
              <a:t>é</a:t>
            </a:r>
            <a:r>
              <a:rPr sz="1400" dirty="0">
                <a:latin typeface="Verdana"/>
                <a:cs typeface="Verdana"/>
              </a:rPr>
              <a:t>cédente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étape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13437"/>
            <a:ext cx="8074025" cy="1293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1501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dirty="0">
                <a:latin typeface="Verdana"/>
                <a:cs typeface="Verdana"/>
              </a:rPr>
              <a:t>D’après </a:t>
            </a:r>
            <a:r>
              <a:rPr sz="2000" b="1" spc="-170" dirty="0">
                <a:latin typeface="Verdana"/>
                <a:cs typeface="Verdana"/>
              </a:rPr>
              <a:t> </a:t>
            </a:r>
            <a:r>
              <a:rPr sz="2000" b="1" spc="-15" dirty="0">
                <a:latin typeface="Verdana"/>
                <a:cs typeface="Verdana"/>
              </a:rPr>
              <a:t>T</a:t>
            </a:r>
            <a:r>
              <a:rPr sz="2000" b="1" dirty="0">
                <a:latin typeface="Verdana"/>
                <a:cs typeface="Verdana"/>
              </a:rPr>
              <a:t>aiichi </a:t>
            </a:r>
            <a:r>
              <a:rPr sz="2000" b="1" spc="-18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Ohn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, </a:t>
            </a:r>
            <a:r>
              <a:rPr sz="2000" b="1" spc="-17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ingéni</a:t>
            </a:r>
            <a:r>
              <a:rPr sz="2000" b="1" spc="-20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u</a:t>
            </a:r>
            <a:r>
              <a:rPr sz="2000" b="1" dirty="0">
                <a:latin typeface="Verdana"/>
                <a:cs typeface="Verdana"/>
              </a:rPr>
              <a:t>r </a:t>
            </a:r>
            <a:r>
              <a:rPr sz="2000" b="1" spc="-17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de </a:t>
            </a:r>
            <a:r>
              <a:rPr sz="2000" b="1" spc="-17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To</a:t>
            </a:r>
            <a:r>
              <a:rPr sz="2000" b="1" spc="-10" dirty="0">
                <a:latin typeface="Verdana"/>
                <a:cs typeface="Verdana"/>
              </a:rPr>
              <a:t>y</a:t>
            </a:r>
            <a:r>
              <a:rPr sz="2000" b="1" dirty="0">
                <a:latin typeface="Verdana"/>
                <a:cs typeface="Verdana"/>
              </a:rPr>
              <a:t>ot</a:t>
            </a:r>
            <a:r>
              <a:rPr sz="2000" b="1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, 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 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2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DA </a:t>
            </a:r>
            <a:r>
              <a:rPr sz="2000" spc="-19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ype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2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</a:t>
            </a:r>
            <a:r>
              <a:rPr sz="2000" spc="-1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me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du</a:t>
            </a:r>
            <a:r>
              <a:rPr sz="2000" spc="-10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2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ut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ê</a:t>
            </a:r>
            <a:r>
              <a:rPr sz="2000" dirty="0">
                <a:latin typeface="Verdana"/>
                <a:cs typeface="Verdana"/>
              </a:rPr>
              <a:t>tre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ssé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en </a:t>
            </a:r>
            <a:r>
              <a:rPr sz="2000" dirty="0">
                <a:latin typeface="Verdana"/>
                <a:cs typeface="Verdana"/>
              </a:rPr>
              <a:t>7 cat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go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s.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ar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dre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d’i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tance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2900791"/>
            <a:ext cx="7321550" cy="2932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25" dirty="0">
                <a:latin typeface="Verdana"/>
                <a:cs typeface="Verdana"/>
              </a:rPr>
              <a:t>S</a:t>
            </a:r>
            <a:r>
              <a:rPr sz="1600" b="1" spc="-15" dirty="0">
                <a:latin typeface="Verdana"/>
                <a:cs typeface="Verdana"/>
              </a:rPr>
              <a:t>urproduction</a:t>
            </a:r>
            <a:r>
              <a:rPr sz="1600" b="1" spc="8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duire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plus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piè</a:t>
            </a: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que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andé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15" dirty="0">
                <a:latin typeface="Verdana"/>
                <a:cs typeface="Verdana"/>
              </a:rPr>
              <a:t>At</a:t>
            </a:r>
            <a:r>
              <a:rPr sz="1600" b="1" spc="-5" dirty="0">
                <a:latin typeface="Verdana"/>
                <a:cs typeface="Verdana"/>
              </a:rPr>
              <a:t>t</a:t>
            </a:r>
            <a:r>
              <a:rPr sz="1600" b="1" spc="-10" dirty="0">
                <a:latin typeface="Verdana"/>
                <a:cs typeface="Verdana"/>
              </a:rPr>
              <a:t>ente</a:t>
            </a:r>
            <a:r>
              <a:rPr sz="1600" b="1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ard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</a:t>
            </a:r>
            <a:r>
              <a:rPr sz="1600" spc="-45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ant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pass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r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à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l’é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ape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5" dirty="0">
                <a:latin typeface="Verdana"/>
                <a:cs typeface="Verdana"/>
              </a:rPr>
              <a:t>u</a:t>
            </a:r>
            <a:r>
              <a:rPr sz="1600" spc="-10" dirty="0">
                <a:latin typeface="Verdana"/>
                <a:cs typeface="Verdana"/>
              </a:rPr>
              <a:t>i</a:t>
            </a:r>
            <a:r>
              <a:rPr sz="1600" spc="-45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an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15" dirty="0">
                <a:latin typeface="Verdana"/>
                <a:cs typeface="Verdana"/>
              </a:rPr>
              <a:t>Transpor</a:t>
            </a:r>
            <a:r>
              <a:rPr sz="1600" b="1" spc="-10" dirty="0">
                <a:latin typeface="Verdana"/>
                <a:cs typeface="Verdana"/>
              </a:rPr>
              <a:t>t</a:t>
            </a:r>
            <a:r>
              <a:rPr sz="1600" b="1" spc="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ou</a:t>
            </a:r>
            <a:r>
              <a:rPr sz="1600" spc="-2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inu</a:t>
            </a:r>
            <a:r>
              <a:rPr sz="1600" spc="-10" dirty="0">
                <a:latin typeface="Verdana"/>
                <a:cs typeface="Verdana"/>
              </a:rPr>
              <a:t>tile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dui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25" dirty="0">
                <a:latin typeface="Verdana"/>
                <a:cs typeface="Verdana"/>
              </a:rPr>
              <a:t>P</a:t>
            </a:r>
            <a:r>
              <a:rPr sz="1600" b="1" spc="-15" dirty="0">
                <a:latin typeface="Verdana"/>
                <a:cs typeface="Verdana"/>
              </a:rPr>
              <a:t>r</a:t>
            </a:r>
            <a:r>
              <a:rPr sz="1600" b="1" spc="-25" dirty="0">
                <a:latin typeface="Verdana"/>
                <a:cs typeface="Verdana"/>
              </a:rPr>
              <a:t>o</a:t>
            </a:r>
            <a:r>
              <a:rPr sz="1600" b="1" spc="-15" dirty="0">
                <a:latin typeface="Verdana"/>
                <a:cs typeface="Verdana"/>
              </a:rPr>
              <a:t>c</a:t>
            </a:r>
            <a:r>
              <a:rPr sz="1600" b="1" spc="-25" dirty="0">
                <a:latin typeface="Verdana"/>
                <a:cs typeface="Verdana"/>
              </a:rPr>
              <a:t>é</a:t>
            </a:r>
            <a:r>
              <a:rPr sz="1600" b="1" spc="-20" dirty="0">
                <a:latin typeface="Verdana"/>
                <a:cs typeface="Verdana"/>
              </a:rPr>
              <a:t>d</a:t>
            </a:r>
            <a:r>
              <a:rPr sz="1600" b="1" spc="-15" dirty="0">
                <a:latin typeface="Verdana"/>
                <a:cs typeface="Verdana"/>
              </a:rPr>
              <a:t>é</a:t>
            </a:r>
            <a:r>
              <a:rPr sz="1600" b="1" spc="50" dirty="0">
                <a:latin typeface="Verdana"/>
                <a:cs typeface="Verdana"/>
              </a:rPr>
              <a:t> </a:t>
            </a:r>
            <a:r>
              <a:rPr sz="1600" b="1" spc="-20" dirty="0">
                <a:latin typeface="Verdana"/>
                <a:cs typeface="Verdana"/>
              </a:rPr>
              <a:t>in</a:t>
            </a:r>
            <a:r>
              <a:rPr sz="1600" b="1" spc="-15" dirty="0">
                <a:latin typeface="Verdana"/>
                <a:cs typeface="Verdana"/>
              </a:rPr>
              <a:t>a</a:t>
            </a:r>
            <a:r>
              <a:rPr sz="1600" b="1" spc="-20" dirty="0">
                <a:latin typeface="Verdana"/>
                <a:cs typeface="Verdana"/>
              </a:rPr>
              <a:t>ppro</a:t>
            </a:r>
            <a:r>
              <a:rPr sz="1600" b="1" spc="-5" dirty="0">
                <a:latin typeface="Verdana"/>
                <a:cs typeface="Verdana"/>
              </a:rPr>
              <a:t>p</a:t>
            </a:r>
            <a:r>
              <a:rPr sz="1600" b="1" spc="-15" dirty="0">
                <a:latin typeface="Verdana"/>
                <a:cs typeface="Verdana"/>
              </a:rPr>
              <a:t>r</a:t>
            </a:r>
            <a:r>
              <a:rPr sz="1600" b="1" spc="-10" dirty="0">
                <a:latin typeface="Verdana"/>
                <a:cs typeface="Verdana"/>
              </a:rPr>
              <a:t>ié</a:t>
            </a:r>
            <a:r>
              <a:rPr sz="1600" b="1" spc="6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é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apes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é</a:t>
            </a:r>
            <a:r>
              <a:rPr sz="1600" spc="-10" dirty="0">
                <a:latin typeface="Verdana"/>
                <a:cs typeface="Verdana"/>
              </a:rPr>
              <a:t>dés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inu</a:t>
            </a:r>
            <a:r>
              <a:rPr sz="1600" spc="-10" dirty="0">
                <a:latin typeface="Verdana"/>
                <a:cs typeface="Verdana"/>
              </a:rPr>
              <a:t>til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ou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3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ai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10" dirty="0">
                <a:latin typeface="Verdana"/>
                <a:cs typeface="Verdana"/>
              </a:rPr>
              <a:t>In</a:t>
            </a:r>
            <a:r>
              <a:rPr sz="1600" b="1" spc="-20" dirty="0">
                <a:latin typeface="Verdana"/>
                <a:cs typeface="Verdana"/>
              </a:rPr>
              <a:t>v</a:t>
            </a:r>
            <a:r>
              <a:rPr sz="1600" b="1" spc="-10" dirty="0">
                <a:latin typeface="Verdana"/>
                <a:cs typeface="Verdana"/>
              </a:rPr>
              <a:t>enta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5" dirty="0">
                <a:latin typeface="Verdana"/>
                <a:cs typeface="Verdana"/>
              </a:rPr>
              <a:t>re</a:t>
            </a:r>
            <a:r>
              <a:rPr sz="1600" b="1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oc</a:t>
            </a:r>
            <a:r>
              <a:rPr sz="1600" spc="-20" dirty="0">
                <a:latin typeface="Verdana"/>
                <a:cs typeface="Verdana"/>
              </a:rPr>
              <a:t>k</a:t>
            </a:r>
            <a:r>
              <a:rPr sz="1600" spc="-10" dirty="0">
                <a:latin typeface="Verdana"/>
                <a:cs typeface="Verdana"/>
              </a:rPr>
              <a:t>er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plus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dui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que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né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aire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20" dirty="0">
                <a:latin typeface="Verdana"/>
                <a:cs typeface="Verdana"/>
              </a:rPr>
              <a:t>Mouvemen</a:t>
            </a:r>
            <a:r>
              <a:rPr sz="1600" b="1" spc="-10" dirty="0">
                <a:latin typeface="Verdana"/>
                <a:cs typeface="Verdana"/>
              </a:rPr>
              <a:t>t</a:t>
            </a:r>
            <a:r>
              <a:rPr sz="1600" b="1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ou</a:t>
            </a:r>
            <a:r>
              <a:rPr sz="1600" spc="-2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inu</a:t>
            </a:r>
            <a:r>
              <a:rPr sz="1600" spc="-10" dirty="0">
                <a:latin typeface="Verdana"/>
                <a:cs typeface="Verdana"/>
              </a:rPr>
              <a:t>tile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pe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sonnes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20" dirty="0">
                <a:latin typeface="Verdana"/>
                <a:cs typeface="Verdana"/>
              </a:rPr>
              <a:t>D</a:t>
            </a:r>
            <a:r>
              <a:rPr sz="1600" b="1" spc="-25" dirty="0">
                <a:latin typeface="Verdana"/>
                <a:cs typeface="Verdana"/>
              </a:rPr>
              <a:t>é</a:t>
            </a:r>
            <a:r>
              <a:rPr sz="1600" b="1" spc="-15" dirty="0">
                <a:latin typeface="Verdana"/>
                <a:cs typeface="Verdana"/>
              </a:rPr>
              <a:t>fau</a:t>
            </a:r>
            <a:r>
              <a:rPr sz="1600" b="1" spc="-5" dirty="0">
                <a:latin typeface="Verdana"/>
                <a:cs typeface="Verdana"/>
              </a:rPr>
              <a:t>t</a:t>
            </a:r>
            <a:r>
              <a:rPr sz="1600" b="1" spc="-10" dirty="0">
                <a:latin typeface="Verdana"/>
                <a:cs typeface="Verdana"/>
              </a:rPr>
              <a:t>s</a:t>
            </a:r>
            <a:r>
              <a:rPr sz="1600" b="1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duc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ion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piè</a:t>
            </a: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défe</a:t>
            </a:r>
            <a:r>
              <a:rPr sz="1600" spc="-15" dirty="0">
                <a:latin typeface="Verdana"/>
                <a:cs typeface="Verdana"/>
              </a:rPr>
              <a:t>ctueu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90459" y="5140452"/>
            <a:ext cx="1402079" cy="10500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152" y="2913888"/>
            <a:ext cx="992505" cy="245745"/>
          </a:xfrm>
          <a:custGeom>
            <a:avLst/>
            <a:gdLst/>
            <a:ahLst/>
            <a:cxnLst/>
            <a:rect l="l" t="t" r="r" b="b"/>
            <a:pathLst>
              <a:path w="992505" h="245744">
                <a:moveTo>
                  <a:pt x="0" y="245363"/>
                </a:moveTo>
                <a:lnTo>
                  <a:pt x="992124" y="245363"/>
                </a:lnTo>
                <a:lnTo>
                  <a:pt x="992124" y="0"/>
                </a:lnTo>
                <a:lnTo>
                  <a:pt x="0" y="0"/>
                </a:lnTo>
                <a:lnTo>
                  <a:pt x="0" y="24536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1892" y="2971164"/>
            <a:ext cx="82740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O</a:t>
            </a:r>
            <a:r>
              <a:rPr sz="1000" i="1" spc="-5" dirty="0">
                <a:latin typeface="Calibri"/>
                <a:cs typeface="Calibri"/>
              </a:rPr>
              <a:t>ve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p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odu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tio</a:t>
            </a:r>
            <a:r>
              <a:rPr sz="1000" i="1" spc="-1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152" y="3354323"/>
            <a:ext cx="597535" cy="247015"/>
          </a:xfrm>
          <a:custGeom>
            <a:avLst/>
            <a:gdLst/>
            <a:ahLst/>
            <a:cxnLst/>
            <a:rect l="l" t="t" r="r" b="b"/>
            <a:pathLst>
              <a:path w="597535" h="247014">
                <a:moveTo>
                  <a:pt x="0" y="246887"/>
                </a:moveTo>
                <a:lnTo>
                  <a:pt x="597408" y="246887"/>
                </a:lnTo>
                <a:lnTo>
                  <a:pt x="597408" y="0"/>
                </a:lnTo>
                <a:lnTo>
                  <a:pt x="0" y="0"/>
                </a:lnTo>
                <a:lnTo>
                  <a:pt x="0" y="24688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1892" y="3412235"/>
            <a:ext cx="4349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W</a:t>
            </a:r>
            <a:r>
              <a:rPr sz="1000" i="1" spc="-5" dirty="0">
                <a:latin typeface="Calibri"/>
                <a:cs typeface="Calibri"/>
              </a:rPr>
              <a:t>aiting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152" y="3794759"/>
            <a:ext cx="805180" cy="247015"/>
          </a:xfrm>
          <a:custGeom>
            <a:avLst/>
            <a:gdLst/>
            <a:ahLst/>
            <a:cxnLst/>
            <a:rect l="l" t="t" r="r" b="b"/>
            <a:pathLst>
              <a:path w="805180" h="247014">
                <a:moveTo>
                  <a:pt x="0" y="246887"/>
                </a:moveTo>
                <a:lnTo>
                  <a:pt x="804672" y="246887"/>
                </a:lnTo>
                <a:lnTo>
                  <a:pt x="804672" y="0"/>
                </a:lnTo>
                <a:lnTo>
                  <a:pt x="0" y="0"/>
                </a:lnTo>
                <a:lnTo>
                  <a:pt x="0" y="24688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1892" y="3853307"/>
            <a:ext cx="6400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onve</a:t>
            </a:r>
            <a:r>
              <a:rPr sz="1000" i="1" spc="-10" dirty="0">
                <a:latin typeface="Calibri"/>
                <a:cs typeface="Calibri"/>
              </a:rPr>
              <a:t>ya</a:t>
            </a:r>
            <a:r>
              <a:rPr sz="1000" i="1" dirty="0">
                <a:latin typeface="Calibri"/>
                <a:cs typeface="Calibri"/>
              </a:rPr>
              <a:t>nc</a:t>
            </a:r>
            <a:r>
              <a:rPr sz="1000" i="1" spc="-5" dirty="0">
                <a:latin typeface="Calibri"/>
                <a:cs typeface="Calibri"/>
              </a:rPr>
              <a:t>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152" y="4236720"/>
            <a:ext cx="978535" cy="245745"/>
          </a:xfrm>
          <a:custGeom>
            <a:avLst/>
            <a:gdLst/>
            <a:ahLst/>
            <a:cxnLst/>
            <a:rect l="l" t="t" r="r" b="b"/>
            <a:pathLst>
              <a:path w="978535" h="245745">
                <a:moveTo>
                  <a:pt x="0" y="245363"/>
                </a:moveTo>
                <a:lnTo>
                  <a:pt x="978408" y="245363"/>
                </a:lnTo>
                <a:lnTo>
                  <a:pt x="978408" y="0"/>
                </a:lnTo>
                <a:lnTo>
                  <a:pt x="0" y="0"/>
                </a:lnTo>
                <a:lnTo>
                  <a:pt x="0" y="24536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1892" y="4294378"/>
            <a:ext cx="812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O</a:t>
            </a:r>
            <a:r>
              <a:rPr sz="1000" i="1" spc="-5" dirty="0">
                <a:latin typeface="Calibri"/>
                <a:cs typeface="Calibri"/>
              </a:rPr>
              <a:t>ve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p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o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ss</a:t>
            </a:r>
            <a:r>
              <a:rPr sz="1000" i="1" spc="-5" dirty="0">
                <a:latin typeface="Calibri"/>
                <a:cs typeface="Calibri"/>
              </a:rPr>
              <a:t>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152" y="4677155"/>
            <a:ext cx="676910" cy="247015"/>
          </a:xfrm>
          <a:custGeom>
            <a:avLst/>
            <a:gdLst/>
            <a:ahLst/>
            <a:cxnLst/>
            <a:rect l="l" t="t" r="r" b="b"/>
            <a:pathLst>
              <a:path w="676910" h="247014">
                <a:moveTo>
                  <a:pt x="0" y="246888"/>
                </a:moveTo>
                <a:lnTo>
                  <a:pt x="676656" y="246888"/>
                </a:lnTo>
                <a:lnTo>
                  <a:pt x="676656" y="0"/>
                </a:lnTo>
                <a:lnTo>
                  <a:pt x="0" y="0"/>
                </a:lnTo>
                <a:lnTo>
                  <a:pt x="0" y="24688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1892" y="4735448"/>
            <a:ext cx="5130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Invento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152" y="5117591"/>
            <a:ext cx="562610" cy="247015"/>
          </a:xfrm>
          <a:custGeom>
            <a:avLst/>
            <a:gdLst/>
            <a:ahLst/>
            <a:cxnLst/>
            <a:rect l="l" t="t" r="r" b="b"/>
            <a:pathLst>
              <a:path w="562610" h="247014">
                <a:moveTo>
                  <a:pt x="0" y="246887"/>
                </a:moveTo>
                <a:lnTo>
                  <a:pt x="562356" y="246887"/>
                </a:lnTo>
                <a:lnTo>
                  <a:pt x="562356" y="0"/>
                </a:lnTo>
                <a:lnTo>
                  <a:pt x="0" y="0"/>
                </a:lnTo>
                <a:lnTo>
                  <a:pt x="0" y="24688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1892" y="5176392"/>
            <a:ext cx="4013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Motio</a:t>
            </a:r>
            <a:r>
              <a:rPr sz="1000" i="1" spc="-1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152" y="5559552"/>
            <a:ext cx="722630" cy="399415"/>
          </a:xfrm>
          <a:custGeom>
            <a:avLst/>
            <a:gdLst/>
            <a:ahLst/>
            <a:cxnLst/>
            <a:rect l="l" t="t" r="r" b="b"/>
            <a:pathLst>
              <a:path w="722630" h="399414">
                <a:moveTo>
                  <a:pt x="0" y="399288"/>
                </a:moveTo>
                <a:lnTo>
                  <a:pt x="722376" y="399288"/>
                </a:lnTo>
                <a:lnTo>
                  <a:pt x="722376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51892" y="5617489"/>
            <a:ext cx="55816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o</a:t>
            </a:r>
            <a:r>
              <a:rPr sz="1000" i="1" spc="-15" dirty="0">
                <a:latin typeface="Calibri"/>
                <a:cs typeface="Calibri"/>
              </a:rPr>
              <a:t>rr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tio</a:t>
            </a:r>
            <a:r>
              <a:rPr sz="1000" i="1" spc="-10" dirty="0">
                <a:latin typeface="Calibri"/>
                <a:cs typeface="Calibri"/>
              </a:rPr>
              <a:t>n</a:t>
            </a:r>
            <a:r>
              <a:rPr sz="1000" i="1" spc="-5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(</a:t>
            </a:r>
            <a:r>
              <a:rPr sz="1000" i="1" spc="-5" dirty="0">
                <a:latin typeface="Calibri"/>
                <a:cs typeface="Calibri"/>
              </a:rPr>
              <a:t>de</a:t>
            </a:r>
            <a:r>
              <a:rPr sz="1000" i="1" spc="-10" dirty="0">
                <a:latin typeface="Calibri"/>
                <a:cs typeface="Calibri"/>
              </a:rPr>
              <a:t>f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t</a:t>
            </a:r>
            <a:r>
              <a:rPr sz="1000" i="1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956739"/>
            <a:ext cx="708914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55" indent="-36385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377190" algn="l"/>
              </a:tabLst>
            </a:pPr>
            <a:r>
              <a:rPr sz="2000" dirty="0">
                <a:latin typeface="Verdana"/>
                <a:cs typeface="Verdana"/>
              </a:rPr>
              <a:t>Qu’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-ce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passe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0" dirty="0">
                <a:latin typeface="Verdana"/>
                <a:cs typeface="Verdana"/>
              </a:rPr>
              <a:t>ré</a:t>
            </a:r>
            <a:r>
              <a:rPr sz="2000" dirty="0">
                <a:latin typeface="Verdana"/>
                <a:cs typeface="Verdana"/>
              </a:rPr>
              <a:t>duit</a:t>
            </a:r>
            <a:r>
              <a:rPr sz="2000" spc="-10" dirty="0">
                <a:latin typeface="Verdana"/>
                <a:cs typeface="Verdana"/>
              </a:rPr>
              <a:t> l</a:t>
            </a:r>
            <a:r>
              <a:rPr sz="2000" spc="-3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gasp</a:t>
            </a:r>
            <a:r>
              <a:rPr sz="2000" spc="-10" dirty="0">
                <a:latin typeface="Verdana"/>
                <a:cs typeface="Verdana"/>
              </a:rPr>
              <a:t>il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ag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40557" y="1651254"/>
            <a:ext cx="1522730" cy="1554480"/>
          </a:xfrm>
          <a:custGeom>
            <a:avLst/>
            <a:gdLst/>
            <a:ahLst/>
            <a:cxnLst/>
            <a:rect l="l" t="t" r="r" b="b"/>
            <a:pathLst>
              <a:path w="1522729" h="1554480">
                <a:moveTo>
                  <a:pt x="1268730" y="574548"/>
                </a:moveTo>
                <a:lnTo>
                  <a:pt x="888111" y="574548"/>
                </a:lnTo>
                <a:lnTo>
                  <a:pt x="998219" y="1554353"/>
                </a:lnTo>
                <a:lnTo>
                  <a:pt x="1268730" y="574548"/>
                </a:lnTo>
                <a:close/>
              </a:path>
              <a:path w="1522729" h="1554480">
                <a:moveTo>
                  <a:pt x="1522476" y="0"/>
                </a:moveTo>
                <a:lnTo>
                  <a:pt x="0" y="0"/>
                </a:lnTo>
                <a:lnTo>
                  <a:pt x="0" y="574548"/>
                </a:lnTo>
                <a:lnTo>
                  <a:pt x="1522476" y="574548"/>
                </a:lnTo>
                <a:lnTo>
                  <a:pt x="1522476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557" y="1651254"/>
            <a:ext cx="1522730" cy="1554480"/>
          </a:xfrm>
          <a:custGeom>
            <a:avLst/>
            <a:gdLst/>
            <a:ahLst/>
            <a:cxnLst/>
            <a:rect l="l" t="t" r="r" b="b"/>
            <a:pathLst>
              <a:path w="1522729" h="1554480">
                <a:moveTo>
                  <a:pt x="0" y="0"/>
                </a:moveTo>
                <a:lnTo>
                  <a:pt x="888111" y="0"/>
                </a:lnTo>
                <a:lnTo>
                  <a:pt x="1268730" y="0"/>
                </a:lnTo>
                <a:lnTo>
                  <a:pt x="1522476" y="0"/>
                </a:lnTo>
                <a:lnTo>
                  <a:pt x="1522476" y="335153"/>
                </a:lnTo>
                <a:lnTo>
                  <a:pt x="1522476" y="478790"/>
                </a:lnTo>
                <a:lnTo>
                  <a:pt x="1522476" y="574548"/>
                </a:lnTo>
                <a:lnTo>
                  <a:pt x="1268730" y="574548"/>
                </a:lnTo>
                <a:lnTo>
                  <a:pt x="998219" y="1554353"/>
                </a:lnTo>
                <a:lnTo>
                  <a:pt x="888111" y="574548"/>
                </a:lnTo>
                <a:lnTo>
                  <a:pt x="0" y="574548"/>
                </a:lnTo>
                <a:lnTo>
                  <a:pt x="0" y="478790"/>
                </a:lnTo>
                <a:lnTo>
                  <a:pt x="0" y="335153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16020" y="1687711"/>
            <a:ext cx="970915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M</a:t>
            </a:r>
            <a:r>
              <a:rPr sz="1000" b="1" spc="-15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DA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Type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1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Vé</a:t>
            </a:r>
            <a:r>
              <a:rPr sz="800" b="1" spc="-5" dirty="0">
                <a:latin typeface="Verdana"/>
                <a:cs typeface="Verdana"/>
              </a:rPr>
              <a:t>r</a:t>
            </a:r>
            <a:r>
              <a:rPr sz="800" b="1" dirty="0">
                <a:latin typeface="Verdana"/>
                <a:cs typeface="Verdana"/>
              </a:rPr>
              <a:t>ifi</a:t>
            </a:r>
            <a:r>
              <a:rPr sz="800" b="1" spc="-10" dirty="0">
                <a:latin typeface="Verdana"/>
                <a:cs typeface="Verdana"/>
              </a:rPr>
              <a:t>c</a:t>
            </a:r>
            <a:r>
              <a:rPr sz="800" b="1" dirty="0">
                <a:latin typeface="Verdana"/>
                <a:cs typeface="Verdana"/>
              </a:rPr>
              <a:t>a</a:t>
            </a:r>
            <a:r>
              <a:rPr sz="800" b="1" spc="5" dirty="0">
                <a:latin typeface="Verdana"/>
                <a:cs typeface="Verdana"/>
              </a:rPr>
              <a:t>t</a:t>
            </a:r>
            <a:r>
              <a:rPr sz="800" b="1" dirty="0">
                <a:latin typeface="Verdana"/>
                <a:cs typeface="Verdana"/>
              </a:rPr>
              <a:t>ion</a:t>
            </a:r>
            <a:r>
              <a:rPr sz="800" b="1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de</a:t>
            </a:r>
            <a:r>
              <a:rPr sz="800" spc="-5" dirty="0">
                <a:latin typeface="Verdana"/>
                <a:cs typeface="Verdana"/>
              </a:rPr>
              <a:t> l</a:t>
            </a:r>
            <a:r>
              <a:rPr sz="800" dirty="0">
                <a:latin typeface="Verdana"/>
                <a:cs typeface="Verdana"/>
              </a:rPr>
              <a:t>a co</a:t>
            </a:r>
            <a:r>
              <a:rPr sz="800" spc="-5" dirty="0">
                <a:latin typeface="Verdana"/>
                <a:cs typeface="Verdana"/>
              </a:rPr>
              <a:t>n</a:t>
            </a:r>
            <a:r>
              <a:rPr sz="800" dirty="0">
                <a:latin typeface="Verdana"/>
                <a:cs typeface="Verdana"/>
              </a:rPr>
              <a:t>form</a:t>
            </a:r>
            <a:r>
              <a:rPr sz="800" spc="-10" dirty="0">
                <a:latin typeface="Verdana"/>
                <a:cs typeface="Verdana"/>
              </a:rPr>
              <a:t>i</a:t>
            </a:r>
            <a:r>
              <a:rPr sz="800" spc="-5" dirty="0">
                <a:latin typeface="Verdana"/>
                <a:cs typeface="Verdana"/>
              </a:rPr>
              <a:t>t</a:t>
            </a:r>
            <a:r>
              <a:rPr sz="800" dirty="0">
                <a:latin typeface="Verdana"/>
                <a:cs typeface="Verdana"/>
              </a:rPr>
              <a:t>é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vec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-5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a rég</a:t>
            </a:r>
            <a:r>
              <a:rPr sz="800" spc="-5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eme</a:t>
            </a:r>
            <a:r>
              <a:rPr sz="800" spc="-10" dirty="0">
                <a:latin typeface="Verdana"/>
                <a:cs typeface="Verdana"/>
              </a:rPr>
              <a:t>n</a:t>
            </a:r>
            <a:r>
              <a:rPr sz="800" spc="-5" dirty="0">
                <a:latin typeface="Verdana"/>
                <a:cs typeface="Verdana"/>
              </a:rPr>
              <a:t>tati</a:t>
            </a:r>
            <a:r>
              <a:rPr sz="800" dirty="0">
                <a:latin typeface="Verdana"/>
                <a:cs typeface="Verdana"/>
              </a:rPr>
              <a:t>on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48961" y="1613153"/>
            <a:ext cx="1522730" cy="1661160"/>
          </a:xfrm>
          <a:custGeom>
            <a:avLst/>
            <a:gdLst/>
            <a:ahLst/>
            <a:cxnLst/>
            <a:rect l="l" t="t" r="r" b="b"/>
            <a:pathLst>
              <a:path w="1522729" h="1661160">
                <a:moveTo>
                  <a:pt x="1268730" y="576072"/>
                </a:moveTo>
                <a:lnTo>
                  <a:pt x="888111" y="576072"/>
                </a:lnTo>
                <a:lnTo>
                  <a:pt x="1422146" y="1661033"/>
                </a:lnTo>
                <a:lnTo>
                  <a:pt x="1268730" y="576072"/>
                </a:lnTo>
                <a:close/>
              </a:path>
              <a:path w="1522729" h="1661160">
                <a:moveTo>
                  <a:pt x="1522476" y="0"/>
                </a:moveTo>
                <a:lnTo>
                  <a:pt x="0" y="0"/>
                </a:lnTo>
                <a:lnTo>
                  <a:pt x="0" y="576072"/>
                </a:lnTo>
                <a:lnTo>
                  <a:pt x="1522476" y="576072"/>
                </a:lnTo>
                <a:lnTo>
                  <a:pt x="152247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48961" y="1613153"/>
            <a:ext cx="1522730" cy="1661160"/>
          </a:xfrm>
          <a:custGeom>
            <a:avLst/>
            <a:gdLst/>
            <a:ahLst/>
            <a:cxnLst/>
            <a:rect l="l" t="t" r="r" b="b"/>
            <a:pathLst>
              <a:path w="1522729" h="1661160">
                <a:moveTo>
                  <a:pt x="0" y="0"/>
                </a:moveTo>
                <a:lnTo>
                  <a:pt x="888111" y="0"/>
                </a:lnTo>
                <a:lnTo>
                  <a:pt x="1268730" y="0"/>
                </a:lnTo>
                <a:lnTo>
                  <a:pt x="1522476" y="0"/>
                </a:lnTo>
                <a:lnTo>
                  <a:pt x="1522476" y="336042"/>
                </a:lnTo>
                <a:lnTo>
                  <a:pt x="1522476" y="480059"/>
                </a:lnTo>
                <a:lnTo>
                  <a:pt x="1522476" y="576072"/>
                </a:lnTo>
                <a:lnTo>
                  <a:pt x="1268730" y="576072"/>
                </a:lnTo>
                <a:lnTo>
                  <a:pt x="1422146" y="1661033"/>
                </a:lnTo>
                <a:lnTo>
                  <a:pt x="888111" y="576072"/>
                </a:lnTo>
                <a:lnTo>
                  <a:pt x="0" y="576072"/>
                </a:lnTo>
                <a:lnTo>
                  <a:pt x="0" y="480059"/>
                </a:lnTo>
                <a:lnTo>
                  <a:pt x="0" y="336042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75708" y="1650754"/>
            <a:ext cx="1270000" cy="51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M</a:t>
            </a:r>
            <a:r>
              <a:rPr sz="1000" b="1" spc="-15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DA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Type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2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P</a:t>
            </a:r>
            <a:r>
              <a:rPr sz="800" b="1" spc="-5" dirty="0">
                <a:latin typeface="Verdana"/>
                <a:cs typeface="Verdana"/>
              </a:rPr>
              <a:t>r</a:t>
            </a:r>
            <a:r>
              <a:rPr sz="800" b="1" dirty="0">
                <a:latin typeface="Verdana"/>
                <a:cs typeface="Verdana"/>
              </a:rPr>
              <a:t>o</a:t>
            </a:r>
            <a:r>
              <a:rPr sz="800" b="1" spc="-10" dirty="0">
                <a:latin typeface="Verdana"/>
                <a:cs typeface="Verdana"/>
              </a:rPr>
              <a:t>c</a:t>
            </a:r>
            <a:r>
              <a:rPr sz="800" b="1" spc="5" dirty="0">
                <a:latin typeface="Verdana"/>
                <a:cs typeface="Verdana"/>
              </a:rPr>
              <a:t>é</a:t>
            </a:r>
            <a:r>
              <a:rPr sz="800" b="1" spc="-5" dirty="0">
                <a:latin typeface="Verdana"/>
                <a:cs typeface="Verdana"/>
              </a:rPr>
              <a:t>d</a:t>
            </a:r>
            <a:r>
              <a:rPr sz="800" b="1" dirty="0">
                <a:latin typeface="Verdana"/>
                <a:cs typeface="Verdana"/>
              </a:rPr>
              <a:t>é</a:t>
            </a:r>
            <a:r>
              <a:rPr sz="800" b="1" spc="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ina</a:t>
            </a:r>
            <a:r>
              <a:rPr sz="800" b="1" spc="-5" dirty="0">
                <a:latin typeface="Verdana"/>
                <a:cs typeface="Verdana"/>
              </a:rPr>
              <a:t>p</a:t>
            </a:r>
            <a:r>
              <a:rPr sz="800" b="1" dirty="0">
                <a:latin typeface="Verdana"/>
                <a:cs typeface="Verdana"/>
              </a:rPr>
              <a:t>p</a:t>
            </a:r>
            <a:r>
              <a:rPr sz="800" b="1" spc="-5" dirty="0">
                <a:latin typeface="Verdana"/>
                <a:cs typeface="Verdana"/>
              </a:rPr>
              <a:t>r</a:t>
            </a:r>
            <a:r>
              <a:rPr sz="800" b="1" dirty="0">
                <a:latin typeface="Verdana"/>
                <a:cs typeface="Verdana"/>
              </a:rPr>
              <a:t>oprié</a:t>
            </a:r>
            <a:r>
              <a:rPr sz="800" b="1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: é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pes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de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procédés </a:t>
            </a:r>
            <a:r>
              <a:rPr sz="800" spc="-5" dirty="0">
                <a:latin typeface="Verdana"/>
                <a:cs typeface="Verdana"/>
              </a:rPr>
              <a:t>inutil</a:t>
            </a:r>
            <a:r>
              <a:rPr sz="800" dirty="0">
                <a:latin typeface="Verdana"/>
                <a:cs typeface="Verdana"/>
              </a:rPr>
              <a:t>es</a:t>
            </a:r>
            <a:r>
              <a:rPr sz="800" spc="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ou re</a:t>
            </a:r>
            <a:r>
              <a:rPr sz="800" spc="-5" dirty="0">
                <a:latin typeface="Verdana"/>
                <a:cs typeface="Verdana"/>
              </a:rPr>
              <a:t>t</a:t>
            </a:r>
            <a:r>
              <a:rPr sz="800" dirty="0">
                <a:latin typeface="Verdana"/>
                <a:cs typeface="Verdana"/>
              </a:rPr>
              <a:t>r</a:t>
            </a:r>
            <a:r>
              <a:rPr sz="800" spc="-5" dirty="0">
                <a:latin typeface="Verdana"/>
                <a:cs typeface="Verdana"/>
              </a:rPr>
              <a:t>ait</a:t>
            </a:r>
            <a:r>
              <a:rPr sz="800" dirty="0">
                <a:latin typeface="Verdana"/>
                <a:cs typeface="Verdana"/>
              </a:rPr>
              <a:t>eme</a:t>
            </a:r>
            <a:r>
              <a:rPr sz="800" spc="-10" dirty="0">
                <a:latin typeface="Verdana"/>
                <a:cs typeface="Verdana"/>
              </a:rPr>
              <a:t>n</a:t>
            </a:r>
            <a:r>
              <a:rPr sz="800" dirty="0">
                <a:latin typeface="Verdana"/>
                <a:cs typeface="Verdana"/>
              </a:rPr>
              <a:t>t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5518" y="4581905"/>
            <a:ext cx="7501255" cy="500380"/>
          </a:xfrm>
          <a:custGeom>
            <a:avLst/>
            <a:gdLst/>
            <a:ahLst/>
            <a:cxnLst/>
            <a:rect l="l" t="t" r="r" b="b"/>
            <a:pathLst>
              <a:path w="7501255" h="500379">
                <a:moveTo>
                  <a:pt x="0" y="117983"/>
                </a:moveTo>
                <a:lnTo>
                  <a:pt x="7032498" y="117983"/>
                </a:lnTo>
                <a:lnTo>
                  <a:pt x="7032498" y="0"/>
                </a:lnTo>
                <a:lnTo>
                  <a:pt x="7501128" y="249936"/>
                </a:lnTo>
                <a:lnTo>
                  <a:pt x="7032498" y="499872"/>
                </a:lnTo>
                <a:lnTo>
                  <a:pt x="7032498" y="381889"/>
                </a:lnTo>
                <a:lnTo>
                  <a:pt x="0" y="381889"/>
                </a:lnTo>
                <a:lnTo>
                  <a:pt x="0" y="11798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57500" y="3281171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57500" y="3281171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9865" y="4720713"/>
            <a:ext cx="6357620" cy="1356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L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I</a:t>
            </a:r>
            <a:r>
              <a:rPr sz="1800" spc="-25" dirty="0">
                <a:latin typeface="Verdana"/>
                <a:cs typeface="Verdana"/>
              </a:rPr>
              <a:t>M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 </a:t>
            </a:r>
            <a:r>
              <a:rPr sz="1800" spc="-10" dirty="0">
                <a:latin typeface="Verdana"/>
                <a:cs typeface="Verdana"/>
              </a:rPr>
              <a:t>0.5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2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2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 </a:t>
            </a:r>
            <a:r>
              <a:rPr sz="1800" spc="-10" dirty="0">
                <a:latin typeface="Verdana"/>
                <a:cs typeface="Verdana"/>
              </a:rPr>
              <a:t>8.5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Times New Roman"/>
              <a:cs typeface="Times New Roman"/>
            </a:endParaRPr>
          </a:p>
          <a:p>
            <a:pPr marL="36830" algn="ctr">
              <a:lnSpc>
                <a:spcPct val="100000"/>
              </a:lnSpc>
            </a:pPr>
            <a:r>
              <a:rPr sz="2400" spc="-65" dirty="0">
                <a:latin typeface="Verdana"/>
                <a:cs typeface="Verdana"/>
              </a:rPr>
              <a:t>R</a:t>
            </a:r>
            <a:r>
              <a:rPr sz="2400" spc="-15" dirty="0">
                <a:latin typeface="Verdana"/>
                <a:cs typeface="Verdana"/>
              </a:rPr>
              <a:t>ende</a:t>
            </a:r>
            <a:r>
              <a:rPr sz="2400" spc="-20" dirty="0">
                <a:latin typeface="Verdana"/>
                <a:cs typeface="Verdana"/>
              </a:rPr>
              <a:t>m</a:t>
            </a:r>
            <a:r>
              <a:rPr sz="2400" spc="-15" dirty="0">
                <a:latin typeface="Verdana"/>
                <a:cs typeface="Verdana"/>
              </a:rPr>
              <a:t>ent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du</a:t>
            </a:r>
            <a:r>
              <a:rPr sz="2400" spc="5" dirty="0">
                <a:latin typeface="Verdana"/>
                <a:cs typeface="Verdana"/>
              </a:rPr>
              <a:t> p</a:t>
            </a:r>
            <a:r>
              <a:rPr sz="2400" spc="-15" dirty="0">
                <a:latin typeface="Verdana"/>
                <a:cs typeface="Verdana"/>
              </a:rPr>
              <a:t>r</a:t>
            </a:r>
            <a:r>
              <a:rPr sz="2400" spc="-25" dirty="0">
                <a:latin typeface="Verdana"/>
                <a:cs typeface="Verdana"/>
              </a:rPr>
              <a:t>o</a:t>
            </a:r>
            <a:r>
              <a:rPr sz="2400" spc="-15" dirty="0">
                <a:latin typeface="Verdana"/>
                <a:cs typeface="Verdana"/>
              </a:rPr>
              <a:t>ce</a:t>
            </a:r>
            <a:r>
              <a:rPr sz="2400" spc="-25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sus</a:t>
            </a:r>
            <a:endParaRPr sz="2400">
              <a:latin typeface="Verdana"/>
              <a:cs typeface="Verdana"/>
            </a:endParaRPr>
          </a:p>
          <a:p>
            <a:pPr marL="37465" algn="ctr">
              <a:lnSpc>
                <a:spcPct val="100000"/>
              </a:lnSpc>
            </a:pPr>
            <a:r>
              <a:rPr sz="2400" spc="-120" dirty="0">
                <a:latin typeface="Verdana"/>
                <a:cs typeface="Verdana"/>
              </a:rPr>
              <a:t>V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2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eur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Ajoutée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/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ad</a:t>
            </a:r>
            <a:r>
              <a:rPr sz="2400" spc="-5" dirty="0">
                <a:latin typeface="Verdana"/>
                <a:cs typeface="Verdana"/>
              </a:rPr>
              <a:t> Tim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=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</a:t>
            </a:r>
            <a:r>
              <a:rPr sz="2400" spc="-10" dirty="0">
                <a:latin typeface="Verdana"/>
                <a:cs typeface="Verdana"/>
              </a:rPr>
              <a:t>7</a:t>
            </a:r>
            <a:r>
              <a:rPr sz="2400" dirty="0">
                <a:latin typeface="Verdana"/>
                <a:cs typeface="Verdana"/>
              </a:rPr>
              <a:t>.6%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3890" y="3281934"/>
            <a:ext cx="3162300" cy="721360"/>
          </a:xfrm>
          <a:prstGeom prst="rect">
            <a:avLst/>
          </a:prstGeom>
          <a:solidFill>
            <a:srgbClr val="92D050"/>
          </a:solidFill>
          <a:ln w="38100">
            <a:solidFill>
              <a:srgbClr val="528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6865">
              <a:lnSpc>
                <a:spcPct val="100000"/>
              </a:lnSpc>
              <a:tabLst>
                <a:tab pos="2531745" algn="l"/>
              </a:tabLst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1</a:t>
            </a:r>
            <a:r>
              <a:rPr sz="1200" dirty="0">
                <a:latin typeface="Verdana"/>
                <a:cs typeface="Verdana"/>
              </a:rPr>
              <a:t>	</a:t>
            </a: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10328" y="3281171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10328" y="3281171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35321" y="3563278"/>
            <a:ext cx="6115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02018" y="3281934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02018" y="3281934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38099">
            <a:solidFill>
              <a:srgbClr val="528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326248" y="3563278"/>
            <a:ext cx="6115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4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903476" y="3578859"/>
            <a:ext cx="954405" cy="127000"/>
          </a:xfrm>
          <a:custGeom>
            <a:avLst/>
            <a:gdLst/>
            <a:ahLst/>
            <a:cxnLst/>
            <a:rect l="l" t="t" r="r" b="b"/>
            <a:pathLst>
              <a:path w="954405" h="127000">
                <a:moveTo>
                  <a:pt x="878078" y="63500"/>
                </a:moveTo>
                <a:lnTo>
                  <a:pt x="827278" y="127000"/>
                </a:lnTo>
                <a:lnTo>
                  <a:pt x="941578" y="69850"/>
                </a:lnTo>
                <a:lnTo>
                  <a:pt x="878078" y="69850"/>
                </a:lnTo>
                <a:lnTo>
                  <a:pt x="878078" y="63500"/>
                </a:lnTo>
                <a:close/>
              </a:path>
              <a:path w="954405" h="127000">
                <a:moveTo>
                  <a:pt x="872997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872997" y="69850"/>
                </a:lnTo>
                <a:lnTo>
                  <a:pt x="878078" y="63500"/>
                </a:lnTo>
                <a:lnTo>
                  <a:pt x="872997" y="57150"/>
                </a:lnTo>
                <a:close/>
              </a:path>
              <a:path w="954405" h="127000">
                <a:moveTo>
                  <a:pt x="941578" y="57150"/>
                </a:moveTo>
                <a:lnTo>
                  <a:pt x="878078" y="57150"/>
                </a:lnTo>
                <a:lnTo>
                  <a:pt x="878078" y="69850"/>
                </a:lnTo>
                <a:lnTo>
                  <a:pt x="941578" y="69850"/>
                </a:lnTo>
                <a:lnTo>
                  <a:pt x="954278" y="63500"/>
                </a:lnTo>
                <a:lnTo>
                  <a:pt x="941578" y="57150"/>
                </a:lnTo>
                <a:close/>
              </a:path>
              <a:path w="954405" h="127000">
                <a:moveTo>
                  <a:pt x="827278" y="0"/>
                </a:moveTo>
                <a:lnTo>
                  <a:pt x="878078" y="63500"/>
                </a:lnTo>
                <a:lnTo>
                  <a:pt x="878078" y="57150"/>
                </a:lnTo>
                <a:lnTo>
                  <a:pt x="941578" y="57150"/>
                </a:lnTo>
                <a:lnTo>
                  <a:pt x="8272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17847" y="3578859"/>
            <a:ext cx="792480" cy="127000"/>
          </a:xfrm>
          <a:custGeom>
            <a:avLst/>
            <a:gdLst/>
            <a:ahLst/>
            <a:cxnLst/>
            <a:rect l="l" t="t" r="r" b="b"/>
            <a:pathLst>
              <a:path w="792479" h="127000">
                <a:moveTo>
                  <a:pt x="716153" y="63500"/>
                </a:moveTo>
                <a:lnTo>
                  <a:pt x="665353" y="127000"/>
                </a:lnTo>
                <a:lnTo>
                  <a:pt x="779653" y="69850"/>
                </a:lnTo>
                <a:lnTo>
                  <a:pt x="716153" y="69850"/>
                </a:lnTo>
                <a:lnTo>
                  <a:pt x="716153" y="63500"/>
                </a:lnTo>
                <a:close/>
              </a:path>
              <a:path w="792479" h="127000">
                <a:moveTo>
                  <a:pt x="711073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711073" y="69850"/>
                </a:lnTo>
                <a:lnTo>
                  <a:pt x="716153" y="63500"/>
                </a:lnTo>
                <a:lnTo>
                  <a:pt x="711073" y="57150"/>
                </a:lnTo>
                <a:close/>
              </a:path>
              <a:path w="792479" h="127000">
                <a:moveTo>
                  <a:pt x="779653" y="57150"/>
                </a:moveTo>
                <a:lnTo>
                  <a:pt x="716153" y="57150"/>
                </a:lnTo>
                <a:lnTo>
                  <a:pt x="716153" y="69850"/>
                </a:lnTo>
                <a:lnTo>
                  <a:pt x="779653" y="69850"/>
                </a:lnTo>
                <a:lnTo>
                  <a:pt x="792353" y="63500"/>
                </a:lnTo>
                <a:lnTo>
                  <a:pt x="779653" y="57150"/>
                </a:lnTo>
                <a:close/>
              </a:path>
              <a:path w="792479" h="127000">
                <a:moveTo>
                  <a:pt x="665353" y="0"/>
                </a:moveTo>
                <a:lnTo>
                  <a:pt x="716153" y="63500"/>
                </a:lnTo>
                <a:lnTo>
                  <a:pt x="716153" y="57150"/>
                </a:lnTo>
                <a:lnTo>
                  <a:pt x="779653" y="57150"/>
                </a:lnTo>
                <a:lnTo>
                  <a:pt x="6653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70676" y="3578859"/>
            <a:ext cx="830580" cy="127000"/>
          </a:xfrm>
          <a:custGeom>
            <a:avLst/>
            <a:gdLst/>
            <a:ahLst/>
            <a:cxnLst/>
            <a:rect l="l" t="t" r="r" b="b"/>
            <a:pathLst>
              <a:path w="830579" h="127000">
                <a:moveTo>
                  <a:pt x="754253" y="63500"/>
                </a:moveTo>
                <a:lnTo>
                  <a:pt x="703453" y="127000"/>
                </a:lnTo>
                <a:lnTo>
                  <a:pt x="817753" y="69850"/>
                </a:lnTo>
                <a:lnTo>
                  <a:pt x="754253" y="69850"/>
                </a:lnTo>
                <a:lnTo>
                  <a:pt x="754253" y="63500"/>
                </a:lnTo>
                <a:close/>
              </a:path>
              <a:path w="830579" h="127000">
                <a:moveTo>
                  <a:pt x="749173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749173" y="69850"/>
                </a:lnTo>
                <a:lnTo>
                  <a:pt x="754253" y="63500"/>
                </a:lnTo>
                <a:lnTo>
                  <a:pt x="749173" y="57150"/>
                </a:lnTo>
                <a:close/>
              </a:path>
              <a:path w="830579" h="127000">
                <a:moveTo>
                  <a:pt x="817753" y="57150"/>
                </a:moveTo>
                <a:lnTo>
                  <a:pt x="754253" y="57150"/>
                </a:lnTo>
                <a:lnTo>
                  <a:pt x="754253" y="69850"/>
                </a:lnTo>
                <a:lnTo>
                  <a:pt x="817753" y="69850"/>
                </a:lnTo>
                <a:lnTo>
                  <a:pt x="830453" y="63500"/>
                </a:lnTo>
                <a:lnTo>
                  <a:pt x="817753" y="57150"/>
                </a:lnTo>
                <a:close/>
              </a:path>
              <a:path w="830579" h="127000">
                <a:moveTo>
                  <a:pt x="703453" y="0"/>
                </a:moveTo>
                <a:lnTo>
                  <a:pt x="754253" y="63500"/>
                </a:lnTo>
                <a:lnTo>
                  <a:pt x="754253" y="57150"/>
                </a:lnTo>
                <a:lnTo>
                  <a:pt x="817753" y="57150"/>
                </a:lnTo>
                <a:lnTo>
                  <a:pt x="7034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14372" y="3352800"/>
            <a:ext cx="287020" cy="215265"/>
          </a:xfrm>
          <a:custGeom>
            <a:avLst/>
            <a:gdLst/>
            <a:ahLst/>
            <a:cxnLst/>
            <a:rect l="l" t="t" r="r" b="b"/>
            <a:pathLst>
              <a:path w="287019" h="215264">
                <a:moveTo>
                  <a:pt x="143256" y="0"/>
                </a:moveTo>
                <a:lnTo>
                  <a:pt x="0" y="214884"/>
                </a:lnTo>
                <a:lnTo>
                  <a:pt x="286512" y="214884"/>
                </a:lnTo>
                <a:lnTo>
                  <a:pt x="14325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54067" y="3352800"/>
            <a:ext cx="287020" cy="215265"/>
          </a:xfrm>
          <a:custGeom>
            <a:avLst/>
            <a:gdLst/>
            <a:ahLst/>
            <a:cxnLst/>
            <a:rect l="l" t="t" r="r" b="b"/>
            <a:pathLst>
              <a:path w="287020" h="215264">
                <a:moveTo>
                  <a:pt x="143256" y="0"/>
                </a:moveTo>
                <a:lnTo>
                  <a:pt x="0" y="214884"/>
                </a:lnTo>
                <a:lnTo>
                  <a:pt x="286512" y="214884"/>
                </a:lnTo>
                <a:lnTo>
                  <a:pt x="14325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26708" y="3366515"/>
            <a:ext cx="285115" cy="215265"/>
          </a:xfrm>
          <a:custGeom>
            <a:avLst/>
            <a:gdLst/>
            <a:ahLst/>
            <a:cxnLst/>
            <a:rect l="l" t="t" r="r" b="b"/>
            <a:pathLst>
              <a:path w="285115" h="215264">
                <a:moveTo>
                  <a:pt x="142494" y="0"/>
                </a:moveTo>
                <a:lnTo>
                  <a:pt x="0" y="214884"/>
                </a:lnTo>
                <a:lnTo>
                  <a:pt x="284988" y="214884"/>
                </a:lnTo>
                <a:lnTo>
                  <a:pt x="14249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96848" y="4067805"/>
            <a:ext cx="29781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78380" algn="l"/>
              </a:tabLst>
            </a:pPr>
            <a:r>
              <a:rPr sz="1800" spc="-10" dirty="0">
                <a:latin typeface="Verdana"/>
                <a:cs typeface="Verdana"/>
              </a:rPr>
              <a:t>0,5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55951" y="3756033"/>
            <a:ext cx="405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1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64278" y="3756033"/>
            <a:ext cx="47053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2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-10" dirty="0">
                <a:latin typeface="Verdana"/>
                <a:cs typeface="Verdana"/>
              </a:rPr>
              <a:t>rs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68288" y="3770130"/>
            <a:ext cx="405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1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26177" y="4067805"/>
            <a:ext cx="8312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2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49997" y="4067805"/>
            <a:ext cx="7118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341626" y="2472689"/>
            <a:ext cx="1290955" cy="875030"/>
          </a:xfrm>
          <a:custGeom>
            <a:avLst/>
            <a:gdLst/>
            <a:ahLst/>
            <a:cxnLst/>
            <a:rect l="l" t="t" r="r" b="b"/>
            <a:pathLst>
              <a:path w="1290954" h="875029">
                <a:moveTo>
                  <a:pt x="537845" y="574548"/>
                </a:moveTo>
                <a:lnTo>
                  <a:pt x="215138" y="574548"/>
                </a:lnTo>
                <a:lnTo>
                  <a:pt x="32766" y="874649"/>
                </a:lnTo>
                <a:lnTo>
                  <a:pt x="537845" y="574548"/>
                </a:lnTo>
                <a:close/>
              </a:path>
              <a:path w="1290954" h="875029">
                <a:moveTo>
                  <a:pt x="1290828" y="0"/>
                </a:moveTo>
                <a:lnTo>
                  <a:pt x="0" y="0"/>
                </a:lnTo>
                <a:lnTo>
                  <a:pt x="0" y="574548"/>
                </a:lnTo>
                <a:lnTo>
                  <a:pt x="1290828" y="574548"/>
                </a:lnTo>
                <a:lnTo>
                  <a:pt x="129082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41626" y="2472689"/>
            <a:ext cx="1290955" cy="875030"/>
          </a:xfrm>
          <a:custGeom>
            <a:avLst/>
            <a:gdLst/>
            <a:ahLst/>
            <a:cxnLst/>
            <a:rect l="l" t="t" r="r" b="b"/>
            <a:pathLst>
              <a:path w="1290954" h="875029">
                <a:moveTo>
                  <a:pt x="0" y="0"/>
                </a:moveTo>
                <a:lnTo>
                  <a:pt x="215138" y="0"/>
                </a:lnTo>
                <a:lnTo>
                  <a:pt x="537845" y="0"/>
                </a:lnTo>
                <a:lnTo>
                  <a:pt x="1290828" y="0"/>
                </a:lnTo>
                <a:lnTo>
                  <a:pt x="1290828" y="335153"/>
                </a:lnTo>
                <a:lnTo>
                  <a:pt x="1290828" y="478790"/>
                </a:lnTo>
                <a:lnTo>
                  <a:pt x="1290828" y="574548"/>
                </a:lnTo>
                <a:lnTo>
                  <a:pt x="537845" y="574548"/>
                </a:lnTo>
                <a:lnTo>
                  <a:pt x="32766" y="874649"/>
                </a:lnTo>
                <a:lnTo>
                  <a:pt x="215138" y="574548"/>
                </a:lnTo>
                <a:lnTo>
                  <a:pt x="0" y="574548"/>
                </a:lnTo>
                <a:lnTo>
                  <a:pt x="0" y="478790"/>
                </a:lnTo>
                <a:lnTo>
                  <a:pt x="0" y="335153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501264" y="2510036"/>
            <a:ext cx="969644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M</a:t>
            </a:r>
            <a:r>
              <a:rPr sz="1000" b="1" spc="-15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DA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Type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2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800" b="1" spc="-5" dirty="0">
                <a:latin typeface="Verdana"/>
                <a:cs typeface="Verdana"/>
              </a:rPr>
              <a:t>A</a:t>
            </a:r>
            <a:r>
              <a:rPr sz="800" b="1" spc="5" dirty="0">
                <a:latin typeface="Verdana"/>
                <a:cs typeface="Verdana"/>
              </a:rPr>
              <a:t>tte</a:t>
            </a:r>
            <a:r>
              <a:rPr sz="800" b="1" dirty="0">
                <a:latin typeface="Verdana"/>
                <a:cs typeface="Verdana"/>
              </a:rPr>
              <a:t>n</a:t>
            </a:r>
            <a:r>
              <a:rPr sz="800" b="1" spc="5" dirty="0">
                <a:latin typeface="Verdana"/>
                <a:cs typeface="Verdana"/>
              </a:rPr>
              <a:t>t</a:t>
            </a:r>
            <a:r>
              <a:rPr sz="800" b="1" dirty="0">
                <a:latin typeface="Verdana"/>
                <a:cs typeface="Verdana"/>
              </a:rPr>
              <a:t>e</a:t>
            </a:r>
            <a:r>
              <a:rPr sz="800" b="1" spc="-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: re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rd 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</a:t>
            </a:r>
            <a:r>
              <a:rPr sz="800" dirty="0">
                <a:latin typeface="Verdana"/>
                <a:cs typeface="Verdana"/>
              </a:rPr>
              <a:t>t</a:t>
            </a:r>
            <a:r>
              <a:rPr sz="800" spc="-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de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sser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à </a:t>
            </a:r>
            <a:r>
              <a:rPr sz="800" spc="-10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’é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pe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spc="-10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ant</a:t>
            </a:r>
            <a:r>
              <a:rPr sz="800" dirty="0"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354829" y="2466594"/>
            <a:ext cx="1290955" cy="870585"/>
          </a:xfrm>
          <a:custGeom>
            <a:avLst/>
            <a:gdLst/>
            <a:ahLst/>
            <a:cxnLst/>
            <a:rect l="l" t="t" r="r" b="b"/>
            <a:pathLst>
              <a:path w="1290954" h="870585">
                <a:moveTo>
                  <a:pt x="537845" y="574548"/>
                </a:moveTo>
                <a:lnTo>
                  <a:pt x="215138" y="574548"/>
                </a:lnTo>
                <a:lnTo>
                  <a:pt x="162687" y="870077"/>
                </a:lnTo>
                <a:lnTo>
                  <a:pt x="537845" y="574548"/>
                </a:lnTo>
                <a:close/>
              </a:path>
              <a:path w="1290954" h="870585">
                <a:moveTo>
                  <a:pt x="1290828" y="0"/>
                </a:moveTo>
                <a:lnTo>
                  <a:pt x="0" y="0"/>
                </a:lnTo>
                <a:lnTo>
                  <a:pt x="0" y="574548"/>
                </a:lnTo>
                <a:lnTo>
                  <a:pt x="1290828" y="574548"/>
                </a:lnTo>
                <a:lnTo>
                  <a:pt x="129082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54829" y="2466594"/>
            <a:ext cx="1290955" cy="870585"/>
          </a:xfrm>
          <a:custGeom>
            <a:avLst/>
            <a:gdLst/>
            <a:ahLst/>
            <a:cxnLst/>
            <a:rect l="l" t="t" r="r" b="b"/>
            <a:pathLst>
              <a:path w="1290954" h="870585">
                <a:moveTo>
                  <a:pt x="0" y="0"/>
                </a:moveTo>
                <a:lnTo>
                  <a:pt x="215138" y="0"/>
                </a:lnTo>
                <a:lnTo>
                  <a:pt x="537845" y="0"/>
                </a:lnTo>
                <a:lnTo>
                  <a:pt x="1290828" y="0"/>
                </a:lnTo>
                <a:lnTo>
                  <a:pt x="1290828" y="335153"/>
                </a:lnTo>
                <a:lnTo>
                  <a:pt x="1290828" y="478790"/>
                </a:lnTo>
                <a:lnTo>
                  <a:pt x="1290828" y="574548"/>
                </a:lnTo>
                <a:lnTo>
                  <a:pt x="537845" y="574548"/>
                </a:lnTo>
                <a:lnTo>
                  <a:pt x="162687" y="870077"/>
                </a:lnTo>
                <a:lnTo>
                  <a:pt x="215138" y="574548"/>
                </a:lnTo>
                <a:lnTo>
                  <a:pt x="0" y="574548"/>
                </a:lnTo>
                <a:lnTo>
                  <a:pt x="0" y="478790"/>
                </a:lnTo>
                <a:lnTo>
                  <a:pt x="0" y="335153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515739" y="2503686"/>
            <a:ext cx="969644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M</a:t>
            </a:r>
            <a:r>
              <a:rPr sz="1000" b="1" spc="-15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DA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Type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2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800" b="1" spc="-5" dirty="0">
                <a:latin typeface="Verdana"/>
                <a:cs typeface="Verdana"/>
              </a:rPr>
              <a:t>A</a:t>
            </a:r>
            <a:r>
              <a:rPr sz="800" b="1" spc="5" dirty="0">
                <a:latin typeface="Verdana"/>
                <a:cs typeface="Verdana"/>
              </a:rPr>
              <a:t>tte</a:t>
            </a:r>
            <a:r>
              <a:rPr sz="800" b="1" dirty="0">
                <a:latin typeface="Verdana"/>
                <a:cs typeface="Verdana"/>
              </a:rPr>
              <a:t>n</a:t>
            </a:r>
            <a:r>
              <a:rPr sz="800" b="1" spc="5" dirty="0">
                <a:latin typeface="Verdana"/>
                <a:cs typeface="Verdana"/>
              </a:rPr>
              <a:t>t</a:t>
            </a:r>
            <a:r>
              <a:rPr sz="800" b="1" dirty="0">
                <a:latin typeface="Verdana"/>
                <a:cs typeface="Verdana"/>
              </a:rPr>
              <a:t>e</a:t>
            </a:r>
            <a:r>
              <a:rPr sz="800" b="1" spc="-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: re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rd 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</a:t>
            </a:r>
            <a:r>
              <a:rPr sz="800" dirty="0">
                <a:latin typeface="Verdana"/>
                <a:cs typeface="Verdana"/>
              </a:rPr>
              <a:t>t</a:t>
            </a:r>
            <a:r>
              <a:rPr sz="800" spc="-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de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sser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à </a:t>
            </a:r>
            <a:r>
              <a:rPr sz="800" spc="-10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’é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pe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spc="-10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ant</a:t>
            </a:r>
            <a:r>
              <a:rPr sz="800" dirty="0"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427470" y="2448305"/>
            <a:ext cx="1290955" cy="899794"/>
          </a:xfrm>
          <a:custGeom>
            <a:avLst/>
            <a:gdLst/>
            <a:ahLst/>
            <a:cxnLst/>
            <a:rect l="l" t="t" r="r" b="b"/>
            <a:pathLst>
              <a:path w="1290954" h="899795">
                <a:moveTo>
                  <a:pt x="537845" y="574548"/>
                </a:moveTo>
                <a:lnTo>
                  <a:pt x="215138" y="574548"/>
                </a:lnTo>
                <a:lnTo>
                  <a:pt x="147193" y="899413"/>
                </a:lnTo>
                <a:lnTo>
                  <a:pt x="537845" y="574548"/>
                </a:lnTo>
                <a:close/>
              </a:path>
              <a:path w="1290954" h="899795">
                <a:moveTo>
                  <a:pt x="1290828" y="0"/>
                </a:moveTo>
                <a:lnTo>
                  <a:pt x="0" y="0"/>
                </a:lnTo>
                <a:lnTo>
                  <a:pt x="0" y="574548"/>
                </a:lnTo>
                <a:lnTo>
                  <a:pt x="1290828" y="574548"/>
                </a:lnTo>
                <a:lnTo>
                  <a:pt x="129082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27470" y="2448305"/>
            <a:ext cx="1290955" cy="899794"/>
          </a:xfrm>
          <a:custGeom>
            <a:avLst/>
            <a:gdLst/>
            <a:ahLst/>
            <a:cxnLst/>
            <a:rect l="l" t="t" r="r" b="b"/>
            <a:pathLst>
              <a:path w="1290954" h="899795">
                <a:moveTo>
                  <a:pt x="0" y="0"/>
                </a:moveTo>
                <a:lnTo>
                  <a:pt x="215138" y="0"/>
                </a:lnTo>
                <a:lnTo>
                  <a:pt x="537845" y="0"/>
                </a:lnTo>
                <a:lnTo>
                  <a:pt x="1290828" y="0"/>
                </a:lnTo>
                <a:lnTo>
                  <a:pt x="1290828" y="335153"/>
                </a:lnTo>
                <a:lnTo>
                  <a:pt x="1290828" y="478790"/>
                </a:lnTo>
                <a:lnTo>
                  <a:pt x="1290828" y="574548"/>
                </a:lnTo>
                <a:lnTo>
                  <a:pt x="537845" y="574548"/>
                </a:lnTo>
                <a:lnTo>
                  <a:pt x="147193" y="899413"/>
                </a:lnTo>
                <a:lnTo>
                  <a:pt x="215138" y="574548"/>
                </a:lnTo>
                <a:lnTo>
                  <a:pt x="0" y="574548"/>
                </a:lnTo>
                <a:lnTo>
                  <a:pt x="0" y="478790"/>
                </a:lnTo>
                <a:lnTo>
                  <a:pt x="0" y="335153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587743" y="2485398"/>
            <a:ext cx="969644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M</a:t>
            </a:r>
            <a:r>
              <a:rPr sz="1000" b="1" spc="-15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DA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Type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2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800" b="1" spc="-5" dirty="0">
                <a:latin typeface="Verdana"/>
                <a:cs typeface="Verdana"/>
              </a:rPr>
              <a:t>A</a:t>
            </a:r>
            <a:r>
              <a:rPr sz="800" b="1" spc="5" dirty="0">
                <a:latin typeface="Verdana"/>
                <a:cs typeface="Verdana"/>
              </a:rPr>
              <a:t>tte</a:t>
            </a:r>
            <a:r>
              <a:rPr sz="800" b="1" dirty="0">
                <a:latin typeface="Verdana"/>
                <a:cs typeface="Verdana"/>
              </a:rPr>
              <a:t>n</a:t>
            </a:r>
            <a:r>
              <a:rPr sz="800" b="1" spc="5" dirty="0">
                <a:latin typeface="Verdana"/>
                <a:cs typeface="Verdana"/>
              </a:rPr>
              <a:t>t</a:t>
            </a:r>
            <a:r>
              <a:rPr sz="800" b="1" dirty="0">
                <a:latin typeface="Verdana"/>
                <a:cs typeface="Verdana"/>
              </a:rPr>
              <a:t>e</a:t>
            </a:r>
            <a:r>
              <a:rPr sz="800" b="1" spc="-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: re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rd 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</a:t>
            </a:r>
            <a:r>
              <a:rPr sz="800" dirty="0">
                <a:latin typeface="Verdana"/>
                <a:cs typeface="Verdana"/>
              </a:rPr>
              <a:t>t</a:t>
            </a:r>
            <a:r>
              <a:rPr sz="800" spc="-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de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sser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à </a:t>
            </a:r>
            <a:r>
              <a:rPr sz="800" spc="-10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’é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pe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spc="-10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ant</a:t>
            </a:r>
            <a:r>
              <a:rPr sz="800" dirty="0"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33983" y="1651254"/>
            <a:ext cx="1661795" cy="1558290"/>
          </a:xfrm>
          <a:custGeom>
            <a:avLst/>
            <a:gdLst/>
            <a:ahLst/>
            <a:cxnLst/>
            <a:rect l="l" t="t" r="r" b="b"/>
            <a:pathLst>
              <a:path w="1661795" h="1558289">
                <a:moveTo>
                  <a:pt x="773684" y="574548"/>
                </a:moveTo>
                <a:lnTo>
                  <a:pt x="393065" y="574548"/>
                </a:lnTo>
                <a:lnTo>
                  <a:pt x="0" y="1558290"/>
                </a:lnTo>
                <a:lnTo>
                  <a:pt x="773684" y="574548"/>
                </a:lnTo>
                <a:close/>
              </a:path>
              <a:path w="1661795" h="1558289">
                <a:moveTo>
                  <a:pt x="1661795" y="0"/>
                </a:moveTo>
                <a:lnTo>
                  <a:pt x="139319" y="0"/>
                </a:lnTo>
                <a:lnTo>
                  <a:pt x="139319" y="574548"/>
                </a:lnTo>
                <a:lnTo>
                  <a:pt x="1661795" y="574548"/>
                </a:lnTo>
                <a:lnTo>
                  <a:pt x="1661795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33983" y="1651254"/>
            <a:ext cx="1661795" cy="1558290"/>
          </a:xfrm>
          <a:custGeom>
            <a:avLst/>
            <a:gdLst/>
            <a:ahLst/>
            <a:cxnLst/>
            <a:rect l="l" t="t" r="r" b="b"/>
            <a:pathLst>
              <a:path w="1661795" h="1558289">
                <a:moveTo>
                  <a:pt x="139319" y="0"/>
                </a:moveTo>
                <a:lnTo>
                  <a:pt x="393065" y="0"/>
                </a:lnTo>
                <a:lnTo>
                  <a:pt x="773684" y="0"/>
                </a:lnTo>
                <a:lnTo>
                  <a:pt x="1661795" y="0"/>
                </a:lnTo>
                <a:lnTo>
                  <a:pt x="1661795" y="335153"/>
                </a:lnTo>
                <a:lnTo>
                  <a:pt x="1661795" y="478790"/>
                </a:lnTo>
                <a:lnTo>
                  <a:pt x="1661795" y="574548"/>
                </a:lnTo>
                <a:lnTo>
                  <a:pt x="773684" y="574548"/>
                </a:lnTo>
                <a:lnTo>
                  <a:pt x="0" y="1558290"/>
                </a:lnTo>
                <a:lnTo>
                  <a:pt x="393065" y="574548"/>
                </a:lnTo>
                <a:lnTo>
                  <a:pt x="139319" y="574548"/>
                </a:lnTo>
                <a:lnTo>
                  <a:pt x="139319" y="478790"/>
                </a:lnTo>
                <a:lnTo>
                  <a:pt x="139319" y="335153"/>
                </a:lnTo>
                <a:lnTo>
                  <a:pt x="139319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506092" y="1794391"/>
            <a:ext cx="105664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460" marR="5080" indent="-239395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Ét</a:t>
            </a:r>
            <a:r>
              <a:rPr sz="1000" b="1" spc="-15" dirty="0">
                <a:latin typeface="Verdana"/>
                <a:cs typeface="Verdana"/>
              </a:rPr>
              <a:t>ap</a:t>
            </a:r>
            <a:r>
              <a:rPr sz="1000" b="1" spc="-10" dirty="0">
                <a:latin typeface="Verdana"/>
                <a:cs typeface="Verdana"/>
              </a:rPr>
              <a:t>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à</a:t>
            </a:r>
            <a:r>
              <a:rPr sz="1000" b="1" spc="-15" dirty="0">
                <a:latin typeface="Verdana"/>
                <a:cs typeface="Verdana"/>
              </a:rPr>
              <a:t> Val</a:t>
            </a:r>
            <a:r>
              <a:rPr sz="1000" b="1" spc="-10" dirty="0">
                <a:latin typeface="Verdana"/>
                <a:cs typeface="Verdana"/>
              </a:rPr>
              <a:t>eur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1000" b="1" spc="-20" dirty="0">
                <a:latin typeface="Verdana"/>
                <a:cs typeface="Verdana"/>
              </a:rPr>
              <a:t>A</a:t>
            </a:r>
            <a:r>
              <a:rPr sz="1000" b="1" spc="-10" dirty="0">
                <a:latin typeface="Verdana"/>
                <a:cs typeface="Verdana"/>
              </a:rPr>
              <a:t>joutée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870954" y="1613153"/>
            <a:ext cx="1522730" cy="1606550"/>
          </a:xfrm>
          <a:custGeom>
            <a:avLst/>
            <a:gdLst/>
            <a:ahLst/>
            <a:cxnLst/>
            <a:rect l="l" t="t" r="r" b="b"/>
            <a:pathLst>
              <a:path w="1522729" h="1606550">
                <a:moveTo>
                  <a:pt x="1268730" y="576072"/>
                </a:moveTo>
                <a:lnTo>
                  <a:pt x="888111" y="576072"/>
                </a:lnTo>
                <a:lnTo>
                  <a:pt x="1267587" y="1606296"/>
                </a:lnTo>
                <a:lnTo>
                  <a:pt x="1268730" y="576072"/>
                </a:lnTo>
                <a:close/>
              </a:path>
              <a:path w="1522729" h="1606550">
                <a:moveTo>
                  <a:pt x="1522476" y="0"/>
                </a:moveTo>
                <a:lnTo>
                  <a:pt x="0" y="0"/>
                </a:lnTo>
                <a:lnTo>
                  <a:pt x="0" y="576072"/>
                </a:lnTo>
                <a:lnTo>
                  <a:pt x="1522476" y="576072"/>
                </a:lnTo>
                <a:lnTo>
                  <a:pt x="152247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870954" y="1613153"/>
            <a:ext cx="1522730" cy="1606550"/>
          </a:xfrm>
          <a:custGeom>
            <a:avLst/>
            <a:gdLst/>
            <a:ahLst/>
            <a:cxnLst/>
            <a:rect l="l" t="t" r="r" b="b"/>
            <a:pathLst>
              <a:path w="1522729" h="1606550">
                <a:moveTo>
                  <a:pt x="0" y="0"/>
                </a:moveTo>
                <a:lnTo>
                  <a:pt x="888111" y="0"/>
                </a:lnTo>
                <a:lnTo>
                  <a:pt x="1268730" y="0"/>
                </a:lnTo>
                <a:lnTo>
                  <a:pt x="1522476" y="0"/>
                </a:lnTo>
                <a:lnTo>
                  <a:pt x="1522476" y="336042"/>
                </a:lnTo>
                <a:lnTo>
                  <a:pt x="1522476" y="480059"/>
                </a:lnTo>
                <a:lnTo>
                  <a:pt x="1522476" y="576072"/>
                </a:lnTo>
                <a:lnTo>
                  <a:pt x="1268730" y="576072"/>
                </a:lnTo>
                <a:lnTo>
                  <a:pt x="1267587" y="1606296"/>
                </a:lnTo>
                <a:lnTo>
                  <a:pt x="888111" y="576072"/>
                </a:lnTo>
                <a:lnTo>
                  <a:pt x="0" y="576072"/>
                </a:lnTo>
                <a:lnTo>
                  <a:pt x="0" y="480059"/>
                </a:lnTo>
                <a:lnTo>
                  <a:pt x="0" y="336042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104633" y="1757434"/>
            <a:ext cx="105664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Ét</a:t>
            </a:r>
            <a:r>
              <a:rPr sz="1000" b="1" spc="-15" dirty="0">
                <a:latin typeface="Verdana"/>
                <a:cs typeface="Verdana"/>
              </a:rPr>
              <a:t>ap</a:t>
            </a:r>
            <a:r>
              <a:rPr sz="1000" b="1" spc="-10" dirty="0">
                <a:latin typeface="Verdana"/>
                <a:cs typeface="Verdana"/>
              </a:rPr>
              <a:t>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à</a:t>
            </a:r>
            <a:r>
              <a:rPr sz="1000" b="1" spc="-15" dirty="0">
                <a:latin typeface="Verdana"/>
                <a:cs typeface="Verdana"/>
              </a:rPr>
              <a:t> Val</a:t>
            </a:r>
            <a:r>
              <a:rPr sz="1000" b="1" spc="-10" dirty="0">
                <a:latin typeface="Verdana"/>
                <a:cs typeface="Verdana"/>
              </a:rPr>
              <a:t>eur</a:t>
            </a:r>
            <a:endParaRPr sz="1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000" b="1" spc="-20" dirty="0">
                <a:latin typeface="Verdana"/>
                <a:cs typeface="Verdana"/>
              </a:rPr>
              <a:t>Aj</a:t>
            </a:r>
            <a:r>
              <a:rPr sz="1000" b="1" spc="-10" dirty="0">
                <a:latin typeface="Verdana"/>
                <a:cs typeface="Verdana"/>
              </a:rPr>
              <a:t>o</a:t>
            </a:r>
            <a:r>
              <a:rPr sz="1000" b="1" spc="-20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tée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01773" y="1715261"/>
            <a:ext cx="4928870" cy="2286000"/>
          </a:xfrm>
          <a:custGeom>
            <a:avLst/>
            <a:gdLst/>
            <a:ahLst/>
            <a:cxnLst/>
            <a:rect l="l" t="t" r="r" b="b"/>
            <a:pathLst>
              <a:path w="4928870" h="2286000">
                <a:moveTo>
                  <a:pt x="0" y="2286000"/>
                </a:moveTo>
                <a:lnTo>
                  <a:pt x="4928616" y="2286000"/>
                </a:lnTo>
                <a:lnTo>
                  <a:pt x="4928616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5965" y="298603"/>
            <a:ext cx="8448040" cy="1949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9435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700">
              <a:latin typeface="Times New Roman"/>
              <a:cs typeface="Times New Roman"/>
            </a:endParaRPr>
          </a:p>
          <a:p>
            <a:pPr marL="376555" indent="-36385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377190" algn="l"/>
              </a:tabLst>
            </a:pPr>
            <a:r>
              <a:rPr sz="2000" dirty="0">
                <a:latin typeface="Verdana"/>
                <a:cs typeface="Verdana"/>
              </a:rPr>
              <a:t>Qu’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-ce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passe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0" dirty="0">
                <a:latin typeface="Verdana"/>
                <a:cs typeface="Verdana"/>
              </a:rPr>
              <a:t>ré</a:t>
            </a:r>
            <a:r>
              <a:rPr sz="2000" dirty="0">
                <a:latin typeface="Verdana"/>
                <a:cs typeface="Verdana"/>
              </a:rPr>
              <a:t>duit</a:t>
            </a:r>
            <a:r>
              <a:rPr sz="2000" spc="-10" dirty="0">
                <a:latin typeface="Verdana"/>
                <a:cs typeface="Verdana"/>
              </a:rPr>
              <a:t> l</a:t>
            </a:r>
            <a:r>
              <a:rPr sz="2000" spc="-3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gasp</a:t>
            </a:r>
            <a:r>
              <a:rPr sz="2000" spc="-10" dirty="0">
                <a:latin typeface="Verdana"/>
                <a:cs typeface="Verdana"/>
              </a:rPr>
              <a:t>il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ag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3250">
              <a:latin typeface="Times New Roman"/>
              <a:cs typeface="Times New Roman"/>
            </a:endParaRPr>
          </a:p>
          <a:p>
            <a:pPr marL="2435225">
              <a:lnSpc>
                <a:spcPct val="100000"/>
              </a:lnSpc>
            </a:pPr>
            <a:r>
              <a:rPr sz="3200" b="1" spc="-5" dirty="0">
                <a:solidFill>
                  <a:srgbClr val="FF0000"/>
                </a:solidFill>
                <a:latin typeface="Verdana"/>
                <a:cs typeface="Verdana"/>
              </a:rPr>
              <a:t>GAS</a:t>
            </a:r>
            <a:r>
              <a:rPr sz="3200" b="1" spc="5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ILLAGES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3476" y="3083560"/>
            <a:ext cx="954405" cy="127000"/>
          </a:xfrm>
          <a:custGeom>
            <a:avLst/>
            <a:gdLst/>
            <a:ahLst/>
            <a:cxnLst/>
            <a:rect l="l" t="t" r="r" b="b"/>
            <a:pathLst>
              <a:path w="954405" h="127000">
                <a:moveTo>
                  <a:pt x="877824" y="63500"/>
                </a:moveTo>
                <a:lnTo>
                  <a:pt x="827024" y="127000"/>
                </a:lnTo>
                <a:lnTo>
                  <a:pt x="941324" y="69850"/>
                </a:lnTo>
                <a:lnTo>
                  <a:pt x="877824" y="69850"/>
                </a:lnTo>
                <a:lnTo>
                  <a:pt x="877824" y="63500"/>
                </a:lnTo>
                <a:close/>
              </a:path>
              <a:path w="954405" h="127000">
                <a:moveTo>
                  <a:pt x="872744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872744" y="69850"/>
                </a:lnTo>
                <a:lnTo>
                  <a:pt x="877824" y="63500"/>
                </a:lnTo>
                <a:lnTo>
                  <a:pt x="872744" y="57150"/>
                </a:lnTo>
                <a:close/>
              </a:path>
              <a:path w="954405" h="127000">
                <a:moveTo>
                  <a:pt x="941324" y="57150"/>
                </a:moveTo>
                <a:lnTo>
                  <a:pt x="877824" y="57150"/>
                </a:lnTo>
                <a:lnTo>
                  <a:pt x="877824" y="69850"/>
                </a:lnTo>
                <a:lnTo>
                  <a:pt x="941324" y="69850"/>
                </a:lnTo>
                <a:lnTo>
                  <a:pt x="954024" y="63500"/>
                </a:lnTo>
                <a:lnTo>
                  <a:pt x="941324" y="57150"/>
                </a:lnTo>
                <a:close/>
              </a:path>
              <a:path w="954405" h="127000">
                <a:moveTo>
                  <a:pt x="827024" y="0"/>
                </a:moveTo>
                <a:lnTo>
                  <a:pt x="877824" y="63500"/>
                </a:lnTo>
                <a:lnTo>
                  <a:pt x="877824" y="57150"/>
                </a:lnTo>
                <a:lnTo>
                  <a:pt x="941324" y="57150"/>
                </a:lnTo>
                <a:lnTo>
                  <a:pt x="8270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17847" y="3083560"/>
            <a:ext cx="792480" cy="127000"/>
          </a:xfrm>
          <a:custGeom>
            <a:avLst/>
            <a:gdLst/>
            <a:ahLst/>
            <a:cxnLst/>
            <a:rect l="l" t="t" r="r" b="b"/>
            <a:pathLst>
              <a:path w="792479" h="127000">
                <a:moveTo>
                  <a:pt x="715772" y="63500"/>
                </a:moveTo>
                <a:lnTo>
                  <a:pt x="664972" y="127000"/>
                </a:lnTo>
                <a:lnTo>
                  <a:pt x="779272" y="69850"/>
                </a:lnTo>
                <a:lnTo>
                  <a:pt x="715772" y="69850"/>
                </a:lnTo>
                <a:lnTo>
                  <a:pt x="715772" y="63500"/>
                </a:lnTo>
                <a:close/>
              </a:path>
              <a:path w="792479" h="127000">
                <a:moveTo>
                  <a:pt x="710692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710692" y="69850"/>
                </a:lnTo>
                <a:lnTo>
                  <a:pt x="715772" y="63500"/>
                </a:lnTo>
                <a:lnTo>
                  <a:pt x="710692" y="57150"/>
                </a:lnTo>
                <a:close/>
              </a:path>
              <a:path w="792479" h="127000">
                <a:moveTo>
                  <a:pt x="779272" y="57150"/>
                </a:moveTo>
                <a:lnTo>
                  <a:pt x="715772" y="57150"/>
                </a:lnTo>
                <a:lnTo>
                  <a:pt x="715772" y="69850"/>
                </a:lnTo>
                <a:lnTo>
                  <a:pt x="779272" y="69850"/>
                </a:lnTo>
                <a:lnTo>
                  <a:pt x="791972" y="63500"/>
                </a:lnTo>
                <a:lnTo>
                  <a:pt x="779272" y="57150"/>
                </a:lnTo>
                <a:close/>
              </a:path>
              <a:path w="792479" h="127000">
                <a:moveTo>
                  <a:pt x="664972" y="0"/>
                </a:moveTo>
                <a:lnTo>
                  <a:pt x="715772" y="63500"/>
                </a:lnTo>
                <a:lnTo>
                  <a:pt x="715772" y="57150"/>
                </a:lnTo>
                <a:lnTo>
                  <a:pt x="779272" y="57150"/>
                </a:lnTo>
                <a:lnTo>
                  <a:pt x="6649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69152" y="3083560"/>
            <a:ext cx="831850" cy="127000"/>
          </a:xfrm>
          <a:custGeom>
            <a:avLst/>
            <a:gdLst/>
            <a:ahLst/>
            <a:cxnLst/>
            <a:rect l="l" t="t" r="r" b="b"/>
            <a:pathLst>
              <a:path w="831850" h="127000">
                <a:moveTo>
                  <a:pt x="755650" y="63500"/>
                </a:moveTo>
                <a:lnTo>
                  <a:pt x="704850" y="127000"/>
                </a:lnTo>
                <a:lnTo>
                  <a:pt x="819150" y="69850"/>
                </a:lnTo>
                <a:lnTo>
                  <a:pt x="755650" y="69850"/>
                </a:lnTo>
                <a:lnTo>
                  <a:pt x="755650" y="63500"/>
                </a:lnTo>
                <a:close/>
              </a:path>
              <a:path w="831850" h="127000">
                <a:moveTo>
                  <a:pt x="75057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750570" y="69850"/>
                </a:lnTo>
                <a:lnTo>
                  <a:pt x="755650" y="63500"/>
                </a:lnTo>
                <a:lnTo>
                  <a:pt x="750570" y="57150"/>
                </a:lnTo>
                <a:close/>
              </a:path>
              <a:path w="831850" h="127000">
                <a:moveTo>
                  <a:pt x="819150" y="57150"/>
                </a:moveTo>
                <a:lnTo>
                  <a:pt x="755650" y="57150"/>
                </a:lnTo>
                <a:lnTo>
                  <a:pt x="755650" y="69850"/>
                </a:lnTo>
                <a:lnTo>
                  <a:pt x="819150" y="69850"/>
                </a:lnTo>
                <a:lnTo>
                  <a:pt x="831850" y="63500"/>
                </a:lnTo>
                <a:lnTo>
                  <a:pt x="819150" y="57150"/>
                </a:lnTo>
                <a:close/>
              </a:path>
              <a:path w="831850" h="127000">
                <a:moveTo>
                  <a:pt x="704850" y="0"/>
                </a:moveTo>
                <a:lnTo>
                  <a:pt x="755650" y="63500"/>
                </a:lnTo>
                <a:lnTo>
                  <a:pt x="755650" y="57150"/>
                </a:lnTo>
                <a:lnTo>
                  <a:pt x="819150" y="57150"/>
                </a:lnTo>
                <a:lnTo>
                  <a:pt x="704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14372" y="2857500"/>
            <a:ext cx="287020" cy="215265"/>
          </a:xfrm>
          <a:custGeom>
            <a:avLst/>
            <a:gdLst/>
            <a:ahLst/>
            <a:cxnLst/>
            <a:rect l="l" t="t" r="r" b="b"/>
            <a:pathLst>
              <a:path w="287019" h="215264">
                <a:moveTo>
                  <a:pt x="143256" y="0"/>
                </a:moveTo>
                <a:lnTo>
                  <a:pt x="0" y="214884"/>
                </a:lnTo>
                <a:lnTo>
                  <a:pt x="286512" y="214884"/>
                </a:lnTo>
                <a:lnTo>
                  <a:pt x="1432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54067" y="2857500"/>
            <a:ext cx="287020" cy="215265"/>
          </a:xfrm>
          <a:custGeom>
            <a:avLst/>
            <a:gdLst/>
            <a:ahLst/>
            <a:cxnLst/>
            <a:rect l="l" t="t" r="r" b="b"/>
            <a:pathLst>
              <a:path w="287020" h="215264">
                <a:moveTo>
                  <a:pt x="143256" y="0"/>
                </a:moveTo>
                <a:lnTo>
                  <a:pt x="0" y="214884"/>
                </a:lnTo>
                <a:lnTo>
                  <a:pt x="286512" y="214884"/>
                </a:lnTo>
                <a:lnTo>
                  <a:pt x="1432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26708" y="2871216"/>
            <a:ext cx="285115" cy="215265"/>
          </a:xfrm>
          <a:custGeom>
            <a:avLst/>
            <a:gdLst/>
            <a:ahLst/>
            <a:cxnLst/>
            <a:rect l="l" t="t" r="r" b="b"/>
            <a:pathLst>
              <a:path w="285115" h="215264">
                <a:moveTo>
                  <a:pt x="142494" y="0"/>
                </a:moveTo>
                <a:lnTo>
                  <a:pt x="0" y="214884"/>
                </a:lnTo>
                <a:lnTo>
                  <a:pt x="284988" y="214884"/>
                </a:lnTo>
                <a:lnTo>
                  <a:pt x="14249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96848" y="3572252"/>
            <a:ext cx="9423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0,5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</a:t>
            </a:r>
            <a:r>
              <a:rPr sz="1800" spc="5" dirty="0">
                <a:latin typeface="Verdana"/>
                <a:cs typeface="Verdana"/>
              </a:rPr>
              <a:t>o</a:t>
            </a:r>
            <a:r>
              <a:rPr sz="1800" spc="-10" dirty="0">
                <a:latin typeface="Verdana"/>
                <a:cs typeface="Verdana"/>
              </a:rPr>
              <a:t>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2732" y="3572252"/>
            <a:ext cx="7118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5951" y="3260733"/>
            <a:ext cx="405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1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64278" y="3260733"/>
            <a:ext cx="47053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2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-10" dirty="0">
                <a:latin typeface="Verdana"/>
                <a:cs typeface="Verdana"/>
              </a:rPr>
              <a:t>rs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8288" y="3274830"/>
            <a:ext cx="405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1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26811" y="3572252"/>
            <a:ext cx="8312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2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49743" y="3572252"/>
            <a:ext cx="7118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26691" y="2839339"/>
            <a:ext cx="294005" cy="294005"/>
          </a:xfrm>
          <a:custGeom>
            <a:avLst/>
            <a:gdLst/>
            <a:ahLst/>
            <a:cxnLst/>
            <a:rect l="l" t="t" r="r" b="b"/>
            <a:pathLst>
              <a:path w="294005" h="294005">
                <a:moveTo>
                  <a:pt x="71247" y="0"/>
                </a:moveTo>
                <a:lnTo>
                  <a:pt x="0" y="71247"/>
                </a:lnTo>
                <a:lnTo>
                  <a:pt x="75692" y="146939"/>
                </a:lnTo>
                <a:lnTo>
                  <a:pt x="0" y="222631"/>
                </a:lnTo>
                <a:lnTo>
                  <a:pt x="71247" y="293878"/>
                </a:lnTo>
                <a:lnTo>
                  <a:pt x="146939" y="218186"/>
                </a:lnTo>
                <a:lnTo>
                  <a:pt x="289433" y="218186"/>
                </a:lnTo>
                <a:lnTo>
                  <a:pt x="218186" y="146939"/>
                </a:lnTo>
                <a:lnTo>
                  <a:pt x="289433" y="75692"/>
                </a:lnTo>
                <a:lnTo>
                  <a:pt x="146939" y="75692"/>
                </a:lnTo>
                <a:lnTo>
                  <a:pt x="71247" y="0"/>
                </a:lnTo>
                <a:close/>
              </a:path>
              <a:path w="294005" h="294005">
                <a:moveTo>
                  <a:pt x="289433" y="218186"/>
                </a:moveTo>
                <a:lnTo>
                  <a:pt x="146939" y="218186"/>
                </a:lnTo>
                <a:lnTo>
                  <a:pt x="222631" y="293878"/>
                </a:lnTo>
                <a:lnTo>
                  <a:pt x="293878" y="222631"/>
                </a:lnTo>
                <a:lnTo>
                  <a:pt x="289433" y="218186"/>
                </a:lnTo>
                <a:close/>
              </a:path>
              <a:path w="294005" h="294005">
                <a:moveTo>
                  <a:pt x="222631" y="0"/>
                </a:moveTo>
                <a:lnTo>
                  <a:pt x="146939" y="75692"/>
                </a:lnTo>
                <a:lnTo>
                  <a:pt x="289433" y="75692"/>
                </a:lnTo>
                <a:lnTo>
                  <a:pt x="293878" y="71247"/>
                </a:lnTo>
                <a:lnTo>
                  <a:pt x="2226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59914" y="3483102"/>
            <a:ext cx="2080260" cy="1814830"/>
          </a:xfrm>
          <a:custGeom>
            <a:avLst/>
            <a:gdLst/>
            <a:ahLst/>
            <a:cxnLst/>
            <a:rect l="l" t="t" r="r" b="b"/>
            <a:pathLst>
              <a:path w="2080260" h="1814829">
                <a:moveTo>
                  <a:pt x="83797" y="53715"/>
                </a:moveTo>
                <a:lnTo>
                  <a:pt x="65531" y="57023"/>
                </a:lnTo>
                <a:lnTo>
                  <a:pt x="64744" y="75557"/>
                </a:lnTo>
                <a:lnTo>
                  <a:pt x="2060829" y="1814449"/>
                </a:lnTo>
                <a:lnTo>
                  <a:pt x="2079752" y="1792605"/>
                </a:lnTo>
                <a:lnTo>
                  <a:pt x="83797" y="53715"/>
                </a:lnTo>
                <a:close/>
              </a:path>
              <a:path w="2080260" h="1814829">
                <a:moveTo>
                  <a:pt x="0" y="0"/>
                </a:moveTo>
                <a:lnTo>
                  <a:pt x="61595" y="149732"/>
                </a:lnTo>
                <a:lnTo>
                  <a:pt x="64744" y="75557"/>
                </a:lnTo>
                <a:lnTo>
                  <a:pt x="56006" y="67944"/>
                </a:lnTo>
                <a:lnTo>
                  <a:pt x="75056" y="46100"/>
                </a:lnTo>
                <a:lnTo>
                  <a:pt x="125855" y="46100"/>
                </a:lnTo>
                <a:lnTo>
                  <a:pt x="156718" y="40512"/>
                </a:lnTo>
                <a:lnTo>
                  <a:pt x="0" y="0"/>
                </a:lnTo>
                <a:close/>
              </a:path>
              <a:path w="2080260" h="1814829">
                <a:moveTo>
                  <a:pt x="65531" y="57023"/>
                </a:moveTo>
                <a:lnTo>
                  <a:pt x="56006" y="67944"/>
                </a:lnTo>
                <a:lnTo>
                  <a:pt x="64744" y="75557"/>
                </a:lnTo>
                <a:lnTo>
                  <a:pt x="65531" y="57023"/>
                </a:lnTo>
                <a:close/>
              </a:path>
              <a:path w="2080260" h="1814829">
                <a:moveTo>
                  <a:pt x="75056" y="46100"/>
                </a:moveTo>
                <a:lnTo>
                  <a:pt x="65531" y="57022"/>
                </a:lnTo>
                <a:lnTo>
                  <a:pt x="83797" y="53715"/>
                </a:lnTo>
                <a:lnTo>
                  <a:pt x="75056" y="46100"/>
                </a:lnTo>
                <a:close/>
              </a:path>
              <a:path w="2080260" h="1814829">
                <a:moveTo>
                  <a:pt x="125855" y="46100"/>
                </a:moveTo>
                <a:lnTo>
                  <a:pt x="75056" y="46100"/>
                </a:lnTo>
                <a:lnTo>
                  <a:pt x="83797" y="53715"/>
                </a:lnTo>
                <a:lnTo>
                  <a:pt x="125855" y="46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15005" y="5287517"/>
            <a:ext cx="3429000" cy="830580"/>
          </a:xfrm>
          <a:custGeom>
            <a:avLst/>
            <a:gdLst/>
            <a:ahLst/>
            <a:cxnLst/>
            <a:rect l="l" t="t" r="r" b="b"/>
            <a:pathLst>
              <a:path w="3429000" h="830579">
                <a:moveTo>
                  <a:pt x="0" y="830579"/>
                </a:moveTo>
                <a:lnTo>
                  <a:pt x="3429000" y="830579"/>
                </a:lnTo>
                <a:lnTo>
                  <a:pt x="3429000" y="0"/>
                </a:lnTo>
                <a:lnTo>
                  <a:pt x="0" y="0"/>
                </a:lnTo>
                <a:lnTo>
                  <a:pt x="0" y="8305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715005" y="5287517"/>
            <a:ext cx="3429000" cy="830580"/>
          </a:xfrm>
          <a:prstGeom prst="rect">
            <a:avLst/>
          </a:prstGeom>
          <a:ln w="2895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7235" marR="482600" indent="-250190">
              <a:lnSpc>
                <a:spcPct val="100000"/>
              </a:lnSpc>
            </a:pPr>
            <a:r>
              <a:rPr sz="2400" b="1" spc="-5" dirty="0">
                <a:latin typeface="Verdana"/>
                <a:cs typeface="Verdana"/>
              </a:rPr>
              <a:t>Réducti</a:t>
            </a:r>
            <a:r>
              <a:rPr sz="2400" b="1" spc="-10" dirty="0">
                <a:latin typeface="Verdana"/>
                <a:cs typeface="Verdana"/>
              </a:rPr>
              <a:t>o</a:t>
            </a:r>
            <a:r>
              <a:rPr sz="2400" b="1" dirty="0">
                <a:latin typeface="Verdana"/>
                <a:cs typeface="Verdana"/>
              </a:rPr>
              <a:t>n</a:t>
            </a:r>
            <a:r>
              <a:rPr sz="2400" b="1" spc="20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des g</a:t>
            </a:r>
            <a:r>
              <a:rPr sz="2400" b="1" dirty="0">
                <a:latin typeface="Verdana"/>
                <a:cs typeface="Verdana"/>
              </a:rPr>
              <a:t>a</a:t>
            </a:r>
            <a:r>
              <a:rPr sz="2400" b="1" spc="-5" dirty="0">
                <a:latin typeface="Verdana"/>
                <a:cs typeface="Verdana"/>
              </a:rPr>
              <a:t>s</a:t>
            </a:r>
            <a:r>
              <a:rPr sz="2400" b="1" dirty="0">
                <a:latin typeface="Verdana"/>
                <a:cs typeface="Verdana"/>
              </a:rPr>
              <a:t>p</a:t>
            </a:r>
            <a:r>
              <a:rPr sz="2400" b="1" spc="-10" dirty="0">
                <a:latin typeface="Verdana"/>
                <a:cs typeface="Verdana"/>
              </a:rPr>
              <a:t>i</a:t>
            </a:r>
            <a:r>
              <a:rPr sz="2400" b="1" spc="-20" dirty="0">
                <a:latin typeface="Verdana"/>
                <a:cs typeface="Verdana"/>
              </a:rPr>
              <a:t>l</a:t>
            </a:r>
            <a:r>
              <a:rPr sz="2400" b="1" dirty="0">
                <a:latin typeface="Verdana"/>
                <a:cs typeface="Verdana"/>
              </a:rPr>
              <a:t>lages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51654" y="2839339"/>
            <a:ext cx="294640" cy="294005"/>
          </a:xfrm>
          <a:custGeom>
            <a:avLst/>
            <a:gdLst/>
            <a:ahLst/>
            <a:cxnLst/>
            <a:rect l="l" t="t" r="r" b="b"/>
            <a:pathLst>
              <a:path w="294639" h="294005">
                <a:moveTo>
                  <a:pt x="71120" y="0"/>
                </a:moveTo>
                <a:lnTo>
                  <a:pt x="0" y="71374"/>
                </a:lnTo>
                <a:lnTo>
                  <a:pt x="75819" y="146939"/>
                </a:lnTo>
                <a:lnTo>
                  <a:pt x="0" y="222504"/>
                </a:lnTo>
                <a:lnTo>
                  <a:pt x="71120" y="293878"/>
                </a:lnTo>
                <a:lnTo>
                  <a:pt x="147193" y="218059"/>
                </a:lnTo>
                <a:lnTo>
                  <a:pt x="289926" y="218059"/>
                </a:lnTo>
                <a:lnTo>
                  <a:pt x="218567" y="146939"/>
                </a:lnTo>
                <a:lnTo>
                  <a:pt x="289926" y="75819"/>
                </a:lnTo>
                <a:lnTo>
                  <a:pt x="147193" y="75819"/>
                </a:lnTo>
                <a:lnTo>
                  <a:pt x="71120" y="0"/>
                </a:lnTo>
                <a:close/>
              </a:path>
              <a:path w="294639" h="294005">
                <a:moveTo>
                  <a:pt x="289926" y="218059"/>
                </a:moveTo>
                <a:lnTo>
                  <a:pt x="147193" y="218059"/>
                </a:lnTo>
                <a:lnTo>
                  <a:pt x="223265" y="293878"/>
                </a:lnTo>
                <a:lnTo>
                  <a:pt x="294386" y="222504"/>
                </a:lnTo>
                <a:lnTo>
                  <a:pt x="289926" y="218059"/>
                </a:lnTo>
                <a:close/>
              </a:path>
              <a:path w="294639" h="294005">
                <a:moveTo>
                  <a:pt x="223265" y="0"/>
                </a:moveTo>
                <a:lnTo>
                  <a:pt x="147193" y="75819"/>
                </a:lnTo>
                <a:lnTo>
                  <a:pt x="289926" y="75819"/>
                </a:lnTo>
                <a:lnTo>
                  <a:pt x="294386" y="71374"/>
                </a:lnTo>
                <a:lnTo>
                  <a:pt x="223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15028" y="3483102"/>
            <a:ext cx="151130" cy="1804035"/>
          </a:xfrm>
          <a:custGeom>
            <a:avLst/>
            <a:gdLst/>
            <a:ahLst/>
            <a:cxnLst/>
            <a:rect l="l" t="t" r="r" b="b"/>
            <a:pathLst>
              <a:path w="151129" h="1804035">
                <a:moveTo>
                  <a:pt x="80944" y="86801"/>
                </a:moveTo>
                <a:lnTo>
                  <a:pt x="66100" y="97776"/>
                </a:lnTo>
                <a:lnTo>
                  <a:pt x="0" y="1802892"/>
                </a:lnTo>
                <a:lnTo>
                  <a:pt x="28955" y="1804035"/>
                </a:lnTo>
                <a:lnTo>
                  <a:pt x="95057" y="98891"/>
                </a:lnTo>
                <a:lnTo>
                  <a:pt x="81102" y="86807"/>
                </a:lnTo>
                <a:lnTo>
                  <a:pt x="80944" y="86801"/>
                </a:lnTo>
                <a:close/>
              </a:path>
              <a:path w="151129" h="1804035">
                <a:moveTo>
                  <a:pt x="123626" y="86741"/>
                </a:moveTo>
                <a:lnTo>
                  <a:pt x="81025" y="86741"/>
                </a:lnTo>
                <a:lnTo>
                  <a:pt x="95503" y="87376"/>
                </a:lnTo>
                <a:lnTo>
                  <a:pt x="95057" y="98891"/>
                </a:lnTo>
                <a:lnTo>
                  <a:pt x="151129" y="147447"/>
                </a:lnTo>
                <a:lnTo>
                  <a:pt x="123626" y="86741"/>
                </a:lnTo>
                <a:close/>
              </a:path>
              <a:path w="151129" h="1804035">
                <a:moveTo>
                  <a:pt x="84327" y="0"/>
                </a:moveTo>
                <a:lnTo>
                  <a:pt x="6476" y="141859"/>
                </a:lnTo>
                <a:lnTo>
                  <a:pt x="66100" y="97776"/>
                </a:lnTo>
                <a:lnTo>
                  <a:pt x="66547" y="86233"/>
                </a:lnTo>
                <a:lnTo>
                  <a:pt x="123396" y="86233"/>
                </a:lnTo>
                <a:lnTo>
                  <a:pt x="84327" y="0"/>
                </a:lnTo>
                <a:close/>
              </a:path>
              <a:path w="151129" h="1804035">
                <a:moveTo>
                  <a:pt x="81102" y="86807"/>
                </a:moveTo>
                <a:lnTo>
                  <a:pt x="95057" y="98891"/>
                </a:lnTo>
                <a:lnTo>
                  <a:pt x="95503" y="87376"/>
                </a:lnTo>
                <a:lnTo>
                  <a:pt x="81102" y="86807"/>
                </a:lnTo>
                <a:close/>
              </a:path>
              <a:path w="151129" h="1804035">
                <a:moveTo>
                  <a:pt x="66547" y="86233"/>
                </a:moveTo>
                <a:lnTo>
                  <a:pt x="66100" y="97776"/>
                </a:lnTo>
                <a:lnTo>
                  <a:pt x="80944" y="86801"/>
                </a:lnTo>
                <a:lnTo>
                  <a:pt x="66547" y="86233"/>
                </a:lnTo>
                <a:close/>
              </a:path>
              <a:path w="151129" h="1804035">
                <a:moveTo>
                  <a:pt x="123396" y="86233"/>
                </a:moveTo>
                <a:lnTo>
                  <a:pt x="66547" y="86233"/>
                </a:lnTo>
                <a:lnTo>
                  <a:pt x="80944" y="86801"/>
                </a:lnTo>
                <a:lnTo>
                  <a:pt x="123626" y="86741"/>
                </a:lnTo>
                <a:lnTo>
                  <a:pt x="123396" y="862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06619" y="2848991"/>
            <a:ext cx="588645" cy="588645"/>
          </a:xfrm>
          <a:custGeom>
            <a:avLst/>
            <a:gdLst/>
            <a:ahLst/>
            <a:cxnLst/>
            <a:rect l="l" t="t" r="r" b="b"/>
            <a:pathLst>
              <a:path w="588645" h="588645">
                <a:moveTo>
                  <a:pt x="142621" y="0"/>
                </a:moveTo>
                <a:lnTo>
                  <a:pt x="0" y="142621"/>
                </a:lnTo>
                <a:lnTo>
                  <a:pt x="151511" y="294259"/>
                </a:lnTo>
                <a:lnTo>
                  <a:pt x="0" y="445897"/>
                </a:lnTo>
                <a:lnTo>
                  <a:pt x="142621" y="588518"/>
                </a:lnTo>
                <a:lnTo>
                  <a:pt x="294259" y="437007"/>
                </a:lnTo>
                <a:lnTo>
                  <a:pt x="579635" y="437007"/>
                </a:lnTo>
                <a:lnTo>
                  <a:pt x="437006" y="294259"/>
                </a:lnTo>
                <a:lnTo>
                  <a:pt x="579635" y="151511"/>
                </a:lnTo>
                <a:lnTo>
                  <a:pt x="294259" y="151511"/>
                </a:lnTo>
                <a:lnTo>
                  <a:pt x="142621" y="0"/>
                </a:lnTo>
                <a:close/>
              </a:path>
              <a:path w="588645" h="588645">
                <a:moveTo>
                  <a:pt x="579635" y="437007"/>
                </a:moveTo>
                <a:lnTo>
                  <a:pt x="294259" y="437007"/>
                </a:lnTo>
                <a:lnTo>
                  <a:pt x="445897" y="588518"/>
                </a:lnTo>
                <a:lnTo>
                  <a:pt x="588518" y="445897"/>
                </a:lnTo>
                <a:lnTo>
                  <a:pt x="579635" y="437007"/>
                </a:lnTo>
                <a:close/>
              </a:path>
              <a:path w="588645" h="588645">
                <a:moveTo>
                  <a:pt x="445897" y="0"/>
                </a:moveTo>
                <a:lnTo>
                  <a:pt x="294259" y="151511"/>
                </a:lnTo>
                <a:lnTo>
                  <a:pt x="579635" y="151511"/>
                </a:lnTo>
                <a:lnTo>
                  <a:pt x="588518" y="142621"/>
                </a:lnTo>
                <a:lnTo>
                  <a:pt x="4458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18457" y="3871721"/>
            <a:ext cx="1224280" cy="1425575"/>
          </a:xfrm>
          <a:custGeom>
            <a:avLst/>
            <a:gdLst/>
            <a:ahLst/>
            <a:cxnLst/>
            <a:rect l="l" t="t" r="r" b="b"/>
            <a:pathLst>
              <a:path w="1224279" h="1425575">
                <a:moveTo>
                  <a:pt x="1148931" y="65305"/>
                </a:moveTo>
                <a:lnTo>
                  <a:pt x="0" y="1406524"/>
                </a:lnTo>
                <a:lnTo>
                  <a:pt x="22098" y="1425447"/>
                </a:lnTo>
                <a:lnTo>
                  <a:pt x="1170883" y="84252"/>
                </a:lnTo>
                <a:lnTo>
                  <a:pt x="1167373" y="65912"/>
                </a:lnTo>
                <a:lnTo>
                  <a:pt x="1148931" y="65305"/>
                </a:lnTo>
                <a:close/>
              </a:path>
              <a:path w="1224279" h="1425575">
                <a:moveTo>
                  <a:pt x="1209827" y="56514"/>
                </a:moveTo>
                <a:lnTo>
                  <a:pt x="1156462" y="56514"/>
                </a:lnTo>
                <a:lnTo>
                  <a:pt x="1178433" y="75437"/>
                </a:lnTo>
                <a:lnTo>
                  <a:pt x="1170883" y="84252"/>
                </a:lnTo>
                <a:lnTo>
                  <a:pt x="1184783" y="157098"/>
                </a:lnTo>
                <a:lnTo>
                  <a:pt x="1209827" y="56514"/>
                </a:lnTo>
                <a:close/>
              </a:path>
              <a:path w="1224279" h="1425575">
                <a:moveTo>
                  <a:pt x="1167386" y="65923"/>
                </a:moveTo>
                <a:lnTo>
                  <a:pt x="1170883" y="84252"/>
                </a:lnTo>
                <a:lnTo>
                  <a:pt x="1178433" y="75437"/>
                </a:lnTo>
                <a:lnTo>
                  <a:pt x="1167386" y="65923"/>
                </a:lnTo>
                <a:close/>
              </a:path>
              <a:path w="1224279" h="1425575">
                <a:moveTo>
                  <a:pt x="1156462" y="56514"/>
                </a:moveTo>
                <a:lnTo>
                  <a:pt x="1148931" y="65305"/>
                </a:lnTo>
                <a:lnTo>
                  <a:pt x="1167373" y="65912"/>
                </a:lnTo>
                <a:lnTo>
                  <a:pt x="1156462" y="56514"/>
                </a:lnTo>
                <a:close/>
              </a:path>
              <a:path w="1224279" h="1425575">
                <a:moveTo>
                  <a:pt x="1223899" y="0"/>
                </a:moveTo>
                <a:lnTo>
                  <a:pt x="1074801" y="62864"/>
                </a:lnTo>
                <a:lnTo>
                  <a:pt x="1148931" y="65305"/>
                </a:lnTo>
                <a:lnTo>
                  <a:pt x="1156462" y="56514"/>
                </a:lnTo>
                <a:lnTo>
                  <a:pt x="1209827" y="56514"/>
                </a:lnTo>
                <a:lnTo>
                  <a:pt x="1223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38010" y="2853054"/>
            <a:ext cx="294640" cy="294005"/>
          </a:xfrm>
          <a:custGeom>
            <a:avLst/>
            <a:gdLst/>
            <a:ahLst/>
            <a:cxnLst/>
            <a:rect l="l" t="t" r="r" b="b"/>
            <a:pathLst>
              <a:path w="294640" h="294005">
                <a:moveTo>
                  <a:pt x="71120" y="0"/>
                </a:moveTo>
                <a:lnTo>
                  <a:pt x="0" y="71374"/>
                </a:lnTo>
                <a:lnTo>
                  <a:pt x="75819" y="146939"/>
                </a:lnTo>
                <a:lnTo>
                  <a:pt x="0" y="222504"/>
                </a:lnTo>
                <a:lnTo>
                  <a:pt x="71120" y="293878"/>
                </a:lnTo>
                <a:lnTo>
                  <a:pt x="147193" y="218059"/>
                </a:lnTo>
                <a:lnTo>
                  <a:pt x="289926" y="218059"/>
                </a:lnTo>
                <a:lnTo>
                  <a:pt x="218567" y="146939"/>
                </a:lnTo>
                <a:lnTo>
                  <a:pt x="289926" y="75819"/>
                </a:lnTo>
                <a:lnTo>
                  <a:pt x="147193" y="75819"/>
                </a:lnTo>
                <a:lnTo>
                  <a:pt x="71120" y="0"/>
                </a:lnTo>
                <a:close/>
              </a:path>
              <a:path w="294640" h="294005">
                <a:moveTo>
                  <a:pt x="289926" y="218059"/>
                </a:moveTo>
                <a:lnTo>
                  <a:pt x="147193" y="218059"/>
                </a:lnTo>
                <a:lnTo>
                  <a:pt x="223265" y="293878"/>
                </a:lnTo>
                <a:lnTo>
                  <a:pt x="294386" y="222504"/>
                </a:lnTo>
                <a:lnTo>
                  <a:pt x="289926" y="218059"/>
                </a:lnTo>
                <a:close/>
              </a:path>
              <a:path w="294640" h="294005">
                <a:moveTo>
                  <a:pt x="223265" y="0"/>
                </a:moveTo>
                <a:lnTo>
                  <a:pt x="147193" y="75819"/>
                </a:lnTo>
                <a:lnTo>
                  <a:pt x="289926" y="75819"/>
                </a:lnTo>
                <a:lnTo>
                  <a:pt x="294386" y="71374"/>
                </a:lnTo>
                <a:lnTo>
                  <a:pt x="223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420234" y="3498341"/>
            <a:ext cx="2150745" cy="1800860"/>
          </a:xfrm>
          <a:custGeom>
            <a:avLst/>
            <a:gdLst/>
            <a:ahLst/>
            <a:cxnLst/>
            <a:rect l="l" t="t" r="r" b="b"/>
            <a:pathLst>
              <a:path w="2150745" h="1800860">
                <a:moveTo>
                  <a:pt x="2065870" y="52036"/>
                </a:moveTo>
                <a:lnTo>
                  <a:pt x="0" y="1778126"/>
                </a:lnTo>
                <a:lnTo>
                  <a:pt x="18541" y="1800351"/>
                </a:lnTo>
                <a:lnTo>
                  <a:pt x="2084475" y="74209"/>
                </a:lnTo>
                <a:lnTo>
                  <a:pt x="2084069" y="55752"/>
                </a:lnTo>
                <a:lnTo>
                  <a:pt x="2065870" y="52036"/>
                </a:lnTo>
                <a:close/>
              </a:path>
              <a:path w="2150745" h="1800860">
                <a:moveTo>
                  <a:pt x="2131318" y="44576"/>
                </a:moveTo>
                <a:lnTo>
                  <a:pt x="2074798" y="44576"/>
                </a:lnTo>
                <a:lnTo>
                  <a:pt x="2093340" y="66801"/>
                </a:lnTo>
                <a:lnTo>
                  <a:pt x="2084475" y="74209"/>
                </a:lnTo>
                <a:lnTo>
                  <a:pt x="2086102" y="148335"/>
                </a:lnTo>
                <a:lnTo>
                  <a:pt x="2131318" y="44576"/>
                </a:lnTo>
                <a:close/>
              </a:path>
              <a:path w="2150745" h="1800860">
                <a:moveTo>
                  <a:pt x="2074798" y="44576"/>
                </a:moveTo>
                <a:lnTo>
                  <a:pt x="2065870" y="52036"/>
                </a:lnTo>
                <a:lnTo>
                  <a:pt x="2084069" y="55752"/>
                </a:lnTo>
                <a:lnTo>
                  <a:pt x="2084475" y="74209"/>
                </a:lnTo>
                <a:lnTo>
                  <a:pt x="2093340" y="66801"/>
                </a:lnTo>
                <a:lnTo>
                  <a:pt x="2074798" y="44576"/>
                </a:lnTo>
                <a:close/>
              </a:path>
              <a:path w="2150745" h="1800860">
                <a:moveTo>
                  <a:pt x="2150744" y="0"/>
                </a:moveTo>
                <a:lnTo>
                  <a:pt x="1993264" y="37210"/>
                </a:lnTo>
                <a:lnTo>
                  <a:pt x="2065870" y="52036"/>
                </a:lnTo>
                <a:lnTo>
                  <a:pt x="2074798" y="44576"/>
                </a:lnTo>
                <a:lnTo>
                  <a:pt x="2131318" y="44576"/>
                </a:lnTo>
                <a:lnTo>
                  <a:pt x="21507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43890" y="2748533"/>
            <a:ext cx="1260475" cy="721360"/>
          </a:xfrm>
          <a:prstGeom prst="rect">
            <a:avLst/>
          </a:prstGeom>
          <a:solidFill>
            <a:srgbClr val="92D050"/>
          </a:solidFill>
          <a:ln w="38100">
            <a:solidFill>
              <a:srgbClr val="528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6865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35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857500" y="2747772"/>
            <a:ext cx="1260475" cy="721360"/>
          </a:xfrm>
          <a:prstGeom prst="rect">
            <a:avLst/>
          </a:prstGeom>
          <a:solidFill>
            <a:srgbClr val="FFD966"/>
          </a:solidFill>
          <a:ln w="914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274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10328" y="2747772"/>
            <a:ext cx="1260475" cy="721360"/>
          </a:xfrm>
          <a:prstGeom prst="rect">
            <a:avLst/>
          </a:prstGeom>
          <a:solidFill>
            <a:srgbClr val="FF9900"/>
          </a:solidFill>
          <a:ln w="914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274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02018" y="2748533"/>
            <a:ext cx="1260475" cy="721360"/>
          </a:xfrm>
          <a:prstGeom prst="rect">
            <a:avLst/>
          </a:prstGeom>
          <a:solidFill>
            <a:srgbClr val="92D050"/>
          </a:solidFill>
          <a:ln w="38099">
            <a:solidFill>
              <a:srgbClr val="528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0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4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956739"/>
            <a:ext cx="708914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55" indent="-36385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377190" algn="l"/>
              </a:tabLst>
            </a:pPr>
            <a:r>
              <a:rPr sz="2000" dirty="0">
                <a:latin typeface="Verdana"/>
                <a:cs typeface="Verdana"/>
              </a:rPr>
              <a:t>Qu’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-ce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passe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0" dirty="0">
                <a:latin typeface="Verdana"/>
                <a:cs typeface="Verdana"/>
              </a:rPr>
              <a:t>ré</a:t>
            </a:r>
            <a:r>
              <a:rPr sz="2000" dirty="0">
                <a:latin typeface="Verdana"/>
                <a:cs typeface="Verdana"/>
              </a:rPr>
              <a:t>duit</a:t>
            </a:r>
            <a:r>
              <a:rPr sz="2000" spc="-10" dirty="0">
                <a:latin typeface="Verdana"/>
                <a:cs typeface="Verdana"/>
              </a:rPr>
              <a:t> l</a:t>
            </a:r>
            <a:r>
              <a:rPr sz="2000" spc="-3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gasp</a:t>
            </a:r>
            <a:r>
              <a:rPr sz="2000" spc="-10" dirty="0">
                <a:latin typeface="Verdana"/>
                <a:cs typeface="Verdana"/>
              </a:rPr>
              <a:t>il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ag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5518" y="3858005"/>
            <a:ext cx="7501255" cy="500380"/>
          </a:xfrm>
          <a:custGeom>
            <a:avLst/>
            <a:gdLst/>
            <a:ahLst/>
            <a:cxnLst/>
            <a:rect l="l" t="t" r="r" b="b"/>
            <a:pathLst>
              <a:path w="7501255" h="500379">
                <a:moveTo>
                  <a:pt x="0" y="117983"/>
                </a:moveTo>
                <a:lnTo>
                  <a:pt x="7032498" y="117983"/>
                </a:lnTo>
                <a:lnTo>
                  <a:pt x="7032498" y="0"/>
                </a:lnTo>
                <a:lnTo>
                  <a:pt x="7501128" y="249936"/>
                </a:lnTo>
                <a:lnTo>
                  <a:pt x="7032498" y="499872"/>
                </a:lnTo>
                <a:lnTo>
                  <a:pt x="7032498" y="381889"/>
                </a:lnTo>
                <a:lnTo>
                  <a:pt x="0" y="381889"/>
                </a:lnTo>
                <a:lnTo>
                  <a:pt x="0" y="11798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3476" y="2512060"/>
            <a:ext cx="5097780" cy="127000"/>
          </a:xfrm>
          <a:custGeom>
            <a:avLst/>
            <a:gdLst/>
            <a:ahLst/>
            <a:cxnLst/>
            <a:rect l="l" t="t" r="r" b="b"/>
            <a:pathLst>
              <a:path w="5097780" h="127000">
                <a:moveTo>
                  <a:pt x="5021072" y="63500"/>
                </a:moveTo>
                <a:lnTo>
                  <a:pt x="4970272" y="127000"/>
                </a:lnTo>
                <a:lnTo>
                  <a:pt x="5084572" y="69850"/>
                </a:lnTo>
                <a:lnTo>
                  <a:pt x="5021072" y="69850"/>
                </a:lnTo>
                <a:lnTo>
                  <a:pt x="5021072" y="63500"/>
                </a:lnTo>
                <a:close/>
              </a:path>
              <a:path w="5097780" h="127000">
                <a:moveTo>
                  <a:pt x="5015992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5015992" y="69850"/>
                </a:lnTo>
                <a:lnTo>
                  <a:pt x="5021072" y="63500"/>
                </a:lnTo>
                <a:lnTo>
                  <a:pt x="5015992" y="57150"/>
                </a:lnTo>
                <a:close/>
              </a:path>
              <a:path w="5097780" h="127000">
                <a:moveTo>
                  <a:pt x="5084572" y="57150"/>
                </a:moveTo>
                <a:lnTo>
                  <a:pt x="5021072" y="57150"/>
                </a:lnTo>
                <a:lnTo>
                  <a:pt x="5021072" y="69850"/>
                </a:lnTo>
                <a:lnTo>
                  <a:pt x="5084572" y="69850"/>
                </a:lnTo>
                <a:lnTo>
                  <a:pt x="5097272" y="63500"/>
                </a:lnTo>
                <a:lnTo>
                  <a:pt x="5084572" y="57150"/>
                </a:lnTo>
                <a:close/>
              </a:path>
              <a:path w="5097780" h="127000">
                <a:moveTo>
                  <a:pt x="4970272" y="0"/>
                </a:moveTo>
                <a:lnTo>
                  <a:pt x="5021072" y="63500"/>
                </a:lnTo>
                <a:lnTo>
                  <a:pt x="5021072" y="57150"/>
                </a:lnTo>
                <a:lnTo>
                  <a:pt x="5084572" y="57150"/>
                </a:lnTo>
                <a:lnTo>
                  <a:pt x="4970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81326" y="3996813"/>
            <a:ext cx="5038090" cy="169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L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I</a:t>
            </a:r>
            <a:r>
              <a:rPr sz="1800" spc="-25" dirty="0">
                <a:latin typeface="Verdana"/>
                <a:cs typeface="Verdana"/>
              </a:rPr>
              <a:t>M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 </a:t>
            </a:r>
            <a:r>
              <a:rPr sz="1800" spc="-10" dirty="0">
                <a:latin typeface="Verdana"/>
                <a:cs typeface="Verdana"/>
              </a:rPr>
              <a:t>0.5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2</a:t>
            </a:r>
            <a:r>
              <a:rPr sz="1800" spc="-10" dirty="0">
                <a:latin typeface="Verdana"/>
                <a:cs typeface="Verdana"/>
              </a:rPr>
              <a:t>.5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"/>
              </a:spcBef>
            </a:pPr>
            <a:endParaRPr sz="2250">
              <a:latin typeface="Times New Roman"/>
              <a:cs typeface="Times New Roman"/>
            </a:endParaRPr>
          </a:p>
          <a:p>
            <a:pPr marL="402590" marR="5080" indent="-390525">
              <a:lnSpc>
                <a:spcPct val="100000"/>
              </a:lnSpc>
            </a:pPr>
            <a:r>
              <a:rPr sz="2800" spc="-20" dirty="0">
                <a:latin typeface="Verdana"/>
                <a:cs typeface="Verdana"/>
              </a:rPr>
              <a:t>Le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tem</a:t>
            </a:r>
            <a:r>
              <a:rPr sz="2800" spc="-25" dirty="0">
                <a:latin typeface="Verdana"/>
                <a:cs typeface="Verdana"/>
              </a:rPr>
              <a:t>p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d</a:t>
            </a:r>
            <a:r>
              <a:rPr sz="2800" spc="-20" dirty="0">
                <a:latin typeface="Verdana"/>
                <a:cs typeface="Verdana"/>
              </a:rPr>
              <a:t>e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c</a:t>
            </a:r>
            <a:r>
              <a:rPr sz="2800" spc="-50" dirty="0">
                <a:latin typeface="Verdana"/>
                <a:cs typeface="Verdana"/>
              </a:rPr>
              <a:t>y</a:t>
            </a:r>
            <a:r>
              <a:rPr sz="2800" spc="-15" dirty="0">
                <a:latin typeface="Verdana"/>
                <a:cs typeface="Verdana"/>
              </a:rPr>
              <a:t>c</a:t>
            </a:r>
            <a:r>
              <a:rPr sz="2800" spc="-30" dirty="0">
                <a:latin typeface="Verdana"/>
                <a:cs typeface="Verdana"/>
              </a:rPr>
              <a:t>l</a:t>
            </a:r>
            <a:r>
              <a:rPr sz="2800" spc="-20" dirty="0">
                <a:latin typeface="Verdana"/>
                <a:cs typeface="Verdana"/>
              </a:rPr>
              <a:t>e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est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pas</a:t>
            </a:r>
            <a:r>
              <a:rPr sz="2800" spc="-30" dirty="0">
                <a:latin typeface="Verdana"/>
                <a:cs typeface="Verdana"/>
              </a:rPr>
              <a:t>s</a:t>
            </a:r>
            <a:r>
              <a:rPr sz="2800" spc="-20" dirty="0">
                <a:latin typeface="Verdana"/>
                <a:cs typeface="Verdana"/>
              </a:rPr>
              <a:t>é</a:t>
            </a:r>
            <a:r>
              <a:rPr sz="2800" spc="-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d</a:t>
            </a:r>
            <a:r>
              <a:rPr sz="2800" spc="-20" dirty="0">
                <a:latin typeface="Verdana"/>
                <a:cs typeface="Verdana"/>
              </a:rPr>
              <a:t>e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8,5 jo</a:t>
            </a:r>
            <a:r>
              <a:rPr sz="2800" spc="-35" dirty="0">
                <a:latin typeface="Verdana"/>
                <a:cs typeface="Verdana"/>
              </a:rPr>
              <a:t>u</a:t>
            </a:r>
            <a:r>
              <a:rPr sz="2800" spc="-15" dirty="0">
                <a:latin typeface="Verdana"/>
                <a:cs typeface="Verdana"/>
              </a:rPr>
              <a:t>rs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à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2</a:t>
            </a:r>
            <a:r>
              <a:rPr sz="2800" spc="-15" dirty="0">
                <a:latin typeface="Verdana"/>
                <a:cs typeface="Verdana"/>
              </a:rPr>
              <a:t>,5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jo</a:t>
            </a:r>
            <a:r>
              <a:rPr sz="2800" spc="-35" dirty="0">
                <a:latin typeface="Verdana"/>
                <a:cs typeface="Verdana"/>
              </a:rPr>
              <a:t>u</a:t>
            </a:r>
            <a:r>
              <a:rPr sz="2800" spc="-15" dirty="0">
                <a:latin typeface="Verdana"/>
                <a:cs typeface="Verdana"/>
              </a:rPr>
              <a:t>rs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6848" y="3000751"/>
            <a:ext cx="9423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0,5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</a:t>
            </a:r>
            <a:r>
              <a:rPr sz="1800" spc="5" dirty="0">
                <a:latin typeface="Verdana"/>
                <a:cs typeface="Verdana"/>
              </a:rPr>
              <a:t>o</a:t>
            </a:r>
            <a:r>
              <a:rPr sz="1800" spc="-10" dirty="0">
                <a:latin typeface="Verdana"/>
                <a:cs typeface="Verdana"/>
              </a:rPr>
              <a:t>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9743" y="3000751"/>
            <a:ext cx="7118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890" y="2215133"/>
            <a:ext cx="1260475" cy="721360"/>
          </a:xfrm>
          <a:prstGeom prst="rect">
            <a:avLst/>
          </a:prstGeom>
          <a:solidFill>
            <a:srgbClr val="92D050"/>
          </a:solidFill>
          <a:ln w="38100">
            <a:solidFill>
              <a:srgbClr val="528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6865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7500" y="2214372"/>
            <a:ext cx="1260475" cy="721360"/>
          </a:xfrm>
          <a:prstGeom prst="rect">
            <a:avLst/>
          </a:prstGeom>
          <a:solidFill>
            <a:srgbClr val="FFD966"/>
          </a:solidFill>
          <a:ln w="914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274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02018" y="2215133"/>
            <a:ext cx="1260475" cy="721360"/>
          </a:xfrm>
          <a:prstGeom prst="rect">
            <a:avLst/>
          </a:prstGeom>
          <a:solidFill>
            <a:srgbClr val="92D050"/>
          </a:solidFill>
          <a:ln w="38099">
            <a:solidFill>
              <a:srgbClr val="528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0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4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62732" y="3038851"/>
            <a:ext cx="7118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04441" y="1399584"/>
            <a:ext cx="4986655" cy="1117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spc="-35" dirty="0">
                <a:latin typeface="Verdana"/>
                <a:cs typeface="Verdana"/>
              </a:rPr>
              <a:t>Lea</a:t>
            </a:r>
            <a:r>
              <a:rPr sz="4000" b="1" spc="-30" dirty="0">
                <a:latin typeface="Verdana"/>
                <a:cs typeface="Verdana"/>
              </a:rPr>
              <a:t>n</a:t>
            </a:r>
            <a:r>
              <a:rPr sz="4000" b="1" spc="10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+</a:t>
            </a:r>
            <a:r>
              <a:rPr sz="4000" b="1" spc="-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</a:t>
            </a:r>
            <a:r>
              <a:rPr sz="4000" b="1" spc="-10" dirty="0">
                <a:latin typeface="Verdana"/>
                <a:cs typeface="Verdana"/>
              </a:rPr>
              <a:t>i</a:t>
            </a:r>
            <a:r>
              <a:rPr sz="4000" b="1" spc="-30" dirty="0">
                <a:latin typeface="Verdana"/>
                <a:cs typeface="Verdana"/>
              </a:rPr>
              <a:t>x</a:t>
            </a:r>
            <a:r>
              <a:rPr sz="4000" b="1" spc="-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  <a:p>
            <a:pPr marL="3175" algn="ctr">
              <a:lnSpc>
                <a:spcPts val="4690"/>
              </a:lnSpc>
            </a:pPr>
            <a:r>
              <a:rPr sz="4000" b="1" spc="-35" dirty="0">
                <a:latin typeface="Verdana"/>
                <a:cs typeface="Verdana"/>
              </a:rPr>
              <a:t>=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2289" y="2619038"/>
            <a:ext cx="437578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690"/>
              </a:lnSpc>
            </a:pPr>
            <a:r>
              <a:rPr sz="4000" b="1" spc="-35" dirty="0">
                <a:latin typeface="Verdana"/>
                <a:cs typeface="Verdana"/>
              </a:rPr>
              <a:t>Lea</a:t>
            </a:r>
            <a:r>
              <a:rPr sz="4000" b="1" spc="-30" dirty="0">
                <a:latin typeface="Verdana"/>
                <a:cs typeface="Verdana"/>
              </a:rPr>
              <a:t>n</a:t>
            </a:r>
            <a:r>
              <a:rPr sz="4000" b="1" spc="20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</a:t>
            </a:r>
            <a:r>
              <a:rPr sz="4000" b="1" spc="-10" dirty="0">
                <a:latin typeface="Verdana"/>
                <a:cs typeface="Verdana"/>
              </a:rPr>
              <a:t>i</a:t>
            </a:r>
            <a:r>
              <a:rPr sz="4000" b="1" spc="-30" dirty="0">
                <a:latin typeface="Verdana"/>
                <a:cs typeface="Verdana"/>
              </a:rPr>
              <a:t>x</a:t>
            </a:r>
            <a:r>
              <a:rPr sz="4000" b="1" spc="-5" dirty="0">
                <a:latin typeface="Verdana"/>
                <a:cs typeface="Verdana"/>
              </a:rPr>
              <a:t> </a:t>
            </a:r>
            <a:r>
              <a:rPr sz="4000" b="1" spc="-30" dirty="0">
                <a:latin typeface="Verdana"/>
                <a:cs typeface="Verdana"/>
              </a:rPr>
              <a:t>Si</a:t>
            </a:r>
            <a:r>
              <a:rPr sz="4000" b="1" spc="-20" dirty="0">
                <a:latin typeface="Verdana"/>
                <a:cs typeface="Verdana"/>
              </a:rPr>
              <a:t>g</a:t>
            </a:r>
            <a:r>
              <a:rPr sz="4000" b="1" spc="-40" dirty="0">
                <a:latin typeface="Verdana"/>
                <a:cs typeface="Verdana"/>
              </a:rPr>
              <a:t>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41470" y="3306317"/>
            <a:ext cx="571500" cy="858519"/>
          </a:xfrm>
          <a:custGeom>
            <a:avLst/>
            <a:gdLst/>
            <a:ahLst/>
            <a:cxnLst/>
            <a:rect l="l" t="t" r="r" b="b"/>
            <a:pathLst>
              <a:path w="571500" h="858520">
                <a:moveTo>
                  <a:pt x="0" y="572261"/>
                </a:moveTo>
                <a:lnTo>
                  <a:pt x="142875" y="572261"/>
                </a:lnTo>
                <a:lnTo>
                  <a:pt x="142875" y="0"/>
                </a:lnTo>
                <a:lnTo>
                  <a:pt x="428625" y="0"/>
                </a:lnTo>
                <a:lnTo>
                  <a:pt x="428625" y="572261"/>
                </a:lnTo>
                <a:lnTo>
                  <a:pt x="571500" y="572261"/>
                </a:lnTo>
                <a:lnTo>
                  <a:pt x="285750" y="858011"/>
                </a:lnTo>
                <a:lnTo>
                  <a:pt x="0" y="57226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45691" y="4384425"/>
            <a:ext cx="5355590" cy="1362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270" algn="ctr">
              <a:lnSpc>
                <a:spcPct val="114999"/>
              </a:lnSpc>
            </a:pPr>
            <a:r>
              <a:rPr sz="2800" spc="-25" dirty="0">
                <a:latin typeface="Verdana"/>
                <a:cs typeface="Verdana"/>
              </a:rPr>
              <a:t>A</a:t>
            </a:r>
            <a:r>
              <a:rPr sz="2800" spc="-10" dirty="0">
                <a:latin typeface="Verdana"/>
                <a:cs typeface="Verdana"/>
              </a:rPr>
              <a:t>l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-25" dirty="0">
                <a:latin typeface="Verdana"/>
                <a:cs typeface="Verdana"/>
              </a:rPr>
              <a:t>gne</a:t>
            </a:r>
            <a:r>
              <a:rPr sz="2800" spc="-15" dirty="0">
                <a:latin typeface="Verdana"/>
                <a:cs typeface="Verdana"/>
              </a:rPr>
              <a:t>r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to</a:t>
            </a:r>
            <a:r>
              <a:rPr sz="2800" spc="-30" dirty="0">
                <a:latin typeface="Verdana"/>
                <a:cs typeface="Verdana"/>
              </a:rPr>
              <a:t>u</a:t>
            </a:r>
            <a:r>
              <a:rPr sz="2800" spc="-20" dirty="0">
                <a:latin typeface="Verdana"/>
                <a:cs typeface="Verdana"/>
              </a:rPr>
              <a:t>te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l</a:t>
            </a:r>
            <a:r>
              <a:rPr sz="2800" spc="-20" dirty="0">
                <a:latin typeface="Verdana"/>
                <a:cs typeface="Verdana"/>
              </a:rPr>
              <a:t>a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perfo</a:t>
            </a:r>
            <a:r>
              <a:rPr sz="2800" spc="-25" dirty="0">
                <a:latin typeface="Verdana"/>
                <a:cs typeface="Verdana"/>
              </a:rPr>
              <a:t>rma</a:t>
            </a:r>
            <a:r>
              <a:rPr sz="2800" spc="-15" dirty="0">
                <a:latin typeface="Verdana"/>
                <a:cs typeface="Verdana"/>
              </a:rPr>
              <a:t>n</a:t>
            </a:r>
            <a:r>
              <a:rPr sz="2800" spc="-20" dirty="0">
                <a:latin typeface="Verdana"/>
                <a:cs typeface="Verdana"/>
              </a:rPr>
              <a:t>ce</a:t>
            </a:r>
            <a:r>
              <a:rPr sz="2800" spc="-1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de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l’ent</a:t>
            </a:r>
            <a:r>
              <a:rPr sz="2800" spc="-25" dirty="0">
                <a:latin typeface="Verdana"/>
                <a:cs typeface="Verdana"/>
              </a:rPr>
              <a:t>r</a:t>
            </a:r>
            <a:r>
              <a:rPr sz="2800" spc="-20" dirty="0">
                <a:latin typeface="Verdana"/>
                <a:cs typeface="Verdana"/>
              </a:rPr>
              <a:t>epr</a:t>
            </a:r>
            <a:r>
              <a:rPr sz="2800" spc="-25" dirty="0">
                <a:latin typeface="Verdana"/>
                <a:cs typeface="Verdana"/>
              </a:rPr>
              <a:t>i</a:t>
            </a:r>
            <a:r>
              <a:rPr sz="2800" spc="-20" dirty="0">
                <a:latin typeface="Verdana"/>
                <a:cs typeface="Verdana"/>
              </a:rPr>
              <a:t>se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-35" dirty="0">
                <a:latin typeface="Verdana"/>
                <a:cs typeface="Verdana"/>
              </a:rPr>
              <a:t>u</a:t>
            </a:r>
            <a:r>
              <a:rPr sz="2800" spc="-15" dirty="0">
                <a:latin typeface="Verdana"/>
                <a:cs typeface="Verdana"/>
              </a:rPr>
              <a:t>r</a:t>
            </a:r>
            <a:r>
              <a:rPr sz="2800" spc="3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les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beso</a:t>
            </a:r>
            <a:r>
              <a:rPr sz="2800" spc="-25" dirty="0">
                <a:latin typeface="Verdana"/>
                <a:cs typeface="Verdana"/>
              </a:rPr>
              <a:t>i</a:t>
            </a:r>
            <a:r>
              <a:rPr sz="2800" spc="-20" dirty="0">
                <a:latin typeface="Verdana"/>
                <a:cs typeface="Verdana"/>
              </a:rPr>
              <a:t>ns</a:t>
            </a:r>
            <a:r>
              <a:rPr sz="2800" spc="-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d</a:t>
            </a:r>
            <a:r>
              <a:rPr sz="2800" spc="-20" dirty="0">
                <a:latin typeface="Verdana"/>
                <a:cs typeface="Verdana"/>
              </a:rPr>
              <a:t>u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CL</a:t>
            </a:r>
            <a:r>
              <a:rPr sz="2800" dirty="0">
                <a:latin typeface="Verdana"/>
                <a:cs typeface="Verdana"/>
              </a:rPr>
              <a:t>I</a:t>
            </a:r>
            <a:r>
              <a:rPr sz="2800" spc="-25" dirty="0">
                <a:latin typeface="Verdana"/>
                <a:cs typeface="Verdana"/>
              </a:rPr>
              <a:t>ENT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65" y="298603"/>
            <a:ext cx="8448040" cy="1000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9435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700">
              <a:latin typeface="Times New Roman"/>
              <a:cs typeface="Times New Roman"/>
            </a:endParaRPr>
          </a:p>
          <a:p>
            <a:pPr marL="376555" indent="-36385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377190" algn="l"/>
              </a:tabLst>
            </a:pPr>
            <a:r>
              <a:rPr sz="2000" dirty="0">
                <a:latin typeface="Verdana"/>
                <a:cs typeface="Verdana"/>
              </a:rPr>
              <a:t>La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puiss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nce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5" dirty="0">
                <a:latin typeface="Verdana"/>
                <a:cs typeface="Verdana"/>
              </a:rPr>
              <a:t> 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bin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iso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0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 </a:t>
            </a:r>
            <a:r>
              <a:rPr sz="2000" spc="-10" dirty="0">
                <a:latin typeface="Verdana"/>
                <a:cs typeface="Verdana"/>
              </a:rPr>
              <a:t>Le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5" dirty="0">
                <a:latin typeface="Verdana"/>
                <a:cs typeface="Verdana"/>
              </a:rPr>
              <a:t> 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2109790"/>
            <a:ext cx="228092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Verdana"/>
                <a:cs typeface="Verdana"/>
              </a:rPr>
              <a:t>Si</a:t>
            </a:r>
            <a:r>
              <a:rPr sz="3200" b="1" dirty="0">
                <a:latin typeface="Verdana"/>
                <a:cs typeface="Verdana"/>
              </a:rPr>
              <a:t>x</a:t>
            </a:r>
            <a:r>
              <a:rPr sz="3200" b="1" spc="5" dirty="0">
                <a:latin typeface="Verdana"/>
                <a:cs typeface="Verdana"/>
              </a:rPr>
              <a:t> </a:t>
            </a:r>
            <a:r>
              <a:rPr sz="3200" b="1" spc="-5" dirty="0">
                <a:latin typeface="Verdana"/>
                <a:cs typeface="Verdana"/>
              </a:rPr>
              <a:t>Sig</a:t>
            </a:r>
            <a:r>
              <a:rPr sz="3200" b="1" spc="10" dirty="0">
                <a:latin typeface="Verdana"/>
                <a:cs typeface="Verdana"/>
              </a:rPr>
              <a:t>m</a:t>
            </a:r>
            <a:r>
              <a:rPr sz="3200" b="1" dirty="0">
                <a:latin typeface="Verdana"/>
                <a:cs typeface="Verdana"/>
              </a:rPr>
              <a:t>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049" y="2805121"/>
            <a:ext cx="346773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9420" indent="-426720">
              <a:lnSpc>
                <a:spcPct val="100000"/>
              </a:lnSpc>
              <a:buClr>
                <a:srgbClr val="EE3D42"/>
              </a:buClr>
              <a:buFont typeface="Segoe UI Symbol"/>
              <a:buChar char="➢"/>
              <a:tabLst>
                <a:tab pos="439420" algn="l"/>
              </a:tabLst>
            </a:pPr>
            <a:r>
              <a:rPr sz="1900" spc="-20" dirty="0">
                <a:latin typeface="Verdana"/>
                <a:cs typeface="Verdana"/>
              </a:rPr>
              <a:t>Ré</a:t>
            </a:r>
            <a:r>
              <a:rPr sz="1900" spc="-25" dirty="0">
                <a:latin typeface="Verdana"/>
                <a:cs typeface="Verdana"/>
              </a:rPr>
              <a:t>d</a:t>
            </a:r>
            <a:r>
              <a:rPr sz="1900" spc="-15" dirty="0">
                <a:latin typeface="Verdana"/>
                <a:cs typeface="Verdana"/>
              </a:rPr>
              <a:t>u</a:t>
            </a:r>
            <a:r>
              <a:rPr sz="1900" spc="-20" dirty="0">
                <a:latin typeface="Verdana"/>
                <a:cs typeface="Verdana"/>
              </a:rPr>
              <a:t>c</a:t>
            </a:r>
            <a:r>
              <a:rPr sz="1900" spc="-10" dirty="0">
                <a:latin typeface="Verdana"/>
                <a:cs typeface="Verdana"/>
              </a:rPr>
              <a:t>tion</a:t>
            </a:r>
            <a:r>
              <a:rPr sz="1900" spc="25" dirty="0">
                <a:latin typeface="Verdana"/>
                <a:cs typeface="Verdana"/>
              </a:rPr>
              <a:t> </a:t>
            </a:r>
            <a:r>
              <a:rPr sz="1900" spc="-25" dirty="0">
                <a:latin typeface="Verdana"/>
                <a:cs typeface="Verdana"/>
              </a:rPr>
              <a:t>d</a:t>
            </a:r>
            <a:r>
              <a:rPr sz="1900" spc="-15" dirty="0">
                <a:latin typeface="Verdana"/>
                <a:cs typeface="Verdana"/>
              </a:rPr>
              <a:t>e</a:t>
            </a:r>
            <a:r>
              <a:rPr sz="1900" spc="5" dirty="0">
                <a:latin typeface="Verdana"/>
                <a:cs typeface="Verdana"/>
              </a:rPr>
              <a:t> </a:t>
            </a:r>
            <a:r>
              <a:rPr sz="1900" spc="-20" dirty="0">
                <a:latin typeface="Verdana"/>
                <a:cs typeface="Verdana"/>
              </a:rPr>
              <a:t>l</a:t>
            </a:r>
            <a:r>
              <a:rPr sz="1900" spc="-15" dirty="0">
                <a:latin typeface="Verdana"/>
                <a:cs typeface="Verdana"/>
              </a:rPr>
              <a:t>a</a:t>
            </a:r>
            <a:r>
              <a:rPr sz="1900" dirty="0">
                <a:latin typeface="Verdana"/>
                <a:cs typeface="Verdana"/>
              </a:rPr>
              <a:t> </a:t>
            </a:r>
            <a:r>
              <a:rPr sz="1900" spc="-45" dirty="0">
                <a:latin typeface="Verdana"/>
                <a:cs typeface="Verdana"/>
              </a:rPr>
              <a:t>v</a:t>
            </a:r>
            <a:r>
              <a:rPr sz="1900" spc="-15" dirty="0">
                <a:latin typeface="Verdana"/>
                <a:cs typeface="Verdana"/>
              </a:rPr>
              <a:t>a</a:t>
            </a:r>
            <a:r>
              <a:rPr sz="1900" spc="-20" dirty="0">
                <a:latin typeface="Verdana"/>
                <a:cs typeface="Verdana"/>
              </a:rPr>
              <a:t>r</a:t>
            </a:r>
            <a:r>
              <a:rPr sz="1900" spc="-15" dirty="0">
                <a:latin typeface="Verdana"/>
                <a:cs typeface="Verdana"/>
              </a:rPr>
              <a:t>iation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7049" y="3384747"/>
            <a:ext cx="313753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9420" indent="-426720">
              <a:lnSpc>
                <a:spcPct val="100000"/>
              </a:lnSpc>
              <a:buClr>
                <a:srgbClr val="EE3D42"/>
              </a:buClr>
              <a:buFont typeface="Segoe UI Symbol"/>
              <a:buChar char="➢"/>
              <a:tabLst>
                <a:tab pos="439420" algn="l"/>
              </a:tabLst>
            </a:pPr>
            <a:r>
              <a:rPr sz="1900" spc="-20" dirty="0">
                <a:latin typeface="Verdana"/>
                <a:cs typeface="Verdana"/>
              </a:rPr>
              <a:t>Réduc</a:t>
            </a:r>
            <a:r>
              <a:rPr sz="1900" spc="-15" dirty="0">
                <a:latin typeface="Verdana"/>
                <a:cs typeface="Verdana"/>
              </a:rPr>
              <a:t>tion</a:t>
            </a:r>
            <a:r>
              <a:rPr sz="1900" spc="30" dirty="0">
                <a:latin typeface="Verdana"/>
                <a:cs typeface="Verdana"/>
              </a:rPr>
              <a:t> </a:t>
            </a:r>
            <a:r>
              <a:rPr sz="1900" spc="-15" dirty="0">
                <a:latin typeface="Verdana"/>
                <a:cs typeface="Verdana"/>
              </a:rPr>
              <a:t>d</a:t>
            </a:r>
            <a:r>
              <a:rPr sz="1900" spc="-25" dirty="0">
                <a:latin typeface="Verdana"/>
                <a:cs typeface="Verdana"/>
              </a:rPr>
              <a:t>e</a:t>
            </a:r>
            <a:r>
              <a:rPr sz="1900" spc="-10" dirty="0">
                <a:latin typeface="Verdana"/>
                <a:cs typeface="Verdana"/>
              </a:rPr>
              <a:t>s</a:t>
            </a:r>
            <a:r>
              <a:rPr sz="1900" spc="10" dirty="0">
                <a:latin typeface="Verdana"/>
                <a:cs typeface="Verdana"/>
              </a:rPr>
              <a:t> </a:t>
            </a:r>
            <a:r>
              <a:rPr sz="1900" spc="-15" dirty="0">
                <a:latin typeface="Verdana"/>
                <a:cs typeface="Verdana"/>
              </a:rPr>
              <a:t>d</a:t>
            </a:r>
            <a:r>
              <a:rPr sz="1900" spc="-25" dirty="0">
                <a:latin typeface="Verdana"/>
                <a:cs typeface="Verdana"/>
              </a:rPr>
              <a:t>é</a:t>
            </a:r>
            <a:r>
              <a:rPr sz="1900" spc="-10" dirty="0">
                <a:latin typeface="Verdana"/>
                <a:cs typeface="Verdana"/>
              </a:rPr>
              <a:t>fauts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4921" y="4262059"/>
            <a:ext cx="111633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Verdana"/>
                <a:cs typeface="Verdana"/>
              </a:rPr>
              <a:t>Lean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8372" y="4877632"/>
            <a:ext cx="7959725" cy="119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9420" indent="-426720">
              <a:lnSpc>
                <a:spcPct val="100000"/>
              </a:lnSpc>
              <a:buClr>
                <a:srgbClr val="EE3D42"/>
              </a:buClr>
              <a:buFont typeface="Segoe UI Symbol"/>
              <a:buChar char="➢"/>
              <a:tabLst>
                <a:tab pos="439420" algn="l"/>
              </a:tabLst>
            </a:pPr>
            <a:r>
              <a:rPr sz="1900" spc="-20" dirty="0">
                <a:latin typeface="Verdana"/>
                <a:cs typeface="Verdana"/>
              </a:rPr>
              <a:t>Réductio</a:t>
            </a:r>
            <a:r>
              <a:rPr sz="1900" spc="-15" dirty="0">
                <a:latin typeface="Verdana"/>
                <a:cs typeface="Verdana"/>
              </a:rPr>
              <a:t>n</a:t>
            </a:r>
            <a:r>
              <a:rPr sz="1900" spc="40" dirty="0">
                <a:latin typeface="Verdana"/>
                <a:cs typeface="Verdana"/>
              </a:rPr>
              <a:t> </a:t>
            </a:r>
            <a:r>
              <a:rPr sz="1900" spc="-20" dirty="0">
                <a:latin typeface="Verdana"/>
                <a:cs typeface="Verdana"/>
              </a:rPr>
              <a:t>de</a:t>
            </a:r>
            <a:r>
              <a:rPr sz="1900" spc="-10" dirty="0">
                <a:latin typeface="Verdana"/>
                <a:cs typeface="Verdana"/>
              </a:rPr>
              <a:t>s</a:t>
            </a:r>
            <a:r>
              <a:rPr sz="1900" spc="1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gaspilla</a:t>
            </a:r>
            <a:r>
              <a:rPr sz="1900" spc="-20" dirty="0">
                <a:latin typeface="Verdana"/>
                <a:cs typeface="Verdana"/>
              </a:rPr>
              <a:t>g</a:t>
            </a:r>
            <a:r>
              <a:rPr sz="1900" spc="-15" dirty="0">
                <a:latin typeface="Verdana"/>
                <a:cs typeface="Verdana"/>
              </a:rPr>
              <a:t>es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950">
              <a:latin typeface="Times New Roman"/>
              <a:cs typeface="Times New Roman"/>
            </a:endParaRPr>
          </a:p>
          <a:p>
            <a:pPr marL="941705">
              <a:lnSpc>
                <a:spcPct val="100000"/>
              </a:lnSpc>
            </a:pPr>
            <a:r>
              <a:rPr sz="2400" b="1" dirty="0">
                <a:latin typeface="Verdana"/>
                <a:cs typeface="Verdana"/>
              </a:rPr>
              <a:t>… po</a:t>
            </a:r>
            <a:r>
              <a:rPr sz="2400" b="1" spc="-10" dirty="0">
                <a:latin typeface="Verdana"/>
                <a:cs typeface="Verdana"/>
              </a:rPr>
              <a:t>u</a:t>
            </a:r>
            <a:r>
              <a:rPr sz="2400" b="1" dirty="0">
                <a:latin typeface="Verdana"/>
                <a:cs typeface="Verdana"/>
              </a:rPr>
              <a:t>r</a:t>
            </a:r>
            <a:r>
              <a:rPr sz="2400" b="1" spc="10" dirty="0">
                <a:latin typeface="Verdana"/>
                <a:cs typeface="Verdana"/>
              </a:rPr>
              <a:t> </a:t>
            </a:r>
            <a:r>
              <a:rPr sz="2400" b="1" dirty="0">
                <a:latin typeface="Verdana"/>
                <a:cs typeface="Verdana"/>
              </a:rPr>
              <a:t>répo</a:t>
            </a:r>
            <a:r>
              <a:rPr sz="2400" b="1" spc="-10" dirty="0">
                <a:latin typeface="Verdana"/>
                <a:cs typeface="Verdana"/>
              </a:rPr>
              <a:t>n</a:t>
            </a:r>
            <a:r>
              <a:rPr sz="2400" b="1" dirty="0">
                <a:latin typeface="Verdana"/>
                <a:cs typeface="Verdana"/>
              </a:rPr>
              <a:t>dre aux exigences</a:t>
            </a:r>
            <a:r>
              <a:rPr sz="2400" b="1" spc="20" dirty="0">
                <a:latin typeface="Verdana"/>
                <a:cs typeface="Verdana"/>
              </a:rPr>
              <a:t> </a:t>
            </a:r>
            <a:r>
              <a:rPr sz="2400" b="1" dirty="0">
                <a:latin typeface="Verdana"/>
                <a:cs typeface="Verdana"/>
              </a:rPr>
              <a:t>du </a:t>
            </a:r>
            <a:r>
              <a:rPr sz="2400" b="1" spc="5" dirty="0">
                <a:latin typeface="Verdana"/>
                <a:cs typeface="Verdana"/>
              </a:rPr>
              <a:t>c</a:t>
            </a:r>
            <a:r>
              <a:rPr sz="2400" b="1" dirty="0">
                <a:latin typeface="Verdana"/>
                <a:cs typeface="Verdana"/>
              </a:rPr>
              <a:t>l</a:t>
            </a:r>
            <a:r>
              <a:rPr sz="2400" b="1" spc="-10" dirty="0">
                <a:latin typeface="Verdana"/>
                <a:cs typeface="Verdana"/>
              </a:rPr>
              <a:t>i</a:t>
            </a:r>
            <a:r>
              <a:rPr sz="2400" b="1" dirty="0">
                <a:latin typeface="Verdana"/>
                <a:cs typeface="Verdana"/>
              </a:rPr>
              <a:t>ent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1333" y="2840167"/>
            <a:ext cx="2947670" cy="2018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62500"/>
              </a:lnSpc>
            </a:pPr>
            <a:r>
              <a:rPr sz="3200" b="1" spc="-5" dirty="0">
                <a:latin typeface="Verdana"/>
                <a:cs typeface="Verdana"/>
              </a:rPr>
              <a:t>EXA</a:t>
            </a:r>
            <a:r>
              <a:rPr sz="3200" b="1" spc="-10" dirty="0">
                <a:latin typeface="Verdana"/>
                <a:cs typeface="Verdana"/>
              </a:rPr>
              <a:t>C</a:t>
            </a:r>
            <a:r>
              <a:rPr sz="3200" b="1" dirty="0">
                <a:latin typeface="Verdana"/>
                <a:cs typeface="Verdana"/>
              </a:rPr>
              <a:t>TITUDE </a:t>
            </a:r>
            <a:r>
              <a:rPr sz="3200" b="1" spc="-5" dirty="0">
                <a:latin typeface="Verdana"/>
                <a:cs typeface="Verdana"/>
              </a:rPr>
              <a:t>STABILITE </a:t>
            </a:r>
            <a:r>
              <a:rPr sz="3200" b="1" dirty="0">
                <a:latin typeface="Verdana"/>
                <a:cs typeface="Verdana"/>
              </a:rPr>
              <a:t>VITESSE</a:t>
            </a:r>
            <a:r>
              <a:rPr sz="3200" b="1" spc="-25" dirty="0">
                <a:latin typeface="Verdana"/>
                <a:cs typeface="Verdana"/>
              </a:rPr>
              <a:t>.</a:t>
            </a:r>
            <a:r>
              <a:rPr sz="3200" b="1" spc="-5" dirty="0">
                <a:latin typeface="Verdana"/>
                <a:cs typeface="Verdana"/>
              </a:rPr>
              <a:t>..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32553" y="1928622"/>
            <a:ext cx="571500" cy="3429000"/>
          </a:xfrm>
          <a:custGeom>
            <a:avLst/>
            <a:gdLst/>
            <a:ahLst/>
            <a:cxnLst/>
            <a:rect l="l" t="t" r="r" b="b"/>
            <a:pathLst>
              <a:path w="571500" h="3429000">
                <a:moveTo>
                  <a:pt x="0" y="0"/>
                </a:moveTo>
                <a:lnTo>
                  <a:pt x="46361" y="4295"/>
                </a:lnTo>
                <a:lnTo>
                  <a:pt x="90336" y="16731"/>
                </a:lnTo>
                <a:lnTo>
                  <a:pt x="131338" y="36632"/>
                </a:lnTo>
                <a:lnTo>
                  <a:pt x="168779" y="63321"/>
                </a:lnTo>
                <a:lnTo>
                  <a:pt x="202072" y="96123"/>
                </a:lnTo>
                <a:lnTo>
                  <a:pt x="230629" y="134361"/>
                </a:lnTo>
                <a:lnTo>
                  <a:pt x="253863" y="177361"/>
                </a:lnTo>
                <a:lnTo>
                  <a:pt x="271186" y="224446"/>
                </a:lnTo>
                <a:lnTo>
                  <a:pt x="282011" y="274940"/>
                </a:lnTo>
                <a:lnTo>
                  <a:pt x="285750" y="328168"/>
                </a:lnTo>
                <a:lnTo>
                  <a:pt x="285750" y="1386332"/>
                </a:lnTo>
                <a:lnTo>
                  <a:pt x="286696" y="1413245"/>
                </a:lnTo>
                <a:lnTo>
                  <a:pt x="294052" y="1465190"/>
                </a:lnTo>
                <a:lnTo>
                  <a:pt x="308199" y="1514064"/>
                </a:lnTo>
                <a:lnTo>
                  <a:pt x="328551" y="1559191"/>
                </a:lnTo>
                <a:lnTo>
                  <a:pt x="354519" y="1599894"/>
                </a:lnTo>
                <a:lnTo>
                  <a:pt x="385518" y="1635499"/>
                </a:lnTo>
                <a:lnTo>
                  <a:pt x="420958" y="1665329"/>
                </a:lnTo>
                <a:lnTo>
                  <a:pt x="460253" y="1688709"/>
                </a:lnTo>
                <a:lnTo>
                  <a:pt x="502816" y="1704961"/>
                </a:lnTo>
                <a:lnTo>
                  <a:pt x="548057" y="1713412"/>
                </a:lnTo>
                <a:lnTo>
                  <a:pt x="571500" y="1714500"/>
                </a:lnTo>
                <a:lnTo>
                  <a:pt x="548057" y="1715587"/>
                </a:lnTo>
                <a:lnTo>
                  <a:pt x="502816" y="1724038"/>
                </a:lnTo>
                <a:lnTo>
                  <a:pt x="460253" y="1740290"/>
                </a:lnTo>
                <a:lnTo>
                  <a:pt x="420958" y="1763670"/>
                </a:lnTo>
                <a:lnTo>
                  <a:pt x="385518" y="1793500"/>
                </a:lnTo>
                <a:lnTo>
                  <a:pt x="354519" y="1829105"/>
                </a:lnTo>
                <a:lnTo>
                  <a:pt x="328551" y="1869808"/>
                </a:lnTo>
                <a:lnTo>
                  <a:pt x="308199" y="1914935"/>
                </a:lnTo>
                <a:lnTo>
                  <a:pt x="294052" y="1963809"/>
                </a:lnTo>
                <a:lnTo>
                  <a:pt x="286696" y="2015754"/>
                </a:lnTo>
                <a:lnTo>
                  <a:pt x="285750" y="2042668"/>
                </a:lnTo>
                <a:lnTo>
                  <a:pt x="285750" y="3100832"/>
                </a:lnTo>
                <a:lnTo>
                  <a:pt x="284803" y="3127745"/>
                </a:lnTo>
                <a:lnTo>
                  <a:pt x="277447" y="3179690"/>
                </a:lnTo>
                <a:lnTo>
                  <a:pt x="263300" y="3228564"/>
                </a:lnTo>
                <a:lnTo>
                  <a:pt x="242948" y="3273691"/>
                </a:lnTo>
                <a:lnTo>
                  <a:pt x="216980" y="3314394"/>
                </a:lnTo>
                <a:lnTo>
                  <a:pt x="185981" y="3349999"/>
                </a:lnTo>
                <a:lnTo>
                  <a:pt x="150541" y="3379829"/>
                </a:lnTo>
                <a:lnTo>
                  <a:pt x="111246" y="3403209"/>
                </a:lnTo>
                <a:lnTo>
                  <a:pt x="68683" y="3419461"/>
                </a:lnTo>
                <a:lnTo>
                  <a:pt x="23442" y="3427912"/>
                </a:lnTo>
                <a:lnTo>
                  <a:pt x="0" y="34290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54346" y="1942533"/>
            <a:ext cx="3509010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i="1" spc="-5" dirty="0">
                <a:latin typeface="Verdana"/>
                <a:cs typeface="Verdana"/>
              </a:rPr>
              <a:t>Le</a:t>
            </a:r>
            <a:r>
              <a:rPr sz="3200" b="1" i="1" spc="-15" dirty="0">
                <a:latin typeface="Verdana"/>
                <a:cs typeface="Verdana"/>
              </a:rPr>
              <a:t>a</a:t>
            </a:r>
            <a:r>
              <a:rPr sz="3200" b="1" i="1" dirty="0">
                <a:latin typeface="Verdana"/>
                <a:cs typeface="Verdana"/>
              </a:rPr>
              <a:t>n </a:t>
            </a:r>
            <a:r>
              <a:rPr sz="3200" b="1" i="1" spc="-5" dirty="0">
                <a:latin typeface="Verdana"/>
                <a:cs typeface="Verdana"/>
              </a:rPr>
              <a:t>Si</a:t>
            </a:r>
            <a:r>
              <a:rPr sz="3200" b="1" i="1" dirty="0">
                <a:latin typeface="Verdana"/>
                <a:cs typeface="Verdana"/>
              </a:rPr>
              <a:t>x</a:t>
            </a:r>
            <a:r>
              <a:rPr sz="3200" b="1" i="1" spc="-5" dirty="0">
                <a:latin typeface="Verdana"/>
                <a:cs typeface="Verdana"/>
              </a:rPr>
              <a:t> Sigma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13703" y="4308347"/>
            <a:ext cx="1728216" cy="17297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642" y="1092968"/>
            <a:ext cx="6934834" cy="749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20" dirty="0">
                <a:latin typeface="Verdana"/>
                <a:cs typeface="Verdana"/>
              </a:rPr>
              <a:t>Le</a:t>
            </a:r>
            <a:r>
              <a:rPr sz="2800" b="1" spc="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triangle</a:t>
            </a:r>
            <a:r>
              <a:rPr sz="2800" b="1" spc="40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d’Or</a:t>
            </a:r>
            <a:r>
              <a:rPr sz="2800" b="1" spc="-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du</a:t>
            </a:r>
            <a:r>
              <a:rPr sz="2800" b="1" spc="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Lean</a:t>
            </a:r>
            <a:r>
              <a:rPr sz="2800" b="1" spc="30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Six</a:t>
            </a:r>
            <a:r>
              <a:rPr sz="2800" b="1" spc="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Sig</a:t>
            </a:r>
            <a:r>
              <a:rPr sz="2800" b="1" spc="-25" dirty="0">
                <a:latin typeface="Verdana"/>
                <a:cs typeface="Verdana"/>
              </a:rPr>
              <a:t>m</a:t>
            </a:r>
            <a:r>
              <a:rPr sz="2800" b="1" spc="-20" dirty="0">
                <a:latin typeface="Verdana"/>
                <a:cs typeface="Verdana"/>
              </a:rPr>
              <a:t>a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i="1" dirty="0">
                <a:latin typeface="Verdana"/>
                <a:cs typeface="Verdana"/>
              </a:rPr>
              <a:t>ou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l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bo</a:t>
            </a:r>
            <a:r>
              <a:rPr sz="2000" i="1" dirty="0">
                <a:latin typeface="Verdana"/>
                <a:cs typeface="Verdana"/>
              </a:rPr>
              <a:t>n</a:t>
            </a:r>
            <a:r>
              <a:rPr sz="2000" i="1" spc="-2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a</a:t>
            </a:r>
            <a:r>
              <a:rPr sz="2000" i="1" spc="-10" dirty="0">
                <a:latin typeface="Verdana"/>
                <a:cs typeface="Verdana"/>
              </a:rPr>
              <a:t>r</a:t>
            </a:r>
            <a:r>
              <a:rPr sz="2000" i="1" dirty="0">
                <a:latin typeface="Verdana"/>
                <a:cs typeface="Verdana"/>
              </a:rPr>
              <a:t>bitrage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ntre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55620" y="3427476"/>
            <a:ext cx="2766822" cy="21922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62502" y="4739766"/>
            <a:ext cx="1195070" cy="807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spc="-165" dirty="0">
                <a:latin typeface="Calibri"/>
                <a:cs typeface="Calibri"/>
              </a:rPr>
              <a:t>T</a:t>
            </a:r>
            <a:r>
              <a:rPr sz="2800" b="1" spc="-20" dirty="0">
                <a:latin typeface="Calibri"/>
                <a:cs typeface="Calibri"/>
              </a:rPr>
              <a:t>riangl</a:t>
            </a:r>
            <a:r>
              <a:rPr sz="2800" b="1" spc="-15" dirty="0"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b="1" spc="-15" dirty="0">
                <a:latin typeface="Calibri"/>
                <a:cs typeface="Calibri"/>
              </a:rPr>
              <a:t>d</a:t>
            </a:r>
            <a:r>
              <a:rPr sz="2800" b="1" spc="-110" dirty="0">
                <a:latin typeface="Calibri"/>
                <a:cs typeface="Calibri"/>
              </a:rPr>
              <a:t>’</a:t>
            </a:r>
            <a:r>
              <a:rPr sz="2800" b="1" spc="-15" dirty="0">
                <a:latin typeface="Calibri"/>
                <a:cs typeface="Calibri"/>
              </a:rPr>
              <a:t>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81911" y="4434840"/>
            <a:ext cx="1295400" cy="1295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12691" y="1949195"/>
            <a:ext cx="923543" cy="9220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29258" y="5756022"/>
            <a:ext cx="1584325" cy="513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spc="-5" dirty="0">
                <a:latin typeface="Verdana"/>
                <a:cs typeface="Verdana"/>
              </a:rPr>
              <a:t>Qu</a:t>
            </a:r>
            <a:r>
              <a:rPr sz="2000" b="1" spc="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lité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sz="1200" i="1" spc="-10" dirty="0">
                <a:latin typeface="Verdana"/>
                <a:cs typeface="Verdana"/>
              </a:rPr>
              <a:t>Des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c</a:t>
            </a:r>
            <a:r>
              <a:rPr sz="1200" i="1" spc="-10" dirty="0">
                <a:latin typeface="Verdana"/>
                <a:cs typeface="Verdana"/>
              </a:rPr>
              <a:t>lie</a:t>
            </a:r>
            <a:r>
              <a:rPr sz="1200" i="1" spc="-15" dirty="0">
                <a:latin typeface="Verdana"/>
                <a:cs typeface="Verdana"/>
              </a:rPr>
              <a:t>n</a:t>
            </a:r>
            <a:r>
              <a:rPr sz="1200" i="1" spc="-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s</a:t>
            </a:r>
            <a:r>
              <a:rPr sz="1200" i="1" spc="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sa</a:t>
            </a:r>
            <a:r>
              <a:rPr sz="1200" i="1" spc="-1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isf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spc="-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39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87236" y="5842638"/>
            <a:ext cx="159702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55"/>
              </a:lnSpc>
            </a:pPr>
            <a:r>
              <a:rPr sz="2000" b="1" dirty="0">
                <a:latin typeface="Verdana"/>
                <a:cs typeface="Verdana"/>
              </a:rPr>
              <a:t>Coût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ts val="1295"/>
              </a:lnSpc>
            </a:pPr>
            <a:r>
              <a:rPr sz="1200" i="1" spc="-10" dirty="0">
                <a:latin typeface="Verdana"/>
                <a:cs typeface="Verdana"/>
              </a:rPr>
              <a:t>Un </a:t>
            </a:r>
            <a:r>
              <a:rPr sz="1200" i="1" spc="-5" dirty="0">
                <a:latin typeface="Verdana"/>
                <a:cs typeface="Verdana"/>
              </a:rPr>
              <a:t>b</a:t>
            </a:r>
            <a:r>
              <a:rPr sz="1200" i="1" spc="-15" dirty="0">
                <a:latin typeface="Verdana"/>
                <a:cs typeface="Verdana"/>
              </a:rPr>
              <a:t>u</a:t>
            </a:r>
            <a:r>
              <a:rPr sz="1200" i="1" dirty="0">
                <a:latin typeface="Verdana"/>
                <a:cs typeface="Verdana"/>
              </a:rPr>
              <a:t>s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spc="-15" dirty="0">
                <a:latin typeface="Verdana"/>
                <a:cs typeface="Verdana"/>
              </a:rPr>
              <a:t>n</a:t>
            </a:r>
            <a:r>
              <a:rPr sz="1200" i="1" spc="-10" dirty="0">
                <a:latin typeface="Verdana"/>
                <a:cs typeface="Verdana"/>
              </a:rPr>
              <a:t>ess</a:t>
            </a:r>
            <a:r>
              <a:rPr sz="1200" i="1" spc="1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sa</a:t>
            </a:r>
            <a:r>
              <a:rPr sz="1200" i="1" spc="-1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isf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97122" y="2906804"/>
            <a:ext cx="2241550" cy="453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350"/>
              </a:lnSpc>
            </a:pPr>
            <a:r>
              <a:rPr sz="2000" b="1" dirty="0">
                <a:latin typeface="Verdana"/>
                <a:cs typeface="Verdana"/>
              </a:rPr>
              <a:t>Temps</a:t>
            </a:r>
            <a:r>
              <a:rPr sz="2000" b="1" spc="-3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Cycle</a:t>
            </a:r>
            <a:endParaRPr sz="2000">
              <a:latin typeface="Verdana"/>
              <a:cs typeface="Verdana"/>
            </a:endParaRPr>
          </a:p>
          <a:p>
            <a:pPr marL="90170" algn="ctr">
              <a:lnSpc>
                <a:spcPts val="1390"/>
              </a:lnSpc>
            </a:pPr>
            <a:r>
              <a:rPr sz="1200" i="1" spc="-10" dirty="0">
                <a:latin typeface="Verdana"/>
                <a:cs typeface="Verdana"/>
              </a:rPr>
              <a:t>Des</a:t>
            </a:r>
            <a:r>
              <a:rPr sz="1200" i="1" spc="-5" dirty="0">
                <a:latin typeface="Verdana"/>
                <a:cs typeface="Verdana"/>
              </a:rPr>
              <a:t> p</a:t>
            </a:r>
            <a:r>
              <a:rPr sz="1200" i="1" spc="-10" dirty="0">
                <a:latin typeface="Verdana"/>
                <a:cs typeface="Verdana"/>
              </a:rPr>
              <a:t>r</a:t>
            </a:r>
            <a:r>
              <a:rPr sz="1200" i="1" spc="-5" dirty="0">
                <a:latin typeface="Verdana"/>
                <a:cs typeface="Verdana"/>
              </a:rPr>
              <a:t>o</a:t>
            </a:r>
            <a:r>
              <a:rPr sz="1200" i="1" spc="-10" dirty="0">
                <a:latin typeface="Verdana"/>
                <a:cs typeface="Verdana"/>
              </a:rPr>
              <a:t>cessus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spc="-15" dirty="0">
                <a:latin typeface="Verdana"/>
                <a:cs typeface="Verdana"/>
              </a:rPr>
              <a:t>s</a:t>
            </a:r>
            <a:r>
              <a:rPr sz="1200" i="1" spc="-10" dirty="0">
                <a:latin typeface="Verdana"/>
                <a:cs typeface="Verdana"/>
              </a:rPr>
              <a:t>a</a:t>
            </a:r>
            <a:r>
              <a:rPr sz="1200" i="1" spc="-1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isf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spc="-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9146" y="4725161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5256276" y="0"/>
                </a:moveTo>
                <a:lnTo>
                  <a:pt x="5256276" y="288036"/>
                </a:lnTo>
                <a:lnTo>
                  <a:pt x="0" y="288036"/>
                </a:lnTo>
                <a:lnTo>
                  <a:pt x="0" y="864108"/>
                </a:lnTo>
                <a:lnTo>
                  <a:pt x="5256276" y="864108"/>
                </a:lnTo>
                <a:lnTo>
                  <a:pt x="5256276" y="1152144"/>
                </a:lnTo>
                <a:lnTo>
                  <a:pt x="5832348" y="576072"/>
                </a:lnTo>
                <a:lnTo>
                  <a:pt x="5256276" y="0"/>
                </a:lnTo>
                <a:close/>
              </a:path>
            </a:pathLst>
          </a:custGeom>
          <a:solidFill>
            <a:srgbClr val="B9BB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49146" y="4725161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0" y="288036"/>
                </a:moveTo>
                <a:lnTo>
                  <a:pt x="5256276" y="288036"/>
                </a:lnTo>
                <a:lnTo>
                  <a:pt x="5256276" y="0"/>
                </a:lnTo>
                <a:lnTo>
                  <a:pt x="5832348" y="576072"/>
                </a:lnTo>
                <a:lnTo>
                  <a:pt x="5256276" y="1152144"/>
                </a:lnTo>
                <a:lnTo>
                  <a:pt x="5256276" y="864108"/>
                </a:lnTo>
                <a:lnTo>
                  <a:pt x="0" y="864108"/>
                </a:lnTo>
                <a:lnTo>
                  <a:pt x="0" y="288036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40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593" y="1389677"/>
            <a:ext cx="574040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4195" indent="-53149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544830" algn="l"/>
              </a:tabLst>
            </a:pPr>
            <a:r>
              <a:rPr sz="4000" b="1" spc="-35" dirty="0">
                <a:latin typeface="Verdana"/>
                <a:cs typeface="Verdana"/>
              </a:rPr>
              <a:t>L</a:t>
            </a:r>
            <a:r>
              <a:rPr sz="4000" b="1" spc="-30" dirty="0">
                <a:latin typeface="Verdana"/>
                <a:cs typeface="Verdana"/>
              </a:rPr>
              <a:t>e</a:t>
            </a:r>
            <a:r>
              <a:rPr sz="4000" b="1" spc="10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Lea</a:t>
            </a:r>
            <a:r>
              <a:rPr sz="4000" b="1" spc="-30" dirty="0">
                <a:latin typeface="Verdana"/>
                <a:cs typeface="Verdana"/>
              </a:rPr>
              <a:t>n</a:t>
            </a:r>
            <a:r>
              <a:rPr sz="4000" b="1" spc="15" dirty="0">
                <a:latin typeface="Verdana"/>
                <a:cs typeface="Verdana"/>
              </a:rPr>
              <a:t> </a:t>
            </a: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793" y="2784788"/>
            <a:ext cx="3783329" cy="277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Mes</a:t>
            </a:r>
            <a:r>
              <a:rPr sz="3200" b="1" spc="-15" dirty="0">
                <a:latin typeface="Verdana"/>
                <a:cs typeface="Verdana"/>
              </a:rPr>
              <a:t>u</a:t>
            </a:r>
            <a:r>
              <a:rPr sz="3200" b="1" spc="-5" dirty="0">
                <a:latin typeface="Verdana"/>
                <a:cs typeface="Verdana"/>
              </a:rPr>
              <a:t>re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Méthode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Initi</a:t>
            </a:r>
            <a:r>
              <a:rPr sz="3200" b="1" spc="-20" dirty="0">
                <a:latin typeface="Verdana"/>
                <a:cs typeface="Verdana"/>
              </a:rPr>
              <a:t>a</a:t>
            </a:r>
            <a:r>
              <a:rPr sz="3200" b="1" dirty="0">
                <a:latin typeface="Verdana"/>
                <a:cs typeface="Verdana"/>
              </a:rPr>
              <a:t>tive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2289" y="1903776"/>
            <a:ext cx="437388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90"/>
              </a:lnSpc>
            </a:pPr>
            <a:r>
              <a:rPr sz="4000" b="1" spc="-35" dirty="0">
                <a:latin typeface="Verdana"/>
                <a:cs typeface="Verdana"/>
              </a:rPr>
              <a:t>Le</a:t>
            </a:r>
            <a:r>
              <a:rPr sz="4000" b="1" spc="-45" dirty="0">
                <a:latin typeface="Verdana"/>
                <a:cs typeface="Verdana"/>
              </a:rPr>
              <a:t>a</a:t>
            </a:r>
            <a:r>
              <a:rPr sz="4000" b="1" dirty="0">
                <a:latin typeface="Verdana"/>
                <a:cs typeface="Verdana"/>
              </a:rPr>
              <a:t>n</a:t>
            </a:r>
            <a:r>
              <a:rPr sz="4000" b="1" spc="10" dirty="0">
                <a:latin typeface="Verdana"/>
                <a:cs typeface="Verdana"/>
              </a:rPr>
              <a:t> </a:t>
            </a: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spc="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41470" y="2925317"/>
            <a:ext cx="571500" cy="858519"/>
          </a:xfrm>
          <a:custGeom>
            <a:avLst/>
            <a:gdLst/>
            <a:ahLst/>
            <a:cxnLst/>
            <a:rect l="l" t="t" r="r" b="b"/>
            <a:pathLst>
              <a:path w="571500" h="858520">
                <a:moveTo>
                  <a:pt x="0" y="572262"/>
                </a:moveTo>
                <a:lnTo>
                  <a:pt x="142875" y="572262"/>
                </a:lnTo>
                <a:lnTo>
                  <a:pt x="142875" y="0"/>
                </a:lnTo>
                <a:lnTo>
                  <a:pt x="428625" y="0"/>
                </a:lnTo>
                <a:lnTo>
                  <a:pt x="428625" y="572262"/>
                </a:lnTo>
                <a:lnTo>
                  <a:pt x="571500" y="572262"/>
                </a:lnTo>
                <a:lnTo>
                  <a:pt x="285750" y="858012"/>
                </a:lnTo>
                <a:lnTo>
                  <a:pt x="0" y="57226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09114" y="4368933"/>
            <a:ext cx="5426710" cy="1234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2800" spc="-240" dirty="0">
                <a:latin typeface="Verdana"/>
                <a:cs typeface="Verdana"/>
              </a:rPr>
              <a:t>L</a:t>
            </a:r>
            <a:r>
              <a:rPr sz="2800" spc="-15" dirty="0">
                <a:latin typeface="Verdana"/>
                <a:cs typeface="Verdana"/>
              </a:rPr>
              <a:t>’ob</a:t>
            </a:r>
            <a:r>
              <a:rPr sz="2800" spc="-20" dirty="0">
                <a:latin typeface="Verdana"/>
                <a:cs typeface="Verdana"/>
              </a:rPr>
              <a:t>j</a:t>
            </a:r>
            <a:r>
              <a:rPr sz="2800" spc="-15" dirty="0">
                <a:latin typeface="Verdana"/>
                <a:cs typeface="Verdana"/>
              </a:rPr>
              <a:t>ect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-10" dirty="0">
                <a:latin typeface="Verdana"/>
                <a:cs typeface="Verdana"/>
              </a:rPr>
              <a:t>f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est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d’ali</a:t>
            </a:r>
            <a:r>
              <a:rPr sz="2800" spc="-30" dirty="0">
                <a:latin typeface="Verdana"/>
                <a:cs typeface="Verdana"/>
              </a:rPr>
              <a:t>g</a:t>
            </a:r>
            <a:r>
              <a:rPr sz="2800" spc="-20" dirty="0">
                <a:latin typeface="Verdana"/>
                <a:cs typeface="Verdana"/>
              </a:rPr>
              <a:t>ner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35" dirty="0">
                <a:latin typeface="Verdana"/>
                <a:cs typeface="Verdana"/>
              </a:rPr>
              <a:t>u</a:t>
            </a:r>
            <a:r>
              <a:rPr sz="2800" spc="-15" dirty="0">
                <a:latin typeface="Verdana"/>
                <a:cs typeface="Verdana"/>
              </a:rPr>
              <a:t>te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la perf</a:t>
            </a:r>
            <a:r>
              <a:rPr sz="2800" spc="-35" dirty="0">
                <a:latin typeface="Verdana"/>
                <a:cs typeface="Verdana"/>
              </a:rPr>
              <a:t>o</a:t>
            </a:r>
            <a:r>
              <a:rPr sz="2800" spc="-20" dirty="0">
                <a:latin typeface="Verdana"/>
                <a:cs typeface="Verdana"/>
              </a:rPr>
              <a:t>rmance</a:t>
            </a:r>
            <a:r>
              <a:rPr sz="2800" spc="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de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l’ent</a:t>
            </a:r>
            <a:r>
              <a:rPr sz="2800" spc="-25" dirty="0">
                <a:latin typeface="Verdana"/>
                <a:cs typeface="Verdana"/>
              </a:rPr>
              <a:t>r</a:t>
            </a:r>
            <a:r>
              <a:rPr sz="2800" spc="-20" dirty="0">
                <a:latin typeface="Verdana"/>
                <a:cs typeface="Verdana"/>
              </a:rPr>
              <a:t>epr</a:t>
            </a:r>
            <a:r>
              <a:rPr sz="2800" spc="-25" dirty="0">
                <a:latin typeface="Verdana"/>
                <a:cs typeface="Verdana"/>
              </a:rPr>
              <a:t>i</a:t>
            </a:r>
            <a:r>
              <a:rPr sz="2800" spc="-20" dirty="0">
                <a:latin typeface="Verdana"/>
                <a:cs typeface="Verdana"/>
              </a:rPr>
              <a:t>se</a:t>
            </a:r>
            <a:r>
              <a:rPr sz="2800" spc="-1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-35" dirty="0">
                <a:latin typeface="Verdana"/>
                <a:cs typeface="Verdana"/>
              </a:rPr>
              <a:t>u</a:t>
            </a:r>
            <a:r>
              <a:rPr sz="2800" spc="-15" dirty="0">
                <a:latin typeface="Verdana"/>
                <a:cs typeface="Verdana"/>
              </a:rPr>
              <a:t>r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le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beso</a:t>
            </a:r>
            <a:r>
              <a:rPr sz="2800" spc="-30" dirty="0">
                <a:latin typeface="Verdana"/>
                <a:cs typeface="Verdana"/>
              </a:rPr>
              <a:t>i</a:t>
            </a:r>
            <a:r>
              <a:rPr sz="2800" spc="-20" dirty="0">
                <a:latin typeface="Verdana"/>
                <a:cs typeface="Verdana"/>
              </a:rPr>
              <a:t>ns</a:t>
            </a:r>
            <a:r>
              <a:rPr sz="2800" spc="4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d</a:t>
            </a:r>
            <a:r>
              <a:rPr sz="2800" spc="-20" dirty="0">
                <a:latin typeface="Verdana"/>
                <a:cs typeface="Verdana"/>
              </a:rPr>
              <a:t>u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CL</a:t>
            </a:r>
            <a:r>
              <a:rPr sz="2800" dirty="0">
                <a:latin typeface="Verdana"/>
                <a:cs typeface="Verdana"/>
              </a:rPr>
              <a:t>I</a:t>
            </a:r>
            <a:r>
              <a:rPr sz="2800" spc="-25" dirty="0">
                <a:latin typeface="Verdana"/>
                <a:cs typeface="Verdana"/>
              </a:rPr>
              <a:t>ENT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8188" rIns="0" bIns="0" rtlCol="0">
            <a:spAutoFit/>
          </a:bodyPr>
          <a:lstStyle/>
          <a:p>
            <a:pPr marL="46355" marR="5080">
              <a:lnSpc>
                <a:spcPct val="100000"/>
              </a:lnSpc>
            </a:pPr>
            <a:r>
              <a:rPr sz="2400" dirty="0">
                <a:latin typeface="Verdana"/>
                <a:cs typeface="Verdana"/>
              </a:rPr>
              <a:t>“85% des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10" dirty="0">
                <a:latin typeface="Verdana"/>
                <a:cs typeface="Verdana"/>
              </a:rPr>
              <a:t>a</a:t>
            </a:r>
            <a:r>
              <a:rPr sz="2400" dirty="0">
                <a:latin typeface="Verdana"/>
                <a:cs typeface="Verdana"/>
              </a:rPr>
              <a:t>isons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 no</a:t>
            </a:r>
            <a:r>
              <a:rPr sz="2400" spc="10" dirty="0">
                <a:latin typeface="Verdana"/>
                <a:cs typeface="Verdana"/>
              </a:rPr>
              <a:t>n</a:t>
            </a:r>
            <a:r>
              <a:rPr sz="2400" dirty="0"/>
              <a:t>-</a:t>
            </a:r>
            <a:r>
              <a:rPr sz="2400" spc="-15" dirty="0"/>
              <a:t>satis</a:t>
            </a:r>
            <a:r>
              <a:rPr sz="2400" spc="-20" dirty="0"/>
              <a:t>f</a:t>
            </a:r>
            <a:r>
              <a:rPr sz="2400" spc="-15" dirty="0"/>
              <a:t>action</a:t>
            </a:r>
            <a:r>
              <a:rPr sz="2400" spc="30" dirty="0"/>
              <a:t> </a:t>
            </a:r>
            <a:r>
              <a:rPr sz="2400" spc="-20" dirty="0"/>
              <a:t>de</a:t>
            </a:r>
            <a:r>
              <a:rPr sz="2400" spc="-15" dirty="0"/>
              <a:t>s</a:t>
            </a:r>
            <a:r>
              <a:rPr sz="2400" spc="5" dirty="0"/>
              <a:t> </a:t>
            </a:r>
            <a:r>
              <a:rPr sz="2400" spc="-15" dirty="0"/>
              <a:t>exi</a:t>
            </a:r>
            <a:r>
              <a:rPr sz="2400" spc="-30" dirty="0"/>
              <a:t>g</a:t>
            </a:r>
            <a:r>
              <a:rPr sz="2400" spc="-15" dirty="0"/>
              <a:t>ences</a:t>
            </a:r>
            <a:r>
              <a:rPr sz="2400" spc="-10" dirty="0"/>
              <a:t> </a:t>
            </a:r>
            <a:r>
              <a:rPr sz="2400" spc="-20" dirty="0"/>
              <a:t>de</a:t>
            </a:r>
            <a:r>
              <a:rPr sz="2400" spc="-15" dirty="0"/>
              <a:t>s</a:t>
            </a:r>
            <a:r>
              <a:rPr sz="2400" spc="5" dirty="0"/>
              <a:t> </a:t>
            </a:r>
            <a:r>
              <a:rPr sz="2400" dirty="0"/>
              <a:t>client</a:t>
            </a:r>
            <a:r>
              <a:rPr sz="2400" spc="-15" dirty="0"/>
              <a:t>s</a:t>
            </a:r>
            <a:r>
              <a:rPr sz="2400" dirty="0"/>
              <a:t> </a:t>
            </a:r>
            <a:r>
              <a:rPr sz="2400" spc="-15" dirty="0"/>
              <a:t>sont</a:t>
            </a:r>
            <a:r>
              <a:rPr sz="2400" spc="20" dirty="0"/>
              <a:t> </a:t>
            </a:r>
            <a:r>
              <a:rPr sz="2400" spc="-20" dirty="0"/>
              <a:t>d</a:t>
            </a:r>
            <a:r>
              <a:rPr sz="2400" spc="-15" dirty="0"/>
              <a:t>ues</a:t>
            </a:r>
            <a:r>
              <a:rPr sz="2400" spc="-5" dirty="0"/>
              <a:t> </a:t>
            </a:r>
            <a:r>
              <a:rPr sz="2400" spc="-15" dirty="0"/>
              <a:t>aux</a:t>
            </a:r>
            <a:r>
              <a:rPr sz="2400" spc="10" dirty="0"/>
              <a:t> </a:t>
            </a:r>
            <a:r>
              <a:rPr sz="2400" spc="-20" dirty="0"/>
              <a:t>déficience</a:t>
            </a:r>
            <a:r>
              <a:rPr sz="2400" spc="-15" dirty="0"/>
              <a:t>s</a:t>
            </a:r>
            <a:r>
              <a:rPr sz="2400" spc="15" dirty="0"/>
              <a:t> </a:t>
            </a:r>
            <a:r>
              <a:rPr sz="2400" spc="-20" dirty="0"/>
              <a:t>de</a:t>
            </a:r>
            <a:r>
              <a:rPr sz="2400" spc="-15" dirty="0"/>
              <a:t>s</a:t>
            </a:r>
            <a:r>
              <a:rPr sz="2400" dirty="0"/>
              <a:t> </a:t>
            </a:r>
            <a:r>
              <a:rPr sz="2400" spc="-25" dirty="0"/>
              <a:t>s</a:t>
            </a:r>
            <a:r>
              <a:rPr sz="2400" spc="-15" dirty="0"/>
              <a:t>ystèmes</a:t>
            </a:r>
            <a:r>
              <a:rPr sz="2400" spc="-10" dirty="0"/>
              <a:t> </a:t>
            </a:r>
            <a:r>
              <a:rPr sz="2400" dirty="0">
                <a:latin typeface="Verdana"/>
                <a:cs typeface="Verdana"/>
              </a:rPr>
              <a:t>et des 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ce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sus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pl</a:t>
            </a:r>
            <a:r>
              <a:rPr sz="2400" spc="5" dirty="0">
                <a:latin typeface="Verdana"/>
                <a:cs typeface="Verdana"/>
              </a:rPr>
              <a:t>u</a:t>
            </a:r>
            <a:r>
              <a:rPr sz="2400" dirty="0">
                <a:latin typeface="Verdana"/>
                <a:cs typeface="Verdana"/>
              </a:rPr>
              <a:t>tôt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q</a:t>
            </a:r>
            <a:r>
              <a:rPr sz="2400" spc="5" dirty="0">
                <a:latin typeface="Verdana"/>
                <a:cs typeface="Verdana"/>
              </a:rPr>
              <a:t>u</a:t>
            </a:r>
            <a:r>
              <a:rPr sz="2400" dirty="0">
                <a:latin typeface="Verdana"/>
                <a:cs typeface="Verdana"/>
              </a:rPr>
              <a:t>’à celles des em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loy</a:t>
            </a:r>
            <a:r>
              <a:rPr sz="2400" spc="-10" dirty="0">
                <a:latin typeface="Verdana"/>
                <a:cs typeface="Verdana"/>
              </a:rPr>
              <a:t>é</a:t>
            </a:r>
            <a:r>
              <a:rPr sz="2400" dirty="0">
                <a:latin typeface="Verdana"/>
                <a:cs typeface="Verdana"/>
              </a:rPr>
              <a:t>s.</a:t>
            </a:r>
            <a:endParaRPr sz="2400">
              <a:latin typeface="Verdana"/>
              <a:cs typeface="Verdana"/>
            </a:endParaRPr>
          </a:p>
          <a:p>
            <a:pPr marL="46355" marR="683895">
              <a:lnSpc>
                <a:spcPct val="100000"/>
              </a:lnSpc>
              <a:spcBef>
                <a:spcPts val="960"/>
              </a:spcBef>
            </a:pPr>
            <a:r>
              <a:rPr sz="2400" spc="-15" dirty="0"/>
              <a:t>Le</a:t>
            </a:r>
            <a:r>
              <a:rPr sz="2400" spc="-5" dirty="0"/>
              <a:t> </a:t>
            </a:r>
            <a:r>
              <a:rPr sz="2400" spc="-15" dirty="0"/>
              <a:t>r</a:t>
            </a:r>
            <a:r>
              <a:rPr sz="2400" spc="-25" dirty="0"/>
              <a:t>ô</a:t>
            </a:r>
            <a:r>
              <a:rPr sz="2400" spc="-5" dirty="0"/>
              <a:t>l</a:t>
            </a:r>
            <a:r>
              <a:rPr sz="2400" dirty="0"/>
              <a:t>e</a:t>
            </a:r>
            <a:r>
              <a:rPr sz="2400" spc="15" dirty="0"/>
              <a:t> </a:t>
            </a:r>
            <a:r>
              <a:rPr sz="2400" spc="-20" dirty="0"/>
              <a:t>du</a:t>
            </a:r>
            <a:r>
              <a:rPr sz="2400" spc="5" dirty="0"/>
              <a:t> m</a:t>
            </a:r>
            <a:r>
              <a:rPr sz="2400" spc="-15" dirty="0"/>
              <a:t>anagement e</a:t>
            </a:r>
            <a:r>
              <a:rPr sz="2400" spc="-25" dirty="0"/>
              <a:t>s</a:t>
            </a:r>
            <a:r>
              <a:rPr sz="2400" dirty="0"/>
              <a:t>t</a:t>
            </a:r>
            <a:r>
              <a:rPr sz="2400" spc="5" dirty="0"/>
              <a:t> </a:t>
            </a:r>
            <a:r>
              <a:rPr sz="2400" spc="-20" dirty="0"/>
              <a:t>d</a:t>
            </a:r>
            <a:r>
              <a:rPr sz="2400" spc="-15" dirty="0"/>
              <a:t>e</a:t>
            </a:r>
            <a:r>
              <a:rPr sz="2400" dirty="0"/>
              <a:t> </a:t>
            </a:r>
            <a:r>
              <a:rPr sz="2400" spc="-15" dirty="0"/>
              <a:t>changer</a:t>
            </a:r>
            <a:r>
              <a:rPr sz="2400" spc="-10" dirty="0"/>
              <a:t> </a:t>
            </a:r>
            <a:r>
              <a:rPr sz="2400" spc="5" dirty="0"/>
              <a:t>l</a:t>
            </a:r>
            <a:r>
              <a:rPr sz="2400" spc="-15" dirty="0"/>
              <a:t>es</a:t>
            </a:r>
            <a:r>
              <a:rPr sz="2400" spc="-10" dirty="0"/>
              <a:t> </a:t>
            </a:r>
            <a:r>
              <a:rPr sz="2400" spc="-20" dirty="0"/>
              <a:t>pro</a:t>
            </a:r>
            <a:r>
              <a:rPr sz="2400" spc="-25" dirty="0"/>
              <a:t>c</a:t>
            </a:r>
            <a:r>
              <a:rPr sz="2400" spc="-15" dirty="0"/>
              <a:t>es</a:t>
            </a:r>
            <a:r>
              <a:rPr sz="2400" spc="-25" dirty="0"/>
              <a:t>s</a:t>
            </a:r>
            <a:r>
              <a:rPr sz="2400" spc="-15" dirty="0"/>
              <a:t>us</a:t>
            </a:r>
            <a:r>
              <a:rPr sz="2400" spc="30" dirty="0"/>
              <a:t> </a:t>
            </a:r>
            <a:r>
              <a:rPr sz="2400" spc="-5" dirty="0"/>
              <a:t>pl</a:t>
            </a:r>
            <a:r>
              <a:rPr sz="2400" spc="5" dirty="0"/>
              <a:t>u</a:t>
            </a:r>
            <a:r>
              <a:rPr sz="2400" spc="-5" dirty="0"/>
              <a:t>tô</a:t>
            </a:r>
            <a:r>
              <a:rPr sz="2400" dirty="0"/>
              <a:t>t</a:t>
            </a:r>
            <a:r>
              <a:rPr sz="2400" spc="15" dirty="0"/>
              <a:t> </a:t>
            </a:r>
            <a:r>
              <a:rPr sz="2400" spc="-20" dirty="0"/>
              <a:t>q</a:t>
            </a:r>
            <a:r>
              <a:rPr sz="2400" spc="-15" dirty="0"/>
              <a:t>ue</a:t>
            </a:r>
            <a:r>
              <a:rPr sz="2400" dirty="0"/>
              <a:t> </a:t>
            </a:r>
            <a:r>
              <a:rPr sz="2400" spc="5" dirty="0"/>
              <a:t>d</a:t>
            </a:r>
            <a:r>
              <a:rPr sz="2400" spc="-15" dirty="0"/>
              <a:t>e</a:t>
            </a:r>
            <a:r>
              <a:rPr sz="2400" dirty="0"/>
              <a:t> </a:t>
            </a:r>
            <a:r>
              <a:rPr sz="2400" spc="-15" dirty="0"/>
              <a:t>ha</a:t>
            </a:r>
            <a:r>
              <a:rPr sz="2400" spc="-25" dirty="0"/>
              <a:t>r</a:t>
            </a:r>
            <a:r>
              <a:rPr sz="2400" spc="-15" dirty="0"/>
              <a:t>celer</a:t>
            </a:r>
            <a:r>
              <a:rPr sz="2400" spc="5" dirty="0"/>
              <a:t> </a:t>
            </a:r>
            <a:r>
              <a:rPr sz="2400" spc="-5" dirty="0"/>
              <a:t>le</a:t>
            </a:r>
            <a:r>
              <a:rPr sz="2400" dirty="0"/>
              <a:t>s i</a:t>
            </a:r>
            <a:r>
              <a:rPr sz="2400" spc="-20" dirty="0"/>
              <a:t>n</a:t>
            </a:r>
            <a:r>
              <a:rPr sz="2400" spc="-10" dirty="0"/>
              <a:t>d</a:t>
            </a:r>
            <a:r>
              <a:rPr sz="2400" spc="-5" dirty="0"/>
              <a:t>ivi</a:t>
            </a:r>
            <a:r>
              <a:rPr sz="2400" spc="5" dirty="0"/>
              <a:t>d</a:t>
            </a:r>
            <a:r>
              <a:rPr sz="2400" spc="-15" dirty="0"/>
              <a:t>us</a:t>
            </a:r>
            <a:r>
              <a:rPr sz="2400" spc="5" dirty="0"/>
              <a:t> </a:t>
            </a:r>
            <a:r>
              <a:rPr sz="2400" spc="-15" dirty="0"/>
              <a:t>à</a:t>
            </a:r>
            <a:r>
              <a:rPr sz="2400" spc="-10" dirty="0"/>
              <a:t> </a:t>
            </a:r>
            <a:r>
              <a:rPr sz="2400" dirty="0">
                <a:latin typeface="Verdana"/>
                <a:cs typeface="Verdana"/>
              </a:rPr>
              <a:t>mieux fair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.”</a:t>
            </a:r>
            <a:endParaRPr sz="2400">
              <a:latin typeface="Verdana"/>
              <a:cs typeface="Verdana"/>
            </a:endParaRPr>
          </a:p>
          <a:p>
            <a:pPr marL="5029200">
              <a:lnSpc>
                <a:spcPct val="100000"/>
              </a:lnSpc>
              <a:spcBef>
                <a:spcPts val="960"/>
              </a:spcBef>
            </a:pPr>
            <a:r>
              <a:rPr sz="2400" spc="-5" dirty="0"/>
              <a:t>W</a:t>
            </a:r>
            <a:r>
              <a:rPr sz="2400" dirty="0"/>
              <a:t>. </a:t>
            </a:r>
            <a:r>
              <a:rPr sz="2400" spc="-5" dirty="0"/>
              <a:t>Edwar</a:t>
            </a:r>
            <a:r>
              <a:rPr sz="2400" dirty="0"/>
              <a:t>d</a:t>
            </a:r>
            <a:r>
              <a:rPr sz="2400" spc="5" dirty="0"/>
              <a:t> </a:t>
            </a:r>
            <a:r>
              <a:rPr sz="2400" spc="-15" dirty="0"/>
              <a:t>D</a:t>
            </a:r>
            <a:r>
              <a:rPr sz="2400" dirty="0"/>
              <a:t>eming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539495" y="908303"/>
            <a:ext cx="1444752" cy="15468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77820" y="966128"/>
            <a:ext cx="932180" cy="743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 indent="-158750">
              <a:lnSpc>
                <a:spcPct val="100000"/>
              </a:lnSpc>
            </a:pPr>
            <a:r>
              <a:rPr sz="1200" i="1" spc="-5" dirty="0">
                <a:latin typeface="Verdana"/>
                <a:cs typeface="Verdana"/>
              </a:rPr>
              <a:t>W</a:t>
            </a:r>
            <a:r>
              <a:rPr sz="1200" i="1" dirty="0">
                <a:latin typeface="Verdana"/>
                <a:cs typeface="Verdana"/>
              </a:rPr>
              <a:t>. </a:t>
            </a:r>
            <a:r>
              <a:rPr sz="1200" i="1" spc="-5" dirty="0">
                <a:latin typeface="Verdana"/>
                <a:cs typeface="Verdana"/>
              </a:rPr>
              <a:t>E</a:t>
            </a:r>
            <a:r>
              <a:rPr sz="1200" i="1" spc="-10" dirty="0">
                <a:latin typeface="Verdana"/>
                <a:cs typeface="Verdana"/>
              </a:rPr>
              <a:t>d</a:t>
            </a:r>
            <a:r>
              <a:rPr sz="1200" i="1" spc="-15" dirty="0">
                <a:latin typeface="Verdana"/>
                <a:cs typeface="Verdana"/>
              </a:rPr>
              <a:t>wa</a:t>
            </a:r>
            <a:r>
              <a:rPr sz="1200" i="1" spc="-10" dirty="0">
                <a:latin typeface="Verdana"/>
                <a:cs typeface="Verdana"/>
              </a:rPr>
              <a:t>r</a:t>
            </a:r>
            <a:r>
              <a:rPr sz="1200" i="1" spc="-5" dirty="0">
                <a:latin typeface="Verdana"/>
                <a:cs typeface="Verdana"/>
              </a:rPr>
              <a:t>d</a:t>
            </a:r>
            <a:r>
              <a:rPr sz="1200" i="1" spc="-10" dirty="0">
                <a:latin typeface="Verdana"/>
                <a:cs typeface="Verdana"/>
              </a:rPr>
              <a:t>s De</a:t>
            </a:r>
            <a:r>
              <a:rPr sz="1200" i="1" spc="-5" dirty="0">
                <a:latin typeface="Verdana"/>
                <a:cs typeface="Verdana"/>
              </a:rPr>
              <a:t>m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spc="-15" dirty="0">
                <a:latin typeface="Verdana"/>
                <a:cs typeface="Verdana"/>
              </a:rPr>
              <a:t>n</a:t>
            </a:r>
            <a:r>
              <a:rPr sz="1200" i="1" spc="-10" dirty="0"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  <a:p>
            <a:pPr marL="21590">
              <a:lnSpc>
                <a:spcPct val="100000"/>
              </a:lnSpc>
              <a:spcBef>
                <a:spcPts val="605"/>
              </a:spcBef>
            </a:pPr>
            <a:r>
              <a:rPr sz="1000" spc="-10" dirty="0">
                <a:latin typeface="Verdana"/>
                <a:cs typeface="Verdana"/>
              </a:rPr>
              <a:t>14/10/1900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–</a:t>
            </a:r>
            <a:endParaRPr sz="1000">
              <a:latin typeface="Verdana"/>
              <a:cs typeface="Verdana"/>
            </a:endParaRPr>
          </a:p>
          <a:p>
            <a:pPr marL="8382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20/12/1993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0633" y="1143761"/>
            <a:ext cx="3787140" cy="2573020"/>
          </a:xfrm>
          <a:custGeom>
            <a:avLst/>
            <a:gdLst/>
            <a:ahLst/>
            <a:cxnLst/>
            <a:rect l="l" t="t" r="r" b="b"/>
            <a:pathLst>
              <a:path w="3787140" h="2573020">
                <a:moveTo>
                  <a:pt x="0" y="1730502"/>
                </a:moveTo>
                <a:lnTo>
                  <a:pt x="946785" y="1730502"/>
                </a:lnTo>
                <a:lnTo>
                  <a:pt x="946785" y="0"/>
                </a:lnTo>
                <a:lnTo>
                  <a:pt x="2840355" y="0"/>
                </a:lnTo>
                <a:lnTo>
                  <a:pt x="2840355" y="1730502"/>
                </a:lnTo>
                <a:lnTo>
                  <a:pt x="3787140" y="1730502"/>
                </a:lnTo>
                <a:lnTo>
                  <a:pt x="1893570" y="2572512"/>
                </a:lnTo>
                <a:lnTo>
                  <a:pt x="0" y="173050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94941" y="1274195"/>
            <a:ext cx="325120" cy="2087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800" spc="-15" dirty="0">
                <a:latin typeface="Verdana"/>
                <a:cs typeface="Verdana"/>
              </a:rPr>
              <a:t>D M A I C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16017" y="1143761"/>
            <a:ext cx="3785870" cy="2573020"/>
          </a:xfrm>
          <a:custGeom>
            <a:avLst/>
            <a:gdLst/>
            <a:ahLst/>
            <a:cxnLst/>
            <a:rect l="l" t="t" r="r" b="b"/>
            <a:pathLst>
              <a:path w="3785870" h="2573020">
                <a:moveTo>
                  <a:pt x="0" y="1730502"/>
                </a:moveTo>
                <a:lnTo>
                  <a:pt x="946404" y="1730502"/>
                </a:lnTo>
                <a:lnTo>
                  <a:pt x="946404" y="0"/>
                </a:lnTo>
                <a:lnTo>
                  <a:pt x="2839212" y="0"/>
                </a:lnTo>
                <a:lnTo>
                  <a:pt x="2839212" y="1730502"/>
                </a:lnTo>
                <a:lnTo>
                  <a:pt x="3785616" y="1730502"/>
                </a:lnTo>
                <a:lnTo>
                  <a:pt x="1892808" y="2572512"/>
                </a:lnTo>
                <a:lnTo>
                  <a:pt x="0" y="173050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32094" y="1334638"/>
            <a:ext cx="1483360" cy="1900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905" algn="ctr">
              <a:lnSpc>
                <a:spcPct val="150000"/>
              </a:lnSpc>
            </a:pPr>
            <a:r>
              <a:rPr sz="1800" spc="-15" dirty="0">
                <a:latin typeface="Verdana"/>
                <a:cs typeface="Verdana"/>
              </a:rPr>
              <a:t>Pr</a:t>
            </a:r>
            <a:r>
              <a:rPr sz="1800" spc="-10" dirty="0">
                <a:latin typeface="Verdana"/>
                <a:cs typeface="Verdana"/>
              </a:rPr>
              <a:t>ojet </a:t>
            </a:r>
            <a:r>
              <a:rPr sz="1800" spc="-5" dirty="0">
                <a:latin typeface="Verdana"/>
                <a:cs typeface="Verdana"/>
              </a:rPr>
              <a:t>Chan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 </a:t>
            </a:r>
            <a:r>
              <a:rPr sz="1800" spc="-5" dirty="0">
                <a:latin typeface="Verdana"/>
                <a:cs typeface="Verdana"/>
              </a:rPr>
              <a:t>Equ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 Le</a:t>
            </a:r>
            <a:r>
              <a:rPr sz="1800" spc="-25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er</a:t>
            </a:r>
            <a:r>
              <a:rPr sz="1800" dirty="0">
                <a:latin typeface="Verdana"/>
                <a:cs typeface="Verdana"/>
              </a:rPr>
              <a:t>sh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p Acc</a:t>
            </a:r>
            <a:r>
              <a:rPr sz="1800" spc="-10" dirty="0">
                <a:latin typeface="Verdana"/>
                <a:cs typeface="Verdana"/>
              </a:rPr>
              <a:t>ep</a:t>
            </a:r>
            <a:r>
              <a:rPr sz="1800" dirty="0">
                <a:latin typeface="Verdana"/>
                <a:cs typeface="Verdana"/>
              </a:rPr>
              <a:t>ta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2377" y="4028698"/>
            <a:ext cx="179578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25" dirty="0">
                <a:latin typeface="Verdana"/>
                <a:cs typeface="Verdana"/>
              </a:rPr>
              <a:t>QUALITE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91125" y="4027174"/>
            <a:ext cx="287464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30" dirty="0">
                <a:latin typeface="Verdana"/>
                <a:cs typeface="Verdana"/>
              </a:rPr>
              <a:t>AC</a:t>
            </a:r>
            <a:r>
              <a:rPr sz="2800" b="1" spc="-20" dirty="0">
                <a:latin typeface="Verdana"/>
                <a:cs typeface="Verdana"/>
              </a:rPr>
              <a:t>C</a:t>
            </a:r>
            <a:r>
              <a:rPr sz="2800" b="1" spc="-30" dirty="0">
                <a:latin typeface="Verdana"/>
                <a:cs typeface="Verdana"/>
              </a:rPr>
              <a:t>EPTATION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04590" y="4058924"/>
            <a:ext cx="1215390" cy="1152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1435" algn="ctr">
              <a:lnSpc>
                <a:spcPts val="3160"/>
              </a:lnSpc>
            </a:pPr>
            <a:r>
              <a:rPr sz="2800" b="1" spc="-25" dirty="0">
                <a:latin typeface="Verdana"/>
                <a:cs typeface="Verdana"/>
              </a:rPr>
              <a:t>X</a:t>
            </a:r>
            <a:endParaRPr sz="2800">
              <a:latin typeface="Verdana"/>
              <a:cs typeface="Verdana"/>
            </a:endParaRPr>
          </a:p>
          <a:p>
            <a:pPr marL="12700" marR="5080" indent="-111125" algn="ctr">
              <a:lnSpc>
                <a:spcPts val="3110"/>
              </a:lnSpc>
              <a:spcBef>
                <a:spcPts val="110"/>
              </a:spcBef>
            </a:pPr>
            <a:r>
              <a:rPr sz="2800" b="1" spc="-20" dirty="0">
                <a:latin typeface="Verdana"/>
                <a:cs typeface="Verdana"/>
              </a:rPr>
              <a:t>= </a:t>
            </a:r>
            <a:r>
              <a:rPr sz="2800" b="1" spc="-25" dirty="0">
                <a:latin typeface="Verdana"/>
                <a:cs typeface="Verdana"/>
              </a:rPr>
              <a:t>EF</a:t>
            </a:r>
            <a:r>
              <a:rPr sz="2800" b="1" spc="-15" dirty="0">
                <a:latin typeface="Verdana"/>
                <a:cs typeface="Verdana"/>
              </a:rPr>
              <a:t>F</a:t>
            </a:r>
            <a:r>
              <a:rPr sz="2800" b="1" spc="-25" dirty="0">
                <a:latin typeface="Verdana"/>
                <a:cs typeface="Verdana"/>
              </a:rPr>
              <a:t>ET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3988" y="5575885"/>
            <a:ext cx="7574280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Le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succès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 r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pose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20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vi</a:t>
            </a:r>
            <a:r>
              <a:rPr sz="2000" spc="-1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onne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endParaRPr sz="2000">
              <a:latin typeface="Verdana"/>
              <a:cs typeface="Verdana"/>
            </a:endParaRPr>
          </a:p>
          <a:p>
            <a:pPr marL="3810" algn="ctr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dé</a:t>
            </a:r>
            <a:r>
              <a:rPr sz="2000" dirty="0">
                <a:latin typeface="Verdana"/>
                <a:cs typeface="Verdana"/>
              </a:rPr>
              <a:t>quat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15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ph</a:t>
            </a:r>
            <a:r>
              <a:rPr sz="2000" spc="-1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cc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pt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tous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1840" y="773683"/>
            <a:ext cx="1437855" cy="8569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17536" y="861446"/>
            <a:ext cx="914036" cy="6095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2564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8509" y="1909195"/>
            <a:ext cx="7515225" cy="3198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Font typeface="MS Gothic"/>
              <a:buChar char="▪"/>
              <a:tabLst>
                <a:tab pos="356235" algn="l"/>
              </a:tabLst>
            </a:pPr>
            <a:r>
              <a:rPr sz="2800" spc="-20" dirty="0">
                <a:latin typeface="Verdana"/>
                <a:cs typeface="Verdana"/>
              </a:rPr>
              <a:t>Le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L</a:t>
            </a:r>
            <a:r>
              <a:rPr sz="2800" spc="-15" dirty="0">
                <a:latin typeface="Verdana"/>
                <a:cs typeface="Verdana"/>
              </a:rPr>
              <a:t>e</a:t>
            </a:r>
            <a:r>
              <a:rPr sz="2800" spc="-20" dirty="0">
                <a:latin typeface="Verdana"/>
                <a:cs typeface="Verdana"/>
              </a:rPr>
              <a:t>an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Six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Sigma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en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troi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mots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"/>
              </a:spcBef>
              <a:buClr>
                <a:srgbClr val="EE3D42"/>
              </a:buClr>
              <a:buFont typeface="MS Gothic"/>
              <a:buChar char="▪"/>
            </a:pPr>
            <a:endParaRPr sz="38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813435" algn="l"/>
              </a:tabLst>
            </a:pPr>
            <a:r>
              <a:rPr sz="2000" b="1" spc="-5" dirty="0">
                <a:latin typeface="Verdana"/>
                <a:cs typeface="Verdana"/>
              </a:rPr>
              <a:t>R</a:t>
            </a:r>
            <a:r>
              <a:rPr sz="2000" b="1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duir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spc="-3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déf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uts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la </a:t>
            </a:r>
            <a:r>
              <a:rPr sz="2000" spc="-35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ri</a:t>
            </a:r>
            <a:r>
              <a:rPr sz="2000" spc="-2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EE3D42"/>
              </a:buClr>
              <a:buFont typeface="MS Gothic"/>
              <a:buChar char="✓"/>
            </a:pPr>
            <a:endParaRPr sz="25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813435" algn="l"/>
              </a:tabLst>
            </a:pPr>
            <a:r>
              <a:rPr sz="2000" b="1" spc="-5" dirty="0">
                <a:latin typeface="Verdana"/>
                <a:cs typeface="Verdana"/>
              </a:rPr>
              <a:t>R</a:t>
            </a:r>
            <a:r>
              <a:rPr sz="2000" b="1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duir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te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spc="-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y</a:t>
            </a:r>
            <a:r>
              <a:rPr sz="2000" dirty="0">
                <a:latin typeface="Verdana"/>
                <a:cs typeface="Verdana"/>
              </a:rPr>
              <a:t>cle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7"/>
              </a:spcBef>
              <a:buClr>
                <a:srgbClr val="EE3D42"/>
              </a:buClr>
              <a:buFont typeface="MS Gothic"/>
              <a:buChar char="✓"/>
            </a:pPr>
            <a:endParaRPr sz="25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813435" algn="l"/>
              </a:tabLst>
            </a:pPr>
            <a:r>
              <a:rPr sz="2000" spc="-4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our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S</a:t>
            </a:r>
            <a:r>
              <a:rPr sz="2000" b="1" spc="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tisfaire</a:t>
            </a:r>
            <a:r>
              <a:rPr sz="2000" b="1" spc="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e</a:t>
            </a:r>
            <a:r>
              <a:rPr sz="2000" dirty="0">
                <a:latin typeface="Verdana"/>
                <a:cs typeface="Verdana"/>
              </a:rPr>
              <a:t>xig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nces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nts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pl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ntant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culture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él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4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continue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0564">
              <a:lnSpc>
                <a:spcPct val="100000"/>
              </a:lnSpc>
            </a:pPr>
            <a:r>
              <a:rPr dirty="0"/>
              <a:t>Où</a:t>
            </a:r>
            <a:r>
              <a:rPr spc="-15" dirty="0"/>
              <a:t> </a:t>
            </a:r>
            <a:r>
              <a:rPr spc="-5" dirty="0"/>
              <a:t>e</a:t>
            </a:r>
            <a:r>
              <a:rPr dirty="0"/>
              <a:t>n</a:t>
            </a:r>
            <a:r>
              <a:rPr spc="10" dirty="0"/>
              <a:t> </a:t>
            </a:r>
            <a:r>
              <a:rPr spc="-20" dirty="0"/>
              <a:t>som</a:t>
            </a:r>
            <a:r>
              <a:rPr spc="-15" dirty="0"/>
              <a:t>m</a:t>
            </a:r>
            <a:r>
              <a:rPr spc="-5" dirty="0"/>
              <a:t>e</a:t>
            </a:r>
            <a:r>
              <a:rPr spc="10" dirty="0"/>
              <a:t>s</a:t>
            </a:r>
            <a:r>
              <a:rPr spc="-10" dirty="0"/>
              <a:t>-</a:t>
            </a:r>
            <a:r>
              <a:rPr spc="-5" dirty="0"/>
              <a:t>nou</a:t>
            </a:r>
            <a:r>
              <a:rPr dirty="0"/>
              <a:t>s</a:t>
            </a:r>
            <a:r>
              <a:rPr spc="-25" dirty="0"/>
              <a:t> </a:t>
            </a:r>
            <a:r>
              <a:rPr spc="-5" dirty="0"/>
              <a:t>dan</a:t>
            </a:r>
            <a:r>
              <a:rPr dirty="0"/>
              <a:t>s </a:t>
            </a:r>
            <a:r>
              <a:rPr spc="-10" dirty="0"/>
              <a:t>la </a:t>
            </a:r>
            <a:r>
              <a:rPr spc="-5" dirty="0"/>
              <a:t>m</a:t>
            </a:r>
            <a:r>
              <a:rPr spc="5" dirty="0"/>
              <a:t>é</a:t>
            </a:r>
            <a:r>
              <a:rPr spc="-15" dirty="0"/>
              <a:t>thodo</a:t>
            </a:r>
            <a:r>
              <a:rPr spc="-20" dirty="0"/>
              <a:t>l</a:t>
            </a:r>
            <a:r>
              <a:rPr spc="-15" dirty="0"/>
              <a:t>ogie</a:t>
            </a:r>
            <a:r>
              <a:rPr dirty="0"/>
              <a:t> DM</a:t>
            </a:r>
            <a:r>
              <a:rPr spc="-10" dirty="0"/>
              <a:t>A</a:t>
            </a:r>
            <a:r>
              <a:rPr spc="-15" dirty="0"/>
              <a:t>IC</a:t>
            </a:r>
            <a:r>
              <a:rPr dirty="0"/>
              <a:t> </a:t>
            </a:r>
            <a:r>
              <a:rPr spc="-15" dirty="0"/>
              <a:t>?</a:t>
            </a:r>
          </a:p>
        </p:txBody>
      </p:sp>
      <p:sp>
        <p:nvSpPr>
          <p:cNvPr id="5" name="object 5"/>
          <p:cNvSpPr/>
          <p:nvPr/>
        </p:nvSpPr>
        <p:spPr>
          <a:xfrm>
            <a:off x="1241297" y="1661922"/>
            <a:ext cx="1797050" cy="637540"/>
          </a:xfrm>
          <a:custGeom>
            <a:avLst/>
            <a:gdLst/>
            <a:ahLst/>
            <a:cxnLst/>
            <a:rect l="l" t="t" r="r" b="b"/>
            <a:pathLst>
              <a:path w="1797050" h="637539">
                <a:moveTo>
                  <a:pt x="0" y="0"/>
                </a:moveTo>
                <a:lnTo>
                  <a:pt x="1617472" y="0"/>
                </a:lnTo>
                <a:lnTo>
                  <a:pt x="1796795" y="318516"/>
                </a:lnTo>
                <a:lnTo>
                  <a:pt x="1617472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5716" y="1783150"/>
            <a:ext cx="896619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47394" y="2606801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51813" y="2729046"/>
            <a:ext cx="10668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SU</a:t>
            </a:r>
            <a:r>
              <a:rPr sz="1400" b="1" spc="10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as</a:t>
            </a:r>
            <a:r>
              <a:rPr sz="1400" b="1" i="1" spc="-10" dirty="0">
                <a:latin typeface="Verdana"/>
                <a:cs typeface="Verdana"/>
              </a:rPr>
              <a:t>u</a:t>
            </a:r>
            <a:r>
              <a:rPr sz="1400" b="1" i="1" dirty="0">
                <a:latin typeface="Verdana"/>
                <a:cs typeface="Verdana"/>
              </a:rPr>
              <a:t>re)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47394" y="3551682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1813" y="3674434"/>
            <a:ext cx="108839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ANALYSER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(A</a:t>
            </a:r>
            <a:r>
              <a:rPr sz="1400" b="1" i="1" spc="-5" dirty="0">
                <a:latin typeface="Verdana"/>
                <a:cs typeface="Verdana"/>
              </a:rPr>
              <a:t>nalyz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3489" y="4498085"/>
            <a:ext cx="1800225" cy="637540"/>
          </a:xfrm>
          <a:custGeom>
            <a:avLst/>
            <a:gdLst/>
            <a:ahLst/>
            <a:cxnLst/>
            <a:rect l="l" t="t" r="r" b="b"/>
            <a:pathLst>
              <a:path w="1800225" h="637539">
                <a:moveTo>
                  <a:pt x="0" y="0"/>
                </a:moveTo>
                <a:lnTo>
                  <a:pt x="1620393" y="0"/>
                </a:lnTo>
                <a:lnTo>
                  <a:pt x="1799844" y="318516"/>
                </a:lnTo>
                <a:lnTo>
                  <a:pt x="1620393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58289" y="4619949"/>
            <a:ext cx="12192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AM</a:t>
            </a:r>
            <a:r>
              <a:rPr sz="1400" b="1" dirty="0">
                <a:latin typeface="Verdana"/>
                <a:cs typeface="Verdana"/>
              </a:rPr>
              <a:t>ELIORER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(Im</a:t>
            </a:r>
            <a:r>
              <a:rPr sz="1400" b="1" i="1" spc="5" dirty="0">
                <a:latin typeface="Verdana"/>
                <a:cs typeface="Verdana"/>
              </a:rPr>
              <a:t>p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ve)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47394" y="5442965"/>
            <a:ext cx="1797050" cy="640080"/>
          </a:xfrm>
          <a:custGeom>
            <a:avLst/>
            <a:gdLst/>
            <a:ahLst/>
            <a:cxnLst/>
            <a:rect l="l" t="t" r="r" b="b"/>
            <a:pathLst>
              <a:path w="1797050" h="640079">
                <a:moveTo>
                  <a:pt x="0" y="0"/>
                </a:moveTo>
                <a:lnTo>
                  <a:pt x="1617091" y="0"/>
                </a:lnTo>
                <a:lnTo>
                  <a:pt x="1796795" y="320040"/>
                </a:lnTo>
                <a:lnTo>
                  <a:pt x="1617091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51813" y="5566378"/>
            <a:ext cx="96393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rol)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" y="1513332"/>
            <a:ext cx="1082802" cy="11193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815" y="2455164"/>
            <a:ext cx="1143762" cy="1119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6011" y="3384803"/>
            <a:ext cx="1056894" cy="11193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3923" y="4326635"/>
            <a:ext cx="939546" cy="11193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9728" y="5298947"/>
            <a:ext cx="1029462" cy="11193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3059" y="1746550"/>
            <a:ext cx="506730" cy="432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480" algn="just">
              <a:lnSpc>
                <a:spcPct val="155300"/>
              </a:lnSpc>
            </a:pPr>
            <a:r>
              <a:rPr sz="4000" b="1" spc="-25" dirty="0">
                <a:latin typeface="Verdana"/>
                <a:cs typeface="Verdana"/>
              </a:rPr>
              <a:t>D M A I 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1261999" y="0"/>
                </a:moveTo>
                <a:lnTo>
                  <a:pt x="0" y="0"/>
                </a:lnTo>
                <a:lnTo>
                  <a:pt x="0" y="638556"/>
                </a:lnTo>
                <a:lnTo>
                  <a:pt x="1261999" y="638556"/>
                </a:lnTo>
                <a:lnTo>
                  <a:pt x="1441704" y="319278"/>
                </a:lnTo>
                <a:lnTo>
                  <a:pt x="1261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0" y="0"/>
                </a:moveTo>
                <a:lnTo>
                  <a:pt x="1261999" y="0"/>
                </a:lnTo>
                <a:lnTo>
                  <a:pt x="1441704" y="319278"/>
                </a:lnTo>
                <a:lnTo>
                  <a:pt x="1261999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212330" y="1778324"/>
            <a:ext cx="896619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1272413" y="0"/>
                </a:moveTo>
                <a:lnTo>
                  <a:pt x="0" y="0"/>
                </a:lnTo>
                <a:lnTo>
                  <a:pt x="0" y="623316"/>
                </a:lnTo>
                <a:lnTo>
                  <a:pt x="1272413" y="623316"/>
                </a:lnTo>
                <a:lnTo>
                  <a:pt x="1447800" y="311658"/>
                </a:lnTo>
                <a:lnTo>
                  <a:pt x="1272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0" y="0"/>
                </a:moveTo>
                <a:lnTo>
                  <a:pt x="1272413" y="0"/>
                </a:lnTo>
                <a:lnTo>
                  <a:pt x="1447800" y="311658"/>
                </a:lnTo>
                <a:lnTo>
                  <a:pt x="1272413" y="623316"/>
                </a:lnTo>
                <a:lnTo>
                  <a:pt x="0" y="62331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215631" y="2687646"/>
            <a:ext cx="1064895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ME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URER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(Mea</a:t>
            </a:r>
            <a:r>
              <a:rPr sz="1400" b="1" i="1" spc="-10" dirty="0">
                <a:latin typeface="Verdana"/>
                <a:cs typeface="Verdana"/>
              </a:rPr>
              <a:t>s</a:t>
            </a:r>
            <a:r>
              <a:rPr sz="1400" b="1" i="1" spc="-5" dirty="0">
                <a:latin typeface="Verdana"/>
                <a:cs typeface="Verdana"/>
              </a:rPr>
              <a:t>u</a:t>
            </a:r>
            <a:r>
              <a:rPr sz="1400" b="1" i="1" spc="-10" dirty="0">
                <a:latin typeface="Verdana"/>
                <a:cs typeface="Verdana"/>
              </a:rPr>
              <a:t>r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1040257" y="0"/>
                </a:moveTo>
                <a:lnTo>
                  <a:pt x="0" y="0"/>
                </a:lnTo>
                <a:lnTo>
                  <a:pt x="0" y="2532888"/>
                </a:lnTo>
                <a:lnTo>
                  <a:pt x="1040257" y="2532888"/>
                </a:lnTo>
                <a:lnTo>
                  <a:pt x="1447800" y="1266444"/>
                </a:lnTo>
                <a:lnTo>
                  <a:pt x="10402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0" y="0"/>
                </a:moveTo>
                <a:lnTo>
                  <a:pt x="1040257" y="0"/>
                </a:lnTo>
                <a:lnTo>
                  <a:pt x="1447800" y="1266444"/>
                </a:lnTo>
                <a:lnTo>
                  <a:pt x="1040257" y="2532888"/>
                </a:lnTo>
                <a:lnTo>
                  <a:pt x="0" y="2532888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05218" y="4621473"/>
            <a:ext cx="963294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61538" y="3772066"/>
            <a:ext cx="26676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rec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erche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ca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</a:t>
            </a:r>
            <a:r>
              <a:rPr sz="1200" spc="-15" dirty="0">
                <a:latin typeface="Verdana"/>
                <a:cs typeface="Verdana"/>
              </a:rPr>
              <a:t>in</a:t>
            </a:r>
            <a:r>
              <a:rPr sz="1200" spc="-1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55442" y="4639857"/>
            <a:ext cx="292036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Ré</a:t>
            </a:r>
            <a:r>
              <a:rPr sz="1200" spc="-5" dirty="0">
                <a:latin typeface="Verdana"/>
                <a:cs typeface="Verdana"/>
              </a:rPr>
              <a:t>du</a:t>
            </a:r>
            <a:r>
              <a:rPr sz="1200" spc="-10" dirty="0">
                <a:latin typeface="Verdana"/>
                <a:cs typeface="Verdana"/>
              </a:rPr>
              <a:t>ire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’i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act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aci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15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55442" y="5574095"/>
            <a:ext cx="305498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La </a:t>
            </a:r>
            <a:r>
              <a:rPr sz="1200" spc="-1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con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ô</a:t>
            </a: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pla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lo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229350" y="1814322"/>
            <a:ext cx="719455" cy="365760"/>
          </a:xfrm>
          <a:custGeom>
            <a:avLst/>
            <a:gdLst/>
            <a:ahLst/>
            <a:cxnLst/>
            <a:rect l="l" t="t" r="r" b="b"/>
            <a:pathLst>
              <a:path w="719454" h="365760">
                <a:moveTo>
                  <a:pt x="182879" y="0"/>
                </a:moveTo>
                <a:lnTo>
                  <a:pt x="0" y="182879"/>
                </a:lnTo>
                <a:lnTo>
                  <a:pt x="182879" y="365759"/>
                </a:lnTo>
                <a:lnTo>
                  <a:pt x="182879" y="274319"/>
                </a:lnTo>
                <a:lnTo>
                  <a:pt x="719327" y="274319"/>
                </a:lnTo>
                <a:lnTo>
                  <a:pt x="719327" y="91439"/>
                </a:lnTo>
                <a:lnTo>
                  <a:pt x="182879" y="91439"/>
                </a:lnTo>
                <a:lnTo>
                  <a:pt x="1828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229350" y="1814322"/>
            <a:ext cx="719455" cy="365760"/>
          </a:xfrm>
          <a:custGeom>
            <a:avLst/>
            <a:gdLst/>
            <a:ahLst/>
            <a:cxnLst/>
            <a:rect l="l" t="t" r="r" b="b"/>
            <a:pathLst>
              <a:path w="719454" h="365760">
                <a:moveTo>
                  <a:pt x="719327" y="91439"/>
                </a:moveTo>
                <a:lnTo>
                  <a:pt x="182879" y="91439"/>
                </a:lnTo>
                <a:lnTo>
                  <a:pt x="182879" y="0"/>
                </a:lnTo>
                <a:lnTo>
                  <a:pt x="0" y="182879"/>
                </a:lnTo>
                <a:lnTo>
                  <a:pt x="182879" y="365759"/>
                </a:lnTo>
                <a:lnTo>
                  <a:pt x="182879" y="274319"/>
                </a:lnTo>
                <a:lnTo>
                  <a:pt x="719327" y="274319"/>
                </a:lnTo>
                <a:lnTo>
                  <a:pt x="719327" y="91439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555485" y="1931797"/>
            <a:ext cx="1600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5" dirty="0">
                <a:latin typeface="Calibri"/>
                <a:cs typeface="Calibri"/>
              </a:rPr>
              <a:t>ICI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141726" y="1878329"/>
            <a:ext cx="2936875" cy="266700"/>
          </a:xfrm>
          <a:custGeom>
            <a:avLst/>
            <a:gdLst/>
            <a:ahLst/>
            <a:cxnLst/>
            <a:rect l="l" t="t" r="r" b="b"/>
            <a:pathLst>
              <a:path w="2936875" h="266700">
                <a:moveTo>
                  <a:pt x="0" y="266700"/>
                </a:moveTo>
                <a:lnTo>
                  <a:pt x="2936748" y="266700"/>
                </a:lnTo>
                <a:lnTo>
                  <a:pt x="2936748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163316" y="1722032"/>
            <a:ext cx="2641600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Présenta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45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163316" y="1904912"/>
            <a:ext cx="285559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f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63316" y="2571535"/>
            <a:ext cx="3518535" cy="729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Déco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vrir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Les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isti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ase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ly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è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(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Calc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bi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é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047898"/>
            <a:ext cx="595947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4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ourqu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i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ussiss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-10" dirty="0">
                <a:latin typeface="Verdana"/>
                <a:cs typeface="Verdana"/>
              </a:rPr>
              <a:t>il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25640" y="4861559"/>
            <a:ext cx="1293876" cy="8686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25081" y="5827688"/>
            <a:ext cx="1245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i="1" dirty="0">
                <a:latin typeface="Verdana"/>
                <a:cs typeface="Verdana"/>
              </a:rPr>
              <a:t>M</a:t>
            </a:r>
            <a:r>
              <a:rPr sz="1200" b="1" i="1" spc="5" dirty="0">
                <a:latin typeface="Verdana"/>
                <a:cs typeface="Verdana"/>
              </a:rPr>
              <a:t>A</a:t>
            </a:r>
            <a:r>
              <a:rPr sz="1200" b="1" i="1" dirty="0">
                <a:latin typeface="Verdana"/>
                <a:cs typeface="Verdana"/>
              </a:rPr>
              <a:t>N</a:t>
            </a:r>
            <a:r>
              <a:rPr sz="1200" b="1" i="1" spc="5" dirty="0">
                <a:latin typeface="Verdana"/>
                <a:cs typeface="Verdana"/>
              </a:rPr>
              <a:t>A</a:t>
            </a:r>
            <a:r>
              <a:rPr sz="1200" b="1" i="1" dirty="0">
                <a:latin typeface="Verdana"/>
                <a:cs typeface="Verdana"/>
              </a:rPr>
              <a:t>G</a:t>
            </a:r>
            <a:r>
              <a:rPr sz="1200" b="1" i="1" spc="-5" dirty="0">
                <a:latin typeface="Verdana"/>
                <a:cs typeface="Verdana"/>
              </a:rPr>
              <a:t>E</a:t>
            </a:r>
            <a:r>
              <a:rPr sz="1200" b="1" i="1" spc="-10" dirty="0">
                <a:latin typeface="Verdana"/>
                <a:cs typeface="Verdana"/>
              </a:rPr>
              <a:t>MENT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76877" y="3933501"/>
            <a:ext cx="1554480" cy="920750"/>
          </a:xfrm>
          <a:custGeom>
            <a:avLst/>
            <a:gdLst/>
            <a:ahLst/>
            <a:cxnLst/>
            <a:rect l="l" t="t" r="r" b="b"/>
            <a:pathLst>
              <a:path w="1554479" h="920750">
                <a:moveTo>
                  <a:pt x="1266474" y="621099"/>
                </a:moveTo>
                <a:lnTo>
                  <a:pt x="973095" y="621099"/>
                </a:lnTo>
                <a:lnTo>
                  <a:pt x="1554374" y="920565"/>
                </a:lnTo>
                <a:lnTo>
                  <a:pt x="1266474" y="621099"/>
                </a:lnTo>
                <a:close/>
              </a:path>
              <a:path w="1554479" h="920750">
                <a:moveTo>
                  <a:pt x="733998" y="0"/>
                </a:moveTo>
                <a:lnTo>
                  <a:pt x="678168" y="272"/>
                </a:lnTo>
                <a:lnTo>
                  <a:pt x="622083" y="2553"/>
                </a:lnTo>
                <a:lnTo>
                  <a:pt x="565982" y="6888"/>
                </a:lnTo>
                <a:lnTo>
                  <a:pt x="510102" y="13326"/>
                </a:lnTo>
                <a:lnTo>
                  <a:pt x="454681" y="21913"/>
                </a:lnTo>
                <a:lnTo>
                  <a:pt x="400979" y="32486"/>
                </a:lnTo>
                <a:lnTo>
                  <a:pt x="350164" y="44779"/>
                </a:lnTo>
                <a:lnTo>
                  <a:pt x="302342" y="58685"/>
                </a:lnTo>
                <a:lnTo>
                  <a:pt x="257617" y="74097"/>
                </a:lnTo>
                <a:lnTo>
                  <a:pt x="216094" y="90908"/>
                </a:lnTo>
                <a:lnTo>
                  <a:pt x="177878" y="109011"/>
                </a:lnTo>
                <a:lnTo>
                  <a:pt x="143072" y="128299"/>
                </a:lnTo>
                <a:lnTo>
                  <a:pt x="84115" y="170002"/>
                </a:lnTo>
                <a:lnTo>
                  <a:pt x="40059" y="215163"/>
                </a:lnTo>
                <a:lnTo>
                  <a:pt x="11741" y="262924"/>
                </a:lnTo>
                <a:lnTo>
                  <a:pt x="0" y="312431"/>
                </a:lnTo>
                <a:lnTo>
                  <a:pt x="607" y="337572"/>
                </a:lnTo>
                <a:lnTo>
                  <a:pt x="15300" y="388092"/>
                </a:lnTo>
                <a:lnTo>
                  <a:pt x="48662" y="438219"/>
                </a:lnTo>
                <a:lnTo>
                  <a:pt x="99407" y="485293"/>
                </a:lnTo>
                <a:lnTo>
                  <a:pt x="164493" y="526977"/>
                </a:lnTo>
                <a:lnTo>
                  <a:pt x="201820" y="545679"/>
                </a:lnTo>
                <a:lnTo>
                  <a:pt x="242019" y="562892"/>
                </a:lnTo>
                <a:lnTo>
                  <a:pt x="284852" y="578568"/>
                </a:lnTo>
                <a:lnTo>
                  <a:pt x="330080" y="592661"/>
                </a:lnTo>
                <a:lnTo>
                  <a:pt x="377467" y="605123"/>
                </a:lnTo>
                <a:lnTo>
                  <a:pt x="426773" y="615908"/>
                </a:lnTo>
                <a:lnTo>
                  <a:pt x="477762" y="624967"/>
                </a:lnTo>
                <a:lnTo>
                  <a:pt x="530195" y="632255"/>
                </a:lnTo>
                <a:lnTo>
                  <a:pt x="583834" y="637723"/>
                </a:lnTo>
                <a:lnTo>
                  <a:pt x="638441" y="641324"/>
                </a:lnTo>
                <a:lnTo>
                  <a:pt x="693779" y="643012"/>
                </a:lnTo>
                <a:lnTo>
                  <a:pt x="749609" y="642740"/>
                </a:lnTo>
                <a:lnTo>
                  <a:pt x="805694" y="640459"/>
                </a:lnTo>
                <a:lnTo>
                  <a:pt x="861795" y="636124"/>
                </a:lnTo>
                <a:lnTo>
                  <a:pt x="917675" y="629686"/>
                </a:lnTo>
                <a:lnTo>
                  <a:pt x="973095" y="621099"/>
                </a:lnTo>
                <a:lnTo>
                  <a:pt x="1266474" y="621099"/>
                </a:lnTo>
                <a:lnTo>
                  <a:pt x="1203473" y="555567"/>
                </a:lnTo>
                <a:lnTo>
                  <a:pt x="1234177" y="541721"/>
                </a:lnTo>
                <a:lnTo>
                  <a:pt x="1262720" y="527191"/>
                </a:lnTo>
                <a:lnTo>
                  <a:pt x="1313229" y="496275"/>
                </a:lnTo>
                <a:lnTo>
                  <a:pt x="1354802" y="463214"/>
                </a:lnTo>
                <a:lnTo>
                  <a:pt x="1387243" y="428400"/>
                </a:lnTo>
                <a:lnTo>
                  <a:pt x="1410356" y="392229"/>
                </a:lnTo>
                <a:lnTo>
                  <a:pt x="1423944" y="355094"/>
                </a:lnTo>
                <a:lnTo>
                  <a:pt x="1427811" y="317389"/>
                </a:lnTo>
                <a:lnTo>
                  <a:pt x="1426037" y="298446"/>
                </a:lnTo>
                <a:lnTo>
                  <a:pt x="1414952" y="260624"/>
                </a:lnTo>
                <a:lnTo>
                  <a:pt x="1393655" y="223218"/>
                </a:lnTo>
                <a:lnTo>
                  <a:pt x="1355654" y="180605"/>
                </a:lnTo>
                <a:lnTo>
                  <a:pt x="1297500" y="136179"/>
                </a:lnTo>
                <a:lnTo>
                  <a:pt x="1263283" y="116035"/>
                </a:lnTo>
                <a:lnTo>
                  <a:pt x="1225956" y="97333"/>
                </a:lnTo>
                <a:lnTo>
                  <a:pt x="1185758" y="80120"/>
                </a:lnTo>
                <a:lnTo>
                  <a:pt x="1142925" y="64444"/>
                </a:lnTo>
                <a:lnTo>
                  <a:pt x="1097697" y="50351"/>
                </a:lnTo>
                <a:lnTo>
                  <a:pt x="1050310" y="37889"/>
                </a:lnTo>
                <a:lnTo>
                  <a:pt x="1001004" y="27104"/>
                </a:lnTo>
                <a:lnTo>
                  <a:pt x="950015" y="18045"/>
                </a:lnTo>
                <a:lnTo>
                  <a:pt x="897582" y="10757"/>
                </a:lnTo>
                <a:lnTo>
                  <a:pt x="843943" y="5289"/>
                </a:lnTo>
                <a:lnTo>
                  <a:pt x="789336" y="1688"/>
                </a:lnTo>
                <a:lnTo>
                  <a:pt x="73399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69760" y="4084867"/>
            <a:ext cx="84201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ct val="100000"/>
              </a:lnSpc>
            </a:pPr>
            <a:r>
              <a:rPr sz="1200" dirty="0">
                <a:latin typeface="Verdana"/>
                <a:cs typeface="Verdana"/>
              </a:rPr>
              <a:t>C’est</a:t>
            </a:r>
            <a:r>
              <a:rPr sz="1200" spc="-10" dirty="0">
                <a:latin typeface="Verdana"/>
                <a:cs typeface="Verdana"/>
              </a:rPr>
              <a:t> q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i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Verdana"/>
                <a:cs typeface="Verdana"/>
              </a:rPr>
              <a:t>ce pro</a:t>
            </a:r>
            <a:r>
              <a:rPr sz="1200" spc="-5" dirty="0">
                <a:latin typeface="Verdana"/>
                <a:cs typeface="Verdana"/>
              </a:rPr>
              <a:t>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?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69592" y="4898135"/>
            <a:ext cx="1792985" cy="18127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93647" y="2273807"/>
            <a:ext cx="938784" cy="11780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349" y="1917101"/>
            <a:ext cx="2186305" cy="645160"/>
          </a:xfrm>
          <a:custGeom>
            <a:avLst/>
            <a:gdLst/>
            <a:ahLst/>
            <a:cxnLst/>
            <a:rect l="l" t="t" r="r" b="b"/>
            <a:pathLst>
              <a:path w="2186304" h="645160">
                <a:moveTo>
                  <a:pt x="1219175" y="0"/>
                </a:moveTo>
                <a:lnTo>
                  <a:pt x="1144287" y="995"/>
                </a:lnTo>
                <a:lnTo>
                  <a:pt x="1069370" y="3964"/>
                </a:lnTo>
                <a:lnTo>
                  <a:pt x="994757" y="8942"/>
                </a:lnTo>
                <a:lnTo>
                  <a:pt x="920784" y="15965"/>
                </a:lnTo>
                <a:lnTo>
                  <a:pt x="847786" y="25067"/>
                </a:lnTo>
                <a:lnTo>
                  <a:pt x="776097" y="36285"/>
                </a:lnTo>
                <a:lnTo>
                  <a:pt x="707356" y="49395"/>
                </a:lnTo>
                <a:lnTo>
                  <a:pt x="643051" y="64075"/>
                </a:lnTo>
                <a:lnTo>
                  <a:pt x="583289" y="80215"/>
                </a:lnTo>
                <a:lnTo>
                  <a:pt x="528173" y="97702"/>
                </a:lnTo>
                <a:lnTo>
                  <a:pt x="477811" y="116426"/>
                </a:lnTo>
                <a:lnTo>
                  <a:pt x="432308" y="136275"/>
                </a:lnTo>
                <a:lnTo>
                  <a:pt x="391771" y="157137"/>
                </a:lnTo>
                <a:lnTo>
                  <a:pt x="356304" y="178901"/>
                </a:lnTo>
                <a:lnTo>
                  <a:pt x="301005" y="224690"/>
                </a:lnTo>
                <a:lnTo>
                  <a:pt x="267260" y="272749"/>
                </a:lnTo>
                <a:lnTo>
                  <a:pt x="255915" y="322188"/>
                </a:lnTo>
                <a:lnTo>
                  <a:pt x="258907" y="347145"/>
                </a:lnTo>
                <a:lnTo>
                  <a:pt x="282749" y="396981"/>
                </a:lnTo>
                <a:lnTo>
                  <a:pt x="331106" y="445967"/>
                </a:lnTo>
                <a:lnTo>
                  <a:pt x="364744" y="469863"/>
                </a:lnTo>
                <a:lnTo>
                  <a:pt x="0" y="644742"/>
                </a:lnTo>
                <a:lnTo>
                  <a:pt x="593725" y="566002"/>
                </a:lnTo>
                <a:lnTo>
                  <a:pt x="1847642" y="566002"/>
                </a:lnTo>
                <a:lnTo>
                  <a:pt x="1858412" y="563093"/>
                </a:lnTo>
                <a:lnTo>
                  <a:pt x="1913528" y="545606"/>
                </a:lnTo>
                <a:lnTo>
                  <a:pt x="1963890" y="526882"/>
                </a:lnTo>
                <a:lnTo>
                  <a:pt x="2009393" y="507034"/>
                </a:lnTo>
                <a:lnTo>
                  <a:pt x="2049930" y="486171"/>
                </a:lnTo>
                <a:lnTo>
                  <a:pt x="2085397" y="464407"/>
                </a:lnTo>
                <a:lnTo>
                  <a:pt x="2140696" y="418619"/>
                </a:lnTo>
                <a:lnTo>
                  <a:pt x="2174441" y="370559"/>
                </a:lnTo>
                <a:lnTo>
                  <a:pt x="2185786" y="321121"/>
                </a:lnTo>
                <a:lnTo>
                  <a:pt x="2182794" y="296163"/>
                </a:lnTo>
                <a:lnTo>
                  <a:pt x="2158952" y="246327"/>
                </a:lnTo>
                <a:lnTo>
                  <a:pt x="2110595" y="197341"/>
                </a:lnTo>
                <a:lnTo>
                  <a:pt x="2076958" y="173445"/>
                </a:lnTo>
                <a:lnTo>
                  <a:pt x="2037645" y="150531"/>
                </a:lnTo>
                <a:lnTo>
                  <a:pt x="1993614" y="129094"/>
                </a:lnTo>
                <a:lnTo>
                  <a:pt x="1945202" y="109171"/>
                </a:lnTo>
                <a:lnTo>
                  <a:pt x="1892741" y="90796"/>
                </a:lnTo>
                <a:lnTo>
                  <a:pt x="1836568" y="74004"/>
                </a:lnTo>
                <a:lnTo>
                  <a:pt x="1777017" y="58832"/>
                </a:lnTo>
                <a:lnTo>
                  <a:pt x="1714423" y="45314"/>
                </a:lnTo>
                <a:lnTo>
                  <a:pt x="1649120" y="33487"/>
                </a:lnTo>
                <a:lnTo>
                  <a:pt x="1581443" y="23385"/>
                </a:lnTo>
                <a:lnTo>
                  <a:pt x="1511728" y="15044"/>
                </a:lnTo>
                <a:lnTo>
                  <a:pt x="1440309" y="8500"/>
                </a:lnTo>
                <a:lnTo>
                  <a:pt x="1367520" y="3787"/>
                </a:lnTo>
                <a:lnTo>
                  <a:pt x="1293697" y="942"/>
                </a:lnTo>
                <a:lnTo>
                  <a:pt x="1219175" y="0"/>
                </a:lnTo>
                <a:close/>
              </a:path>
              <a:path w="2186304" h="645160">
                <a:moveTo>
                  <a:pt x="1847642" y="566002"/>
                </a:moveTo>
                <a:lnTo>
                  <a:pt x="593725" y="566002"/>
                </a:lnTo>
                <a:lnTo>
                  <a:pt x="639463" y="578267"/>
                </a:lnTo>
                <a:lnTo>
                  <a:pt x="686930" y="589491"/>
                </a:lnTo>
                <a:lnTo>
                  <a:pt x="735975" y="599669"/>
                </a:lnTo>
                <a:lnTo>
                  <a:pt x="786448" y="608795"/>
                </a:lnTo>
                <a:lnTo>
                  <a:pt x="838198" y="616864"/>
                </a:lnTo>
                <a:lnTo>
                  <a:pt x="891075" y="623869"/>
                </a:lnTo>
                <a:lnTo>
                  <a:pt x="944929" y="629805"/>
                </a:lnTo>
                <a:lnTo>
                  <a:pt x="999610" y="634665"/>
                </a:lnTo>
                <a:lnTo>
                  <a:pt x="1054968" y="638445"/>
                </a:lnTo>
                <a:lnTo>
                  <a:pt x="1110853" y="641139"/>
                </a:lnTo>
                <a:lnTo>
                  <a:pt x="1167113" y="642739"/>
                </a:lnTo>
                <a:lnTo>
                  <a:pt x="1223600" y="643242"/>
                </a:lnTo>
                <a:lnTo>
                  <a:pt x="1280162" y="642640"/>
                </a:lnTo>
                <a:lnTo>
                  <a:pt x="1336650" y="640928"/>
                </a:lnTo>
                <a:lnTo>
                  <a:pt x="1392914" y="638100"/>
                </a:lnTo>
                <a:lnTo>
                  <a:pt x="1448802" y="634151"/>
                </a:lnTo>
                <a:lnTo>
                  <a:pt x="1504166" y="629075"/>
                </a:lnTo>
                <a:lnTo>
                  <a:pt x="1558854" y="622865"/>
                </a:lnTo>
                <a:lnTo>
                  <a:pt x="1612717" y="615517"/>
                </a:lnTo>
                <a:lnTo>
                  <a:pt x="1665605" y="607023"/>
                </a:lnTo>
                <a:lnTo>
                  <a:pt x="1734345" y="593913"/>
                </a:lnTo>
                <a:lnTo>
                  <a:pt x="1798650" y="579233"/>
                </a:lnTo>
                <a:lnTo>
                  <a:pt x="1847642" y="56600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39188" y="2067980"/>
            <a:ext cx="121602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1600">
              <a:lnSpc>
                <a:spcPct val="100000"/>
              </a:lnSpc>
            </a:pPr>
            <a:r>
              <a:rPr sz="1200" spc="-10" dirty="0">
                <a:latin typeface="Verdana"/>
                <a:cs typeface="Verdana"/>
              </a:rPr>
              <a:t>Des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ob</a:t>
            </a:r>
            <a:r>
              <a:rPr sz="1200" spc="-10" dirty="0">
                <a:latin typeface="Verdana"/>
                <a:cs typeface="Verdana"/>
              </a:rPr>
              <a:t>je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tifs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on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nif</a:t>
            </a:r>
            <a:r>
              <a:rPr sz="1200" spc="-5" dirty="0">
                <a:latin typeface="Verdana"/>
                <a:cs typeface="Verdana"/>
              </a:rPr>
              <a:t>ic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ifs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53283" y="3352800"/>
            <a:ext cx="1165859" cy="10088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7994" y="4436319"/>
            <a:ext cx="1929764" cy="790575"/>
          </a:xfrm>
          <a:custGeom>
            <a:avLst/>
            <a:gdLst/>
            <a:ahLst/>
            <a:cxnLst/>
            <a:rect l="l" t="t" r="r" b="b"/>
            <a:pathLst>
              <a:path w="1929764" h="790575">
                <a:moveTo>
                  <a:pt x="1629807" y="627170"/>
                </a:moveTo>
                <a:lnTo>
                  <a:pt x="1265042" y="627170"/>
                </a:lnTo>
                <a:lnTo>
                  <a:pt x="1747642" y="789984"/>
                </a:lnTo>
                <a:lnTo>
                  <a:pt x="1629807" y="627170"/>
                </a:lnTo>
                <a:close/>
              </a:path>
              <a:path w="1929764" h="790575">
                <a:moveTo>
                  <a:pt x="969940" y="0"/>
                </a:moveTo>
                <a:lnTo>
                  <a:pt x="893901" y="884"/>
                </a:lnTo>
                <a:lnTo>
                  <a:pt x="817501" y="3818"/>
                </a:lnTo>
                <a:lnTo>
                  <a:pt x="741051" y="8855"/>
                </a:lnTo>
                <a:lnTo>
                  <a:pt x="664866" y="16046"/>
                </a:lnTo>
                <a:lnTo>
                  <a:pt x="590667" y="25263"/>
                </a:lnTo>
                <a:lnTo>
                  <a:pt x="520079" y="36271"/>
                </a:lnTo>
                <a:lnTo>
                  <a:pt x="453262" y="48966"/>
                </a:lnTo>
                <a:lnTo>
                  <a:pt x="390375" y="63243"/>
                </a:lnTo>
                <a:lnTo>
                  <a:pt x="331576" y="78999"/>
                </a:lnTo>
                <a:lnTo>
                  <a:pt x="277024" y="96127"/>
                </a:lnTo>
                <a:lnTo>
                  <a:pt x="226877" y="114525"/>
                </a:lnTo>
                <a:lnTo>
                  <a:pt x="181295" y="134087"/>
                </a:lnTo>
                <a:lnTo>
                  <a:pt x="140435" y="154710"/>
                </a:lnTo>
                <a:lnTo>
                  <a:pt x="104458" y="176288"/>
                </a:lnTo>
                <a:lnTo>
                  <a:pt x="73521" y="198719"/>
                </a:lnTo>
                <a:lnTo>
                  <a:pt x="27403" y="245716"/>
                </a:lnTo>
                <a:lnTo>
                  <a:pt x="3353" y="294867"/>
                </a:lnTo>
                <a:lnTo>
                  <a:pt x="0" y="319989"/>
                </a:lnTo>
                <a:lnTo>
                  <a:pt x="2639" y="345336"/>
                </a:lnTo>
                <a:lnTo>
                  <a:pt x="26532" y="396288"/>
                </a:lnTo>
                <a:lnTo>
                  <a:pt x="75754" y="446417"/>
                </a:lnTo>
                <a:lnTo>
                  <a:pt x="108779" y="469944"/>
                </a:lnTo>
                <a:lnTo>
                  <a:pt x="146863" y="492213"/>
                </a:lnTo>
                <a:lnTo>
                  <a:pt x="189695" y="513171"/>
                </a:lnTo>
                <a:lnTo>
                  <a:pt x="236960" y="532766"/>
                </a:lnTo>
                <a:lnTo>
                  <a:pt x="288346" y="550944"/>
                </a:lnTo>
                <a:lnTo>
                  <a:pt x="343540" y="567653"/>
                </a:lnTo>
                <a:lnTo>
                  <a:pt x="402227" y="582840"/>
                </a:lnTo>
                <a:lnTo>
                  <a:pt x="464096" y="596453"/>
                </a:lnTo>
                <a:lnTo>
                  <a:pt x="528833" y="608438"/>
                </a:lnTo>
                <a:lnTo>
                  <a:pt x="596125" y="618743"/>
                </a:lnTo>
                <a:lnTo>
                  <a:pt x="665658" y="627314"/>
                </a:lnTo>
                <a:lnTo>
                  <a:pt x="737119" y="634101"/>
                </a:lnTo>
                <a:lnTo>
                  <a:pt x="810196" y="639048"/>
                </a:lnTo>
                <a:lnTo>
                  <a:pt x="884575" y="642105"/>
                </a:lnTo>
                <a:lnTo>
                  <a:pt x="959944" y="643217"/>
                </a:lnTo>
                <a:lnTo>
                  <a:pt x="1035987" y="642332"/>
                </a:lnTo>
                <a:lnTo>
                  <a:pt x="1112394" y="639398"/>
                </a:lnTo>
                <a:lnTo>
                  <a:pt x="1188850" y="634362"/>
                </a:lnTo>
                <a:lnTo>
                  <a:pt x="1265042" y="627170"/>
                </a:lnTo>
                <a:lnTo>
                  <a:pt x="1629807" y="627170"/>
                </a:lnTo>
                <a:lnTo>
                  <a:pt x="1586606" y="567480"/>
                </a:lnTo>
                <a:lnTo>
                  <a:pt x="1630330" y="554427"/>
                </a:lnTo>
                <a:lnTo>
                  <a:pt x="1671252" y="540635"/>
                </a:lnTo>
                <a:lnTo>
                  <a:pt x="1709330" y="526154"/>
                </a:lnTo>
                <a:lnTo>
                  <a:pt x="1744525" y="511031"/>
                </a:lnTo>
                <a:lnTo>
                  <a:pt x="1806098" y="479058"/>
                </a:lnTo>
                <a:lnTo>
                  <a:pt x="1855639" y="445103"/>
                </a:lnTo>
                <a:lnTo>
                  <a:pt x="1892819" y="409556"/>
                </a:lnTo>
                <a:lnTo>
                  <a:pt x="1917308" y="372804"/>
                </a:lnTo>
                <a:lnTo>
                  <a:pt x="1928776" y="335238"/>
                </a:lnTo>
                <a:lnTo>
                  <a:pt x="1929524" y="316270"/>
                </a:lnTo>
                <a:lnTo>
                  <a:pt x="1926893" y="297245"/>
                </a:lnTo>
                <a:lnTo>
                  <a:pt x="1911329" y="259213"/>
                </a:lnTo>
                <a:lnTo>
                  <a:pt x="1881754" y="221532"/>
                </a:lnTo>
                <a:lnTo>
                  <a:pt x="1821079" y="173273"/>
                </a:lnTo>
                <a:lnTo>
                  <a:pt x="1782994" y="151004"/>
                </a:lnTo>
                <a:lnTo>
                  <a:pt x="1740163" y="130045"/>
                </a:lnTo>
                <a:lnTo>
                  <a:pt x="1692898" y="110451"/>
                </a:lnTo>
                <a:lnTo>
                  <a:pt x="1641513" y="92273"/>
                </a:lnTo>
                <a:lnTo>
                  <a:pt x="1586320" y="75564"/>
                </a:lnTo>
                <a:lnTo>
                  <a:pt x="1527633" y="60376"/>
                </a:lnTo>
                <a:lnTo>
                  <a:pt x="1465766" y="46764"/>
                </a:lnTo>
                <a:lnTo>
                  <a:pt x="1401031" y="34779"/>
                </a:lnTo>
                <a:lnTo>
                  <a:pt x="1333741" y="24474"/>
                </a:lnTo>
                <a:lnTo>
                  <a:pt x="1264211" y="15902"/>
                </a:lnTo>
                <a:lnTo>
                  <a:pt x="1192752" y="9116"/>
                </a:lnTo>
                <a:lnTo>
                  <a:pt x="1119679" y="4168"/>
                </a:lnTo>
                <a:lnTo>
                  <a:pt x="1045303" y="1112"/>
                </a:lnTo>
                <a:lnTo>
                  <a:pt x="96994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41959" y="4588930"/>
            <a:ext cx="110934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60" marR="5080" indent="-277495">
              <a:lnSpc>
                <a:spcPct val="100000"/>
              </a:lnSpc>
            </a:pPr>
            <a:r>
              <a:rPr sz="1200" spc="-10" dirty="0">
                <a:latin typeface="Verdana"/>
                <a:cs typeface="Verdana"/>
              </a:rPr>
              <a:t>Un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tr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p 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83634" y="2852837"/>
            <a:ext cx="2184400" cy="645160"/>
          </a:xfrm>
          <a:custGeom>
            <a:avLst/>
            <a:gdLst/>
            <a:ahLst/>
            <a:cxnLst/>
            <a:rect l="l" t="t" r="r" b="b"/>
            <a:pathLst>
              <a:path w="2184400" h="645160">
                <a:moveTo>
                  <a:pt x="1218173" y="0"/>
                </a:moveTo>
                <a:lnTo>
                  <a:pt x="1143349" y="995"/>
                </a:lnTo>
                <a:lnTo>
                  <a:pt x="1068494" y="3964"/>
                </a:lnTo>
                <a:lnTo>
                  <a:pt x="993944" y="8942"/>
                </a:lnTo>
                <a:lnTo>
                  <a:pt x="920032" y="15965"/>
                </a:lnTo>
                <a:lnTo>
                  <a:pt x="847093" y="25067"/>
                </a:lnTo>
                <a:lnTo>
                  <a:pt x="775462" y="36285"/>
                </a:lnTo>
                <a:lnTo>
                  <a:pt x="706776" y="49395"/>
                </a:lnTo>
                <a:lnTo>
                  <a:pt x="642523" y="64075"/>
                </a:lnTo>
                <a:lnTo>
                  <a:pt x="582808" y="80215"/>
                </a:lnTo>
                <a:lnTo>
                  <a:pt x="527736" y="97702"/>
                </a:lnTo>
                <a:lnTo>
                  <a:pt x="477414" y="116426"/>
                </a:lnTo>
                <a:lnTo>
                  <a:pt x="431948" y="136275"/>
                </a:lnTo>
                <a:lnTo>
                  <a:pt x="391442" y="157137"/>
                </a:lnTo>
                <a:lnTo>
                  <a:pt x="356004" y="178901"/>
                </a:lnTo>
                <a:lnTo>
                  <a:pt x="300751" y="224690"/>
                </a:lnTo>
                <a:lnTo>
                  <a:pt x="267037" y="272749"/>
                </a:lnTo>
                <a:lnTo>
                  <a:pt x="255707" y="322188"/>
                </a:lnTo>
                <a:lnTo>
                  <a:pt x="258700" y="347145"/>
                </a:lnTo>
                <a:lnTo>
                  <a:pt x="282535" y="396981"/>
                </a:lnTo>
                <a:lnTo>
                  <a:pt x="330870" y="445967"/>
                </a:lnTo>
                <a:lnTo>
                  <a:pt x="364490" y="469863"/>
                </a:lnTo>
                <a:lnTo>
                  <a:pt x="0" y="644742"/>
                </a:lnTo>
                <a:lnTo>
                  <a:pt x="593217" y="566002"/>
                </a:lnTo>
                <a:lnTo>
                  <a:pt x="1846099" y="566002"/>
                </a:lnTo>
                <a:lnTo>
                  <a:pt x="1856861" y="563093"/>
                </a:lnTo>
                <a:lnTo>
                  <a:pt x="1911933" y="545606"/>
                </a:lnTo>
                <a:lnTo>
                  <a:pt x="1962255" y="526882"/>
                </a:lnTo>
                <a:lnTo>
                  <a:pt x="2007721" y="507034"/>
                </a:lnTo>
                <a:lnTo>
                  <a:pt x="2048227" y="486171"/>
                </a:lnTo>
                <a:lnTo>
                  <a:pt x="2083665" y="464407"/>
                </a:lnTo>
                <a:lnTo>
                  <a:pt x="2138918" y="418619"/>
                </a:lnTo>
                <a:lnTo>
                  <a:pt x="2172632" y="370559"/>
                </a:lnTo>
                <a:lnTo>
                  <a:pt x="2183962" y="321121"/>
                </a:lnTo>
                <a:lnTo>
                  <a:pt x="2180969" y="296163"/>
                </a:lnTo>
                <a:lnTo>
                  <a:pt x="2157134" y="246327"/>
                </a:lnTo>
                <a:lnTo>
                  <a:pt x="2108799" y="197341"/>
                </a:lnTo>
                <a:lnTo>
                  <a:pt x="2075180" y="173445"/>
                </a:lnTo>
                <a:lnTo>
                  <a:pt x="2035907" y="150531"/>
                </a:lnTo>
                <a:lnTo>
                  <a:pt x="1991920" y="129094"/>
                </a:lnTo>
                <a:lnTo>
                  <a:pt x="1943554" y="109171"/>
                </a:lnTo>
                <a:lnTo>
                  <a:pt x="1891143" y="90796"/>
                </a:lnTo>
                <a:lnTo>
                  <a:pt x="1835023" y="74004"/>
                </a:lnTo>
                <a:lnTo>
                  <a:pt x="1775526" y="58832"/>
                </a:lnTo>
                <a:lnTo>
                  <a:pt x="1712988" y="45314"/>
                </a:lnTo>
                <a:lnTo>
                  <a:pt x="1647744" y="33487"/>
                </a:lnTo>
                <a:lnTo>
                  <a:pt x="1580128" y="23385"/>
                </a:lnTo>
                <a:lnTo>
                  <a:pt x="1510474" y="15044"/>
                </a:lnTo>
                <a:lnTo>
                  <a:pt x="1439117" y="8500"/>
                </a:lnTo>
                <a:lnTo>
                  <a:pt x="1366391" y="3787"/>
                </a:lnTo>
                <a:lnTo>
                  <a:pt x="1292632" y="942"/>
                </a:lnTo>
                <a:lnTo>
                  <a:pt x="1218173" y="0"/>
                </a:lnTo>
                <a:close/>
              </a:path>
              <a:path w="2184400" h="645160">
                <a:moveTo>
                  <a:pt x="1846099" y="566002"/>
                </a:moveTo>
                <a:lnTo>
                  <a:pt x="593217" y="566002"/>
                </a:lnTo>
                <a:lnTo>
                  <a:pt x="638917" y="578267"/>
                </a:lnTo>
                <a:lnTo>
                  <a:pt x="686346" y="589491"/>
                </a:lnTo>
                <a:lnTo>
                  <a:pt x="735352" y="599669"/>
                </a:lnTo>
                <a:lnTo>
                  <a:pt x="785786" y="608795"/>
                </a:lnTo>
                <a:lnTo>
                  <a:pt x="837497" y="616864"/>
                </a:lnTo>
                <a:lnTo>
                  <a:pt x="890335" y="623869"/>
                </a:lnTo>
                <a:lnTo>
                  <a:pt x="944149" y="629805"/>
                </a:lnTo>
                <a:lnTo>
                  <a:pt x="998789" y="634665"/>
                </a:lnTo>
                <a:lnTo>
                  <a:pt x="1054106" y="638445"/>
                </a:lnTo>
                <a:lnTo>
                  <a:pt x="1109948" y="641139"/>
                </a:lnTo>
                <a:lnTo>
                  <a:pt x="1166165" y="642739"/>
                </a:lnTo>
                <a:lnTo>
                  <a:pt x="1222607" y="643242"/>
                </a:lnTo>
                <a:lnTo>
                  <a:pt x="1279124" y="642640"/>
                </a:lnTo>
                <a:lnTo>
                  <a:pt x="1335565" y="640928"/>
                </a:lnTo>
                <a:lnTo>
                  <a:pt x="1391781" y="638100"/>
                </a:lnTo>
                <a:lnTo>
                  <a:pt x="1447620" y="634151"/>
                </a:lnTo>
                <a:lnTo>
                  <a:pt x="1502932" y="629075"/>
                </a:lnTo>
                <a:lnTo>
                  <a:pt x="1557568" y="622865"/>
                </a:lnTo>
                <a:lnTo>
                  <a:pt x="1611376" y="615517"/>
                </a:lnTo>
                <a:lnTo>
                  <a:pt x="1664208" y="607023"/>
                </a:lnTo>
                <a:lnTo>
                  <a:pt x="1732893" y="593913"/>
                </a:lnTo>
                <a:lnTo>
                  <a:pt x="1797146" y="579233"/>
                </a:lnTo>
                <a:lnTo>
                  <a:pt x="1846099" y="56600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291965" y="3004351"/>
            <a:ext cx="123063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-3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d’i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di</a:t>
            </a:r>
            <a:r>
              <a:rPr sz="1200" spc="-1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r</a:t>
            </a:r>
            <a:endParaRPr sz="120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su</a:t>
            </a:r>
            <a:r>
              <a:rPr sz="1200" spc="-5" dirty="0">
                <a:latin typeface="Verdana"/>
                <a:cs typeface="Verdana"/>
              </a:rPr>
              <a:t>iv</a:t>
            </a:r>
            <a:r>
              <a:rPr sz="1200" dirty="0">
                <a:latin typeface="Verdana"/>
                <a:cs typeface="Verdana"/>
              </a:rPr>
              <a:t>i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11923" y="2429255"/>
            <a:ext cx="1088135" cy="11887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83733" y="1785986"/>
            <a:ext cx="1928495" cy="964565"/>
          </a:xfrm>
          <a:custGeom>
            <a:avLst/>
            <a:gdLst/>
            <a:ahLst/>
            <a:cxnLst/>
            <a:rect l="l" t="t" r="r" b="b"/>
            <a:pathLst>
              <a:path w="1928495" h="964564">
                <a:moveTo>
                  <a:pt x="1628543" y="765570"/>
                </a:moveTo>
                <a:lnTo>
                  <a:pt x="1263979" y="765570"/>
                </a:lnTo>
                <a:lnTo>
                  <a:pt x="1746325" y="964071"/>
                </a:lnTo>
                <a:lnTo>
                  <a:pt x="1628543" y="765570"/>
                </a:lnTo>
                <a:close/>
              </a:path>
              <a:path w="1928495" h="964564">
                <a:moveTo>
                  <a:pt x="969144" y="0"/>
                </a:moveTo>
                <a:lnTo>
                  <a:pt x="893159" y="1073"/>
                </a:lnTo>
                <a:lnTo>
                  <a:pt x="816812" y="4649"/>
                </a:lnTo>
                <a:lnTo>
                  <a:pt x="740416" y="10794"/>
                </a:lnTo>
                <a:lnTo>
                  <a:pt x="664285" y="19572"/>
                </a:lnTo>
                <a:lnTo>
                  <a:pt x="590142" y="30822"/>
                </a:lnTo>
                <a:lnTo>
                  <a:pt x="519609" y="44258"/>
                </a:lnTo>
                <a:lnTo>
                  <a:pt x="452846" y="59752"/>
                </a:lnTo>
                <a:lnTo>
                  <a:pt x="390009" y="77177"/>
                </a:lnTo>
                <a:lnTo>
                  <a:pt x="331259" y="96405"/>
                </a:lnTo>
                <a:lnTo>
                  <a:pt x="276753" y="117309"/>
                </a:lnTo>
                <a:lnTo>
                  <a:pt x="226650" y="139761"/>
                </a:lnTo>
                <a:lnTo>
                  <a:pt x="181108" y="163634"/>
                </a:lnTo>
                <a:lnTo>
                  <a:pt x="140285" y="188802"/>
                </a:lnTo>
                <a:lnTo>
                  <a:pt x="104342" y="215136"/>
                </a:lnTo>
                <a:lnTo>
                  <a:pt x="73435" y="242509"/>
                </a:lnTo>
                <a:lnTo>
                  <a:pt x="47723" y="270794"/>
                </a:lnTo>
                <a:lnTo>
                  <a:pt x="12520" y="329590"/>
                </a:lnTo>
                <a:lnTo>
                  <a:pt x="0" y="390505"/>
                </a:lnTo>
                <a:lnTo>
                  <a:pt x="2642" y="421439"/>
                </a:lnTo>
                <a:lnTo>
                  <a:pt x="26524" y="483623"/>
                </a:lnTo>
                <a:lnTo>
                  <a:pt x="75693" y="544804"/>
                </a:lnTo>
                <a:lnTo>
                  <a:pt x="108677" y="573522"/>
                </a:lnTo>
                <a:lnTo>
                  <a:pt x="146719" y="600706"/>
                </a:lnTo>
                <a:lnTo>
                  <a:pt x="189506" y="626292"/>
                </a:lnTo>
                <a:lnTo>
                  <a:pt x="236725" y="650216"/>
                </a:lnTo>
                <a:lnTo>
                  <a:pt x="288064" y="672412"/>
                </a:lnTo>
                <a:lnTo>
                  <a:pt x="343208" y="692817"/>
                </a:lnTo>
                <a:lnTo>
                  <a:pt x="401846" y="711364"/>
                </a:lnTo>
                <a:lnTo>
                  <a:pt x="463663" y="727990"/>
                </a:lnTo>
                <a:lnTo>
                  <a:pt x="528347" y="742630"/>
                </a:lnTo>
                <a:lnTo>
                  <a:pt x="595585" y="755220"/>
                </a:lnTo>
                <a:lnTo>
                  <a:pt x="665063" y="765694"/>
                </a:lnTo>
                <a:lnTo>
                  <a:pt x="736469" y="773988"/>
                </a:lnTo>
                <a:lnTo>
                  <a:pt x="809489" y="780037"/>
                </a:lnTo>
                <a:lnTo>
                  <a:pt x="883810" y="783776"/>
                </a:lnTo>
                <a:lnTo>
                  <a:pt x="959120" y="785142"/>
                </a:lnTo>
                <a:lnTo>
                  <a:pt x="1035105" y="784069"/>
                </a:lnTo>
                <a:lnTo>
                  <a:pt x="1111451" y="780492"/>
                </a:lnTo>
                <a:lnTo>
                  <a:pt x="1187847" y="774347"/>
                </a:lnTo>
                <a:lnTo>
                  <a:pt x="1263979" y="765570"/>
                </a:lnTo>
                <a:lnTo>
                  <a:pt x="1628543" y="765570"/>
                </a:lnTo>
                <a:lnTo>
                  <a:pt x="1585289" y="692672"/>
                </a:lnTo>
                <a:lnTo>
                  <a:pt x="1628976" y="676734"/>
                </a:lnTo>
                <a:lnTo>
                  <a:pt x="1669865" y="659897"/>
                </a:lnTo>
                <a:lnTo>
                  <a:pt x="1707915" y="642220"/>
                </a:lnTo>
                <a:lnTo>
                  <a:pt x="1743084" y="623763"/>
                </a:lnTo>
                <a:lnTo>
                  <a:pt x="1804613" y="584742"/>
                </a:lnTo>
                <a:lnTo>
                  <a:pt x="1854122" y="543308"/>
                </a:lnTo>
                <a:lnTo>
                  <a:pt x="1891279" y="499933"/>
                </a:lnTo>
                <a:lnTo>
                  <a:pt x="1915753" y="455092"/>
                </a:lnTo>
                <a:lnTo>
                  <a:pt x="1927211" y="409258"/>
                </a:lnTo>
                <a:lnTo>
                  <a:pt x="1927957" y="386116"/>
                </a:lnTo>
                <a:lnTo>
                  <a:pt x="1925324" y="362903"/>
                </a:lnTo>
                <a:lnTo>
                  <a:pt x="1909758" y="316500"/>
                </a:lnTo>
                <a:lnTo>
                  <a:pt x="1880183" y="270524"/>
                </a:lnTo>
                <a:lnTo>
                  <a:pt x="1852570" y="240337"/>
                </a:lnTo>
                <a:lnTo>
                  <a:pt x="1819587" y="211620"/>
                </a:lnTo>
                <a:lnTo>
                  <a:pt x="1781545" y="184435"/>
                </a:lnTo>
                <a:lnTo>
                  <a:pt x="1738758" y="158849"/>
                </a:lnTo>
                <a:lnTo>
                  <a:pt x="1691538" y="134925"/>
                </a:lnTo>
                <a:lnTo>
                  <a:pt x="1640200" y="112729"/>
                </a:lnTo>
                <a:lnTo>
                  <a:pt x="1585055" y="92325"/>
                </a:lnTo>
                <a:lnTo>
                  <a:pt x="1526418" y="73777"/>
                </a:lnTo>
                <a:lnTo>
                  <a:pt x="1464600" y="57151"/>
                </a:lnTo>
                <a:lnTo>
                  <a:pt x="1399916" y="42511"/>
                </a:lnTo>
                <a:lnTo>
                  <a:pt x="1332679" y="29922"/>
                </a:lnTo>
                <a:lnTo>
                  <a:pt x="1263200" y="19448"/>
                </a:lnTo>
                <a:lnTo>
                  <a:pt x="1191795" y="11154"/>
                </a:lnTo>
                <a:lnTo>
                  <a:pt x="1118775" y="5105"/>
                </a:lnTo>
                <a:lnTo>
                  <a:pt x="1044453" y="1365"/>
                </a:lnTo>
                <a:lnTo>
                  <a:pt x="969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01309" y="1917104"/>
            <a:ext cx="1300480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disp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b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té</a:t>
            </a:r>
            <a:r>
              <a:rPr sz="1200" spc="-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 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43628" y="5358384"/>
            <a:ext cx="1677924" cy="9997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00270" y="4500327"/>
            <a:ext cx="1715135" cy="790575"/>
          </a:xfrm>
          <a:custGeom>
            <a:avLst/>
            <a:gdLst/>
            <a:ahLst/>
            <a:cxnLst/>
            <a:rect l="l" t="t" r="r" b="b"/>
            <a:pathLst>
              <a:path w="1715135" h="790575">
                <a:moveTo>
                  <a:pt x="1448326" y="627170"/>
                </a:moveTo>
                <a:lnTo>
                  <a:pt x="1124179" y="627170"/>
                </a:lnTo>
                <a:lnTo>
                  <a:pt x="1553058" y="789984"/>
                </a:lnTo>
                <a:lnTo>
                  <a:pt x="1448326" y="627170"/>
                </a:lnTo>
                <a:close/>
              </a:path>
              <a:path w="1715135" h="790575">
                <a:moveTo>
                  <a:pt x="861900" y="0"/>
                </a:moveTo>
                <a:lnTo>
                  <a:pt x="794323" y="884"/>
                </a:lnTo>
                <a:lnTo>
                  <a:pt x="726425" y="3818"/>
                </a:lnTo>
                <a:lnTo>
                  <a:pt x="658484" y="8855"/>
                </a:lnTo>
                <a:lnTo>
                  <a:pt x="590779" y="16046"/>
                </a:lnTo>
                <a:lnTo>
                  <a:pt x="524843" y="25263"/>
                </a:lnTo>
                <a:lnTo>
                  <a:pt x="462117" y="36271"/>
                </a:lnTo>
                <a:lnTo>
                  <a:pt x="402742" y="48966"/>
                </a:lnTo>
                <a:lnTo>
                  <a:pt x="346859" y="63243"/>
                </a:lnTo>
                <a:lnTo>
                  <a:pt x="294609" y="78999"/>
                </a:lnTo>
                <a:lnTo>
                  <a:pt x="246134" y="96127"/>
                </a:lnTo>
                <a:lnTo>
                  <a:pt x="201574" y="114525"/>
                </a:lnTo>
                <a:lnTo>
                  <a:pt x="161070" y="134087"/>
                </a:lnTo>
                <a:lnTo>
                  <a:pt x="124764" y="154710"/>
                </a:lnTo>
                <a:lnTo>
                  <a:pt x="92796" y="176288"/>
                </a:lnTo>
                <a:lnTo>
                  <a:pt x="42441" y="221896"/>
                </a:lnTo>
                <a:lnTo>
                  <a:pt x="11132" y="270074"/>
                </a:lnTo>
                <a:lnTo>
                  <a:pt x="0" y="319989"/>
                </a:lnTo>
                <a:lnTo>
                  <a:pt x="2351" y="345336"/>
                </a:lnTo>
                <a:lnTo>
                  <a:pt x="23598" y="396288"/>
                </a:lnTo>
                <a:lnTo>
                  <a:pt x="67335" y="446417"/>
                </a:lnTo>
                <a:lnTo>
                  <a:pt x="130509" y="492213"/>
                </a:lnTo>
                <a:lnTo>
                  <a:pt x="168566" y="513171"/>
                </a:lnTo>
                <a:lnTo>
                  <a:pt x="210565" y="532766"/>
                </a:lnTo>
                <a:lnTo>
                  <a:pt x="256227" y="550944"/>
                </a:lnTo>
                <a:lnTo>
                  <a:pt x="305274" y="567653"/>
                </a:lnTo>
                <a:lnTo>
                  <a:pt x="357427" y="582840"/>
                </a:lnTo>
                <a:lnTo>
                  <a:pt x="412408" y="596453"/>
                </a:lnTo>
                <a:lnTo>
                  <a:pt x="469939" y="608438"/>
                </a:lnTo>
                <a:lnTo>
                  <a:pt x="529740" y="618743"/>
                </a:lnTo>
                <a:lnTo>
                  <a:pt x="591533" y="627314"/>
                </a:lnTo>
                <a:lnTo>
                  <a:pt x="655040" y="634101"/>
                </a:lnTo>
                <a:lnTo>
                  <a:pt x="719982" y="639048"/>
                </a:lnTo>
                <a:lnTo>
                  <a:pt x="786081" y="642105"/>
                </a:lnTo>
                <a:lnTo>
                  <a:pt x="853059" y="643217"/>
                </a:lnTo>
                <a:lnTo>
                  <a:pt x="920635" y="642332"/>
                </a:lnTo>
                <a:lnTo>
                  <a:pt x="988533" y="639398"/>
                </a:lnTo>
                <a:lnTo>
                  <a:pt x="1056474" y="634362"/>
                </a:lnTo>
                <a:lnTo>
                  <a:pt x="1124179" y="627170"/>
                </a:lnTo>
                <a:lnTo>
                  <a:pt x="1448326" y="627170"/>
                </a:lnTo>
                <a:lnTo>
                  <a:pt x="1409929" y="567480"/>
                </a:lnTo>
                <a:lnTo>
                  <a:pt x="1448778" y="554427"/>
                </a:lnTo>
                <a:lnTo>
                  <a:pt x="1485139" y="540635"/>
                </a:lnTo>
                <a:lnTo>
                  <a:pt x="1550248" y="511031"/>
                </a:lnTo>
                <a:lnTo>
                  <a:pt x="1604961" y="479058"/>
                </a:lnTo>
                <a:lnTo>
                  <a:pt x="1648986" y="445103"/>
                </a:lnTo>
                <a:lnTo>
                  <a:pt x="1682027" y="409556"/>
                </a:lnTo>
                <a:lnTo>
                  <a:pt x="1703790" y="372804"/>
                </a:lnTo>
                <a:lnTo>
                  <a:pt x="1713981" y="335238"/>
                </a:lnTo>
                <a:lnTo>
                  <a:pt x="1714646" y="316270"/>
                </a:lnTo>
                <a:lnTo>
                  <a:pt x="1712307" y="297245"/>
                </a:lnTo>
                <a:lnTo>
                  <a:pt x="1698473" y="259213"/>
                </a:lnTo>
                <a:lnTo>
                  <a:pt x="1672184" y="221532"/>
                </a:lnTo>
                <a:lnTo>
                  <a:pt x="1618286" y="173273"/>
                </a:lnTo>
                <a:lnTo>
                  <a:pt x="1584449" y="151004"/>
                </a:lnTo>
                <a:lnTo>
                  <a:pt x="1546392" y="130045"/>
                </a:lnTo>
                <a:lnTo>
                  <a:pt x="1504393" y="110451"/>
                </a:lnTo>
                <a:lnTo>
                  <a:pt x="1458731" y="92273"/>
                </a:lnTo>
                <a:lnTo>
                  <a:pt x="1409684" y="75564"/>
                </a:lnTo>
                <a:lnTo>
                  <a:pt x="1357531" y="60376"/>
                </a:lnTo>
                <a:lnTo>
                  <a:pt x="1302550" y="46764"/>
                </a:lnTo>
                <a:lnTo>
                  <a:pt x="1245020" y="34779"/>
                </a:lnTo>
                <a:lnTo>
                  <a:pt x="1185219" y="24474"/>
                </a:lnTo>
                <a:lnTo>
                  <a:pt x="1123425" y="15902"/>
                </a:lnTo>
                <a:lnTo>
                  <a:pt x="1059918" y="9116"/>
                </a:lnTo>
                <a:lnTo>
                  <a:pt x="994976" y="4168"/>
                </a:lnTo>
                <a:lnTo>
                  <a:pt x="928877" y="1112"/>
                </a:lnTo>
                <a:lnTo>
                  <a:pt x="8619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326128" y="4652430"/>
            <a:ext cx="106997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-95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’é</a:t>
            </a:r>
            <a:r>
              <a:rPr sz="1200" spc="-5" dirty="0">
                <a:latin typeface="Verdana"/>
                <a:cs typeface="Verdana"/>
              </a:rPr>
              <a:t>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’est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for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8074025" cy="1292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A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in </a:t>
            </a:r>
            <a:r>
              <a:rPr sz="2000" b="1" spc="-25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de </a:t>
            </a:r>
            <a:r>
              <a:rPr sz="2000" b="1" spc="-254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r</a:t>
            </a:r>
            <a:r>
              <a:rPr sz="2000" b="1" spc="-15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duir</a:t>
            </a:r>
            <a:r>
              <a:rPr sz="2000" b="1" dirty="0">
                <a:latin typeface="Verdana"/>
                <a:cs typeface="Verdana"/>
              </a:rPr>
              <a:t>e </a:t>
            </a:r>
            <a:r>
              <a:rPr sz="2000" b="1" spc="-25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</a:t>
            </a:r>
            <a:r>
              <a:rPr sz="2000" b="1" dirty="0">
                <a:latin typeface="Verdana"/>
                <a:cs typeface="Verdana"/>
              </a:rPr>
              <a:t>e </a:t>
            </a:r>
            <a:r>
              <a:rPr sz="2000" b="1" spc="-25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r</a:t>
            </a:r>
            <a:r>
              <a:rPr sz="2000" b="1" spc="5" dirty="0">
                <a:latin typeface="Verdana"/>
                <a:cs typeface="Verdana"/>
              </a:rPr>
              <a:t>i</a:t>
            </a:r>
            <a:r>
              <a:rPr sz="2000" b="1" spc="-5" dirty="0">
                <a:latin typeface="Verdana"/>
                <a:cs typeface="Verdana"/>
              </a:rPr>
              <a:t>squ</a:t>
            </a:r>
            <a:r>
              <a:rPr sz="2000" b="1" dirty="0">
                <a:latin typeface="Verdana"/>
                <a:cs typeface="Verdana"/>
              </a:rPr>
              <a:t>e </a:t>
            </a:r>
            <a:r>
              <a:rPr sz="2000" b="1" spc="-24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d’é</a:t>
            </a:r>
            <a:r>
              <a:rPr sz="2000" b="1" spc="-20" dirty="0">
                <a:latin typeface="Verdana"/>
                <a:cs typeface="Verdana"/>
              </a:rPr>
              <a:t>c</a:t>
            </a:r>
            <a:r>
              <a:rPr sz="2000" b="1" dirty="0">
                <a:latin typeface="Verdana"/>
                <a:cs typeface="Verdana"/>
              </a:rPr>
              <a:t>he</a:t>
            </a:r>
            <a:r>
              <a:rPr sz="2000" b="1" spc="-10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, </a:t>
            </a:r>
            <a:r>
              <a:rPr sz="2000" spc="-2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l </a:t>
            </a:r>
            <a:r>
              <a:rPr sz="2000" spc="-2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st </a:t>
            </a:r>
            <a:r>
              <a:rPr sz="2000" spc="-29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spc="10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tant </a:t>
            </a:r>
            <a:r>
              <a:rPr sz="2000" spc="-2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de </a:t>
            </a:r>
            <a:r>
              <a:rPr sz="2000" dirty="0">
                <a:latin typeface="Verdana"/>
                <a:cs typeface="Verdana"/>
              </a:rPr>
              <a:t>s’a</a:t>
            </a:r>
            <a:r>
              <a:rPr sz="2000" spc="-2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ur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 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 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al</a:t>
            </a:r>
            <a:r>
              <a:rPr sz="2000" dirty="0">
                <a:latin typeface="Verdana"/>
                <a:cs typeface="Verdana"/>
              </a:rPr>
              <a:t>ign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 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 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2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 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ve</a:t>
            </a:r>
            <a:r>
              <a:rPr sz="2000" dirty="0">
                <a:latin typeface="Verdana"/>
                <a:cs typeface="Verdana"/>
              </a:rPr>
              <a:t>c 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</a:t>
            </a:r>
            <a:r>
              <a:rPr sz="2000" spc="-15" dirty="0">
                <a:latin typeface="Verdana"/>
                <a:cs typeface="Verdana"/>
              </a:rPr>
              <a:t>j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tifs 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de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58996" y="4411979"/>
            <a:ext cx="1129665" cy="937260"/>
          </a:xfrm>
          <a:custGeom>
            <a:avLst/>
            <a:gdLst/>
            <a:ahLst/>
            <a:cxnLst/>
            <a:rect l="l" t="t" r="r" b="b"/>
            <a:pathLst>
              <a:path w="1129664" h="937260">
                <a:moveTo>
                  <a:pt x="564642" y="0"/>
                </a:moveTo>
                <a:lnTo>
                  <a:pt x="0" y="937260"/>
                </a:lnTo>
                <a:lnTo>
                  <a:pt x="1129284" y="937260"/>
                </a:lnTo>
                <a:lnTo>
                  <a:pt x="564642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58996" y="4411979"/>
            <a:ext cx="1129665" cy="937260"/>
          </a:xfrm>
          <a:custGeom>
            <a:avLst/>
            <a:gdLst/>
            <a:ahLst/>
            <a:cxnLst/>
            <a:rect l="l" t="t" r="r" b="b"/>
            <a:pathLst>
              <a:path w="1129664" h="937260">
                <a:moveTo>
                  <a:pt x="0" y="937260"/>
                </a:moveTo>
                <a:lnTo>
                  <a:pt x="564642" y="0"/>
                </a:lnTo>
                <a:lnTo>
                  <a:pt x="1129284" y="937260"/>
                </a:lnTo>
                <a:lnTo>
                  <a:pt x="0" y="937260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1304" y="4279391"/>
            <a:ext cx="5329555" cy="73660"/>
          </a:xfrm>
          <a:custGeom>
            <a:avLst/>
            <a:gdLst/>
            <a:ahLst/>
            <a:cxnLst/>
            <a:rect l="l" t="t" r="r" b="b"/>
            <a:pathLst>
              <a:path w="5329555" h="73660">
                <a:moveTo>
                  <a:pt x="0" y="73151"/>
                </a:moveTo>
                <a:lnTo>
                  <a:pt x="5329428" y="73151"/>
                </a:lnTo>
                <a:lnTo>
                  <a:pt x="5329428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1451" y="2642616"/>
            <a:ext cx="1219200" cy="1523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07004" y="3698842"/>
            <a:ext cx="71564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i="1" spc="-15" dirty="0">
                <a:latin typeface="Verdana"/>
                <a:cs typeface="Verdana"/>
              </a:rPr>
              <a:t>pr</a:t>
            </a:r>
            <a:r>
              <a:rPr sz="1600" b="1" i="1" spc="-25" dirty="0">
                <a:latin typeface="Verdana"/>
                <a:cs typeface="Verdana"/>
              </a:rPr>
              <a:t>o</a:t>
            </a:r>
            <a:r>
              <a:rPr sz="1600" b="1" i="1" spc="-10" dirty="0">
                <a:latin typeface="Verdana"/>
                <a:cs typeface="Verdana"/>
              </a:rPr>
              <a:t>jet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81571" y="2636520"/>
            <a:ext cx="1528572" cy="1839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91911" y="3528079"/>
            <a:ext cx="1184890" cy="7114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17541" y="3687791"/>
            <a:ext cx="11976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i="1" spc="-10" dirty="0">
                <a:latin typeface="Verdana"/>
                <a:cs typeface="Verdana"/>
              </a:rPr>
              <a:t>entrepr</a:t>
            </a:r>
            <a:r>
              <a:rPr sz="1600" b="1" i="1" spc="-20" dirty="0">
                <a:latin typeface="Verdana"/>
                <a:cs typeface="Verdana"/>
              </a:rPr>
              <a:t>i</a:t>
            </a:r>
            <a:r>
              <a:rPr sz="1600" b="1" i="1" spc="-15" dirty="0">
                <a:latin typeface="Verdana"/>
                <a:cs typeface="Verdana"/>
              </a:rPr>
              <a:t>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28344" y="5649467"/>
            <a:ext cx="6897624" cy="6690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7196" y="5727191"/>
            <a:ext cx="6909816" cy="5821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13688" y="5679947"/>
            <a:ext cx="6786880" cy="558165"/>
          </a:xfrm>
          <a:prstGeom prst="rect">
            <a:avLst/>
          </a:prstGeom>
          <a:solidFill>
            <a:srgbClr val="D9D9D9"/>
          </a:solidFill>
          <a:ln w="9144">
            <a:solidFill>
              <a:srgbClr val="5858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ct val="100000"/>
              </a:lnSpc>
            </a:pPr>
            <a:r>
              <a:rPr sz="1800" i="1" dirty="0">
                <a:latin typeface="Verdana"/>
                <a:cs typeface="Verdana"/>
              </a:rPr>
              <a:t>Un</a:t>
            </a:r>
            <a:r>
              <a:rPr sz="1800" i="1" spc="-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‘</a:t>
            </a:r>
            <a:r>
              <a:rPr sz="1800" i="1" spc="-10" dirty="0">
                <a:latin typeface="Verdana"/>
                <a:cs typeface="Verdana"/>
              </a:rPr>
              <a:t>b</a:t>
            </a:r>
            <a:r>
              <a:rPr sz="1800" i="1" dirty="0">
                <a:latin typeface="Verdana"/>
                <a:cs typeface="Verdana"/>
              </a:rPr>
              <a:t>usin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ss</a:t>
            </a:r>
            <a:r>
              <a:rPr sz="1800" i="1" spc="3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ca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dirty="0">
                <a:latin typeface="Verdana"/>
                <a:cs typeface="Verdana"/>
              </a:rPr>
              <a:t>e’ 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dirty="0">
                <a:latin typeface="Verdana"/>
                <a:cs typeface="Verdana"/>
              </a:rPr>
              <a:t>eut</a:t>
            </a:r>
            <a:r>
              <a:rPr sz="1800" i="1" spc="1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vous</a:t>
            </a:r>
            <a:r>
              <a:rPr sz="1800" i="1" spc="-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ai</a:t>
            </a:r>
            <a:r>
              <a:rPr sz="1800" i="1" spc="-10" dirty="0">
                <a:latin typeface="Verdana"/>
                <a:cs typeface="Verdana"/>
              </a:rPr>
              <a:t>d</a:t>
            </a:r>
            <a:r>
              <a:rPr sz="1800" i="1" dirty="0">
                <a:latin typeface="Verdana"/>
                <a:cs typeface="Verdana"/>
              </a:rPr>
              <a:t>er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à valid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r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t</a:t>
            </a:r>
            <a:r>
              <a:rPr sz="1800" i="1" spc="2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é</a:t>
            </a:r>
            <a:r>
              <a:rPr sz="1800" i="1" spc="-15" dirty="0">
                <a:latin typeface="Verdana"/>
                <a:cs typeface="Verdana"/>
              </a:rPr>
              <a:t>q</a:t>
            </a:r>
            <a:r>
              <a:rPr sz="1800" i="1" dirty="0">
                <a:latin typeface="Verdana"/>
                <a:cs typeface="Verdana"/>
              </a:rPr>
              <a:t>uili</a:t>
            </a:r>
            <a:r>
              <a:rPr sz="1800" i="1" spc="-10" dirty="0">
                <a:latin typeface="Verdana"/>
                <a:cs typeface="Verdana"/>
              </a:rPr>
              <a:t>b</a:t>
            </a:r>
            <a:r>
              <a:rPr sz="1800" i="1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464502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4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règle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 Business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Ca</a:t>
            </a:r>
            <a:r>
              <a:rPr sz="2000" b="1" spc="-5" dirty="0">
                <a:latin typeface="Verdana"/>
                <a:cs typeface="Verdana"/>
              </a:rPr>
              <a:t>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2203173"/>
            <a:ext cx="2959735" cy="1776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dirty="0">
                <a:latin typeface="Verdana"/>
                <a:cs typeface="Verdana"/>
              </a:rPr>
              <a:t>Dél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té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ans</a:t>
            </a:r>
            <a:r>
              <a:rPr sz="1800" spc="5" dirty="0">
                <a:latin typeface="Verdana"/>
                <a:cs typeface="Verdana"/>
              </a:rPr>
              <a:t> 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ure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ffrée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spc="-10" dirty="0">
                <a:latin typeface="Verdana"/>
                <a:cs typeface="Verdana"/>
              </a:rPr>
              <a:t>fér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ffrée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é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spc="-10" dirty="0">
                <a:latin typeface="Verdana"/>
                <a:cs typeface="Verdana"/>
              </a:rPr>
              <a:t>art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84572" y="1270253"/>
            <a:ext cx="1971039" cy="2447925"/>
          </a:xfrm>
          <a:custGeom>
            <a:avLst/>
            <a:gdLst/>
            <a:ahLst/>
            <a:cxnLst/>
            <a:rect l="l" t="t" r="r" b="b"/>
            <a:pathLst>
              <a:path w="1971040" h="2447925">
                <a:moveTo>
                  <a:pt x="117218" y="0"/>
                </a:moveTo>
                <a:lnTo>
                  <a:pt x="74999" y="7824"/>
                </a:lnTo>
                <a:lnTo>
                  <a:pt x="39608" y="29348"/>
                </a:lnTo>
                <a:lnTo>
                  <a:pt x="13967" y="61649"/>
                </a:lnTo>
                <a:lnTo>
                  <a:pt x="1000" y="101804"/>
                </a:lnTo>
                <a:lnTo>
                  <a:pt x="0" y="116429"/>
                </a:lnTo>
                <a:lnTo>
                  <a:pt x="898" y="131199"/>
                </a:lnTo>
                <a:lnTo>
                  <a:pt x="13531" y="171708"/>
                </a:lnTo>
                <a:lnTo>
                  <a:pt x="38817" y="204307"/>
                </a:lnTo>
                <a:lnTo>
                  <a:pt x="73863" y="226161"/>
                </a:lnTo>
                <a:lnTo>
                  <a:pt x="115774" y="234433"/>
                </a:lnTo>
                <a:lnTo>
                  <a:pt x="234439" y="234442"/>
                </a:lnTo>
                <a:lnTo>
                  <a:pt x="234488" y="2331114"/>
                </a:lnTo>
                <a:lnTo>
                  <a:pt x="242263" y="2372541"/>
                </a:lnTo>
                <a:lnTo>
                  <a:pt x="263788" y="2407933"/>
                </a:lnTo>
                <a:lnTo>
                  <a:pt x="296089" y="2433573"/>
                </a:lnTo>
                <a:lnTo>
                  <a:pt x="336244" y="2446540"/>
                </a:lnTo>
                <a:lnTo>
                  <a:pt x="1970656" y="2447544"/>
                </a:lnTo>
                <a:lnTo>
                  <a:pt x="1956005" y="2446638"/>
                </a:lnTo>
                <a:lnTo>
                  <a:pt x="1941896" y="2443994"/>
                </a:lnTo>
                <a:lnTo>
                  <a:pt x="1903904" y="2426711"/>
                </a:lnTo>
                <a:lnTo>
                  <a:pt x="1874688" y="2397678"/>
                </a:lnTo>
                <a:lnTo>
                  <a:pt x="1857172" y="2359816"/>
                </a:lnTo>
                <a:lnTo>
                  <a:pt x="1853437" y="2331114"/>
                </a:lnTo>
                <a:lnTo>
                  <a:pt x="1970656" y="2330323"/>
                </a:lnTo>
                <a:lnTo>
                  <a:pt x="1956287" y="2328547"/>
                </a:lnTo>
                <a:lnTo>
                  <a:pt x="1922664" y="2305396"/>
                </a:lnTo>
                <a:lnTo>
                  <a:pt x="1912497" y="2279451"/>
                </a:lnTo>
                <a:lnTo>
                  <a:pt x="1913857" y="2263124"/>
                </a:lnTo>
                <a:lnTo>
                  <a:pt x="1934001" y="2226567"/>
                </a:lnTo>
                <a:lnTo>
                  <a:pt x="1970641" y="2213102"/>
                </a:lnTo>
                <a:lnTo>
                  <a:pt x="1853435" y="2213102"/>
                </a:lnTo>
                <a:lnTo>
                  <a:pt x="1853435" y="234439"/>
                </a:lnTo>
                <a:lnTo>
                  <a:pt x="1735334" y="234433"/>
                </a:lnTo>
                <a:lnTo>
                  <a:pt x="1720798" y="233438"/>
                </a:lnTo>
                <a:lnTo>
                  <a:pt x="1680643" y="220471"/>
                </a:lnTo>
                <a:lnTo>
                  <a:pt x="1648342" y="194831"/>
                </a:lnTo>
                <a:lnTo>
                  <a:pt x="1626817" y="159439"/>
                </a:lnTo>
                <a:lnTo>
                  <a:pt x="1618993" y="117221"/>
                </a:lnTo>
                <a:lnTo>
                  <a:pt x="1853435" y="117221"/>
                </a:lnTo>
                <a:lnTo>
                  <a:pt x="1852527" y="102569"/>
                </a:lnTo>
                <a:lnTo>
                  <a:pt x="1839789" y="62302"/>
                </a:lnTo>
                <a:lnTo>
                  <a:pt x="1814321" y="29836"/>
                </a:lnTo>
                <a:lnTo>
                  <a:pt x="1779076" y="8095"/>
                </a:lnTo>
                <a:lnTo>
                  <a:pt x="1737004" y="2"/>
                </a:lnTo>
                <a:lnTo>
                  <a:pt x="117218" y="0"/>
                </a:lnTo>
                <a:close/>
              </a:path>
              <a:path w="1971040" h="2447925">
                <a:moveTo>
                  <a:pt x="1853435" y="117221"/>
                </a:moveTo>
                <a:lnTo>
                  <a:pt x="1618993" y="117221"/>
                </a:lnTo>
                <a:lnTo>
                  <a:pt x="1736597" y="117222"/>
                </a:lnTo>
                <a:lnTo>
                  <a:pt x="1749959" y="118870"/>
                </a:lnTo>
                <a:lnTo>
                  <a:pt x="1781903" y="140867"/>
                </a:lnTo>
                <a:lnTo>
                  <a:pt x="1794194" y="184090"/>
                </a:lnTo>
                <a:lnTo>
                  <a:pt x="1790565" y="197713"/>
                </a:lnTo>
                <a:lnTo>
                  <a:pt x="1763254" y="227718"/>
                </a:lnTo>
                <a:lnTo>
                  <a:pt x="1735423" y="234439"/>
                </a:lnTo>
                <a:lnTo>
                  <a:pt x="1853435" y="234439"/>
                </a:lnTo>
                <a:lnTo>
                  <a:pt x="1853435" y="117221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03566" y="1387475"/>
            <a:ext cx="469265" cy="2330450"/>
          </a:xfrm>
          <a:custGeom>
            <a:avLst/>
            <a:gdLst/>
            <a:ahLst/>
            <a:cxnLst/>
            <a:rect l="l" t="t" r="r" b="b"/>
            <a:pathLst>
              <a:path w="469265" h="2330450">
                <a:moveTo>
                  <a:pt x="0" y="0"/>
                </a:moveTo>
                <a:lnTo>
                  <a:pt x="7824" y="42218"/>
                </a:lnTo>
                <a:lnTo>
                  <a:pt x="29348" y="77610"/>
                </a:lnTo>
                <a:lnTo>
                  <a:pt x="61649" y="103250"/>
                </a:lnTo>
                <a:lnTo>
                  <a:pt x="101804" y="116217"/>
                </a:lnTo>
                <a:lnTo>
                  <a:pt x="116429" y="117218"/>
                </a:lnTo>
                <a:lnTo>
                  <a:pt x="131036" y="115468"/>
                </a:lnTo>
                <a:lnTo>
                  <a:pt x="164934" y="92586"/>
                </a:lnTo>
                <a:lnTo>
                  <a:pt x="175200" y="66869"/>
                </a:lnTo>
                <a:lnTo>
                  <a:pt x="173878" y="50449"/>
                </a:lnTo>
                <a:lnTo>
                  <a:pt x="153973" y="13679"/>
                </a:lnTo>
                <a:lnTo>
                  <a:pt x="117604" y="1"/>
                </a:lnTo>
                <a:lnTo>
                  <a:pt x="0" y="0"/>
                </a:lnTo>
                <a:close/>
              </a:path>
              <a:path w="469265" h="2330450">
                <a:moveTo>
                  <a:pt x="353646" y="2095897"/>
                </a:moveTo>
                <a:lnTo>
                  <a:pt x="313684" y="2110070"/>
                </a:lnTo>
                <a:lnTo>
                  <a:pt x="293703" y="2145268"/>
                </a:lnTo>
                <a:lnTo>
                  <a:pt x="294950" y="2161885"/>
                </a:lnTo>
                <a:lnTo>
                  <a:pt x="314475" y="2198990"/>
                </a:lnTo>
                <a:lnTo>
                  <a:pt x="350311" y="2213086"/>
                </a:lnTo>
                <a:lnTo>
                  <a:pt x="234442" y="2213102"/>
                </a:lnTo>
                <a:lnTo>
                  <a:pt x="242266" y="2255320"/>
                </a:lnTo>
                <a:lnTo>
                  <a:pt x="263790" y="2290712"/>
                </a:lnTo>
                <a:lnTo>
                  <a:pt x="296091" y="2316352"/>
                </a:lnTo>
                <a:lnTo>
                  <a:pt x="336246" y="2329319"/>
                </a:lnTo>
                <a:lnTo>
                  <a:pt x="350871" y="2330320"/>
                </a:lnTo>
                <a:lnTo>
                  <a:pt x="365641" y="2329421"/>
                </a:lnTo>
                <a:lnTo>
                  <a:pt x="406150" y="2316788"/>
                </a:lnTo>
                <a:lnTo>
                  <a:pt x="438749" y="2291502"/>
                </a:lnTo>
                <a:lnTo>
                  <a:pt x="460603" y="2256457"/>
                </a:lnTo>
                <a:lnTo>
                  <a:pt x="468875" y="2214545"/>
                </a:lnTo>
                <a:lnTo>
                  <a:pt x="467982" y="2199678"/>
                </a:lnTo>
                <a:lnTo>
                  <a:pt x="455420" y="2158972"/>
                </a:lnTo>
                <a:lnTo>
                  <a:pt x="430263" y="2126263"/>
                </a:lnTo>
                <a:lnTo>
                  <a:pt x="395382" y="2104315"/>
                </a:lnTo>
                <a:lnTo>
                  <a:pt x="368142" y="2097029"/>
                </a:lnTo>
                <a:lnTo>
                  <a:pt x="353646" y="2095897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4572" y="1270253"/>
            <a:ext cx="2087880" cy="2447925"/>
          </a:xfrm>
          <a:custGeom>
            <a:avLst/>
            <a:gdLst/>
            <a:ahLst/>
            <a:cxnLst/>
            <a:rect l="l" t="t" r="r" b="b"/>
            <a:pathLst>
              <a:path w="2087879" h="2447925">
                <a:moveTo>
                  <a:pt x="1853435" y="2213102"/>
                </a:moveTo>
                <a:lnTo>
                  <a:pt x="1853435" y="117220"/>
                </a:lnTo>
                <a:lnTo>
                  <a:pt x="1852527" y="102569"/>
                </a:lnTo>
                <a:lnTo>
                  <a:pt x="1839789" y="62302"/>
                </a:lnTo>
                <a:lnTo>
                  <a:pt x="1814321" y="29836"/>
                </a:lnTo>
                <a:lnTo>
                  <a:pt x="1779076" y="8095"/>
                </a:lnTo>
                <a:lnTo>
                  <a:pt x="1737004" y="2"/>
                </a:lnTo>
                <a:lnTo>
                  <a:pt x="117218" y="0"/>
                </a:lnTo>
                <a:lnTo>
                  <a:pt x="102567" y="905"/>
                </a:lnTo>
                <a:lnTo>
                  <a:pt x="62299" y="13621"/>
                </a:lnTo>
                <a:lnTo>
                  <a:pt x="29833" y="39062"/>
                </a:lnTo>
                <a:lnTo>
                  <a:pt x="8092" y="74306"/>
                </a:lnTo>
                <a:lnTo>
                  <a:pt x="0" y="116429"/>
                </a:lnTo>
                <a:lnTo>
                  <a:pt x="898" y="131199"/>
                </a:lnTo>
                <a:lnTo>
                  <a:pt x="13531" y="171708"/>
                </a:lnTo>
                <a:lnTo>
                  <a:pt x="38817" y="204307"/>
                </a:lnTo>
                <a:lnTo>
                  <a:pt x="73863" y="226161"/>
                </a:lnTo>
                <a:lnTo>
                  <a:pt x="115774" y="234433"/>
                </a:lnTo>
                <a:lnTo>
                  <a:pt x="234439" y="234441"/>
                </a:lnTo>
                <a:lnTo>
                  <a:pt x="234439" y="2330322"/>
                </a:lnTo>
                <a:lnTo>
                  <a:pt x="242263" y="2372541"/>
                </a:lnTo>
                <a:lnTo>
                  <a:pt x="263788" y="2407933"/>
                </a:lnTo>
                <a:lnTo>
                  <a:pt x="296089" y="2433573"/>
                </a:lnTo>
                <a:lnTo>
                  <a:pt x="336244" y="2446540"/>
                </a:lnTo>
                <a:lnTo>
                  <a:pt x="1970656" y="2447544"/>
                </a:lnTo>
                <a:lnTo>
                  <a:pt x="1985307" y="2446638"/>
                </a:lnTo>
                <a:lnTo>
                  <a:pt x="2025575" y="2433922"/>
                </a:lnTo>
                <a:lnTo>
                  <a:pt x="2058041" y="2408481"/>
                </a:lnTo>
                <a:lnTo>
                  <a:pt x="2079782" y="2373237"/>
                </a:lnTo>
                <a:lnTo>
                  <a:pt x="2087874" y="2331114"/>
                </a:lnTo>
                <a:lnTo>
                  <a:pt x="2086975" y="2316344"/>
                </a:lnTo>
                <a:lnTo>
                  <a:pt x="2074343" y="2275835"/>
                </a:lnTo>
                <a:lnTo>
                  <a:pt x="2049057" y="2243236"/>
                </a:lnTo>
                <a:lnTo>
                  <a:pt x="2014011" y="2221382"/>
                </a:lnTo>
                <a:lnTo>
                  <a:pt x="1972100" y="2213110"/>
                </a:lnTo>
                <a:lnTo>
                  <a:pt x="1853435" y="2213102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03566" y="1270253"/>
            <a:ext cx="175260" cy="234950"/>
          </a:xfrm>
          <a:custGeom>
            <a:avLst/>
            <a:gdLst/>
            <a:ahLst/>
            <a:cxnLst/>
            <a:rect l="l" t="t" r="r" b="b"/>
            <a:pathLst>
              <a:path w="175259" h="234950">
                <a:moveTo>
                  <a:pt x="117221" y="0"/>
                </a:moveTo>
                <a:lnTo>
                  <a:pt x="75002" y="7824"/>
                </a:lnTo>
                <a:lnTo>
                  <a:pt x="39610" y="29348"/>
                </a:lnTo>
                <a:lnTo>
                  <a:pt x="13970" y="61649"/>
                </a:lnTo>
                <a:lnTo>
                  <a:pt x="1003" y="101804"/>
                </a:lnTo>
                <a:lnTo>
                  <a:pt x="2" y="116429"/>
                </a:lnTo>
                <a:lnTo>
                  <a:pt x="901" y="131199"/>
                </a:lnTo>
                <a:lnTo>
                  <a:pt x="13534" y="171708"/>
                </a:lnTo>
                <a:lnTo>
                  <a:pt x="38820" y="204307"/>
                </a:lnTo>
                <a:lnTo>
                  <a:pt x="73865" y="226161"/>
                </a:lnTo>
                <a:lnTo>
                  <a:pt x="115777" y="234433"/>
                </a:lnTo>
                <a:lnTo>
                  <a:pt x="130559" y="232704"/>
                </a:lnTo>
                <a:lnTo>
                  <a:pt x="164714" y="210057"/>
                </a:lnTo>
                <a:lnTo>
                  <a:pt x="175131" y="184569"/>
                </a:lnTo>
                <a:lnTo>
                  <a:pt x="173847" y="168042"/>
                </a:lnTo>
                <a:lnTo>
                  <a:pt x="154146" y="131097"/>
                </a:lnTo>
                <a:lnTo>
                  <a:pt x="118040" y="117226"/>
                </a:lnTo>
                <a:lnTo>
                  <a:pt x="0" y="11722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19011" y="1504696"/>
            <a:ext cx="1501775" cy="0"/>
          </a:xfrm>
          <a:custGeom>
            <a:avLst/>
            <a:gdLst/>
            <a:ahLst/>
            <a:cxnLst/>
            <a:rect l="l" t="t" r="r" b="b"/>
            <a:pathLst>
              <a:path w="1501775">
                <a:moveTo>
                  <a:pt x="0" y="0"/>
                </a:moveTo>
                <a:lnTo>
                  <a:pt x="1501775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38007" y="3483355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117221" y="0"/>
                </a:moveTo>
                <a:lnTo>
                  <a:pt x="78388" y="14646"/>
                </a:lnTo>
                <a:lnTo>
                  <a:pt x="59049" y="50840"/>
                </a:lnTo>
                <a:lnTo>
                  <a:pt x="60413" y="67135"/>
                </a:lnTo>
                <a:lnTo>
                  <a:pt x="80558" y="103706"/>
                </a:lnTo>
                <a:lnTo>
                  <a:pt x="117189" y="117220"/>
                </a:lnTo>
                <a:lnTo>
                  <a:pt x="0" y="117221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38007" y="3483355"/>
            <a:ext cx="117475" cy="234950"/>
          </a:xfrm>
          <a:custGeom>
            <a:avLst/>
            <a:gdLst/>
            <a:ahLst/>
            <a:cxnLst/>
            <a:rect l="l" t="t" r="r" b="b"/>
            <a:pathLst>
              <a:path w="117475" h="234950">
                <a:moveTo>
                  <a:pt x="117221" y="234442"/>
                </a:moveTo>
                <a:lnTo>
                  <a:pt x="75002" y="226617"/>
                </a:lnTo>
                <a:lnTo>
                  <a:pt x="39610" y="205093"/>
                </a:lnTo>
                <a:lnTo>
                  <a:pt x="13970" y="172792"/>
                </a:lnTo>
                <a:lnTo>
                  <a:pt x="1003" y="132637"/>
                </a:lnTo>
                <a:lnTo>
                  <a:pt x="2" y="118012"/>
                </a:lnTo>
                <a:lnTo>
                  <a:pt x="0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58458" y="2004701"/>
            <a:ext cx="1339850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spc="-30" dirty="0">
                <a:latin typeface="French Script MT"/>
                <a:cs typeface="French Script MT"/>
              </a:rPr>
              <a:t>B</a:t>
            </a:r>
            <a:r>
              <a:rPr sz="4000" b="1" dirty="0">
                <a:latin typeface="French Script MT"/>
                <a:cs typeface="French Script MT"/>
              </a:rPr>
              <a:t>u</a:t>
            </a:r>
            <a:r>
              <a:rPr sz="4000" b="1" spc="-5" dirty="0">
                <a:latin typeface="French Script MT"/>
                <a:cs typeface="French Script MT"/>
              </a:rPr>
              <a:t>s</a:t>
            </a:r>
            <a:r>
              <a:rPr sz="4000" b="1" spc="-15" dirty="0">
                <a:latin typeface="French Script MT"/>
                <a:cs typeface="French Script MT"/>
              </a:rPr>
              <a:t>iness</a:t>
            </a:r>
            <a:endParaRPr sz="4000">
              <a:latin typeface="French Script MT"/>
              <a:cs typeface="French Script MT"/>
            </a:endParaRPr>
          </a:p>
          <a:p>
            <a:pPr algn="ctr">
              <a:lnSpc>
                <a:spcPct val="100000"/>
              </a:lnSpc>
            </a:pPr>
            <a:r>
              <a:rPr sz="4000" b="1" spc="-25" dirty="0">
                <a:latin typeface="French Script MT"/>
                <a:cs typeface="French Script MT"/>
              </a:rPr>
              <a:t>C</a:t>
            </a:r>
            <a:r>
              <a:rPr sz="4000" b="1" dirty="0">
                <a:latin typeface="French Script MT"/>
                <a:cs typeface="French Script MT"/>
              </a:rPr>
              <a:t>a</a:t>
            </a:r>
            <a:r>
              <a:rPr sz="4000" b="1" spc="-15" dirty="0">
                <a:latin typeface="French Script MT"/>
                <a:cs typeface="French Script MT"/>
              </a:rPr>
              <a:t>se</a:t>
            </a:r>
            <a:endParaRPr sz="4000">
              <a:latin typeface="French Script MT"/>
              <a:cs typeface="French Script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43939" y="4549140"/>
            <a:ext cx="7560945" cy="1546860"/>
          </a:xfrm>
          <a:prstGeom prst="rect">
            <a:avLst/>
          </a:prstGeom>
          <a:solidFill>
            <a:srgbClr val="D9D9D9"/>
          </a:solidFill>
          <a:ln w="91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x</a:t>
            </a:r>
            <a:r>
              <a:rPr sz="1800" spc="-15" dirty="0">
                <a:latin typeface="Verdana"/>
                <a:cs typeface="Verdana"/>
              </a:rPr>
              <a:t>em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543560" marR="155575">
              <a:lnSpc>
                <a:spcPct val="150100"/>
              </a:lnSpc>
              <a:spcBef>
                <a:spcPts val="70"/>
              </a:spcBef>
            </a:pPr>
            <a:r>
              <a:rPr sz="1500" i="1" dirty="0">
                <a:latin typeface="Verdana"/>
                <a:cs typeface="Verdana"/>
              </a:rPr>
              <a:t>P</a:t>
            </a:r>
            <a:r>
              <a:rPr sz="1500" i="1" spc="-1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ndant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l’ann</a:t>
            </a:r>
            <a:r>
              <a:rPr sz="1500" i="1" spc="-10" dirty="0">
                <a:latin typeface="Verdana"/>
                <a:cs typeface="Verdana"/>
              </a:rPr>
              <a:t>é</a:t>
            </a:r>
            <a:r>
              <a:rPr sz="1500" i="1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 2005</a:t>
            </a:r>
            <a:r>
              <a:rPr sz="1500" i="1" dirty="0">
                <a:latin typeface="Verdana"/>
                <a:cs typeface="Verdana"/>
              </a:rPr>
              <a:t>, le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-5" dirty="0">
                <a:latin typeface="Verdana"/>
                <a:cs typeface="Verdana"/>
              </a:rPr>
              <a:t>a</a:t>
            </a:r>
            <a:r>
              <a:rPr sz="1500" i="1" dirty="0">
                <a:latin typeface="Verdana"/>
                <a:cs typeface="Verdana"/>
              </a:rPr>
              <a:t>ux de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spc="-5" dirty="0">
                <a:latin typeface="Verdana"/>
                <a:cs typeface="Verdana"/>
              </a:rPr>
              <a:t>r</a:t>
            </a:r>
            <a:r>
              <a:rPr sz="1500" i="1" spc="-10" dirty="0">
                <a:latin typeface="Verdana"/>
                <a:cs typeface="Verdana"/>
              </a:rPr>
              <a:t>é</a:t>
            </a:r>
            <a:r>
              <a:rPr sz="1500" i="1" dirty="0">
                <a:latin typeface="Verdana"/>
                <a:cs typeface="Verdana"/>
              </a:rPr>
              <a:t>solu</a:t>
            </a:r>
            <a:r>
              <a:rPr sz="1500" i="1" spc="-10" dirty="0">
                <a:latin typeface="Verdana"/>
                <a:cs typeface="Verdana"/>
              </a:rPr>
              <a:t>t</a:t>
            </a:r>
            <a:r>
              <a:rPr sz="1500" i="1" dirty="0">
                <a:latin typeface="Verdana"/>
                <a:cs typeface="Verdana"/>
              </a:rPr>
              <a:t>ion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au p</a:t>
            </a:r>
            <a:r>
              <a:rPr sz="1500" i="1" spc="-10" dirty="0">
                <a:latin typeface="Verdana"/>
                <a:cs typeface="Verdana"/>
              </a:rPr>
              <a:t>re</a:t>
            </a:r>
            <a:r>
              <a:rPr sz="1500" i="1" dirty="0">
                <a:latin typeface="Verdana"/>
                <a:cs typeface="Verdana"/>
              </a:rPr>
              <a:t>mi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r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app</a:t>
            </a:r>
            <a:r>
              <a:rPr sz="1500" i="1" spc="-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l pour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d</a:t>
            </a:r>
            <a:r>
              <a:rPr sz="1500" i="1" spc="-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s </a:t>
            </a:r>
            <a:r>
              <a:rPr sz="1500" i="1" spc="-10" dirty="0">
                <a:latin typeface="Verdana"/>
                <a:cs typeface="Verdana"/>
              </a:rPr>
              <a:t>probl</a:t>
            </a:r>
            <a:r>
              <a:rPr sz="1500" i="1" spc="-20" dirty="0">
                <a:latin typeface="Verdana"/>
                <a:cs typeface="Verdana"/>
              </a:rPr>
              <a:t>è</a:t>
            </a:r>
            <a:r>
              <a:rPr sz="1500" i="1" dirty="0">
                <a:latin typeface="Verdana"/>
                <a:cs typeface="Verdana"/>
              </a:rPr>
              <a:t>m</a:t>
            </a:r>
            <a:r>
              <a:rPr sz="1500" i="1" spc="-20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s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configu</a:t>
            </a:r>
            <a:r>
              <a:rPr sz="1500" i="1" spc="-20" dirty="0">
                <a:latin typeface="Verdana"/>
                <a:cs typeface="Verdana"/>
              </a:rPr>
              <a:t>r</a:t>
            </a:r>
            <a:r>
              <a:rPr sz="1500" i="1" spc="-10" dirty="0">
                <a:latin typeface="Verdana"/>
                <a:cs typeface="Verdana"/>
              </a:rPr>
              <a:t>a</a:t>
            </a:r>
            <a:r>
              <a:rPr sz="1500" i="1" spc="-15" dirty="0">
                <a:latin typeface="Verdana"/>
                <a:cs typeface="Verdana"/>
              </a:rPr>
              <a:t>t</a:t>
            </a:r>
            <a:r>
              <a:rPr sz="1500" i="1" spc="-5" dirty="0">
                <a:latin typeface="Verdana"/>
                <a:cs typeface="Verdana"/>
              </a:rPr>
              <a:t>io</a:t>
            </a:r>
            <a:r>
              <a:rPr sz="1500" i="1" dirty="0">
                <a:latin typeface="Verdana"/>
                <a:cs typeface="Verdana"/>
              </a:rPr>
              <a:t>n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m</a:t>
            </a:r>
            <a:r>
              <a:rPr sz="1500" i="1" spc="-10" dirty="0">
                <a:latin typeface="Verdana"/>
                <a:cs typeface="Verdana"/>
              </a:rPr>
              <a:t>ach</a:t>
            </a:r>
            <a:r>
              <a:rPr sz="1500" i="1" spc="-15" dirty="0">
                <a:latin typeface="Verdana"/>
                <a:cs typeface="Verdana"/>
              </a:rPr>
              <a:t>i</a:t>
            </a:r>
            <a:r>
              <a:rPr sz="1500" i="1" spc="-10" dirty="0">
                <a:latin typeface="Verdana"/>
                <a:cs typeface="Verdana"/>
              </a:rPr>
              <a:t>ne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é</a:t>
            </a:r>
            <a:r>
              <a:rPr sz="1500" i="1" spc="-10" dirty="0">
                <a:latin typeface="Verdana"/>
                <a:cs typeface="Verdana"/>
              </a:rPr>
              <a:t>t</a:t>
            </a:r>
            <a:r>
              <a:rPr sz="1500" i="1" spc="-15" dirty="0">
                <a:latin typeface="Verdana"/>
                <a:cs typeface="Verdana"/>
              </a:rPr>
              <a:t>a</a:t>
            </a:r>
            <a:r>
              <a:rPr sz="1500" i="1" spc="-5" dirty="0">
                <a:latin typeface="Verdana"/>
                <a:cs typeface="Verdana"/>
              </a:rPr>
              <a:t>i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-10" dirty="0">
                <a:latin typeface="Verdana"/>
                <a:cs typeface="Verdana"/>
              </a:rPr>
              <a:t> 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89</a:t>
            </a:r>
            <a:r>
              <a:rPr sz="1500" i="1" dirty="0">
                <a:latin typeface="Verdana"/>
                <a:cs typeface="Verdana"/>
              </a:rPr>
              <a:t>%</a:t>
            </a:r>
            <a:r>
              <a:rPr sz="1500" i="1" spc="-10" dirty="0">
                <a:latin typeface="Verdana"/>
                <a:cs typeface="Verdana"/>
              </a:rPr>
              <a:t>.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5" dirty="0">
                <a:latin typeface="Verdana"/>
                <a:cs typeface="Verdana"/>
              </a:rPr>
              <a:t>S</a:t>
            </a:r>
            <a:r>
              <a:rPr sz="1500" i="1" dirty="0">
                <a:latin typeface="Verdana"/>
                <a:cs typeface="Verdana"/>
              </a:rPr>
              <a:t>oit</a:t>
            </a:r>
            <a:r>
              <a:rPr sz="1500" i="1" spc="-10" dirty="0">
                <a:latin typeface="Verdana"/>
                <a:cs typeface="Verdana"/>
              </a:rPr>
              <a:t> un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é</a:t>
            </a:r>
            <a:r>
              <a:rPr sz="1500" i="1" spc="-10" dirty="0">
                <a:latin typeface="Verdana"/>
                <a:cs typeface="Verdana"/>
              </a:rPr>
              <a:t>ca</a:t>
            </a:r>
            <a:r>
              <a:rPr sz="1500" i="1" spc="-2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de</a:t>
            </a:r>
            <a:r>
              <a:rPr sz="1500" i="1" spc="-20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4 </a:t>
            </a:r>
            <a:r>
              <a:rPr sz="1500" i="1" dirty="0">
                <a:latin typeface="Verdana"/>
                <a:cs typeface="Verdana"/>
              </a:rPr>
              <a:t>poin</a:t>
            </a:r>
            <a:r>
              <a:rPr sz="1500" i="1" spc="-5" dirty="0">
                <a:latin typeface="Verdana"/>
                <a:cs typeface="Verdana"/>
              </a:rPr>
              <a:t>t</a:t>
            </a:r>
            <a:r>
              <a:rPr sz="1500" i="1" dirty="0">
                <a:latin typeface="Verdana"/>
                <a:cs typeface="Verdana"/>
              </a:rPr>
              <a:t>s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av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c </a:t>
            </a:r>
            <a:r>
              <a:rPr sz="1500" i="1" spc="-5" dirty="0">
                <a:latin typeface="Verdana"/>
                <a:cs typeface="Verdana"/>
              </a:rPr>
              <a:t>l</a:t>
            </a:r>
            <a:r>
              <a:rPr sz="1500" i="1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s</a:t>
            </a:r>
            <a:r>
              <a:rPr sz="1500" i="1" spc="-5" dirty="0">
                <a:latin typeface="Verdana"/>
                <a:cs typeface="Verdana"/>
              </a:rPr>
              <a:t>t</a:t>
            </a:r>
            <a:r>
              <a:rPr sz="1500" i="1" dirty="0">
                <a:latin typeface="Verdana"/>
                <a:cs typeface="Verdana"/>
              </a:rPr>
              <a:t>anda</a:t>
            </a:r>
            <a:r>
              <a:rPr sz="1500" i="1" spc="-1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d</a:t>
            </a:r>
            <a:r>
              <a:rPr sz="1500" i="1" spc="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l’indu</a:t>
            </a:r>
            <a:r>
              <a:rPr sz="1500" i="1" spc="-5" dirty="0">
                <a:latin typeface="Verdana"/>
                <a:cs typeface="Verdana"/>
              </a:rPr>
              <a:t>s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-1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ie 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n</a:t>
            </a:r>
            <a:r>
              <a:rPr sz="1500" i="1" spc="-5" dirty="0">
                <a:latin typeface="Verdana"/>
                <a:cs typeface="Verdana"/>
              </a:rPr>
              <a:t>tr</a:t>
            </a:r>
            <a:r>
              <a:rPr sz="1500" i="1" dirty="0">
                <a:latin typeface="Verdana"/>
                <a:cs typeface="Verdana"/>
              </a:rPr>
              <a:t>a</a:t>
            </a:r>
            <a:r>
              <a:rPr sz="1500" i="1" spc="-5" dirty="0">
                <a:latin typeface="Verdana"/>
                <a:cs typeface="Verdana"/>
              </a:rPr>
              <a:t>i</a:t>
            </a:r>
            <a:r>
              <a:rPr sz="1500" i="1" dirty="0">
                <a:latin typeface="Verdana"/>
                <a:cs typeface="Verdana"/>
              </a:rPr>
              <a:t>na</a:t>
            </a:r>
            <a:r>
              <a:rPr sz="1500" i="1" spc="-5" dirty="0">
                <a:latin typeface="Verdana"/>
                <a:cs typeface="Verdana"/>
              </a:rPr>
              <a:t>n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un </a:t>
            </a:r>
            <a:r>
              <a:rPr sz="1500" i="1" spc="-5" dirty="0">
                <a:latin typeface="Verdana"/>
                <a:cs typeface="Verdana"/>
              </a:rPr>
              <a:t>c</a:t>
            </a:r>
            <a:r>
              <a:rPr sz="1500" i="1" dirty="0">
                <a:latin typeface="Verdana"/>
                <a:cs typeface="Verdana"/>
              </a:rPr>
              <a:t>oût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an</a:t>
            </a:r>
            <a:r>
              <a:rPr sz="1500" i="1" spc="-5" dirty="0">
                <a:latin typeface="Verdana"/>
                <a:cs typeface="Verdana"/>
              </a:rPr>
              <a:t>n</a:t>
            </a:r>
            <a:r>
              <a:rPr sz="1500" i="1" dirty="0">
                <a:latin typeface="Verdana"/>
                <a:cs typeface="Verdana"/>
              </a:rPr>
              <a:t>u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l de</a:t>
            </a:r>
            <a:r>
              <a:rPr sz="1500" i="1" spc="-10" dirty="0">
                <a:latin typeface="Verdana"/>
                <a:cs typeface="Verdana"/>
              </a:rPr>
              <a:t> 1</a:t>
            </a:r>
            <a:r>
              <a:rPr sz="1500" i="1" spc="-5" dirty="0">
                <a:latin typeface="Verdana"/>
                <a:cs typeface="Verdana"/>
              </a:rPr>
              <a:t>M</a:t>
            </a:r>
            <a:r>
              <a:rPr sz="1500" i="1" dirty="0">
                <a:latin typeface="Verdana"/>
                <a:cs typeface="Verdana"/>
              </a:rPr>
              <a:t>€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39338"/>
            <a:ext cx="464502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4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règle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 Business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Ca</a:t>
            </a:r>
            <a:r>
              <a:rPr sz="2000" b="1" spc="-5" dirty="0">
                <a:latin typeface="Verdana"/>
                <a:cs typeface="Verdana"/>
              </a:rPr>
              <a:t>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2203173"/>
            <a:ext cx="2959735" cy="1776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dirty="0">
                <a:latin typeface="Verdana"/>
                <a:cs typeface="Verdana"/>
              </a:rPr>
              <a:t>Dél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té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ans</a:t>
            </a:r>
            <a:r>
              <a:rPr sz="1800" spc="5" dirty="0">
                <a:latin typeface="Verdana"/>
                <a:cs typeface="Verdana"/>
              </a:rPr>
              <a:t> 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ure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ffrée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spc="-10" dirty="0">
                <a:latin typeface="Verdana"/>
                <a:cs typeface="Verdana"/>
              </a:rPr>
              <a:t>fér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ffrée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é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spc="-10" dirty="0">
                <a:latin typeface="Verdana"/>
                <a:cs typeface="Verdana"/>
              </a:rPr>
              <a:t>art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84572" y="1270253"/>
            <a:ext cx="1971039" cy="2447925"/>
          </a:xfrm>
          <a:custGeom>
            <a:avLst/>
            <a:gdLst/>
            <a:ahLst/>
            <a:cxnLst/>
            <a:rect l="l" t="t" r="r" b="b"/>
            <a:pathLst>
              <a:path w="1971040" h="2447925">
                <a:moveTo>
                  <a:pt x="117218" y="0"/>
                </a:moveTo>
                <a:lnTo>
                  <a:pt x="74999" y="7824"/>
                </a:lnTo>
                <a:lnTo>
                  <a:pt x="39608" y="29348"/>
                </a:lnTo>
                <a:lnTo>
                  <a:pt x="13967" y="61649"/>
                </a:lnTo>
                <a:lnTo>
                  <a:pt x="1000" y="101804"/>
                </a:lnTo>
                <a:lnTo>
                  <a:pt x="0" y="116429"/>
                </a:lnTo>
                <a:lnTo>
                  <a:pt x="898" y="131199"/>
                </a:lnTo>
                <a:lnTo>
                  <a:pt x="13531" y="171708"/>
                </a:lnTo>
                <a:lnTo>
                  <a:pt x="38817" y="204307"/>
                </a:lnTo>
                <a:lnTo>
                  <a:pt x="73863" y="226161"/>
                </a:lnTo>
                <a:lnTo>
                  <a:pt x="115774" y="234433"/>
                </a:lnTo>
                <a:lnTo>
                  <a:pt x="234439" y="234442"/>
                </a:lnTo>
                <a:lnTo>
                  <a:pt x="234488" y="2331114"/>
                </a:lnTo>
                <a:lnTo>
                  <a:pt x="242263" y="2372541"/>
                </a:lnTo>
                <a:lnTo>
                  <a:pt x="263788" y="2407933"/>
                </a:lnTo>
                <a:lnTo>
                  <a:pt x="296089" y="2433573"/>
                </a:lnTo>
                <a:lnTo>
                  <a:pt x="336244" y="2446540"/>
                </a:lnTo>
                <a:lnTo>
                  <a:pt x="1970656" y="2447544"/>
                </a:lnTo>
                <a:lnTo>
                  <a:pt x="1956005" y="2446638"/>
                </a:lnTo>
                <a:lnTo>
                  <a:pt x="1941896" y="2443994"/>
                </a:lnTo>
                <a:lnTo>
                  <a:pt x="1903904" y="2426711"/>
                </a:lnTo>
                <a:lnTo>
                  <a:pt x="1874688" y="2397678"/>
                </a:lnTo>
                <a:lnTo>
                  <a:pt x="1857172" y="2359816"/>
                </a:lnTo>
                <a:lnTo>
                  <a:pt x="1853437" y="2331114"/>
                </a:lnTo>
                <a:lnTo>
                  <a:pt x="1970656" y="2330323"/>
                </a:lnTo>
                <a:lnTo>
                  <a:pt x="1956287" y="2328547"/>
                </a:lnTo>
                <a:lnTo>
                  <a:pt x="1922664" y="2305396"/>
                </a:lnTo>
                <a:lnTo>
                  <a:pt x="1912497" y="2279451"/>
                </a:lnTo>
                <a:lnTo>
                  <a:pt x="1913857" y="2263124"/>
                </a:lnTo>
                <a:lnTo>
                  <a:pt x="1934001" y="2226567"/>
                </a:lnTo>
                <a:lnTo>
                  <a:pt x="1970641" y="2213102"/>
                </a:lnTo>
                <a:lnTo>
                  <a:pt x="1853435" y="2213102"/>
                </a:lnTo>
                <a:lnTo>
                  <a:pt x="1853435" y="234439"/>
                </a:lnTo>
                <a:lnTo>
                  <a:pt x="1735334" y="234433"/>
                </a:lnTo>
                <a:lnTo>
                  <a:pt x="1720798" y="233438"/>
                </a:lnTo>
                <a:lnTo>
                  <a:pt x="1680643" y="220471"/>
                </a:lnTo>
                <a:lnTo>
                  <a:pt x="1648342" y="194831"/>
                </a:lnTo>
                <a:lnTo>
                  <a:pt x="1626817" y="159439"/>
                </a:lnTo>
                <a:lnTo>
                  <a:pt x="1618993" y="117221"/>
                </a:lnTo>
                <a:lnTo>
                  <a:pt x="1853435" y="117221"/>
                </a:lnTo>
                <a:lnTo>
                  <a:pt x="1852527" y="102569"/>
                </a:lnTo>
                <a:lnTo>
                  <a:pt x="1839789" y="62302"/>
                </a:lnTo>
                <a:lnTo>
                  <a:pt x="1814321" y="29836"/>
                </a:lnTo>
                <a:lnTo>
                  <a:pt x="1779076" y="8095"/>
                </a:lnTo>
                <a:lnTo>
                  <a:pt x="1737004" y="2"/>
                </a:lnTo>
                <a:lnTo>
                  <a:pt x="117218" y="0"/>
                </a:lnTo>
                <a:close/>
              </a:path>
              <a:path w="1971040" h="2447925">
                <a:moveTo>
                  <a:pt x="1853435" y="117221"/>
                </a:moveTo>
                <a:lnTo>
                  <a:pt x="1618993" y="117221"/>
                </a:lnTo>
                <a:lnTo>
                  <a:pt x="1736597" y="117222"/>
                </a:lnTo>
                <a:lnTo>
                  <a:pt x="1749959" y="118870"/>
                </a:lnTo>
                <a:lnTo>
                  <a:pt x="1781903" y="140867"/>
                </a:lnTo>
                <a:lnTo>
                  <a:pt x="1794194" y="184090"/>
                </a:lnTo>
                <a:lnTo>
                  <a:pt x="1790565" y="197713"/>
                </a:lnTo>
                <a:lnTo>
                  <a:pt x="1763254" y="227718"/>
                </a:lnTo>
                <a:lnTo>
                  <a:pt x="1735423" y="234439"/>
                </a:lnTo>
                <a:lnTo>
                  <a:pt x="1853435" y="234439"/>
                </a:lnTo>
                <a:lnTo>
                  <a:pt x="1853435" y="117221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03566" y="1387475"/>
            <a:ext cx="469265" cy="2330450"/>
          </a:xfrm>
          <a:custGeom>
            <a:avLst/>
            <a:gdLst/>
            <a:ahLst/>
            <a:cxnLst/>
            <a:rect l="l" t="t" r="r" b="b"/>
            <a:pathLst>
              <a:path w="469265" h="2330450">
                <a:moveTo>
                  <a:pt x="0" y="0"/>
                </a:moveTo>
                <a:lnTo>
                  <a:pt x="7824" y="42218"/>
                </a:lnTo>
                <a:lnTo>
                  <a:pt x="29348" y="77610"/>
                </a:lnTo>
                <a:lnTo>
                  <a:pt x="61649" y="103250"/>
                </a:lnTo>
                <a:lnTo>
                  <a:pt x="101804" y="116217"/>
                </a:lnTo>
                <a:lnTo>
                  <a:pt x="116429" y="117218"/>
                </a:lnTo>
                <a:lnTo>
                  <a:pt x="131036" y="115468"/>
                </a:lnTo>
                <a:lnTo>
                  <a:pt x="164934" y="92586"/>
                </a:lnTo>
                <a:lnTo>
                  <a:pt x="175200" y="66869"/>
                </a:lnTo>
                <a:lnTo>
                  <a:pt x="173878" y="50449"/>
                </a:lnTo>
                <a:lnTo>
                  <a:pt x="153973" y="13679"/>
                </a:lnTo>
                <a:lnTo>
                  <a:pt x="117604" y="1"/>
                </a:lnTo>
                <a:lnTo>
                  <a:pt x="0" y="0"/>
                </a:lnTo>
                <a:close/>
              </a:path>
              <a:path w="469265" h="2330450">
                <a:moveTo>
                  <a:pt x="353646" y="2095897"/>
                </a:moveTo>
                <a:lnTo>
                  <a:pt x="313684" y="2110070"/>
                </a:lnTo>
                <a:lnTo>
                  <a:pt x="293703" y="2145268"/>
                </a:lnTo>
                <a:lnTo>
                  <a:pt x="294950" y="2161885"/>
                </a:lnTo>
                <a:lnTo>
                  <a:pt x="314475" y="2198990"/>
                </a:lnTo>
                <a:lnTo>
                  <a:pt x="350311" y="2213086"/>
                </a:lnTo>
                <a:lnTo>
                  <a:pt x="234442" y="2213102"/>
                </a:lnTo>
                <a:lnTo>
                  <a:pt x="242266" y="2255320"/>
                </a:lnTo>
                <a:lnTo>
                  <a:pt x="263790" y="2290712"/>
                </a:lnTo>
                <a:lnTo>
                  <a:pt x="296091" y="2316352"/>
                </a:lnTo>
                <a:lnTo>
                  <a:pt x="336246" y="2329319"/>
                </a:lnTo>
                <a:lnTo>
                  <a:pt x="350871" y="2330320"/>
                </a:lnTo>
                <a:lnTo>
                  <a:pt x="365641" y="2329421"/>
                </a:lnTo>
                <a:lnTo>
                  <a:pt x="406150" y="2316788"/>
                </a:lnTo>
                <a:lnTo>
                  <a:pt x="438749" y="2291502"/>
                </a:lnTo>
                <a:lnTo>
                  <a:pt x="460603" y="2256457"/>
                </a:lnTo>
                <a:lnTo>
                  <a:pt x="468875" y="2214545"/>
                </a:lnTo>
                <a:lnTo>
                  <a:pt x="467982" y="2199678"/>
                </a:lnTo>
                <a:lnTo>
                  <a:pt x="455420" y="2158972"/>
                </a:lnTo>
                <a:lnTo>
                  <a:pt x="430263" y="2126263"/>
                </a:lnTo>
                <a:lnTo>
                  <a:pt x="395382" y="2104315"/>
                </a:lnTo>
                <a:lnTo>
                  <a:pt x="368142" y="2097029"/>
                </a:lnTo>
                <a:lnTo>
                  <a:pt x="353646" y="2095897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4572" y="1270253"/>
            <a:ext cx="2087880" cy="2447925"/>
          </a:xfrm>
          <a:custGeom>
            <a:avLst/>
            <a:gdLst/>
            <a:ahLst/>
            <a:cxnLst/>
            <a:rect l="l" t="t" r="r" b="b"/>
            <a:pathLst>
              <a:path w="2087879" h="2447925">
                <a:moveTo>
                  <a:pt x="1853435" y="2213102"/>
                </a:moveTo>
                <a:lnTo>
                  <a:pt x="1853435" y="117220"/>
                </a:lnTo>
                <a:lnTo>
                  <a:pt x="1852527" y="102569"/>
                </a:lnTo>
                <a:lnTo>
                  <a:pt x="1839789" y="62302"/>
                </a:lnTo>
                <a:lnTo>
                  <a:pt x="1814321" y="29836"/>
                </a:lnTo>
                <a:lnTo>
                  <a:pt x="1779076" y="8095"/>
                </a:lnTo>
                <a:lnTo>
                  <a:pt x="1737004" y="2"/>
                </a:lnTo>
                <a:lnTo>
                  <a:pt x="117218" y="0"/>
                </a:lnTo>
                <a:lnTo>
                  <a:pt x="102567" y="905"/>
                </a:lnTo>
                <a:lnTo>
                  <a:pt x="62299" y="13621"/>
                </a:lnTo>
                <a:lnTo>
                  <a:pt x="29833" y="39062"/>
                </a:lnTo>
                <a:lnTo>
                  <a:pt x="8092" y="74306"/>
                </a:lnTo>
                <a:lnTo>
                  <a:pt x="0" y="116429"/>
                </a:lnTo>
                <a:lnTo>
                  <a:pt x="898" y="131199"/>
                </a:lnTo>
                <a:lnTo>
                  <a:pt x="13531" y="171708"/>
                </a:lnTo>
                <a:lnTo>
                  <a:pt x="38817" y="204307"/>
                </a:lnTo>
                <a:lnTo>
                  <a:pt x="73863" y="226161"/>
                </a:lnTo>
                <a:lnTo>
                  <a:pt x="115774" y="234433"/>
                </a:lnTo>
                <a:lnTo>
                  <a:pt x="234439" y="234441"/>
                </a:lnTo>
                <a:lnTo>
                  <a:pt x="234439" y="2330322"/>
                </a:lnTo>
                <a:lnTo>
                  <a:pt x="242263" y="2372541"/>
                </a:lnTo>
                <a:lnTo>
                  <a:pt x="263788" y="2407933"/>
                </a:lnTo>
                <a:lnTo>
                  <a:pt x="296089" y="2433573"/>
                </a:lnTo>
                <a:lnTo>
                  <a:pt x="336244" y="2446540"/>
                </a:lnTo>
                <a:lnTo>
                  <a:pt x="1970656" y="2447544"/>
                </a:lnTo>
                <a:lnTo>
                  <a:pt x="1985307" y="2446638"/>
                </a:lnTo>
                <a:lnTo>
                  <a:pt x="2025575" y="2433922"/>
                </a:lnTo>
                <a:lnTo>
                  <a:pt x="2058041" y="2408481"/>
                </a:lnTo>
                <a:lnTo>
                  <a:pt x="2079782" y="2373237"/>
                </a:lnTo>
                <a:lnTo>
                  <a:pt x="2087874" y="2331114"/>
                </a:lnTo>
                <a:lnTo>
                  <a:pt x="2086975" y="2316344"/>
                </a:lnTo>
                <a:lnTo>
                  <a:pt x="2074343" y="2275835"/>
                </a:lnTo>
                <a:lnTo>
                  <a:pt x="2049057" y="2243236"/>
                </a:lnTo>
                <a:lnTo>
                  <a:pt x="2014011" y="2221382"/>
                </a:lnTo>
                <a:lnTo>
                  <a:pt x="1972100" y="2213110"/>
                </a:lnTo>
                <a:lnTo>
                  <a:pt x="1853435" y="2213102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03566" y="1270253"/>
            <a:ext cx="175260" cy="234950"/>
          </a:xfrm>
          <a:custGeom>
            <a:avLst/>
            <a:gdLst/>
            <a:ahLst/>
            <a:cxnLst/>
            <a:rect l="l" t="t" r="r" b="b"/>
            <a:pathLst>
              <a:path w="175259" h="234950">
                <a:moveTo>
                  <a:pt x="117221" y="0"/>
                </a:moveTo>
                <a:lnTo>
                  <a:pt x="75002" y="7824"/>
                </a:lnTo>
                <a:lnTo>
                  <a:pt x="39610" y="29348"/>
                </a:lnTo>
                <a:lnTo>
                  <a:pt x="13970" y="61649"/>
                </a:lnTo>
                <a:lnTo>
                  <a:pt x="1003" y="101804"/>
                </a:lnTo>
                <a:lnTo>
                  <a:pt x="2" y="116429"/>
                </a:lnTo>
                <a:lnTo>
                  <a:pt x="901" y="131199"/>
                </a:lnTo>
                <a:lnTo>
                  <a:pt x="13534" y="171708"/>
                </a:lnTo>
                <a:lnTo>
                  <a:pt x="38820" y="204307"/>
                </a:lnTo>
                <a:lnTo>
                  <a:pt x="73865" y="226161"/>
                </a:lnTo>
                <a:lnTo>
                  <a:pt x="115777" y="234433"/>
                </a:lnTo>
                <a:lnTo>
                  <a:pt x="130559" y="232704"/>
                </a:lnTo>
                <a:lnTo>
                  <a:pt x="164714" y="210057"/>
                </a:lnTo>
                <a:lnTo>
                  <a:pt x="175131" y="184569"/>
                </a:lnTo>
                <a:lnTo>
                  <a:pt x="173847" y="168042"/>
                </a:lnTo>
                <a:lnTo>
                  <a:pt x="154146" y="131097"/>
                </a:lnTo>
                <a:lnTo>
                  <a:pt x="118040" y="117226"/>
                </a:lnTo>
                <a:lnTo>
                  <a:pt x="0" y="11722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19011" y="1504696"/>
            <a:ext cx="1501775" cy="0"/>
          </a:xfrm>
          <a:custGeom>
            <a:avLst/>
            <a:gdLst/>
            <a:ahLst/>
            <a:cxnLst/>
            <a:rect l="l" t="t" r="r" b="b"/>
            <a:pathLst>
              <a:path w="1501775">
                <a:moveTo>
                  <a:pt x="0" y="0"/>
                </a:moveTo>
                <a:lnTo>
                  <a:pt x="1501775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38007" y="3483355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117221" y="0"/>
                </a:moveTo>
                <a:lnTo>
                  <a:pt x="78388" y="14646"/>
                </a:lnTo>
                <a:lnTo>
                  <a:pt x="59049" y="50840"/>
                </a:lnTo>
                <a:lnTo>
                  <a:pt x="60413" y="67135"/>
                </a:lnTo>
                <a:lnTo>
                  <a:pt x="80558" y="103706"/>
                </a:lnTo>
                <a:lnTo>
                  <a:pt x="117189" y="117220"/>
                </a:lnTo>
                <a:lnTo>
                  <a:pt x="0" y="117221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38007" y="3483355"/>
            <a:ext cx="117475" cy="234950"/>
          </a:xfrm>
          <a:custGeom>
            <a:avLst/>
            <a:gdLst/>
            <a:ahLst/>
            <a:cxnLst/>
            <a:rect l="l" t="t" r="r" b="b"/>
            <a:pathLst>
              <a:path w="117475" h="234950">
                <a:moveTo>
                  <a:pt x="117221" y="234442"/>
                </a:moveTo>
                <a:lnTo>
                  <a:pt x="75002" y="226617"/>
                </a:lnTo>
                <a:lnTo>
                  <a:pt x="39610" y="205093"/>
                </a:lnTo>
                <a:lnTo>
                  <a:pt x="13970" y="172792"/>
                </a:lnTo>
                <a:lnTo>
                  <a:pt x="1003" y="132637"/>
                </a:lnTo>
                <a:lnTo>
                  <a:pt x="2" y="118012"/>
                </a:lnTo>
                <a:lnTo>
                  <a:pt x="0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58458" y="2004701"/>
            <a:ext cx="1339850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spc="-30" dirty="0">
                <a:latin typeface="French Script MT"/>
                <a:cs typeface="French Script MT"/>
              </a:rPr>
              <a:t>B</a:t>
            </a:r>
            <a:r>
              <a:rPr sz="4000" b="1" dirty="0">
                <a:latin typeface="French Script MT"/>
                <a:cs typeface="French Script MT"/>
              </a:rPr>
              <a:t>u</a:t>
            </a:r>
            <a:r>
              <a:rPr sz="4000" b="1" spc="-5" dirty="0">
                <a:latin typeface="French Script MT"/>
                <a:cs typeface="French Script MT"/>
              </a:rPr>
              <a:t>s</a:t>
            </a:r>
            <a:r>
              <a:rPr sz="4000" b="1" spc="-15" dirty="0">
                <a:latin typeface="French Script MT"/>
                <a:cs typeface="French Script MT"/>
              </a:rPr>
              <a:t>iness</a:t>
            </a:r>
            <a:endParaRPr sz="4000">
              <a:latin typeface="French Script MT"/>
              <a:cs typeface="French Script MT"/>
            </a:endParaRPr>
          </a:p>
          <a:p>
            <a:pPr algn="ctr">
              <a:lnSpc>
                <a:spcPct val="100000"/>
              </a:lnSpc>
            </a:pPr>
            <a:r>
              <a:rPr sz="4000" b="1" spc="-25" dirty="0">
                <a:latin typeface="French Script MT"/>
                <a:cs typeface="French Script MT"/>
              </a:rPr>
              <a:t>C</a:t>
            </a:r>
            <a:r>
              <a:rPr sz="4000" b="1" dirty="0">
                <a:latin typeface="French Script MT"/>
                <a:cs typeface="French Script MT"/>
              </a:rPr>
              <a:t>a</a:t>
            </a:r>
            <a:r>
              <a:rPr sz="4000" b="1" spc="-15" dirty="0">
                <a:latin typeface="French Script MT"/>
                <a:cs typeface="French Script MT"/>
              </a:rPr>
              <a:t>se</a:t>
            </a:r>
            <a:endParaRPr sz="4000">
              <a:latin typeface="French Script MT"/>
              <a:cs typeface="French Script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3939" y="4549140"/>
            <a:ext cx="7919084" cy="1546860"/>
          </a:xfrm>
          <a:custGeom>
            <a:avLst/>
            <a:gdLst/>
            <a:ahLst/>
            <a:cxnLst/>
            <a:rect l="l" t="t" r="r" b="b"/>
            <a:pathLst>
              <a:path w="7919084" h="1546860">
                <a:moveTo>
                  <a:pt x="0" y="1546860"/>
                </a:moveTo>
                <a:lnTo>
                  <a:pt x="7918704" y="1546860"/>
                </a:lnTo>
                <a:lnTo>
                  <a:pt x="7918704" y="0"/>
                </a:lnTo>
                <a:lnTo>
                  <a:pt x="0" y="0"/>
                </a:lnTo>
                <a:lnTo>
                  <a:pt x="0" y="154686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3939" y="4549140"/>
            <a:ext cx="7919084" cy="1546860"/>
          </a:xfrm>
          <a:custGeom>
            <a:avLst/>
            <a:gdLst/>
            <a:ahLst/>
            <a:cxnLst/>
            <a:rect l="l" t="t" r="r" b="b"/>
            <a:pathLst>
              <a:path w="7919084" h="1546860">
                <a:moveTo>
                  <a:pt x="0" y="1546860"/>
                </a:moveTo>
                <a:lnTo>
                  <a:pt x="7918704" y="1546860"/>
                </a:lnTo>
                <a:lnTo>
                  <a:pt x="7918704" y="0"/>
                </a:lnTo>
                <a:lnTo>
                  <a:pt x="0" y="0"/>
                </a:lnTo>
                <a:lnTo>
                  <a:pt x="0" y="1546860"/>
                </a:lnTo>
                <a:close/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43362" y="4703948"/>
            <a:ext cx="4587875" cy="607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1805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x</a:t>
            </a:r>
            <a:r>
              <a:rPr sz="1800" spc="-15" dirty="0">
                <a:latin typeface="Verdana"/>
                <a:cs typeface="Verdana"/>
              </a:rPr>
              <a:t>em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500" i="1" dirty="0">
                <a:latin typeface="Verdana"/>
                <a:cs typeface="Verdana"/>
              </a:rPr>
              <a:t>le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-5" dirty="0">
                <a:latin typeface="Verdana"/>
                <a:cs typeface="Verdana"/>
              </a:rPr>
              <a:t>a</a:t>
            </a:r>
            <a:r>
              <a:rPr sz="1500" i="1" dirty="0">
                <a:latin typeface="Verdana"/>
                <a:cs typeface="Verdana"/>
              </a:rPr>
              <a:t>ux de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spc="-5" dirty="0">
                <a:latin typeface="Verdana"/>
                <a:cs typeface="Verdana"/>
              </a:rPr>
              <a:t>r</a:t>
            </a:r>
            <a:r>
              <a:rPr sz="1500" i="1" spc="-10" dirty="0">
                <a:latin typeface="Verdana"/>
                <a:cs typeface="Verdana"/>
              </a:rPr>
              <a:t>é</a:t>
            </a:r>
            <a:r>
              <a:rPr sz="1500" i="1" dirty="0">
                <a:latin typeface="Verdana"/>
                <a:cs typeface="Verdana"/>
              </a:rPr>
              <a:t>solu</a:t>
            </a:r>
            <a:r>
              <a:rPr sz="1500" i="1" spc="-10" dirty="0">
                <a:latin typeface="Verdana"/>
                <a:cs typeface="Verdana"/>
              </a:rPr>
              <a:t>t</a:t>
            </a:r>
            <a:r>
              <a:rPr sz="1500" i="1" dirty="0">
                <a:latin typeface="Verdana"/>
                <a:cs typeface="Verdana"/>
              </a:rPr>
              <a:t>ion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au p</a:t>
            </a:r>
            <a:r>
              <a:rPr sz="1500" i="1" spc="-10" dirty="0">
                <a:latin typeface="Verdana"/>
                <a:cs typeface="Verdana"/>
              </a:rPr>
              <a:t>re</a:t>
            </a:r>
            <a:r>
              <a:rPr sz="1500" i="1" dirty="0">
                <a:latin typeface="Verdana"/>
                <a:cs typeface="Verdana"/>
              </a:rPr>
              <a:t>mi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r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app</a:t>
            </a:r>
            <a:r>
              <a:rPr sz="1500" i="1" spc="-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l pour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d</a:t>
            </a:r>
            <a:r>
              <a:rPr sz="1500" i="1" spc="-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s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64029" y="5013197"/>
            <a:ext cx="2245360" cy="361315"/>
          </a:xfrm>
          <a:prstGeom prst="rect">
            <a:avLst/>
          </a:prstGeom>
          <a:solidFill>
            <a:srgbClr val="D9D9D9"/>
          </a:solidFill>
          <a:ln w="25908">
            <a:solidFill>
              <a:srgbClr val="EE3D4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6040">
              <a:lnSpc>
                <a:spcPct val="100000"/>
              </a:lnSpc>
            </a:pPr>
            <a:r>
              <a:rPr sz="1500" i="1" dirty="0">
                <a:latin typeface="Verdana"/>
                <a:cs typeface="Verdana"/>
              </a:rPr>
              <a:t>P</a:t>
            </a:r>
            <a:r>
              <a:rPr sz="1500" i="1" spc="-1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ndant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l’ann</a:t>
            </a:r>
            <a:r>
              <a:rPr sz="1500" i="1" spc="-10" dirty="0">
                <a:latin typeface="Verdana"/>
                <a:cs typeface="Verdana"/>
              </a:rPr>
              <a:t>é</a:t>
            </a:r>
            <a:r>
              <a:rPr sz="1500" i="1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 2005</a:t>
            </a:r>
            <a:r>
              <a:rPr sz="1500" i="1" dirty="0">
                <a:latin typeface="Verdana"/>
                <a:cs typeface="Verdana"/>
              </a:rPr>
              <a:t>,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02435" y="5438030"/>
            <a:ext cx="706437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i="1" spc="-10" dirty="0">
                <a:latin typeface="Verdana"/>
                <a:cs typeface="Verdana"/>
              </a:rPr>
              <a:t>probl</a:t>
            </a:r>
            <a:r>
              <a:rPr sz="1500" i="1" spc="-20" dirty="0">
                <a:latin typeface="Verdana"/>
                <a:cs typeface="Verdana"/>
              </a:rPr>
              <a:t>è</a:t>
            </a:r>
            <a:r>
              <a:rPr sz="1500" i="1" dirty="0">
                <a:latin typeface="Verdana"/>
                <a:cs typeface="Verdana"/>
              </a:rPr>
              <a:t>m</a:t>
            </a:r>
            <a:r>
              <a:rPr sz="1500" i="1" spc="-20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s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configu</a:t>
            </a:r>
            <a:r>
              <a:rPr sz="1500" i="1" spc="-20" dirty="0">
                <a:latin typeface="Verdana"/>
                <a:cs typeface="Verdana"/>
              </a:rPr>
              <a:t>r</a:t>
            </a:r>
            <a:r>
              <a:rPr sz="1500" i="1" spc="-10" dirty="0">
                <a:latin typeface="Verdana"/>
                <a:cs typeface="Verdana"/>
              </a:rPr>
              <a:t>a</a:t>
            </a:r>
            <a:r>
              <a:rPr sz="1500" i="1" spc="-15" dirty="0">
                <a:latin typeface="Verdana"/>
                <a:cs typeface="Verdana"/>
              </a:rPr>
              <a:t>t</a:t>
            </a:r>
            <a:r>
              <a:rPr sz="1500" i="1" spc="-5" dirty="0">
                <a:latin typeface="Verdana"/>
                <a:cs typeface="Verdana"/>
              </a:rPr>
              <a:t>io</a:t>
            </a:r>
            <a:r>
              <a:rPr sz="1500" i="1" dirty="0">
                <a:latin typeface="Verdana"/>
                <a:cs typeface="Verdana"/>
              </a:rPr>
              <a:t>n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m</a:t>
            </a:r>
            <a:r>
              <a:rPr sz="1500" i="1" spc="-10" dirty="0">
                <a:latin typeface="Verdana"/>
                <a:cs typeface="Verdana"/>
              </a:rPr>
              <a:t>ach</a:t>
            </a:r>
            <a:r>
              <a:rPr sz="1500" i="1" spc="-15" dirty="0">
                <a:latin typeface="Verdana"/>
                <a:cs typeface="Verdana"/>
              </a:rPr>
              <a:t>i</a:t>
            </a:r>
            <a:r>
              <a:rPr sz="1500" i="1" spc="-10" dirty="0">
                <a:latin typeface="Verdana"/>
                <a:cs typeface="Verdana"/>
              </a:rPr>
              <a:t>ne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é</a:t>
            </a:r>
            <a:r>
              <a:rPr sz="1500" i="1" spc="-10" dirty="0">
                <a:latin typeface="Verdana"/>
                <a:cs typeface="Verdana"/>
              </a:rPr>
              <a:t>t</a:t>
            </a:r>
            <a:r>
              <a:rPr sz="1500" i="1" spc="-15" dirty="0">
                <a:latin typeface="Verdana"/>
                <a:cs typeface="Verdana"/>
              </a:rPr>
              <a:t>a</a:t>
            </a:r>
            <a:r>
              <a:rPr sz="1500" i="1" spc="-5" dirty="0">
                <a:latin typeface="Verdana"/>
                <a:cs typeface="Verdana"/>
              </a:rPr>
              <a:t>i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-10" dirty="0">
                <a:latin typeface="Verdana"/>
                <a:cs typeface="Verdana"/>
              </a:rPr>
              <a:t> 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89</a:t>
            </a:r>
            <a:r>
              <a:rPr sz="1500" i="1" dirty="0">
                <a:latin typeface="Verdana"/>
                <a:cs typeface="Verdana"/>
              </a:rPr>
              <a:t>%</a:t>
            </a:r>
            <a:r>
              <a:rPr sz="1500" i="1" spc="-10" dirty="0">
                <a:latin typeface="Verdana"/>
                <a:cs typeface="Verdana"/>
              </a:rPr>
              <a:t>.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5" dirty="0">
                <a:latin typeface="Verdana"/>
                <a:cs typeface="Verdana"/>
              </a:rPr>
              <a:t>S</a:t>
            </a:r>
            <a:r>
              <a:rPr sz="1500" i="1" dirty="0">
                <a:latin typeface="Verdana"/>
                <a:cs typeface="Verdana"/>
              </a:rPr>
              <a:t>oit</a:t>
            </a:r>
            <a:r>
              <a:rPr sz="1500" i="1" spc="-10" dirty="0">
                <a:latin typeface="Verdana"/>
                <a:cs typeface="Verdana"/>
              </a:rPr>
              <a:t> un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é</a:t>
            </a:r>
            <a:r>
              <a:rPr sz="1500" i="1" spc="-10" dirty="0">
                <a:latin typeface="Verdana"/>
                <a:cs typeface="Verdana"/>
              </a:rPr>
              <a:t>ca</a:t>
            </a:r>
            <a:r>
              <a:rPr sz="1500" i="1" spc="-2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de</a:t>
            </a:r>
            <a:endParaRPr sz="15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sz="1500" i="1" dirty="0">
                <a:latin typeface="Verdana"/>
                <a:cs typeface="Verdana"/>
              </a:rPr>
              <a:t>4 points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av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c </a:t>
            </a:r>
            <a:r>
              <a:rPr sz="1500" i="1" spc="-5" dirty="0">
                <a:latin typeface="Verdana"/>
                <a:cs typeface="Verdana"/>
              </a:rPr>
              <a:t>l</a:t>
            </a:r>
            <a:r>
              <a:rPr sz="1500" i="1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s</a:t>
            </a:r>
            <a:r>
              <a:rPr sz="1500" i="1" spc="-5" dirty="0">
                <a:latin typeface="Verdana"/>
                <a:cs typeface="Verdana"/>
              </a:rPr>
              <a:t>t</a:t>
            </a:r>
            <a:r>
              <a:rPr sz="1500" i="1" dirty="0">
                <a:latin typeface="Verdana"/>
                <a:cs typeface="Verdana"/>
              </a:rPr>
              <a:t>andard</a:t>
            </a:r>
            <a:r>
              <a:rPr sz="1500" i="1" spc="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de </a:t>
            </a:r>
            <a:r>
              <a:rPr sz="1500" i="1" spc="-5" dirty="0">
                <a:latin typeface="Verdana"/>
                <a:cs typeface="Verdana"/>
              </a:rPr>
              <a:t>l</a:t>
            </a:r>
            <a:r>
              <a:rPr sz="1500" i="1" dirty="0">
                <a:latin typeface="Verdana"/>
                <a:cs typeface="Verdana"/>
              </a:rPr>
              <a:t>’indust</a:t>
            </a:r>
            <a:r>
              <a:rPr sz="1500" i="1" spc="-1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ie 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nt</a:t>
            </a:r>
            <a:r>
              <a:rPr sz="1500" i="1" spc="-1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a</a:t>
            </a:r>
            <a:r>
              <a:rPr sz="1500" i="1" spc="-5" dirty="0">
                <a:latin typeface="Verdana"/>
                <a:cs typeface="Verdana"/>
              </a:rPr>
              <a:t>i</a:t>
            </a:r>
            <a:r>
              <a:rPr sz="1500" i="1" dirty="0">
                <a:latin typeface="Verdana"/>
                <a:cs typeface="Verdana"/>
              </a:rPr>
              <a:t>nant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un coût</a:t>
            </a:r>
            <a:r>
              <a:rPr sz="1500" i="1" spc="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annu</a:t>
            </a:r>
            <a:r>
              <a:rPr sz="1500" i="1" spc="-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l 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1</a:t>
            </a:r>
            <a:r>
              <a:rPr sz="1500" i="1" spc="-10" dirty="0">
                <a:latin typeface="Verdana"/>
                <a:cs typeface="Verdana"/>
              </a:rPr>
              <a:t>M</a:t>
            </a:r>
            <a:r>
              <a:rPr sz="1500" i="1" dirty="0">
                <a:latin typeface="Verdana"/>
                <a:cs typeface="Verdana"/>
              </a:rPr>
              <a:t>€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37303" y="2207075"/>
            <a:ext cx="311150" cy="287655"/>
          </a:xfrm>
          <a:custGeom>
            <a:avLst/>
            <a:gdLst/>
            <a:ahLst/>
            <a:cxnLst/>
            <a:rect l="l" t="t" r="r" b="b"/>
            <a:pathLst>
              <a:path w="311150" h="287655">
                <a:moveTo>
                  <a:pt x="144949" y="0"/>
                </a:moveTo>
                <a:lnTo>
                  <a:pt x="101510" y="8586"/>
                </a:lnTo>
                <a:lnTo>
                  <a:pt x="63510" y="27564"/>
                </a:lnTo>
                <a:lnTo>
                  <a:pt x="32807" y="55205"/>
                </a:lnTo>
                <a:lnTo>
                  <a:pt x="11263" y="89784"/>
                </a:lnTo>
                <a:lnTo>
                  <a:pt x="738" y="129572"/>
                </a:lnTo>
                <a:lnTo>
                  <a:pt x="0" y="143694"/>
                </a:lnTo>
                <a:lnTo>
                  <a:pt x="193" y="150927"/>
                </a:lnTo>
                <a:lnTo>
                  <a:pt x="8162" y="189538"/>
                </a:lnTo>
                <a:lnTo>
                  <a:pt x="26958" y="223743"/>
                </a:lnTo>
                <a:lnTo>
                  <a:pt x="55397" y="252037"/>
                </a:lnTo>
                <a:lnTo>
                  <a:pt x="92295" y="272915"/>
                </a:lnTo>
                <a:lnTo>
                  <a:pt x="136466" y="284871"/>
                </a:lnTo>
                <a:lnTo>
                  <a:pt x="169371" y="287141"/>
                </a:lnTo>
                <a:lnTo>
                  <a:pt x="184033" y="285275"/>
                </a:lnTo>
                <a:lnTo>
                  <a:pt x="224949" y="272436"/>
                </a:lnTo>
                <a:lnTo>
                  <a:pt x="259871" y="249913"/>
                </a:lnTo>
                <a:lnTo>
                  <a:pt x="287014" y="219215"/>
                </a:lnTo>
                <a:lnTo>
                  <a:pt x="304594" y="181851"/>
                </a:lnTo>
                <a:lnTo>
                  <a:pt x="310825" y="139331"/>
                </a:lnTo>
                <a:lnTo>
                  <a:pt x="309705" y="125825"/>
                </a:lnTo>
                <a:lnTo>
                  <a:pt x="298580" y="87794"/>
                </a:lnTo>
                <a:lnTo>
                  <a:pt x="276847" y="54699"/>
                </a:lnTo>
                <a:lnTo>
                  <a:pt x="245842" y="28096"/>
                </a:lnTo>
                <a:lnTo>
                  <a:pt x="206903" y="9538"/>
                </a:lnTo>
                <a:lnTo>
                  <a:pt x="161364" y="582"/>
                </a:lnTo>
                <a:lnTo>
                  <a:pt x="144949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65754" y="2494788"/>
            <a:ext cx="1633220" cy="2519045"/>
          </a:xfrm>
          <a:custGeom>
            <a:avLst/>
            <a:gdLst/>
            <a:ahLst/>
            <a:cxnLst/>
            <a:rect l="l" t="t" r="r" b="b"/>
            <a:pathLst>
              <a:path w="1633220" h="2519045">
                <a:moveTo>
                  <a:pt x="0" y="2441575"/>
                </a:moveTo>
                <a:lnTo>
                  <a:pt x="35940" y="2518791"/>
                </a:lnTo>
                <a:lnTo>
                  <a:pt x="69796" y="2455672"/>
                </a:lnTo>
                <a:lnTo>
                  <a:pt x="44068" y="2455672"/>
                </a:lnTo>
                <a:lnTo>
                  <a:pt x="31368" y="2455037"/>
                </a:lnTo>
                <a:lnTo>
                  <a:pt x="32009" y="2442481"/>
                </a:lnTo>
                <a:lnTo>
                  <a:pt x="0" y="2441575"/>
                </a:lnTo>
                <a:close/>
              </a:path>
              <a:path w="1633220" h="2519045">
                <a:moveTo>
                  <a:pt x="32009" y="2442481"/>
                </a:moveTo>
                <a:lnTo>
                  <a:pt x="31368" y="2455037"/>
                </a:lnTo>
                <a:lnTo>
                  <a:pt x="44068" y="2455672"/>
                </a:lnTo>
                <a:lnTo>
                  <a:pt x="44730" y="2442842"/>
                </a:lnTo>
                <a:lnTo>
                  <a:pt x="32009" y="2442481"/>
                </a:lnTo>
                <a:close/>
              </a:path>
              <a:path w="1633220" h="2519045">
                <a:moveTo>
                  <a:pt x="44730" y="2442842"/>
                </a:moveTo>
                <a:lnTo>
                  <a:pt x="44068" y="2455672"/>
                </a:lnTo>
                <a:lnTo>
                  <a:pt x="69796" y="2455672"/>
                </a:lnTo>
                <a:lnTo>
                  <a:pt x="76200" y="2443734"/>
                </a:lnTo>
                <a:lnTo>
                  <a:pt x="44730" y="2442842"/>
                </a:lnTo>
                <a:close/>
              </a:path>
              <a:path w="1633220" h="2519045">
                <a:moveTo>
                  <a:pt x="1633220" y="0"/>
                </a:moveTo>
                <a:lnTo>
                  <a:pt x="1620520" y="0"/>
                </a:lnTo>
                <a:lnTo>
                  <a:pt x="1620262" y="29591"/>
                </a:lnTo>
                <a:lnTo>
                  <a:pt x="1619362" y="59182"/>
                </a:lnTo>
                <a:lnTo>
                  <a:pt x="1615948" y="117602"/>
                </a:lnTo>
                <a:lnTo>
                  <a:pt x="1610360" y="176022"/>
                </a:lnTo>
                <a:lnTo>
                  <a:pt x="1602739" y="234188"/>
                </a:lnTo>
                <a:lnTo>
                  <a:pt x="1592961" y="291719"/>
                </a:lnTo>
                <a:lnTo>
                  <a:pt x="1581404" y="348869"/>
                </a:lnTo>
                <a:lnTo>
                  <a:pt x="1567814" y="405257"/>
                </a:lnTo>
                <a:lnTo>
                  <a:pt x="1552448" y="460883"/>
                </a:lnTo>
                <a:lnTo>
                  <a:pt x="1535303" y="515493"/>
                </a:lnTo>
                <a:lnTo>
                  <a:pt x="1516507" y="569087"/>
                </a:lnTo>
                <a:lnTo>
                  <a:pt x="1496060" y="621538"/>
                </a:lnTo>
                <a:lnTo>
                  <a:pt x="1474216" y="672846"/>
                </a:lnTo>
                <a:lnTo>
                  <a:pt x="1450848" y="722630"/>
                </a:lnTo>
                <a:lnTo>
                  <a:pt x="1426210" y="770890"/>
                </a:lnTo>
                <a:lnTo>
                  <a:pt x="1400048" y="817626"/>
                </a:lnTo>
                <a:lnTo>
                  <a:pt x="1372870" y="862584"/>
                </a:lnTo>
                <a:lnTo>
                  <a:pt x="1344422" y="905763"/>
                </a:lnTo>
                <a:lnTo>
                  <a:pt x="1314958" y="947038"/>
                </a:lnTo>
                <a:lnTo>
                  <a:pt x="1284477" y="986028"/>
                </a:lnTo>
                <a:lnTo>
                  <a:pt x="1253108" y="1022858"/>
                </a:lnTo>
                <a:lnTo>
                  <a:pt x="1220851" y="1057402"/>
                </a:lnTo>
                <a:lnTo>
                  <a:pt x="1187831" y="1089660"/>
                </a:lnTo>
                <a:lnTo>
                  <a:pt x="1154049" y="1119378"/>
                </a:lnTo>
                <a:lnTo>
                  <a:pt x="1119632" y="1146302"/>
                </a:lnTo>
                <a:lnTo>
                  <a:pt x="1084707" y="1170432"/>
                </a:lnTo>
                <a:lnTo>
                  <a:pt x="1049274" y="1191768"/>
                </a:lnTo>
                <a:lnTo>
                  <a:pt x="1013587" y="1210056"/>
                </a:lnTo>
                <a:lnTo>
                  <a:pt x="977391" y="1225296"/>
                </a:lnTo>
                <a:lnTo>
                  <a:pt x="941069" y="1237361"/>
                </a:lnTo>
                <a:lnTo>
                  <a:pt x="886206" y="1249172"/>
                </a:lnTo>
                <a:lnTo>
                  <a:pt x="831214" y="1253109"/>
                </a:lnTo>
                <a:lnTo>
                  <a:pt x="812545" y="1253744"/>
                </a:lnTo>
                <a:lnTo>
                  <a:pt x="755904" y="1260602"/>
                </a:lnTo>
                <a:lnTo>
                  <a:pt x="718311" y="1269492"/>
                </a:lnTo>
                <a:lnTo>
                  <a:pt x="680973" y="1281938"/>
                </a:lnTo>
                <a:lnTo>
                  <a:pt x="643889" y="1297559"/>
                </a:lnTo>
                <a:lnTo>
                  <a:pt x="607441" y="1316228"/>
                </a:lnTo>
                <a:lnTo>
                  <a:pt x="571245" y="1338072"/>
                </a:lnTo>
                <a:lnTo>
                  <a:pt x="535685" y="1362583"/>
                </a:lnTo>
                <a:lnTo>
                  <a:pt x="500633" y="1390142"/>
                </a:lnTo>
                <a:lnTo>
                  <a:pt x="466470" y="1420114"/>
                </a:lnTo>
                <a:lnTo>
                  <a:pt x="432942" y="1452753"/>
                </a:lnTo>
                <a:lnTo>
                  <a:pt x="400303" y="1487678"/>
                </a:lnTo>
                <a:lnTo>
                  <a:pt x="368426" y="1525016"/>
                </a:lnTo>
                <a:lnTo>
                  <a:pt x="337692" y="1564513"/>
                </a:lnTo>
                <a:lnTo>
                  <a:pt x="307975" y="1606169"/>
                </a:lnTo>
                <a:lnTo>
                  <a:pt x="279272" y="1649602"/>
                </a:lnTo>
                <a:lnTo>
                  <a:pt x="251713" y="1695069"/>
                </a:lnTo>
                <a:lnTo>
                  <a:pt x="225425" y="1742058"/>
                </a:lnTo>
                <a:lnTo>
                  <a:pt x="200532" y="1790827"/>
                </a:lnTo>
                <a:lnTo>
                  <a:pt x="177037" y="1841119"/>
                </a:lnTo>
                <a:lnTo>
                  <a:pt x="154939" y="1892554"/>
                </a:lnTo>
                <a:lnTo>
                  <a:pt x="134365" y="1945513"/>
                </a:lnTo>
                <a:lnTo>
                  <a:pt x="115442" y="1999488"/>
                </a:lnTo>
                <a:lnTo>
                  <a:pt x="98297" y="2054606"/>
                </a:lnTo>
                <a:lnTo>
                  <a:pt x="82803" y="2110613"/>
                </a:lnTo>
                <a:lnTo>
                  <a:pt x="69087" y="2167382"/>
                </a:lnTo>
                <a:lnTo>
                  <a:pt x="57403" y="2224786"/>
                </a:lnTo>
                <a:lnTo>
                  <a:pt x="47625" y="2282825"/>
                </a:lnTo>
                <a:lnTo>
                  <a:pt x="39878" y="2341372"/>
                </a:lnTo>
                <a:lnTo>
                  <a:pt x="34162" y="2400300"/>
                </a:lnTo>
                <a:lnTo>
                  <a:pt x="32009" y="2442481"/>
                </a:lnTo>
                <a:lnTo>
                  <a:pt x="44730" y="2442842"/>
                </a:lnTo>
                <a:lnTo>
                  <a:pt x="46862" y="2401443"/>
                </a:lnTo>
                <a:lnTo>
                  <a:pt x="52450" y="2343023"/>
                </a:lnTo>
                <a:lnTo>
                  <a:pt x="60070" y="2284984"/>
                </a:lnTo>
                <a:lnTo>
                  <a:pt x="69722" y="2227326"/>
                </a:lnTo>
                <a:lnTo>
                  <a:pt x="81406" y="2170303"/>
                </a:lnTo>
                <a:lnTo>
                  <a:pt x="94995" y="2113915"/>
                </a:lnTo>
                <a:lnTo>
                  <a:pt x="110362" y="2058289"/>
                </a:lnTo>
                <a:lnTo>
                  <a:pt x="127507" y="2003679"/>
                </a:lnTo>
                <a:lnTo>
                  <a:pt x="146303" y="1950085"/>
                </a:lnTo>
                <a:lnTo>
                  <a:pt x="166623" y="1897633"/>
                </a:lnTo>
                <a:lnTo>
                  <a:pt x="188594" y="1846452"/>
                </a:lnTo>
                <a:lnTo>
                  <a:pt x="211962" y="1796669"/>
                </a:lnTo>
                <a:lnTo>
                  <a:pt x="236600" y="1748282"/>
                </a:lnTo>
                <a:lnTo>
                  <a:pt x="262635" y="1701545"/>
                </a:lnTo>
                <a:lnTo>
                  <a:pt x="289813" y="1656714"/>
                </a:lnTo>
                <a:lnTo>
                  <a:pt x="318261" y="1613535"/>
                </a:lnTo>
                <a:lnTo>
                  <a:pt x="347725" y="1572260"/>
                </a:lnTo>
                <a:lnTo>
                  <a:pt x="378206" y="1533271"/>
                </a:lnTo>
                <a:lnTo>
                  <a:pt x="409575" y="1496314"/>
                </a:lnTo>
                <a:lnTo>
                  <a:pt x="441959" y="1461770"/>
                </a:lnTo>
                <a:lnTo>
                  <a:pt x="474853" y="1429512"/>
                </a:lnTo>
                <a:lnTo>
                  <a:pt x="508634" y="1399921"/>
                </a:lnTo>
                <a:lnTo>
                  <a:pt x="543051" y="1372997"/>
                </a:lnTo>
                <a:lnTo>
                  <a:pt x="577976" y="1348740"/>
                </a:lnTo>
                <a:lnTo>
                  <a:pt x="613410" y="1327404"/>
                </a:lnTo>
                <a:lnTo>
                  <a:pt x="649097" y="1309116"/>
                </a:lnTo>
                <a:lnTo>
                  <a:pt x="685164" y="1293876"/>
                </a:lnTo>
                <a:lnTo>
                  <a:pt x="721486" y="1281811"/>
                </a:lnTo>
                <a:lnTo>
                  <a:pt x="776351" y="1270000"/>
                </a:lnTo>
                <a:lnTo>
                  <a:pt x="850519" y="1265301"/>
                </a:lnTo>
                <a:lnTo>
                  <a:pt x="869441" y="1264031"/>
                </a:lnTo>
                <a:lnTo>
                  <a:pt x="907160" y="1258443"/>
                </a:lnTo>
                <a:lnTo>
                  <a:pt x="944752" y="1249426"/>
                </a:lnTo>
                <a:lnTo>
                  <a:pt x="982090" y="1237107"/>
                </a:lnTo>
                <a:lnTo>
                  <a:pt x="1019175" y="1221486"/>
                </a:lnTo>
                <a:lnTo>
                  <a:pt x="1055624" y="1202817"/>
                </a:lnTo>
                <a:lnTo>
                  <a:pt x="1091819" y="1180973"/>
                </a:lnTo>
                <a:lnTo>
                  <a:pt x="1127379" y="1156335"/>
                </a:lnTo>
                <a:lnTo>
                  <a:pt x="1162304" y="1128903"/>
                </a:lnTo>
                <a:lnTo>
                  <a:pt x="1196594" y="1098804"/>
                </a:lnTo>
                <a:lnTo>
                  <a:pt x="1229995" y="1066292"/>
                </a:lnTo>
                <a:lnTo>
                  <a:pt x="1262633" y="1031240"/>
                </a:lnTo>
                <a:lnTo>
                  <a:pt x="1294383" y="993902"/>
                </a:lnTo>
                <a:lnTo>
                  <a:pt x="1325245" y="954405"/>
                </a:lnTo>
                <a:lnTo>
                  <a:pt x="1354963" y="912749"/>
                </a:lnTo>
                <a:lnTo>
                  <a:pt x="1383792" y="869188"/>
                </a:lnTo>
                <a:lnTo>
                  <a:pt x="1411223" y="823849"/>
                </a:lnTo>
                <a:lnTo>
                  <a:pt x="1437513" y="776732"/>
                </a:lnTo>
                <a:lnTo>
                  <a:pt x="1462405" y="727964"/>
                </a:lnTo>
                <a:lnTo>
                  <a:pt x="1485900" y="677799"/>
                </a:lnTo>
                <a:lnTo>
                  <a:pt x="1507998" y="626237"/>
                </a:lnTo>
                <a:lnTo>
                  <a:pt x="1528445" y="573278"/>
                </a:lnTo>
                <a:lnTo>
                  <a:pt x="1547367" y="519303"/>
                </a:lnTo>
                <a:lnTo>
                  <a:pt x="1564639" y="464184"/>
                </a:lnTo>
                <a:lnTo>
                  <a:pt x="1580133" y="408178"/>
                </a:lnTo>
                <a:lnTo>
                  <a:pt x="1593723" y="351409"/>
                </a:lnTo>
                <a:lnTo>
                  <a:pt x="1605533" y="293878"/>
                </a:lnTo>
                <a:lnTo>
                  <a:pt x="1615313" y="235839"/>
                </a:lnTo>
                <a:lnTo>
                  <a:pt x="1623060" y="177165"/>
                </a:lnTo>
                <a:lnTo>
                  <a:pt x="1628647" y="118237"/>
                </a:lnTo>
                <a:lnTo>
                  <a:pt x="1632084" y="58928"/>
                </a:lnTo>
                <a:lnTo>
                  <a:pt x="1632967" y="29463"/>
                </a:lnTo>
                <a:lnTo>
                  <a:pt x="1633220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38494" y="5353050"/>
            <a:ext cx="637540" cy="360045"/>
          </a:xfrm>
          <a:custGeom>
            <a:avLst/>
            <a:gdLst/>
            <a:ahLst/>
            <a:cxnLst/>
            <a:rect l="l" t="t" r="r" b="b"/>
            <a:pathLst>
              <a:path w="637540" h="360045">
                <a:moveTo>
                  <a:pt x="0" y="359663"/>
                </a:moveTo>
                <a:lnTo>
                  <a:pt x="637031" y="359663"/>
                </a:lnTo>
                <a:lnTo>
                  <a:pt x="637031" y="0"/>
                </a:lnTo>
                <a:lnTo>
                  <a:pt x="0" y="0"/>
                </a:lnTo>
                <a:lnTo>
                  <a:pt x="0" y="359663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69865" y="2997580"/>
            <a:ext cx="1821814" cy="2355215"/>
          </a:xfrm>
          <a:custGeom>
            <a:avLst/>
            <a:gdLst/>
            <a:ahLst/>
            <a:cxnLst/>
            <a:rect l="l" t="t" r="r" b="b"/>
            <a:pathLst>
              <a:path w="1821815" h="2355215">
                <a:moveTo>
                  <a:pt x="1776855" y="2279230"/>
                </a:moveTo>
                <a:lnTo>
                  <a:pt x="1745233" y="2280285"/>
                </a:lnTo>
                <a:lnTo>
                  <a:pt x="1785747" y="2355215"/>
                </a:lnTo>
                <a:lnTo>
                  <a:pt x="1814881" y="2291968"/>
                </a:lnTo>
                <a:lnTo>
                  <a:pt x="1777364" y="2291968"/>
                </a:lnTo>
                <a:lnTo>
                  <a:pt x="1776855" y="2279230"/>
                </a:lnTo>
                <a:close/>
              </a:path>
              <a:path w="1821815" h="2355215">
                <a:moveTo>
                  <a:pt x="1789571" y="2278807"/>
                </a:moveTo>
                <a:lnTo>
                  <a:pt x="1776855" y="2279230"/>
                </a:lnTo>
                <a:lnTo>
                  <a:pt x="1777364" y="2291968"/>
                </a:lnTo>
                <a:lnTo>
                  <a:pt x="1790064" y="2291460"/>
                </a:lnTo>
                <a:lnTo>
                  <a:pt x="1789571" y="2278807"/>
                </a:lnTo>
                <a:close/>
              </a:path>
              <a:path w="1821815" h="2355215">
                <a:moveTo>
                  <a:pt x="1821433" y="2277745"/>
                </a:moveTo>
                <a:lnTo>
                  <a:pt x="1789571" y="2278807"/>
                </a:lnTo>
                <a:lnTo>
                  <a:pt x="1790064" y="2291460"/>
                </a:lnTo>
                <a:lnTo>
                  <a:pt x="1777364" y="2291968"/>
                </a:lnTo>
                <a:lnTo>
                  <a:pt x="1814881" y="2291968"/>
                </a:lnTo>
                <a:lnTo>
                  <a:pt x="1821433" y="2277745"/>
                </a:lnTo>
                <a:close/>
              </a:path>
              <a:path w="1821815" h="2355215">
                <a:moveTo>
                  <a:pt x="12700" y="0"/>
                </a:moveTo>
                <a:lnTo>
                  <a:pt x="0" y="253"/>
                </a:lnTo>
                <a:lnTo>
                  <a:pt x="254" y="27812"/>
                </a:lnTo>
                <a:lnTo>
                  <a:pt x="1397" y="55498"/>
                </a:lnTo>
                <a:lnTo>
                  <a:pt x="5207" y="110997"/>
                </a:lnTo>
                <a:lnTo>
                  <a:pt x="11430" y="166115"/>
                </a:lnTo>
                <a:lnTo>
                  <a:pt x="20066" y="220852"/>
                </a:lnTo>
                <a:lnTo>
                  <a:pt x="30988" y="275081"/>
                </a:lnTo>
                <a:lnTo>
                  <a:pt x="44196" y="329056"/>
                </a:lnTo>
                <a:lnTo>
                  <a:pt x="59436" y="382142"/>
                </a:lnTo>
                <a:lnTo>
                  <a:pt x="76835" y="434593"/>
                </a:lnTo>
                <a:lnTo>
                  <a:pt x="96139" y="486028"/>
                </a:lnTo>
                <a:lnTo>
                  <a:pt x="117221" y="536701"/>
                </a:lnTo>
                <a:lnTo>
                  <a:pt x="140208" y="586104"/>
                </a:lnTo>
                <a:lnTo>
                  <a:pt x="164846" y="634364"/>
                </a:lnTo>
                <a:lnTo>
                  <a:pt x="191262" y="681354"/>
                </a:lnTo>
                <a:lnTo>
                  <a:pt x="219202" y="726947"/>
                </a:lnTo>
                <a:lnTo>
                  <a:pt x="248539" y="771016"/>
                </a:lnTo>
                <a:lnTo>
                  <a:pt x="279273" y="813434"/>
                </a:lnTo>
                <a:lnTo>
                  <a:pt x="311277" y="854201"/>
                </a:lnTo>
                <a:lnTo>
                  <a:pt x="344678" y="893063"/>
                </a:lnTo>
                <a:lnTo>
                  <a:pt x="379095" y="930020"/>
                </a:lnTo>
                <a:lnTo>
                  <a:pt x="414655" y="964818"/>
                </a:lnTo>
                <a:lnTo>
                  <a:pt x="451104" y="997584"/>
                </a:lnTo>
                <a:lnTo>
                  <a:pt x="488695" y="1028064"/>
                </a:lnTo>
                <a:lnTo>
                  <a:pt x="526923" y="1056131"/>
                </a:lnTo>
                <a:lnTo>
                  <a:pt x="565912" y="1081785"/>
                </a:lnTo>
                <a:lnTo>
                  <a:pt x="605536" y="1104899"/>
                </a:lnTo>
                <a:lnTo>
                  <a:pt x="645922" y="1125092"/>
                </a:lnTo>
                <a:lnTo>
                  <a:pt x="686816" y="1142618"/>
                </a:lnTo>
                <a:lnTo>
                  <a:pt x="728091" y="1157096"/>
                </a:lnTo>
                <a:lnTo>
                  <a:pt x="769620" y="1168653"/>
                </a:lnTo>
                <a:lnTo>
                  <a:pt x="811530" y="1177035"/>
                </a:lnTo>
                <a:lnTo>
                  <a:pt x="853566" y="1182242"/>
                </a:lnTo>
                <a:lnTo>
                  <a:pt x="895731" y="1183893"/>
                </a:lnTo>
                <a:lnTo>
                  <a:pt x="916940" y="1184528"/>
                </a:lnTo>
                <a:lnTo>
                  <a:pt x="958088" y="1187830"/>
                </a:lnTo>
                <a:lnTo>
                  <a:pt x="999236" y="1194434"/>
                </a:lnTo>
                <a:lnTo>
                  <a:pt x="1040130" y="1204213"/>
                </a:lnTo>
                <a:lnTo>
                  <a:pt x="1080770" y="1217040"/>
                </a:lnTo>
                <a:lnTo>
                  <a:pt x="1121029" y="1232788"/>
                </a:lnTo>
                <a:lnTo>
                  <a:pt x="1160907" y="1251330"/>
                </a:lnTo>
                <a:lnTo>
                  <a:pt x="1200277" y="1272666"/>
                </a:lnTo>
                <a:lnTo>
                  <a:pt x="1239139" y="1296542"/>
                </a:lnTo>
                <a:lnTo>
                  <a:pt x="1277239" y="1323212"/>
                </a:lnTo>
                <a:lnTo>
                  <a:pt x="1314577" y="1352041"/>
                </a:lnTo>
                <a:lnTo>
                  <a:pt x="1369187" y="1399793"/>
                </a:lnTo>
                <a:lnTo>
                  <a:pt x="1404239" y="1434210"/>
                </a:lnTo>
                <a:lnTo>
                  <a:pt x="1438402" y="1470786"/>
                </a:lnTo>
                <a:lnTo>
                  <a:pt x="1471295" y="1509267"/>
                </a:lnTo>
                <a:lnTo>
                  <a:pt x="1503045" y="1549526"/>
                </a:lnTo>
                <a:lnTo>
                  <a:pt x="1533525" y="1591690"/>
                </a:lnTo>
                <a:lnTo>
                  <a:pt x="1562608" y="1635252"/>
                </a:lnTo>
                <a:lnTo>
                  <a:pt x="1590167" y="1680464"/>
                </a:lnTo>
                <a:lnTo>
                  <a:pt x="1616202" y="1726945"/>
                </a:lnTo>
                <a:lnTo>
                  <a:pt x="1640713" y="1774824"/>
                </a:lnTo>
                <a:lnTo>
                  <a:pt x="1663445" y="1823846"/>
                </a:lnTo>
                <a:lnTo>
                  <a:pt x="1684527" y="1874011"/>
                </a:lnTo>
                <a:lnTo>
                  <a:pt x="1703577" y="1925065"/>
                </a:lnTo>
                <a:lnTo>
                  <a:pt x="1720723" y="1976881"/>
                </a:lnTo>
                <a:lnTo>
                  <a:pt x="1735836" y="2029714"/>
                </a:lnTo>
                <a:lnTo>
                  <a:pt x="1748917" y="2082927"/>
                </a:lnTo>
                <a:lnTo>
                  <a:pt x="1759712" y="2136774"/>
                </a:lnTo>
                <a:lnTo>
                  <a:pt x="1768220" y="2191004"/>
                </a:lnTo>
                <a:lnTo>
                  <a:pt x="1774444" y="2245486"/>
                </a:lnTo>
                <a:lnTo>
                  <a:pt x="1776855" y="2279230"/>
                </a:lnTo>
                <a:lnTo>
                  <a:pt x="1789571" y="2278807"/>
                </a:lnTo>
                <a:lnTo>
                  <a:pt x="1784223" y="2216658"/>
                </a:lnTo>
                <a:lnTo>
                  <a:pt x="1776730" y="2161666"/>
                </a:lnTo>
                <a:lnTo>
                  <a:pt x="1761236" y="2079878"/>
                </a:lnTo>
                <a:lnTo>
                  <a:pt x="1748155" y="2026158"/>
                </a:lnTo>
                <a:lnTo>
                  <a:pt x="1732788" y="1972945"/>
                </a:lnTo>
                <a:lnTo>
                  <a:pt x="1715516" y="1920620"/>
                </a:lnTo>
                <a:lnTo>
                  <a:pt x="1696212" y="1869058"/>
                </a:lnTo>
                <a:lnTo>
                  <a:pt x="1675002" y="1818512"/>
                </a:lnTo>
                <a:lnTo>
                  <a:pt x="1652016" y="1769109"/>
                </a:lnTo>
                <a:lnTo>
                  <a:pt x="1627377" y="1720722"/>
                </a:lnTo>
                <a:lnTo>
                  <a:pt x="1600962" y="1673733"/>
                </a:lnTo>
                <a:lnTo>
                  <a:pt x="1573149" y="1628266"/>
                </a:lnTo>
                <a:lnTo>
                  <a:pt x="1543812" y="1584197"/>
                </a:lnTo>
                <a:lnTo>
                  <a:pt x="1513078" y="1541779"/>
                </a:lnTo>
                <a:lnTo>
                  <a:pt x="1480947" y="1501012"/>
                </a:lnTo>
                <a:lnTo>
                  <a:pt x="1447673" y="1462150"/>
                </a:lnTo>
                <a:lnTo>
                  <a:pt x="1413129" y="1425193"/>
                </a:lnTo>
                <a:lnTo>
                  <a:pt x="1377569" y="1390268"/>
                </a:lnTo>
                <a:lnTo>
                  <a:pt x="1341120" y="1357629"/>
                </a:lnTo>
                <a:lnTo>
                  <a:pt x="1303655" y="1327149"/>
                </a:lnTo>
                <a:lnTo>
                  <a:pt x="1265301" y="1299082"/>
                </a:lnTo>
                <a:lnTo>
                  <a:pt x="1226185" y="1273428"/>
                </a:lnTo>
                <a:lnTo>
                  <a:pt x="1186561" y="1250441"/>
                </a:lnTo>
                <a:lnTo>
                  <a:pt x="1146175" y="1230121"/>
                </a:lnTo>
                <a:lnTo>
                  <a:pt x="1105408" y="1212595"/>
                </a:lnTo>
                <a:lnTo>
                  <a:pt x="1064133" y="1198117"/>
                </a:lnTo>
                <a:lnTo>
                  <a:pt x="1022477" y="1186560"/>
                </a:lnTo>
                <a:lnTo>
                  <a:pt x="980566" y="1178178"/>
                </a:lnTo>
                <a:lnTo>
                  <a:pt x="938403" y="1173098"/>
                </a:lnTo>
                <a:lnTo>
                  <a:pt x="875411" y="1170812"/>
                </a:lnTo>
                <a:lnTo>
                  <a:pt x="854837" y="1169542"/>
                </a:lnTo>
                <a:lnTo>
                  <a:pt x="813816" y="1164589"/>
                </a:lnTo>
                <a:lnTo>
                  <a:pt x="772795" y="1156461"/>
                </a:lnTo>
                <a:lnTo>
                  <a:pt x="732028" y="1145158"/>
                </a:lnTo>
                <a:lnTo>
                  <a:pt x="691642" y="1130807"/>
                </a:lnTo>
                <a:lnTo>
                  <a:pt x="651510" y="1113662"/>
                </a:lnTo>
                <a:lnTo>
                  <a:pt x="611886" y="1093723"/>
                </a:lnTo>
                <a:lnTo>
                  <a:pt x="572770" y="1071117"/>
                </a:lnTo>
                <a:lnTo>
                  <a:pt x="534289" y="1045844"/>
                </a:lnTo>
                <a:lnTo>
                  <a:pt x="496570" y="1018158"/>
                </a:lnTo>
                <a:lnTo>
                  <a:pt x="459613" y="988186"/>
                </a:lnTo>
                <a:lnTo>
                  <a:pt x="423545" y="955801"/>
                </a:lnTo>
                <a:lnTo>
                  <a:pt x="388366" y="921384"/>
                </a:lnTo>
                <a:lnTo>
                  <a:pt x="354203" y="884808"/>
                </a:lnTo>
                <a:lnTo>
                  <a:pt x="321310" y="846327"/>
                </a:lnTo>
                <a:lnTo>
                  <a:pt x="289560" y="806068"/>
                </a:lnTo>
                <a:lnTo>
                  <a:pt x="259079" y="763904"/>
                </a:lnTo>
                <a:lnTo>
                  <a:pt x="229997" y="720343"/>
                </a:lnTo>
                <a:lnTo>
                  <a:pt x="202438" y="675131"/>
                </a:lnTo>
                <a:lnTo>
                  <a:pt x="176276" y="628522"/>
                </a:lnTo>
                <a:lnTo>
                  <a:pt x="151765" y="580770"/>
                </a:lnTo>
                <a:lnTo>
                  <a:pt x="129032" y="531748"/>
                </a:lnTo>
                <a:lnTo>
                  <a:pt x="108077" y="481583"/>
                </a:lnTo>
                <a:lnTo>
                  <a:pt x="88900" y="430529"/>
                </a:lnTo>
                <a:lnTo>
                  <a:pt x="71755" y="378586"/>
                </a:lnTo>
                <a:lnTo>
                  <a:pt x="56515" y="326008"/>
                </a:lnTo>
                <a:lnTo>
                  <a:pt x="43434" y="272668"/>
                </a:lnTo>
                <a:lnTo>
                  <a:pt x="32638" y="218693"/>
                </a:lnTo>
                <a:lnTo>
                  <a:pt x="24003" y="164464"/>
                </a:lnTo>
                <a:lnTo>
                  <a:pt x="17780" y="109854"/>
                </a:lnTo>
                <a:lnTo>
                  <a:pt x="13970" y="54990"/>
                </a:lnTo>
                <a:lnTo>
                  <a:pt x="12954" y="27685"/>
                </a:lnTo>
                <a:lnTo>
                  <a:pt x="12700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20767" y="2709995"/>
            <a:ext cx="311150" cy="287655"/>
          </a:xfrm>
          <a:custGeom>
            <a:avLst/>
            <a:gdLst/>
            <a:ahLst/>
            <a:cxnLst/>
            <a:rect l="l" t="t" r="r" b="b"/>
            <a:pathLst>
              <a:path w="311150" h="287655">
                <a:moveTo>
                  <a:pt x="144949" y="0"/>
                </a:moveTo>
                <a:lnTo>
                  <a:pt x="101510" y="8586"/>
                </a:lnTo>
                <a:lnTo>
                  <a:pt x="63510" y="27564"/>
                </a:lnTo>
                <a:lnTo>
                  <a:pt x="32807" y="55205"/>
                </a:lnTo>
                <a:lnTo>
                  <a:pt x="11263" y="89784"/>
                </a:lnTo>
                <a:lnTo>
                  <a:pt x="738" y="129572"/>
                </a:lnTo>
                <a:lnTo>
                  <a:pt x="0" y="143694"/>
                </a:lnTo>
                <a:lnTo>
                  <a:pt x="193" y="150927"/>
                </a:lnTo>
                <a:lnTo>
                  <a:pt x="8162" y="189538"/>
                </a:lnTo>
                <a:lnTo>
                  <a:pt x="26958" y="223743"/>
                </a:lnTo>
                <a:lnTo>
                  <a:pt x="55397" y="252037"/>
                </a:lnTo>
                <a:lnTo>
                  <a:pt x="92295" y="272915"/>
                </a:lnTo>
                <a:lnTo>
                  <a:pt x="136466" y="284871"/>
                </a:lnTo>
                <a:lnTo>
                  <a:pt x="169371" y="287141"/>
                </a:lnTo>
                <a:lnTo>
                  <a:pt x="184033" y="285275"/>
                </a:lnTo>
                <a:lnTo>
                  <a:pt x="224949" y="272436"/>
                </a:lnTo>
                <a:lnTo>
                  <a:pt x="259871" y="249913"/>
                </a:lnTo>
                <a:lnTo>
                  <a:pt x="287014" y="219215"/>
                </a:lnTo>
                <a:lnTo>
                  <a:pt x="304594" y="181851"/>
                </a:lnTo>
                <a:lnTo>
                  <a:pt x="310825" y="139331"/>
                </a:lnTo>
                <a:lnTo>
                  <a:pt x="309705" y="125825"/>
                </a:lnTo>
                <a:lnTo>
                  <a:pt x="298580" y="87794"/>
                </a:lnTo>
                <a:lnTo>
                  <a:pt x="276847" y="54699"/>
                </a:lnTo>
                <a:lnTo>
                  <a:pt x="245842" y="28096"/>
                </a:lnTo>
                <a:lnTo>
                  <a:pt x="206903" y="9538"/>
                </a:lnTo>
                <a:lnTo>
                  <a:pt x="161364" y="582"/>
                </a:lnTo>
                <a:lnTo>
                  <a:pt x="144949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20774" y="5702046"/>
            <a:ext cx="935990" cy="360045"/>
          </a:xfrm>
          <a:custGeom>
            <a:avLst/>
            <a:gdLst/>
            <a:ahLst/>
            <a:cxnLst/>
            <a:rect l="l" t="t" r="r" b="b"/>
            <a:pathLst>
              <a:path w="935989" h="360045">
                <a:moveTo>
                  <a:pt x="0" y="359663"/>
                </a:moveTo>
                <a:lnTo>
                  <a:pt x="935736" y="359663"/>
                </a:lnTo>
                <a:lnTo>
                  <a:pt x="935736" y="0"/>
                </a:lnTo>
                <a:lnTo>
                  <a:pt x="0" y="0"/>
                </a:lnTo>
                <a:lnTo>
                  <a:pt x="0" y="359663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7595" y="3191579"/>
            <a:ext cx="311150" cy="287655"/>
          </a:xfrm>
          <a:custGeom>
            <a:avLst/>
            <a:gdLst/>
            <a:ahLst/>
            <a:cxnLst/>
            <a:rect l="l" t="t" r="r" b="b"/>
            <a:pathLst>
              <a:path w="311150" h="287654">
                <a:moveTo>
                  <a:pt x="144949" y="0"/>
                </a:moveTo>
                <a:lnTo>
                  <a:pt x="101510" y="8586"/>
                </a:lnTo>
                <a:lnTo>
                  <a:pt x="63510" y="27564"/>
                </a:lnTo>
                <a:lnTo>
                  <a:pt x="32807" y="55205"/>
                </a:lnTo>
                <a:lnTo>
                  <a:pt x="11263" y="89784"/>
                </a:lnTo>
                <a:lnTo>
                  <a:pt x="738" y="129572"/>
                </a:lnTo>
                <a:lnTo>
                  <a:pt x="0" y="143694"/>
                </a:lnTo>
                <a:lnTo>
                  <a:pt x="193" y="150927"/>
                </a:lnTo>
                <a:lnTo>
                  <a:pt x="8162" y="189538"/>
                </a:lnTo>
                <a:lnTo>
                  <a:pt x="26958" y="223743"/>
                </a:lnTo>
                <a:lnTo>
                  <a:pt x="55397" y="252037"/>
                </a:lnTo>
                <a:lnTo>
                  <a:pt x="92295" y="272915"/>
                </a:lnTo>
                <a:lnTo>
                  <a:pt x="136466" y="284871"/>
                </a:lnTo>
                <a:lnTo>
                  <a:pt x="169371" y="287141"/>
                </a:lnTo>
                <a:lnTo>
                  <a:pt x="184033" y="285275"/>
                </a:lnTo>
                <a:lnTo>
                  <a:pt x="224949" y="272436"/>
                </a:lnTo>
                <a:lnTo>
                  <a:pt x="259871" y="249913"/>
                </a:lnTo>
                <a:lnTo>
                  <a:pt x="287014" y="219215"/>
                </a:lnTo>
                <a:lnTo>
                  <a:pt x="304594" y="181851"/>
                </a:lnTo>
                <a:lnTo>
                  <a:pt x="310825" y="139331"/>
                </a:lnTo>
                <a:lnTo>
                  <a:pt x="309705" y="125825"/>
                </a:lnTo>
                <a:lnTo>
                  <a:pt x="298580" y="87794"/>
                </a:lnTo>
                <a:lnTo>
                  <a:pt x="276847" y="54699"/>
                </a:lnTo>
                <a:lnTo>
                  <a:pt x="245842" y="28096"/>
                </a:lnTo>
                <a:lnTo>
                  <a:pt x="206903" y="9538"/>
                </a:lnTo>
                <a:lnTo>
                  <a:pt x="161364" y="582"/>
                </a:lnTo>
                <a:lnTo>
                  <a:pt x="144949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26694" y="3479165"/>
            <a:ext cx="893444" cy="2428875"/>
          </a:xfrm>
          <a:custGeom>
            <a:avLst/>
            <a:gdLst/>
            <a:ahLst/>
            <a:cxnLst/>
            <a:rect l="l" t="t" r="r" b="b"/>
            <a:pathLst>
              <a:path w="893444" h="2428875">
                <a:moveTo>
                  <a:pt x="817129" y="2396888"/>
                </a:moveTo>
                <a:lnTo>
                  <a:pt x="812165" y="2428887"/>
                </a:lnTo>
                <a:lnTo>
                  <a:pt x="893318" y="2402801"/>
                </a:lnTo>
                <a:lnTo>
                  <a:pt x="888496" y="2399385"/>
                </a:lnTo>
                <a:lnTo>
                  <a:pt x="829310" y="2399385"/>
                </a:lnTo>
                <a:lnTo>
                  <a:pt x="817129" y="2396888"/>
                </a:lnTo>
                <a:close/>
              </a:path>
              <a:path w="893444" h="2428875">
                <a:moveTo>
                  <a:pt x="819079" y="2384321"/>
                </a:moveTo>
                <a:lnTo>
                  <a:pt x="817129" y="2396888"/>
                </a:lnTo>
                <a:lnTo>
                  <a:pt x="829310" y="2399385"/>
                </a:lnTo>
                <a:lnTo>
                  <a:pt x="831850" y="2386939"/>
                </a:lnTo>
                <a:lnTo>
                  <a:pt x="819079" y="2384321"/>
                </a:lnTo>
                <a:close/>
              </a:path>
              <a:path w="893444" h="2428875">
                <a:moveTo>
                  <a:pt x="823849" y="2353576"/>
                </a:moveTo>
                <a:lnTo>
                  <a:pt x="819079" y="2384321"/>
                </a:lnTo>
                <a:lnTo>
                  <a:pt x="831850" y="2386939"/>
                </a:lnTo>
                <a:lnTo>
                  <a:pt x="829310" y="2399385"/>
                </a:lnTo>
                <a:lnTo>
                  <a:pt x="888496" y="2399385"/>
                </a:lnTo>
                <a:lnTo>
                  <a:pt x="823849" y="2353576"/>
                </a:lnTo>
                <a:close/>
              </a:path>
              <a:path w="893444" h="2428875">
                <a:moveTo>
                  <a:pt x="12700" y="0"/>
                </a:moveTo>
                <a:lnTo>
                  <a:pt x="0" y="253"/>
                </a:lnTo>
                <a:lnTo>
                  <a:pt x="1244" y="112775"/>
                </a:lnTo>
                <a:lnTo>
                  <a:pt x="5054" y="225297"/>
                </a:lnTo>
                <a:lnTo>
                  <a:pt x="11341" y="337438"/>
                </a:lnTo>
                <a:lnTo>
                  <a:pt x="19926" y="448817"/>
                </a:lnTo>
                <a:lnTo>
                  <a:pt x="30797" y="559307"/>
                </a:lnTo>
                <a:lnTo>
                  <a:pt x="43865" y="668781"/>
                </a:lnTo>
                <a:lnTo>
                  <a:pt x="59118" y="776858"/>
                </a:lnTo>
                <a:lnTo>
                  <a:pt x="76276" y="883411"/>
                </a:lnTo>
                <a:lnTo>
                  <a:pt x="95453" y="988186"/>
                </a:lnTo>
                <a:lnTo>
                  <a:pt x="116522" y="1091056"/>
                </a:lnTo>
                <a:lnTo>
                  <a:pt x="139319" y="1191640"/>
                </a:lnTo>
                <a:lnTo>
                  <a:pt x="163931" y="1289811"/>
                </a:lnTo>
                <a:lnTo>
                  <a:pt x="190055" y="1385442"/>
                </a:lnTo>
                <a:lnTo>
                  <a:pt x="217817" y="1478152"/>
                </a:lnTo>
                <a:lnTo>
                  <a:pt x="247015" y="1567687"/>
                </a:lnTo>
                <a:lnTo>
                  <a:pt x="277545" y="1654047"/>
                </a:lnTo>
                <a:lnTo>
                  <a:pt x="309410" y="1736852"/>
                </a:lnTo>
                <a:lnTo>
                  <a:pt x="342531" y="1816099"/>
                </a:lnTo>
                <a:lnTo>
                  <a:pt x="376809" y="1891156"/>
                </a:lnTo>
                <a:lnTo>
                  <a:pt x="412140" y="1962149"/>
                </a:lnTo>
                <a:lnTo>
                  <a:pt x="448449" y="2028697"/>
                </a:lnTo>
                <a:lnTo>
                  <a:pt x="485635" y="2090801"/>
                </a:lnTo>
                <a:lnTo>
                  <a:pt x="523697" y="2148014"/>
                </a:lnTo>
                <a:lnTo>
                  <a:pt x="562610" y="2200109"/>
                </a:lnTo>
                <a:lnTo>
                  <a:pt x="602107" y="2246972"/>
                </a:lnTo>
                <a:lnTo>
                  <a:pt x="642239" y="2288451"/>
                </a:lnTo>
                <a:lnTo>
                  <a:pt x="682879" y="2324138"/>
                </a:lnTo>
                <a:lnTo>
                  <a:pt x="724281" y="2354046"/>
                </a:lnTo>
                <a:lnTo>
                  <a:pt x="765937" y="2377757"/>
                </a:lnTo>
                <a:lnTo>
                  <a:pt x="808101" y="2394953"/>
                </a:lnTo>
                <a:lnTo>
                  <a:pt x="808609" y="2395156"/>
                </a:lnTo>
                <a:lnTo>
                  <a:pt x="808990" y="2395220"/>
                </a:lnTo>
                <a:lnTo>
                  <a:pt x="817129" y="2396888"/>
                </a:lnTo>
                <a:lnTo>
                  <a:pt x="819079" y="2384321"/>
                </a:lnTo>
                <a:lnTo>
                  <a:pt x="812830" y="2383040"/>
                </a:lnTo>
                <a:lnTo>
                  <a:pt x="812419" y="2383040"/>
                </a:lnTo>
                <a:lnTo>
                  <a:pt x="811530" y="2382773"/>
                </a:lnTo>
                <a:lnTo>
                  <a:pt x="811696" y="2382773"/>
                </a:lnTo>
                <a:lnTo>
                  <a:pt x="792226" y="2375585"/>
                </a:lnTo>
                <a:lnTo>
                  <a:pt x="771906" y="2366517"/>
                </a:lnTo>
                <a:lnTo>
                  <a:pt x="731393" y="2343556"/>
                </a:lnTo>
                <a:lnTo>
                  <a:pt x="691261" y="2314600"/>
                </a:lnTo>
                <a:lnTo>
                  <a:pt x="651383" y="2279611"/>
                </a:lnTo>
                <a:lnTo>
                  <a:pt x="611759" y="2238794"/>
                </a:lnTo>
                <a:lnTo>
                  <a:pt x="572770" y="2192502"/>
                </a:lnTo>
                <a:lnTo>
                  <a:pt x="534276" y="2140966"/>
                </a:lnTo>
                <a:lnTo>
                  <a:pt x="496519" y="2084323"/>
                </a:lnTo>
                <a:lnTo>
                  <a:pt x="459600" y="2022728"/>
                </a:lnTo>
                <a:lnTo>
                  <a:pt x="423519" y="1956434"/>
                </a:lnTo>
                <a:lnTo>
                  <a:pt x="388366" y="1885949"/>
                </a:lnTo>
                <a:lnTo>
                  <a:pt x="354253" y="1811146"/>
                </a:lnTo>
                <a:lnTo>
                  <a:pt x="321271" y="1732406"/>
                </a:lnTo>
                <a:lnTo>
                  <a:pt x="289509" y="1649856"/>
                </a:lnTo>
                <a:lnTo>
                  <a:pt x="259079" y="1563750"/>
                </a:lnTo>
                <a:lnTo>
                  <a:pt x="229984" y="1474469"/>
                </a:lnTo>
                <a:lnTo>
                  <a:pt x="202311" y="1382013"/>
                </a:lnTo>
                <a:lnTo>
                  <a:pt x="176237" y="1286763"/>
                </a:lnTo>
                <a:lnTo>
                  <a:pt x="151701" y="1188846"/>
                </a:lnTo>
                <a:lnTo>
                  <a:pt x="128968" y="1088516"/>
                </a:lnTo>
                <a:lnTo>
                  <a:pt x="107937" y="985900"/>
                </a:lnTo>
                <a:lnTo>
                  <a:pt x="88823" y="881379"/>
                </a:lnTo>
                <a:lnTo>
                  <a:pt x="71691" y="775080"/>
                </a:lnTo>
                <a:lnTo>
                  <a:pt x="56464" y="667257"/>
                </a:lnTo>
                <a:lnTo>
                  <a:pt x="43434" y="558037"/>
                </a:lnTo>
                <a:lnTo>
                  <a:pt x="32588" y="447801"/>
                </a:lnTo>
                <a:lnTo>
                  <a:pt x="24028" y="336676"/>
                </a:lnTo>
                <a:lnTo>
                  <a:pt x="17741" y="224916"/>
                </a:lnTo>
                <a:lnTo>
                  <a:pt x="13931" y="112648"/>
                </a:lnTo>
                <a:lnTo>
                  <a:pt x="12700" y="0"/>
                </a:lnTo>
                <a:close/>
              </a:path>
              <a:path w="893444" h="2428875">
                <a:moveTo>
                  <a:pt x="811530" y="2382773"/>
                </a:moveTo>
                <a:lnTo>
                  <a:pt x="812419" y="2383040"/>
                </a:lnTo>
                <a:lnTo>
                  <a:pt x="811904" y="2382850"/>
                </a:lnTo>
                <a:lnTo>
                  <a:pt x="811530" y="2382773"/>
                </a:lnTo>
                <a:close/>
              </a:path>
              <a:path w="893444" h="2428875">
                <a:moveTo>
                  <a:pt x="811904" y="2382850"/>
                </a:moveTo>
                <a:lnTo>
                  <a:pt x="812419" y="2383040"/>
                </a:lnTo>
                <a:lnTo>
                  <a:pt x="812830" y="2383040"/>
                </a:lnTo>
                <a:lnTo>
                  <a:pt x="811904" y="2382850"/>
                </a:lnTo>
                <a:close/>
              </a:path>
              <a:path w="893444" h="2428875">
                <a:moveTo>
                  <a:pt x="811696" y="2382773"/>
                </a:moveTo>
                <a:lnTo>
                  <a:pt x="811530" y="2382773"/>
                </a:lnTo>
                <a:lnTo>
                  <a:pt x="811904" y="2382850"/>
                </a:lnTo>
                <a:lnTo>
                  <a:pt x="811696" y="2382773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54779" y="3677735"/>
            <a:ext cx="311150" cy="287655"/>
          </a:xfrm>
          <a:custGeom>
            <a:avLst/>
            <a:gdLst/>
            <a:ahLst/>
            <a:cxnLst/>
            <a:rect l="l" t="t" r="r" b="b"/>
            <a:pathLst>
              <a:path w="311150" h="287654">
                <a:moveTo>
                  <a:pt x="144949" y="0"/>
                </a:moveTo>
                <a:lnTo>
                  <a:pt x="101510" y="8586"/>
                </a:lnTo>
                <a:lnTo>
                  <a:pt x="63510" y="27564"/>
                </a:lnTo>
                <a:lnTo>
                  <a:pt x="32807" y="55205"/>
                </a:lnTo>
                <a:lnTo>
                  <a:pt x="11263" y="89784"/>
                </a:lnTo>
                <a:lnTo>
                  <a:pt x="738" y="129572"/>
                </a:lnTo>
                <a:lnTo>
                  <a:pt x="0" y="143694"/>
                </a:lnTo>
                <a:lnTo>
                  <a:pt x="193" y="150927"/>
                </a:lnTo>
                <a:lnTo>
                  <a:pt x="8162" y="189538"/>
                </a:lnTo>
                <a:lnTo>
                  <a:pt x="26958" y="223743"/>
                </a:lnTo>
                <a:lnTo>
                  <a:pt x="55397" y="252037"/>
                </a:lnTo>
                <a:lnTo>
                  <a:pt x="92295" y="272915"/>
                </a:lnTo>
                <a:lnTo>
                  <a:pt x="136466" y="284871"/>
                </a:lnTo>
                <a:lnTo>
                  <a:pt x="169371" y="287141"/>
                </a:lnTo>
                <a:lnTo>
                  <a:pt x="184033" y="285275"/>
                </a:lnTo>
                <a:lnTo>
                  <a:pt x="224949" y="272436"/>
                </a:lnTo>
                <a:lnTo>
                  <a:pt x="259871" y="249913"/>
                </a:lnTo>
                <a:lnTo>
                  <a:pt x="287014" y="219215"/>
                </a:lnTo>
                <a:lnTo>
                  <a:pt x="304594" y="181851"/>
                </a:lnTo>
                <a:lnTo>
                  <a:pt x="310825" y="139331"/>
                </a:lnTo>
                <a:lnTo>
                  <a:pt x="309705" y="125825"/>
                </a:lnTo>
                <a:lnTo>
                  <a:pt x="298580" y="87794"/>
                </a:lnTo>
                <a:lnTo>
                  <a:pt x="276847" y="54699"/>
                </a:lnTo>
                <a:lnTo>
                  <a:pt x="245842" y="28096"/>
                </a:lnTo>
                <a:lnTo>
                  <a:pt x="206903" y="9538"/>
                </a:lnTo>
                <a:lnTo>
                  <a:pt x="161364" y="582"/>
                </a:lnTo>
                <a:lnTo>
                  <a:pt x="144949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38721" y="5726429"/>
            <a:ext cx="2225040" cy="360045"/>
          </a:xfrm>
          <a:custGeom>
            <a:avLst/>
            <a:gdLst/>
            <a:ahLst/>
            <a:cxnLst/>
            <a:rect l="l" t="t" r="r" b="b"/>
            <a:pathLst>
              <a:path w="2225040" h="360045">
                <a:moveTo>
                  <a:pt x="0" y="359664"/>
                </a:moveTo>
                <a:lnTo>
                  <a:pt x="2225039" y="359664"/>
                </a:lnTo>
                <a:lnTo>
                  <a:pt x="2225039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103878" y="3965321"/>
            <a:ext cx="2453005" cy="1952625"/>
          </a:xfrm>
          <a:custGeom>
            <a:avLst/>
            <a:gdLst/>
            <a:ahLst/>
            <a:cxnLst/>
            <a:rect l="l" t="t" r="r" b="b"/>
            <a:pathLst>
              <a:path w="2453004" h="1952625">
                <a:moveTo>
                  <a:pt x="2377821" y="1876247"/>
                </a:moveTo>
                <a:lnTo>
                  <a:pt x="2377027" y="1907997"/>
                </a:lnTo>
                <a:lnTo>
                  <a:pt x="2389759" y="1908302"/>
                </a:lnTo>
                <a:lnTo>
                  <a:pt x="2389378" y="1920989"/>
                </a:lnTo>
                <a:lnTo>
                  <a:pt x="2376702" y="1920989"/>
                </a:lnTo>
                <a:lnTo>
                  <a:pt x="2375916" y="1952434"/>
                </a:lnTo>
                <a:lnTo>
                  <a:pt x="2442771" y="1920989"/>
                </a:lnTo>
                <a:lnTo>
                  <a:pt x="2389378" y="1920989"/>
                </a:lnTo>
                <a:lnTo>
                  <a:pt x="2376709" y="1920682"/>
                </a:lnTo>
                <a:lnTo>
                  <a:pt x="2443423" y="1920682"/>
                </a:lnTo>
                <a:lnTo>
                  <a:pt x="2453005" y="1916176"/>
                </a:lnTo>
                <a:lnTo>
                  <a:pt x="2377821" y="1876247"/>
                </a:lnTo>
                <a:close/>
              </a:path>
              <a:path w="2453004" h="1952625">
                <a:moveTo>
                  <a:pt x="2377027" y="1907997"/>
                </a:moveTo>
                <a:lnTo>
                  <a:pt x="2376709" y="1920682"/>
                </a:lnTo>
                <a:lnTo>
                  <a:pt x="2389378" y="1920989"/>
                </a:lnTo>
                <a:lnTo>
                  <a:pt x="2389759" y="1908302"/>
                </a:lnTo>
                <a:lnTo>
                  <a:pt x="2377027" y="1907997"/>
                </a:lnTo>
                <a:close/>
              </a:path>
              <a:path w="2453004" h="1952625">
                <a:moveTo>
                  <a:pt x="12700" y="0"/>
                </a:moveTo>
                <a:lnTo>
                  <a:pt x="0" y="253"/>
                </a:lnTo>
                <a:lnTo>
                  <a:pt x="889" y="45084"/>
                </a:lnTo>
                <a:lnTo>
                  <a:pt x="3556" y="90296"/>
                </a:lnTo>
                <a:lnTo>
                  <a:pt x="7874" y="135381"/>
                </a:lnTo>
                <a:lnTo>
                  <a:pt x="14097" y="180339"/>
                </a:lnTo>
                <a:lnTo>
                  <a:pt x="21844" y="225297"/>
                </a:lnTo>
                <a:lnTo>
                  <a:pt x="31368" y="270128"/>
                </a:lnTo>
                <a:lnTo>
                  <a:pt x="42418" y="314705"/>
                </a:lnTo>
                <a:lnTo>
                  <a:pt x="55244" y="359282"/>
                </a:lnTo>
                <a:lnTo>
                  <a:pt x="69469" y="403605"/>
                </a:lnTo>
                <a:lnTo>
                  <a:pt x="85344" y="447674"/>
                </a:lnTo>
                <a:lnTo>
                  <a:pt x="121412" y="535050"/>
                </a:lnTo>
                <a:lnTo>
                  <a:pt x="163449" y="621537"/>
                </a:lnTo>
                <a:lnTo>
                  <a:pt x="211074" y="706754"/>
                </a:lnTo>
                <a:lnTo>
                  <a:pt x="264033" y="790574"/>
                </a:lnTo>
                <a:lnTo>
                  <a:pt x="322199" y="872616"/>
                </a:lnTo>
                <a:lnTo>
                  <a:pt x="385318" y="953134"/>
                </a:lnTo>
                <a:lnTo>
                  <a:pt x="453136" y="1031493"/>
                </a:lnTo>
                <a:lnTo>
                  <a:pt x="525399" y="1107820"/>
                </a:lnTo>
                <a:lnTo>
                  <a:pt x="601980" y="1181861"/>
                </a:lnTo>
                <a:lnTo>
                  <a:pt x="682625" y="1253362"/>
                </a:lnTo>
                <a:lnTo>
                  <a:pt x="766953" y="1322323"/>
                </a:lnTo>
                <a:lnTo>
                  <a:pt x="854963" y="1388363"/>
                </a:lnTo>
                <a:lnTo>
                  <a:pt x="946277" y="1451482"/>
                </a:lnTo>
                <a:lnTo>
                  <a:pt x="1040638" y="1511426"/>
                </a:lnTo>
                <a:lnTo>
                  <a:pt x="1138174" y="1567941"/>
                </a:lnTo>
                <a:lnTo>
                  <a:pt x="1238250" y="1621027"/>
                </a:lnTo>
                <a:lnTo>
                  <a:pt x="1340739" y="1670443"/>
                </a:lnTo>
                <a:lnTo>
                  <a:pt x="1445514" y="1715973"/>
                </a:lnTo>
                <a:lnTo>
                  <a:pt x="1552321" y="1757413"/>
                </a:lnTo>
                <a:lnTo>
                  <a:pt x="1661033" y="1794636"/>
                </a:lnTo>
                <a:lnTo>
                  <a:pt x="1771142" y="1827491"/>
                </a:lnTo>
                <a:lnTo>
                  <a:pt x="1882775" y="1855851"/>
                </a:lnTo>
                <a:lnTo>
                  <a:pt x="1995424" y="1879333"/>
                </a:lnTo>
                <a:lnTo>
                  <a:pt x="2108962" y="1897964"/>
                </a:lnTo>
                <a:lnTo>
                  <a:pt x="2223262" y="1911527"/>
                </a:lnTo>
                <a:lnTo>
                  <a:pt x="2337943" y="1919744"/>
                </a:lnTo>
                <a:lnTo>
                  <a:pt x="2376709" y="1920682"/>
                </a:lnTo>
                <a:lnTo>
                  <a:pt x="2377027" y="1907997"/>
                </a:lnTo>
                <a:lnTo>
                  <a:pt x="2338832" y="1907082"/>
                </a:lnTo>
                <a:lnTo>
                  <a:pt x="2224659" y="1898916"/>
                </a:lnTo>
                <a:lnTo>
                  <a:pt x="2110994" y="1885429"/>
                </a:lnTo>
                <a:lnTo>
                  <a:pt x="1997964" y="1866912"/>
                </a:lnTo>
                <a:lnTo>
                  <a:pt x="1885823" y="1843531"/>
                </a:lnTo>
                <a:lnTo>
                  <a:pt x="1774825" y="1815312"/>
                </a:lnTo>
                <a:lnTo>
                  <a:pt x="1665097" y="1782635"/>
                </a:lnTo>
                <a:lnTo>
                  <a:pt x="1556893" y="1745564"/>
                </a:lnTo>
                <a:lnTo>
                  <a:pt x="1450594" y="1704327"/>
                </a:lnTo>
                <a:lnTo>
                  <a:pt x="1346200" y="1658988"/>
                </a:lnTo>
                <a:lnTo>
                  <a:pt x="1244092" y="1609851"/>
                </a:lnTo>
                <a:lnTo>
                  <a:pt x="1144524" y="1557019"/>
                </a:lnTo>
                <a:lnTo>
                  <a:pt x="1047496" y="1500631"/>
                </a:lnTo>
                <a:lnTo>
                  <a:pt x="953516" y="1441068"/>
                </a:lnTo>
                <a:lnTo>
                  <a:pt x="862584" y="1378330"/>
                </a:lnTo>
                <a:lnTo>
                  <a:pt x="774954" y="1312544"/>
                </a:lnTo>
                <a:lnTo>
                  <a:pt x="691007" y="1243964"/>
                </a:lnTo>
                <a:lnTo>
                  <a:pt x="610870" y="1172717"/>
                </a:lnTo>
                <a:lnTo>
                  <a:pt x="534670" y="1099184"/>
                </a:lnTo>
                <a:lnTo>
                  <a:pt x="462788" y="1023238"/>
                </a:lnTo>
                <a:lnTo>
                  <a:pt x="395351" y="945260"/>
                </a:lnTo>
                <a:lnTo>
                  <a:pt x="332613" y="865377"/>
                </a:lnTo>
                <a:lnTo>
                  <a:pt x="274828" y="783843"/>
                </a:lnTo>
                <a:lnTo>
                  <a:pt x="222250" y="700531"/>
                </a:lnTo>
                <a:lnTo>
                  <a:pt x="174879" y="615949"/>
                </a:lnTo>
                <a:lnTo>
                  <a:pt x="133223" y="530224"/>
                </a:lnTo>
                <a:lnTo>
                  <a:pt x="97282" y="443356"/>
                </a:lnTo>
                <a:lnTo>
                  <a:pt x="81534" y="399668"/>
                </a:lnTo>
                <a:lnTo>
                  <a:pt x="67437" y="355726"/>
                </a:lnTo>
                <a:lnTo>
                  <a:pt x="54864" y="311657"/>
                </a:lnTo>
                <a:lnTo>
                  <a:pt x="43815" y="267461"/>
                </a:lnTo>
                <a:lnTo>
                  <a:pt x="34417" y="223138"/>
                </a:lnTo>
                <a:lnTo>
                  <a:pt x="26670" y="178688"/>
                </a:lnTo>
                <a:lnTo>
                  <a:pt x="20574" y="134111"/>
                </a:lnTo>
                <a:lnTo>
                  <a:pt x="16256" y="89534"/>
                </a:lnTo>
                <a:lnTo>
                  <a:pt x="13589" y="44830"/>
                </a:lnTo>
                <a:lnTo>
                  <a:pt x="12700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8072755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1073150" algn="l"/>
                <a:tab pos="1442085" algn="l"/>
                <a:tab pos="2702560" algn="l"/>
                <a:tab pos="3463290" algn="l"/>
                <a:tab pos="4224020" algn="l"/>
                <a:tab pos="4815205" algn="l"/>
                <a:tab pos="5184140" algn="l"/>
                <a:tab pos="6528434" algn="l"/>
                <a:tab pos="7538720" algn="l"/>
                <a:tab pos="7839075" algn="l"/>
              </a:tabLst>
            </a:pPr>
            <a:r>
              <a:rPr sz="2000" dirty="0">
                <a:latin typeface="Verdana"/>
                <a:cs typeface="Verdana"/>
              </a:rPr>
              <a:t>Ma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	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	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spc="-5" dirty="0">
                <a:latin typeface="Verdana"/>
                <a:cs typeface="Verdana"/>
              </a:rPr>
              <a:t>ine</a:t>
            </a:r>
            <a:r>
              <a:rPr sz="2000" dirty="0">
                <a:latin typeface="Verdana"/>
                <a:cs typeface="Verdana"/>
              </a:rPr>
              <a:t>ss	</a:t>
            </a:r>
            <a:r>
              <a:rPr sz="2000" spc="-5" dirty="0">
                <a:latin typeface="Verdana"/>
                <a:cs typeface="Verdana"/>
              </a:rPr>
              <a:t>C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se	n’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st	pas	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	pr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q</a:t>
            </a:r>
            <a:r>
              <a:rPr sz="2000" dirty="0">
                <a:latin typeface="Verdana"/>
                <a:cs typeface="Verdana"/>
              </a:rPr>
              <a:t>uis	u</a:t>
            </a:r>
            <a:r>
              <a:rPr sz="2000" spc="10" dirty="0">
                <a:latin typeface="Verdana"/>
                <a:cs typeface="Verdana"/>
              </a:rPr>
              <a:t>n</a:t>
            </a:r>
            <a:r>
              <a:rPr sz="2000" spc="-5" dirty="0">
                <a:latin typeface="Verdana"/>
                <a:cs typeface="Verdana"/>
              </a:rPr>
              <a:t>iqu</a:t>
            </a:r>
            <a:r>
              <a:rPr sz="2000" dirty="0">
                <a:latin typeface="Verdana"/>
                <a:cs typeface="Verdana"/>
              </a:rPr>
              <a:t>e	à	</a:t>
            </a:r>
            <a:r>
              <a:rPr sz="2000" spc="-10" dirty="0">
                <a:latin typeface="Verdana"/>
                <a:cs typeface="Verdana"/>
              </a:rPr>
              <a:t>la 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ussite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749" y="2129691"/>
            <a:ext cx="8072755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862965" algn="l"/>
                <a:tab pos="2394585" algn="l"/>
                <a:tab pos="3362960" algn="l"/>
                <a:tab pos="4487545" algn="l"/>
                <a:tab pos="5043805" algn="l"/>
                <a:tab pos="6122670" algn="l"/>
                <a:tab pos="6717665" algn="l"/>
              </a:tabLst>
            </a:pP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	r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	</a:t>
            </a:r>
            <a:r>
              <a:rPr sz="2000" spc="-1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’</a:t>
            </a:r>
            <a:r>
              <a:rPr sz="2000" b="1" spc="-5" dirty="0">
                <a:latin typeface="Verdana"/>
                <a:cs typeface="Verdana"/>
              </a:rPr>
              <a:t>u</a:t>
            </a:r>
            <a:r>
              <a:rPr sz="2000" b="1" spc="-15" dirty="0">
                <a:latin typeface="Verdana"/>
                <a:cs typeface="Verdana"/>
              </a:rPr>
              <a:t>n</a:t>
            </a:r>
            <a:r>
              <a:rPr sz="2000" b="1" dirty="0">
                <a:latin typeface="Verdana"/>
                <a:cs typeface="Verdana"/>
              </a:rPr>
              <a:t>e	</a:t>
            </a:r>
            <a:r>
              <a:rPr sz="2000" b="1" spc="-5" dirty="0">
                <a:latin typeface="Verdana"/>
                <a:cs typeface="Verdana"/>
              </a:rPr>
              <a:t>chart</a:t>
            </a:r>
            <a:r>
              <a:rPr sz="2000" b="1" dirty="0">
                <a:latin typeface="Verdana"/>
                <a:cs typeface="Verdana"/>
              </a:rPr>
              <a:t>e	</a:t>
            </a:r>
            <a:r>
              <a:rPr sz="2000" b="1" spc="-1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	</a:t>
            </a:r>
            <a:r>
              <a:rPr sz="2000" b="1" spc="-5" dirty="0">
                <a:latin typeface="Verdana"/>
                <a:cs typeface="Verdana"/>
              </a:rPr>
              <a:t>proje</a:t>
            </a:r>
            <a:r>
              <a:rPr sz="2000" b="1" dirty="0">
                <a:latin typeface="Verdana"/>
                <a:cs typeface="Verdana"/>
              </a:rPr>
              <a:t>t	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st	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ent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Verdana"/>
                <a:cs typeface="Verdana"/>
              </a:rPr>
              <a:t>indi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nsab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79676" y="2500883"/>
            <a:ext cx="5433060" cy="3880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95928" y="2534411"/>
            <a:ext cx="965200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P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oj</a:t>
            </a:r>
            <a:r>
              <a:rPr sz="1000" i="1" spc="-5" dirty="0">
                <a:latin typeface="Calibri"/>
                <a:cs typeface="Calibri"/>
              </a:rPr>
              <a:t>ect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spc="-20" dirty="0">
                <a:latin typeface="Calibri"/>
                <a:cs typeface="Calibri"/>
              </a:rPr>
              <a:t>C</a:t>
            </a:r>
            <a:r>
              <a:rPr sz="1000" i="1" spc="-15" dirty="0">
                <a:latin typeface="Calibri"/>
                <a:cs typeface="Calibri"/>
              </a:rPr>
              <a:t>h</a:t>
            </a:r>
            <a:r>
              <a:rPr sz="1000" i="1" spc="-10" dirty="0">
                <a:latin typeface="Calibri"/>
                <a:cs typeface="Calibri"/>
              </a:rPr>
              <a:t>a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ter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50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2749" y="1047898"/>
            <a:ext cx="8072755" cy="5022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e </a:t>
            </a:r>
            <a:r>
              <a:rPr sz="2000" b="1" spc="-5" dirty="0">
                <a:latin typeface="Verdana"/>
                <a:cs typeface="Verdana"/>
              </a:rPr>
              <a:t>pr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blè</a:t>
            </a:r>
            <a:r>
              <a:rPr sz="2000" b="1" spc="5" dirty="0">
                <a:latin typeface="Verdana"/>
                <a:cs typeface="Verdana"/>
              </a:rPr>
              <a:t>m</a:t>
            </a:r>
            <a:r>
              <a:rPr sz="2000" b="1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355600" marR="5080" algn="just">
              <a:lnSpc>
                <a:spcPct val="150000"/>
              </a:lnSpc>
              <a:spcBef>
                <a:spcPts val="245"/>
              </a:spcBef>
            </a:pPr>
            <a:r>
              <a:rPr sz="1500" dirty="0">
                <a:latin typeface="Verdana"/>
                <a:cs typeface="Verdana"/>
              </a:rPr>
              <a:t>J’</a:t>
            </a:r>
            <a:r>
              <a:rPr sz="1500" spc="-10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m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30" dirty="0">
                <a:latin typeface="Verdana"/>
                <a:cs typeface="Verdana"/>
              </a:rPr>
              <a:t>r</a:t>
            </a:r>
            <a:r>
              <a:rPr sz="1500" spc="5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is</a:t>
            </a:r>
            <a:r>
              <a:rPr sz="1500" spc="100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b</a:t>
            </a:r>
            <a:r>
              <a:rPr sz="1500" spc="-20" dirty="0">
                <a:latin typeface="Verdana"/>
                <a:cs typeface="Verdana"/>
              </a:rPr>
              <a:t>ie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spc="10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av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15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spc="-10" dirty="0">
                <a:latin typeface="Verdana"/>
                <a:cs typeface="Verdana"/>
              </a:rPr>
              <a:t>ne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v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tu</a:t>
            </a:r>
            <a:r>
              <a:rPr sz="1500" spc="-5" dirty="0">
                <a:latin typeface="Verdana"/>
                <a:cs typeface="Verdana"/>
              </a:rPr>
              <a:t>r</a:t>
            </a:r>
            <a:r>
              <a:rPr sz="1500" spc="-1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M</a:t>
            </a:r>
            <a:r>
              <a:rPr sz="1500" spc="-10" dirty="0">
                <a:latin typeface="Verdana"/>
                <a:cs typeface="Verdana"/>
              </a:rPr>
              <a:t>a</a:t>
            </a:r>
            <a:r>
              <a:rPr sz="1500" spc="9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v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40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ai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10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b</a:t>
            </a:r>
            <a:r>
              <a:rPr sz="1500" spc="-1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aucoup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p</a:t>
            </a:r>
            <a:r>
              <a:rPr sz="1500" spc="-5" dirty="0">
                <a:latin typeface="Verdana"/>
                <a:cs typeface="Verdana"/>
              </a:rPr>
              <a:t>lu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s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spc="10" dirty="0">
                <a:latin typeface="Verdana"/>
                <a:cs typeface="Verdana"/>
              </a:rPr>
              <a:t>p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H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5" dirty="0">
                <a:latin typeface="Verdana"/>
                <a:cs typeface="Verdana"/>
              </a:rPr>
              <a:t>e</a:t>
            </a:r>
            <a:r>
              <a:rPr sz="1500" spc="-235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,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r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25" dirty="0">
                <a:latin typeface="Verdana"/>
                <a:cs typeface="Verdana"/>
              </a:rPr>
              <a:t>x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dirty="0">
                <a:latin typeface="Verdana"/>
                <a:cs typeface="Verdana"/>
              </a:rPr>
              <a:t>p</a:t>
            </a:r>
            <a:r>
              <a:rPr sz="1500" spc="-15" dirty="0">
                <a:latin typeface="Verdana"/>
                <a:cs typeface="Verdana"/>
              </a:rPr>
              <a:t>l</a:t>
            </a:r>
            <a:r>
              <a:rPr sz="1500" spc="-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,</a:t>
            </a:r>
            <a:r>
              <a:rPr sz="1500" spc="2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j’att</a:t>
            </a:r>
            <a:r>
              <a:rPr sz="1500" spc="-25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nd</a:t>
            </a:r>
            <a:r>
              <a:rPr sz="1500" spc="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10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b</a:t>
            </a:r>
            <a:r>
              <a:rPr sz="1500" spc="-10" dirty="0">
                <a:latin typeface="Verdana"/>
                <a:cs typeface="Verdana"/>
              </a:rPr>
              <a:t>us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15" dirty="0">
                <a:latin typeface="Verdana"/>
                <a:cs typeface="Verdana"/>
              </a:rPr>
              <a:t>mme</a:t>
            </a:r>
            <a:r>
              <a:rPr sz="1500" spc="2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d’</a:t>
            </a:r>
            <a:r>
              <a:rPr sz="1500" spc="-10" dirty="0">
                <a:latin typeface="Verdana"/>
                <a:cs typeface="Verdana"/>
              </a:rPr>
              <a:t>hab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spc="10" dirty="0">
                <a:latin typeface="Verdana"/>
                <a:cs typeface="Verdana"/>
              </a:rPr>
              <a:t>d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1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à</a:t>
            </a:r>
            <a:r>
              <a:rPr sz="1500" spc="21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7</a:t>
            </a:r>
            <a:r>
              <a:rPr sz="1500" spc="2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:</a:t>
            </a:r>
            <a:r>
              <a:rPr sz="1500" spc="-20" dirty="0">
                <a:latin typeface="Verdana"/>
                <a:cs typeface="Verdana"/>
              </a:rPr>
              <a:t>3</a:t>
            </a:r>
            <a:r>
              <a:rPr sz="1500" spc="-10" dirty="0">
                <a:latin typeface="Verdana"/>
                <a:cs typeface="Verdana"/>
              </a:rPr>
              <a:t>0</a:t>
            </a:r>
            <a:r>
              <a:rPr sz="1500" spc="2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du</a:t>
            </a:r>
            <a:r>
              <a:rPr sz="1500" spc="20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mat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n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spc="2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Il</a:t>
            </a:r>
            <a:r>
              <a:rPr sz="1500" spc="21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st</a:t>
            </a:r>
            <a:r>
              <a:rPr sz="1500" spc="2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ar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v</a:t>
            </a:r>
            <a:r>
              <a:rPr sz="1500" spc="-10" dirty="0">
                <a:latin typeface="Verdana"/>
                <a:cs typeface="Verdana"/>
              </a:rPr>
              <a:t>é </a:t>
            </a:r>
            <a:r>
              <a:rPr sz="1500" spc="-15" dirty="0">
                <a:latin typeface="Verdana"/>
                <a:cs typeface="Verdana"/>
              </a:rPr>
              <a:t>av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c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1</a:t>
            </a:r>
            <a:r>
              <a:rPr sz="1500" dirty="0">
                <a:latin typeface="Verdana"/>
                <a:cs typeface="Verdana"/>
              </a:rPr>
              <a:t>5</a:t>
            </a:r>
            <a:r>
              <a:rPr sz="1500" spc="229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m</a:t>
            </a:r>
            <a:r>
              <a:rPr sz="1500" spc="-5" dirty="0">
                <a:latin typeface="Verdana"/>
                <a:cs typeface="Verdana"/>
              </a:rPr>
              <a:t>inu</a:t>
            </a:r>
            <a:r>
              <a:rPr sz="1500" dirty="0">
                <a:latin typeface="Verdana"/>
                <a:cs typeface="Verdana"/>
              </a:rPr>
              <a:t>tes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229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re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-10" dirty="0">
                <a:latin typeface="Verdana"/>
                <a:cs typeface="Verdana"/>
              </a:rPr>
              <a:t>ar</a:t>
            </a:r>
            <a:r>
              <a:rPr sz="1500" dirty="0">
                <a:latin typeface="Verdana"/>
                <a:cs typeface="Verdana"/>
              </a:rPr>
              <a:t>d</a:t>
            </a:r>
            <a:r>
              <a:rPr sz="1500" spc="254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!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J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29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n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29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su</a:t>
            </a:r>
            <a:r>
              <a:rPr sz="1500" spc="-5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2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pas</a:t>
            </a:r>
            <a:r>
              <a:rPr sz="1500" spc="245" dirty="0">
                <a:latin typeface="Verdana"/>
                <a:cs typeface="Verdana"/>
              </a:rPr>
              <a:t> </a:t>
            </a:r>
            <a:r>
              <a:rPr sz="1500" spc="5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vé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à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mon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-35" dirty="0">
                <a:latin typeface="Verdana"/>
                <a:cs typeface="Verdana"/>
              </a:rPr>
              <a:t>r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30" dirty="0">
                <a:latin typeface="Verdana"/>
                <a:cs typeface="Verdana"/>
              </a:rPr>
              <a:t>v</a:t>
            </a:r>
            <a:r>
              <a:rPr sz="1500" dirty="0">
                <a:latin typeface="Verdana"/>
                <a:cs typeface="Verdana"/>
              </a:rPr>
              <a:t>ail</a:t>
            </a:r>
            <a:r>
              <a:rPr sz="1500" spc="21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a</a:t>
            </a:r>
            <a:r>
              <a:rPr sz="1500" spc="-30" dirty="0">
                <a:latin typeface="Verdana"/>
                <a:cs typeface="Verdana"/>
              </a:rPr>
              <a:t>v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8</a:t>
            </a:r>
            <a:r>
              <a:rPr sz="1500" spc="24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:</a:t>
            </a:r>
            <a:r>
              <a:rPr sz="1500" spc="-10" dirty="0">
                <a:latin typeface="Verdana"/>
                <a:cs typeface="Verdana"/>
              </a:rPr>
              <a:t>45 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ors</a:t>
            </a:r>
            <a:r>
              <a:rPr sz="1500" spc="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que 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su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supposé</a:t>
            </a:r>
            <a:r>
              <a:rPr sz="1500" spc="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ê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20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à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mon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poste à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0</a:t>
            </a:r>
            <a:r>
              <a:rPr sz="1500" spc="-10" dirty="0">
                <a:latin typeface="Verdana"/>
                <a:cs typeface="Verdana"/>
              </a:rPr>
              <a:t>8 </a:t>
            </a:r>
            <a:r>
              <a:rPr sz="1500" dirty="0">
                <a:latin typeface="Verdana"/>
                <a:cs typeface="Verdana"/>
              </a:rPr>
              <a:t>:</a:t>
            </a:r>
            <a:r>
              <a:rPr sz="1500" spc="-20" dirty="0">
                <a:latin typeface="Verdana"/>
                <a:cs typeface="Verdana"/>
              </a:rPr>
              <a:t>3</a:t>
            </a:r>
            <a:r>
              <a:rPr sz="1500" spc="-10" dirty="0">
                <a:latin typeface="Verdana"/>
                <a:cs typeface="Verdana"/>
              </a:rPr>
              <a:t>0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g</a:t>
            </a:r>
            <a:r>
              <a:rPr sz="1500" spc="-40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and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max</a:t>
            </a:r>
            <a:r>
              <a:rPr sz="1500" spc="-25" dirty="0">
                <a:latin typeface="Verdana"/>
                <a:cs typeface="Verdana"/>
              </a:rPr>
              <a:t>i</a:t>
            </a:r>
            <a:r>
              <a:rPr sz="1500" spc="-15" dirty="0">
                <a:latin typeface="Verdana"/>
                <a:cs typeface="Verdana"/>
              </a:rPr>
              <a:t>mu</a:t>
            </a:r>
            <a:r>
              <a:rPr sz="1500" spc="-10" dirty="0">
                <a:latin typeface="Verdana"/>
                <a:cs typeface="Verdana"/>
              </a:rPr>
              <a:t>m.</a:t>
            </a:r>
            <a:endParaRPr sz="1500">
              <a:latin typeface="Verdana"/>
              <a:cs typeface="Verdana"/>
            </a:endParaRPr>
          </a:p>
          <a:p>
            <a:pPr marL="355600" marR="5080" algn="just">
              <a:lnSpc>
                <a:spcPct val="150000"/>
              </a:lnSpc>
              <a:spcBef>
                <a:spcPts val="600"/>
              </a:spcBef>
            </a:pPr>
            <a:r>
              <a:rPr sz="1500" spc="-5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a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spc="-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ne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</a:t>
            </a:r>
            <a:r>
              <a:rPr sz="1500" spc="-15" dirty="0">
                <a:latin typeface="Verdana"/>
                <a:cs typeface="Verdana"/>
              </a:rPr>
              <a:t>e</a:t>
            </a:r>
            <a:r>
              <a:rPr sz="1500" spc="-5" dirty="0">
                <a:latin typeface="Verdana"/>
                <a:cs typeface="Verdana"/>
              </a:rPr>
              <a:t>rn</a:t>
            </a:r>
            <a:r>
              <a:rPr sz="1500" spc="-20" dirty="0">
                <a:latin typeface="Verdana"/>
                <a:cs typeface="Verdana"/>
              </a:rPr>
              <a:t>iè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j’ai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bat</a:t>
            </a:r>
            <a:r>
              <a:rPr sz="1500" spc="-20" dirty="0">
                <a:latin typeface="Verdana"/>
                <a:cs typeface="Verdana"/>
              </a:rPr>
              <a:t>t</a:t>
            </a:r>
            <a:r>
              <a:rPr sz="1500" spc="-10" dirty="0">
                <a:latin typeface="Verdana"/>
                <a:cs typeface="Verdana"/>
              </a:rPr>
              <a:t>u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mon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1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co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dirty="0">
                <a:latin typeface="Verdana"/>
                <a:cs typeface="Verdana"/>
              </a:rPr>
              <a:t>d </a:t>
            </a:r>
            <a:r>
              <a:rPr sz="1500" spc="-2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: </a:t>
            </a:r>
            <a:r>
              <a:rPr sz="1500" spc="-21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3</a:t>
            </a:r>
            <a:r>
              <a:rPr sz="1500" spc="-10" dirty="0">
                <a:latin typeface="Verdana"/>
                <a:cs typeface="Verdana"/>
              </a:rPr>
              <a:t>5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nu</a:t>
            </a:r>
            <a:r>
              <a:rPr sz="1500" spc="-20" dirty="0">
                <a:latin typeface="Verdana"/>
                <a:cs typeface="Verdana"/>
              </a:rPr>
              <a:t>te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ar</a:t>
            </a:r>
            <a:r>
              <a:rPr sz="1500" dirty="0">
                <a:latin typeface="Verdana"/>
                <a:cs typeface="Verdana"/>
              </a:rPr>
              <a:t>d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J’</a:t>
            </a:r>
            <a:r>
              <a:rPr sz="1500" spc="5" dirty="0">
                <a:latin typeface="Verdana"/>
                <a:cs typeface="Verdana"/>
              </a:rPr>
              <a:t>a</a:t>
            </a:r>
            <a:r>
              <a:rPr sz="1500" spc="-5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5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b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ss</a:t>
            </a:r>
            <a:r>
              <a:rPr sz="1500" spc="-30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yé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de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me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c</a:t>
            </a:r>
            <a:r>
              <a:rPr sz="1500" spc="-10" dirty="0">
                <a:latin typeface="Verdana"/>
                <a:cs typeface="Verdana"/>
              </a:rPr>
              <a:t>ach</a:t>
            </a:r>
            <a:r>
              <a:rPr sz="1500" spc="-2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35" dirty="0">
                <a:latin typeface="Verdana"/>
                <a:cs typeface="Verdana"/>
              </a:rPr>
              <a:t>v</a:t>
            </a:r>
            <a:r>
              <a:rPr sz="1500" spc="-5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nt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mais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mon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spo</a:t>
            </a:r>
            <a:r>
              <a:rPr sz="1500" spc="0" dirty="0">
                <a:latin typeface="Verdana"/>
                <a:cs typeface="Verdana"/>
              </a:rPr>
              <a:t>n</a:t>
            </a:r>
            <a:r>
              <a:rPr sz="1500" spc="-10" dirty="0">
                <a:latin typeface="Verdana"/>
                <a:cs typeface="Verdana"/>
              </a:rPr>
              <a:t>sa</a:t>
            </a:r>
            <a:r>
              <a:rPr sz="1500" dirty="0">
                <a:latin typeface="Verdana"/>
                <a:cs typeface="Verdana"/>
              </a:rPr>
              <a:t>b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m’att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nd</a:t>
            </a:r>
            <a:r>
              <a:rPr sz="1500" spc="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dans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10" dirty="0">
                <a:latin typeface="Verdana"/>
                <a:cs typeface="Verdana"/>
              </a:rPr>
              <a:t>n </a:t>
            </a:r>
            <a:r>
              <a:rPr sz="1500" dirty="0">
                <a:latin typeface="Verdana"/>
                <a:cs typeface="Verdana"/>
              </a:rPr>
              <a:t>bu</a:t>
            </a:r>
            <a:r>
              <a:rPr sz="1500" spc="-10" dirty="0">
                <a:latin typeface="Verdana"/>
                <a:cs typeface="Verdana"/>
              </a:rPr>
              <a:t>re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dirty="0">
                <a:latin typeface="Verdana"/>
                <a:cs typeface="Verdana"/>
              </a:rPr>
              <a:t>.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«</a:t>
            </a:r>
            <a:r>
              <a:rPr sz="1500" spc="9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Je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n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me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so</a:t>
            </a:r>
            <a:r>
              <a:rPr sz="1500" spc="-10" dirty="0">
                <a:latin typeface="Verdana"/>
                <a:cs typeface="Verdana"/>
              </a:rPr>
              <a:t>u</a:t>
            </a:r>
            <a:r>
              <a:rPr sz="1500" dirty="0">
                <a:latin typeface="Verdana"/>
                <a:cs typeface="Verdana"/>
              </a:rPr>
              <a:t>v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ens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m</a:t>
            </a:r>
            <a:r>
              <a:rPr sz="1500" spc="-10" dirty="0">
                <a:latin typeface="Verdana"/>
                <a:cs typeface="Verdana"/>
              </a:rPr>
              <a:t>ê</a:t>
            </a:r>
            <a:r>
              <a:rPr sz="1500" dirty="0">
                <a:latin typeface="Verdana"/>
                <a:cs typeface="Verdana"/>
              </a:rPr>
              <a:t>me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pas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r</a:t>
            </a:r>
            <a:r>
              <a:rPr sz="1500" spc="5" dirty="0">
                <a:latin typeface="Verdana"/>
                <a:cs typeface="Verdana"/>
              </a:rPr>
              <a:t>n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èr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foi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que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vous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ê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vé</a:t>
            </a:r>
            <a:r>
              <a:rPr sz="1500" spc="10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à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’he</a:t>
            </a:r>
            <a:r>
              <a:rPr sz="1500" spc="-5" dirty="0">
                <a:latin typeface="Verdana"/>
                <a:cs typeface="Verdana"/>
              </a:rPr>
              <a:t>ur</a:t>
            </a:r>
            <a:r>
              <a:rPr sz="1500" dirty="0">
                <a:latin typeface="Verdana"/>
                <a:cs typeface="Verdana"/>
              </a:rPr>
              <a:t>e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»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me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anç</a:t>
            </a:r>
            <a:r>
              <a:rPr sz="1500" spc="-20" dirty="0">
                <a:latin typeface="Verdana"/>
                <a:cs typeface="Verdana"/>
              </a:rPr>
              <a:t>a</a:t>
            </a:r>
            <a:r>
              <a:rPr sz="1500" dirty="0">
                <a:latin typeface="Verdana"/>
                <a:cs typeface="Verdana"/>
              </a:rPr>
              <a:t>-</a:t>
            </a:r>
            <a:r>
              <a:rPr sz="1500" spc="-30" dirty="0">
                <a:latin typeface="Verdana"/>
                <a:cs typeface="Verdana"/>
              </a:rPr>
              <a:t>t</a:t>
            </a:r>
            <a:r>
              <a:rPr sz="1500" dirty="0">
                <a:latin typeface="Verdana"/>
                <a:cs typeface="Verdana"/>
              </a:rPr>
              <a:t>-</a:t>
            </a:r>
            <a:r>
              <a:rPr sz="1500" spc="-5" dirty="0">
                <a:latin typeface="Verdana"/>
                <a:cs typeface="Verdana"/>
              </a:rPr>
              <a:t>i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J’</a:t>
            </a:r>
            <a:r>
              <a:rPr sz="1500" spc="-15" dirty="0">
                <a:latin typeface="Verdana"/>
                <a:cs typeface="Verdana"/>
              </a:rPr>
              <a:t>a</a:t>
            </a:r>
            <a:r>
              <a:rPr sz="1500" spc="-25" dirty="0">
                <a:latin typeface="Verdana"/>
                <a:cs typeface="Verdana"/>
              </a:rPr>
              <a:t>v</a:t>
            </a:r>
            <a:r>
              <a:rPr sz="1500" spc="-10" dirty="0">
                <a:latin typeface="Verdana"/>
                <a:cs typeface="Verdana"/>
              </a:rPr>
              <a:t>ais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5" dirty="0">
                <a:latin typeface="Verdana"/>
                <a:cs typeface="Verdana"/>
              </a:rPr>
              <a:t>ll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nt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hon</a:t>
            </a:r>
            <a:r>
              <a:rPr sz="1500" spc="-15" dirty="0">
                <a:latin typeface="Verdana"/>
                <a:cs typeface="Verdana"/>
              </a:rPr>
              <a:t>te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J’</a:t>
            </a:r>
            <a:r>
              <a:rPr sz="1500" spc="-10" dirty="0">
                <a:latin typeface="Verdana"/>
                <a:cs typeface="Verdana"/>
              </a:rPr>
              <a:t>ai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pro</a:t>
            </a:r>
            <a:r>
              <a:rPr sz="1500" spc="-5" dirty="0">
                <a:latin typeface="Verdana"/>
                <a:cs typeface="Verdana"/>
              </a:rPr>
              <a:t>m</a:t>
            </a:r>
            <a:r>
              <a:rPr sz="1500" spc="5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que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ce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a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n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se 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prod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40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229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p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spc="-10" dirty="0">
                <a:latin typeface="Verdana"/>
                <a:cs typeface="Verdana"/>
              </a:rPr>
              <a:t>s.</a:t>
            </a:r>
            <a:r>
              <a:rPr sz="1500" spc="22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M</a:t>
            </a:r>
            <a:r>
              <a:rPr sz="1500" spc="-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heur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usem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nt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</a:t>
            </a:r>
            <a:r>
              <a:rPr sz="1500" spc="-15" dirty="0">
                <a:latin typeface="Verdana"/>
                <a:cs typeface="Verdana"/>
              </a:rPr>
              <a:t>è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2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nd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main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b</a:t>
            </a:r>
            <a:r>
              <a:rPr sz="1500" dirty="0">
                <a:latin typeface="Verdana"/>
                <a:cs typeface="Verdana"/>
              </a:rPr>
              <a:t>u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24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é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de</a:t>
            </a:r>
            <a:r>
              <a:rPr sz="1500" spc="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nou</a:t>
            </a:r>
            <a:r>
              <a:rPr sz="1500" spc="-25" dirty="0">
                <a:latin typeface="Verdana"/>
                <a:cs typeface="Verdana"/>
              </a:rPr>
              <a:t>v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au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ar</a:t>
            </a:r>
            <a:r>
              <a:rPr sz="1500" dirty="0">
                <a:latin typeface="Verdana"/>
                <a:cs typeface="Verdana"/>
              </a:rPr>
              <a:t>d </a:t>
            </a:r>
            <a:r>
              <a:rPr sz="1500" spc="-10" dirty="0">
                <a:latin typeface="Verdana"/>
                <a:cs typeface="Verdana"/>
              </a:rPr>
              <a:t>de </a:t>
            </a:r>
            <a:r>
              <a:rPr sz="1500" spc="-20" dirty="0">
                <a:latin typeface="Verdana"/>
                <a:cs typeface="Verdana"/>
              </a:rPr>
              <a:t>1</a:t>
            </a:r>
            <a:r>
              <a:rPr sz="1500" spc="-10" dirty="0">
                <a:latin typeface="Verdana"/>
                <a:cs typeface="Verdana"/>
              </a:rPr>
              <a:t>0 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nu</a:t>
            </a:r>
            <a:r>
              <a:rPr sz="1500" spc="-20" dirty="0">
                <a:latin typeface="Verdana"/>
                <a:cs typeface="Verdana"/>
              </a:rPr>
              <a:t>te</a:t>
            </a:r>
            <a:r>
              <a:rPr sz="1500" spc="-10" dirty="0">
                <a:latin typeface="Verdana"/>
                <a:cs typeface="Verdana"/>
              </a:rPr>
              <a:t>s.</a:t>
            </a:r>
            <a:endParaRPr sz="1500">
              <a:latin typeface="Verdana"/>
              <a:cs typeface="Verdana"/>
            </a:endParaRPr>
          </a:p>
          <a:p>
            <a:pPr marL="355600" marR="5715" algn="just">
              <a:lnSpc>
                <a:spcPct val="150000"/>
              </a:lnSpc>
              <a:spcBef>
                <a:spcPts val="600"/>
              </a:spcBef>
            </a:pPr>
            <a:r>
              <a:rPr sz="1500" spc="-5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bus</a:t>
            </a:r>
            <a:r>
              <a:rPr sz="1500" spc="15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st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tou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ou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ar</a:t>
            </a:r>
            <a:r>
              <a:rPr sz="1500" dirty="0">
                <a:latin typeface="Verdana"/>
                <a:cs typeface="Verdana"/>
              </a:rPr>
              <a:t>d</a:t>
            </a:r>
            <a:r>
              <a:rPr sz="1500" spc="14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3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n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</a:t>
            </a:r>
            <a:r>
              <a:rPr sz="1500" spc="-1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ux</a:t>
            </a:r>
            <a:r>
              <a:rPr sz="1500" spc="14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en</a:t>
            </a:r>
            <a:r>
              <a:rPr sz="1500" spc="15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y</a:t>
            </a:r>
            <a:r>
              <a:rPr sz="1500" spc="14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fa</a:t>
            </a:r>
            <a:r>
              <a:rPr sz="1500" spc="-25" dirty="0">
                <a:latin typeface="Verdana"/>
                <a:cs typeface="Verdana"/>
              </a:rPr>
              <a:t>i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ca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mon</a:t>
            </a:r>
            <a:r>
              <a:rPr sz="1500" spc="1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prob</a:t>
            </a:r>
            <a:r>
              <a:rPr sz="1500" spc="-15" dirty="0">
                <a:latin typeface="Verdana"/>
                <a:cs typeface="Verdana"/>
              </a:rPr>
              <a:t>l</a:t>
            </a:r>
            <a:r>
              <a:rPr sz="1500" spc="-20" dirty="0">
                <a:latin typeface="Verdana"/>
                <a:cs typeface="Verdana"/>
              </a:rPr>
              <a:t>è</a:t>
            </a:r>
            <a:r>
              <a:rPr sz="1500" spc="-15" dirty="0">
                <a:latin typeface="Verdana"/>
                <a:cs typeface="Verdana"/>
              </a:rPr>
              <a:t>me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st </a:t>
            </a:r>
            <a:r>
              <a:rPr sz="1500" spc="-10" dirty="0">
                <a:latin typeface="Verdana"/>
                <a:cs typeface="Verdana"/>
              </a:rPr>
              <a:t>que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n’ai</a:t>
            </a:r>
            <a:r>
              <a:rPr sz="1500" spc="10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pas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de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v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15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spc="-15" dirty="0">
                <a:latin typeface="Verdana"/>
                <a:cs typeface="Verdana"/>
              </a:rPr>
              <a:t>re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5" dirty="0">
                <a:latin typeface="Verdana"/>
                <a:cs typeface="Verdana"/>
              </a:rPr>
              <a:t>S</a:t>
            </a:r>
            <a:r>
              <a:rPr sz="1500" dirty="0">
                <a:latin typeface="Verdana"/>
                <a:cs typeface="Verdana"/>
              </a:rPr>
              <a:t>i</a:t>
            </a:r>
            <a:r>
              <a:rPr sz="1500" spc="10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j’en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</a:t>
            </a:r>
            <a:r>
              <a:rPr sz="1500" spc="-35" dirty="0">
                <a:latin typeface="Verdana"/>
                <a:cs typeface="Verdana"/>
              </a:rPr>
              <a:t>v</a:t>
            </a:r>
            <a:r>
              <a:rPr sz="1500" spc="-10" dirty="0">
                <a:latin typeface="Verdana"/>
                <a:cs typeface="Verdana"/>
              </a:rPr>
              <a:t>ais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un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-5" dirty="0">
                <a:latin typeface="Verdana"/>
                <a:cs typeface="Verdana"/>
              </a:rPr>
              <a:t>ui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1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-5" dirty="0">
                <a:latin typeface="Verdana"/>
                <a:cs typeface="Verdana"/>
              </a:rPr>
              <a:t>û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que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5" dirty="0">
                <a:latin typeface="Verdana"/>
                <a:cs typeface="Verdana"/>
              </a:rPr>
              <a:t>o</a:t>
            </a:r>
            <a:r>
              <a:rPr sz="1500" spc="-10" dirty="0">
                <a:latin typeface="Verdana"/>
                <a:cs typeface="Verdana"/>
              </a:rPr>
              <a:t>ut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s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é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10" dirty="0">
                <a:latin typeface="Verdana"/>
                <a:cs typeface="Verdana"/>
              </a:rPr>
              <a:t>ud</a:t>
            </a:r>
            <a:r>
              <a:rPr sz="1500" spc="-40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10" dirty="0">
                <a:latin typeface="Verdana"/>
                <a:cs typeface="Verdana"/>
              </a:rPr>
              <a:t>t</a:t>
            </a:r>
            <a:r>
              <a:rPr sz="1500" spc="-10" dirty="0">
                <a:latin typeface="Verdana"/>
                <a:cs typeface="Verdana"/>
              </a:rPr>
              <a:t>. </a:t>
            </a:r>
            <a:r>
              <a:rPr sz="1500" spc="-20" dirty="0">
                <a:latin typeface="Verdana"/>
                <a:cs typeface="Verdana"/>
              </a:rPr>
              <a:t>M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2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n’ai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pas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le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2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spc="-25" dirty="0">
                <a:latin typeface="Verdana"/>
                <a:cs typeface="Verdana"/>
              </a:rPr>
              <a:t>oy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ns</a:t>
            </a:r>
            <a:r>
              <a:rPr sz="1500" spc="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de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m’en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</a:t>
            </a:r>
            <a:r>
              <a:rPr sz="1500" spc="-25" dirty="0">
                <a:latin typeface="Verdana"/>
                <a:cs typeface="Verdana"/>
              </a:rPr>
              <a:t>ay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un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c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qui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st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u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spc="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au</a:t>
            </a:r>
            <a:r>
              <a:rPr sz="1500" spc="-2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prob</a:t>
            </a:r>
            <a:r>
              <a:rPr sz="1500" spc="-15" dirty="0">
                <a:latin typeface="Verdana"/>
                <a:cs typeface="Verdana"/>
              </a:rPr>
              <a:t>l</a:t>
            </a:r>
            <a:r>
              <a:rPr sz="1500" spc="-20" dirty="0">
                <a:latin typeface="Verdana"/>
                <a:cs typeface="Verdana"/>
              </a:rPr>
              <a:t>è</a:t>
            </a:r>
            <a:r>
              <a:rPr sz="1500" spc="-15" dirty="0">
                <a:latin typeface="Verdana"/>
                <a:cs typeface="Verdana"/>
              </a:rPr>
              <a:t>me</a:t>
            </a:r>
            <a:r>
              <a:rPr sz="1500" spc="-10" dirty="0">
                <a:latin typeface="Verdana"/>
                <a:cs typeface="Verdana"/>
              </a:rPr>
              <a:t>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29433" y="1963673"/>
            <a:ext cx="4249420" cy="3385185"/>
          </a:xfrm>
          <a:custGeom>
            <a:avLst/>
            <a:gdLst/>
            <a:ahLst/>
            <a:cxnLst/>
            <a:rect l="l" t="t" r="r" b="b"/>
            <a:pathLst>
              <a:path w="4249420" h="3385185">
                <a:moveTo>
                  <a:pt x="4248912" y="0"/>
                </a:moveTo>
                <a:lnTo>
                  <a:pt x="2124456" y="3384804"/>
                </a:lnTo>
                <a:lnTo>
                  <a:pt x="0" y="0"/>
                </a:lnTo>
                <a:lnTo>
                  <a:pt x="4248912" y="0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95140" y="3378703"/>
            <a:ext cx="1459865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4925">
              <a:lnSpc>
                <a:spcPct val="150000"/>
              </a:lnSpc>
            </a:pP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le 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oblèm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24798" y="1315408"/>
            <a:ext cx="1854689" cy="14684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40708" y="2348483"/>
            <a:ext cx="775715" cy="9555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99542" y="4479460"/>
            <a:ext cx="1076960" cy="1331595"/>
          </a:xfrm>
          <a:custGeom>
            <a:avLst/>
            <a:gdLst/>
            <a:ahLst/>
            <a:cxnLst/>
            <a:rect l="l" t="t" r="r" b="b"/>
            <a:pathLst>
              <a:path w="1076960" h="1331595">
                <a:moveTo>
                  <a:pt x="933619" y="1312878"/>
                </a:moveTo>
                <a:lnTo>
                  <a:pt x="787782" y="1312878"/>
                </a:lnTo>
                <a:lnTo>
                  <a:pt x="821822" y="1329340"/>
                </a:lnTo>
                <a:lnTo>
                  <a:pt x="828201" y="1329340"/>
                </a:lnTo>
                <a:lnTo>
                  <a:pt x="835292" y="1331398"/>
                </a:lnTo>
                <a:lnTo>
                  <a:pt x="900534" y="1331398"/>
                </a:lnTo>
                <a:lnTo>
                  <a:pt x="914716" y="1329340"/>
                </a:lnTo>
                <a:lnTo>
                  <a:pt x="925348" y="1323167"/>
                </a:lnTo>
                <a:lnTo>
                  <a:pt x="931727" y="1316993"/>
                </a:lnTo>
                <a:lnTo>
                  <a:pt x="933619" y="1312878"/>
                </a:lnTo>
                <a:close/>
              </a:path>
              <a:path w="1076960" h="1331595">
                <a:moveTo>
                  <a:pt x="842032" y="827236"/>
                </a:moveTo>
                <a:lnTo>
                  <a:pt x="625403" y="827236"/>
                </a:lnTo>
                <a:lnTo>
                  <a:pt x="631080" y="835467"/>
                </a:lnTo>
                <a:lnTo>
                  <a:pt x="636756" y="841641"/>
                </a:lnTo>
                <a:lnTo>
                  <a:pt x="645261" y="851930"/>
                </a:lnTo>
                <a:lnTo>
                  <a:pt x="680004" y="880739"/>
                </a:lnTo>
                <a:lnTo>
                  <a:pt x="706241" y="895144"/>
                </a:lnTo>
                <a:lnTo>
                  <a:pt x="715459" y="901317"/>
                </a:lnTo>
                <a:lnTo>
                  <a:pt x="729640" y="930126"/>
                </a:lnTo>
                <a:lnTo>
                  <a:pt x="732479" y="938358"/>
                </a:lnTo>
                <a:lnTo>
                  <a:pt x="737443" y="963051"/>
                </a:lnTo>
                <a:lnTo>
                  <a:pt x="738858" y="1002149"/>
                </a:lnTo>
                <a:lnTo>
                  <a:pt x="737443" y="1043305"/>
                </a:lnTo>
                <a:lnTo>
                  <a:pt x="732479" y="1076230"/>
                </a:lnTo>
                <a:lnTo>
                  <a:pt x="728928" y="1090635"/>
                </a:lnTo>
                <a:lnTo>
                  <a:pt x="724676" y="1109155"/>
                </a:lnTo>
                <a:lnTo>
                  <a:pt x="711918" y="1177063"/>
                </a:lnTo>
                <a:lnTo>
                  <a:pt x="707665" y="1197641"/>
                </a:lnTo>
                <a:lnTo>
                  <a:pt x="704827" y="1216161"/>
                </a:lnTo>
                <a:lnTo>
                  <a:pt x="702701" y="1230566"/>
                </a:lnTo>
                <a:lnTo>
                  <a:pt x="702701" y="1242912"/>
                </a:lnTo>
                <a:lnTo>
                  <a:pt x="704827" y="1249086"/>
                </a:lnTo>
                <a:lnTo>
                  <a:pt x="709080" y="1255259"/>
                </a:lnTo>
                <a:lnTo>
                  <a:pt x="719009" y="1259375"/>
                </a:lnTo>
                <a:lnTo>
                  <a:pt x="728226" y="1259375"/>
                </a:lnTo>
                <a:lnTo>
                  <a:pt x="711206" y="1263490"/>
                </a:lnTo>
                <a:lnTo>
                  <a:pt x="706953" y="1312878"/>
                </a:lnTo>
                <a:lnTo>
                  <a:pt x="766509" y="1321109"/>
                </a:lnTo>
                <a:lnTo>
                  <a:pt x="787782" y="1312878"/>
                </a:lnTo>
                <a:lnTo>
                  <a:pt x="933619" y="1312878"/>
                </a:lnTo>
                <a:lnTo>
                  <a:pt x="904787" y="1286126"/>
                </a:lnTo>
                <a:lnTo>
                  <a:pt x="881388" y="1286126"/>
                </a:lnTo>
                <a:lnTo>
                  <a:pt x="860115" y="1279953"/>
                </a:lnTo>
                <a:lnTo>
                  <a:pt x="855151" y="1277895"/>
                </a:lnTo>
                <a:lnTo>
                  <a:pt x="849474" y="1273779"/>
                </a:lnTo>
                <a:lnTo>
                  <a:pt x="843807" y="1267606"/>
                </a:lnTo>
                <a:lnTo>
                  <a:pt x="832454" y="1259375"/>
                </a:lnTo>
                <a:lnTo>
                  <a:pt x="822534" y="1251144"/>
                </a:lnTo>
                <a:lnTo>
                  <a:pt x="817570" y="1249086"/>
                </a:lnTo>
                <a:lnTo>
                  <a:pt x="820408" y="1247028"/>
                </a:lnTo>
                <a:lnTo>
                  <a:pt x="836004" y="1199698"/>
                </a:lnTo>
                <a:lnTo>
                  <a:pt x="838842" y="1170889"/>
                </a:lnTo>
                <a:lnTo>
                  <a:pt x="842383" y="1135907"/>
                </a:lnTo>
                <a:lnTo>
                  <a:pt x="849474" y="1072115"/>
                </a:lnTo>
                <a:lnTo>
                  <a:pt x="860115" y="1035074"/>
                </a:lnTo>
                <a:lnTo>
                  <a:pt x="866494" y="1024785"/>
                </a:lnTo>
                <a:lnTo>
                  <a:pt x="872171" y="1010381"/>
                </a:lnTo>
                <a:lnTo>
                  <a:pt x="877126" y="991860"/>
                </a:lnTo>
                <a:lnTo>
                  <a:pt x="881388" y="971282"/>
                </a:lnTo>
                <a:lnTo>
                  <a:pt x="883514" y="950704"/>
                </a:lnTo>
                <a:lnTo>
                  <a:pt x="884217" y="930126"/>
                </a:lnTo>
                <a:lnTo>
                  <a:pt x="882090" y="909548"/>
                </a:lnTo>
                <a:lnTo>
                  <a:pt x="877126" y="893086"/>
                </a:lnTo>
                <a:lnTo>
                  <a:pt x="862953" y="864277"/>
                </a:lnTo>
                <a:lnTo>
                  <a:pt x="855151" y="849872"/>
                </a:lnTo>
                <a:lnTo>
                  <a:pt x="847348" y="837525"/>
                </a:lnTo>
                <a:lnTo>
                  <a:pt x="842032" y="827236"/>
                </a:lnTo>
                <a:close/>
              </a:path>
              <a:path w="1076960" h="1331595">
                <a:moveTo>
                  <a:pt x="144654" y="860161"/>
                </a:moveTo>
                <a:lnTo>
                  <a:pt x="88635" y="909548"/>
                </a:lnTo>
                <a:lnTo>
                  <a:pt x="97144" y="926011"/>
                </a:lnTo>
                <a:lnTo>
                  <a:pt x="95730" y="926011"/>
                </a:lnTo>
                <a:lnTo>
                  <a:pt x="92890" y="928069"/>
                </a:lnTo>
                <a:lnTo>
                  <a:pt x="87926" y="932184"/>
                </a:lnTo>
                <a:lnTo>
                  <a:pt x="82253" y="936300"/>
                </a:lnTo>
                <a:lnTo>
                  <a:pt x="75871" y="940415"/>
                </a:lnTo>
                <a:lnTo>
                  <a:pt x="61690" y="948647"/>
                </a:lnTo>
                <a:lnTo>
                  <a:pt x="55308" y="954820"/>
                </a:lnTo>
                <a:lnTo>
                  <a:pt x="21272" y="995976"/>
                </a:lnTo>
                <a:lnTo>
                  <a:pt x="1418" y="1037132"/>
                </a:lnTo>
                <a:lnTo>
                  <a:pt x="0" y="1047421"/>
                </a:lnTo>
                <a:lnTo>
                  <a:pt x="0" y="1053594"/>
                </a:lnTo>
                <a:lnTo>
                  <a:pt x="709" y="1057710"/>
                </a:lnTo>
                <a:lnTo>
                  <a:pt x="2127" y="1061826"/>
                </a:lnTo>
                <a:lnTo>
                  <a:pt x="5672" y="1063884"/>
                </a:lnTo>
                <a:lnTo>
                  <a:pt x="10636" y="1065941"/>
                </a:lnTo>
                <a:lnTo>
                  <a:pt x="18436" y="1063884"/>
                </a:lnTo>
                <a:lnTo>
                  <a:pt x="29781" y="1055652"/>
                </a:lnTo>
                <a:lnTo>
                  <a:pt x="31909" y="1053594"/>
                </a:lnTo>
                <a:lnTo>
                  <a:pt x="38290" y="1049479"/>
                </a:lnTo>
                <a:lnTo>
                  <a:pt x="47509" y="1043305"/>
                </a:lnTo>
                <a:lnTo>
                  <a:pt x="58853" y="1035074"/>
                </a:lnTo>
                <a:lnTo>
                  <a:pt x="70199" y="1028901"/>
                </a:lnTo>
                <a:lnTo>
                  <a:pt x="81544" y="1020670"/>
                </a:lnTo>
                <a:lnTo>
                  <a:pt x="90762" y="1016554"/>
                </a:lnTo>
                <a:lnTo>
                  <a:pt x="97144" y="1014496"/>
                </a:lnTo>
                <a:lnTo>
                  <a:pt x="103523" y="1014496"/>
                </a:lnTo>
                <a:lnTo>
                  <a:pt x="111326" y="1012438"/>
                </a:lnTo>
                <a:lnTo>
                  <a:pt x="120543" y="1008323"/>
                </a:lnTo>
                <a:lnTo>
                  <a:pt x="138978" y="1002149"/>
                </a:lnTo>
                <a:lnTo>
                  <a:pt x="146069" y="998034"/>
                </a:lnTo>
                <a:lnTo>
                  <a:pt x="151033" y="995976"/>
                </a:lnTo>
                <a:lnTo>
                  <a:pt x="558934" y="995976"/>
                </a:lnTo>
                <a:lnTo>
                  <a:pt x="561594" y="991860"/>
                </a:lnTo>
                <a:lnTo>
                  <a:pt x="571514" y="969225"/>
                </a:lnTo>
                <a:lnTo>
                  <a:pt x="602609" y="891028"/>
                </a:lnTo>
                <a:lnTo>
                  <a:pt x="440337" y="891028"/>
                </a:lnTo>
                <a:lnTo>
                  <a:pt x="435372" y="888970"/>
                </a:lnTo>
                <a:lnTo>
                  <a:pt x="429705" y="888970"/>
                </a:lnTo>
                <a:lnTo>
                  <a:pt x="408432" y="886912"/>
                </a:lnTo>
                <a:lnTo>
                  <a:pt x="386448" y="882797"/>
                </a:lnTo>
                <a:lnTo>
                  <a:pt x="363761" y="882797"/>
                </a:lnTo>
                <a:lnTo>
                  <a:pt x="353119" y="880739"/>
                </a:lnTo>
                <a:lnTo>
                  <a:pt x="341776" y="880739"/>
                </a:lnTo>
                <a:lnTo>
                  <a:pt x="331144" y="878681"/>
                </a:lnTo>
                <a:lnTo>
                  <a:pt x="301357" y="876623"/>
                </a:lnTo>
                <a:lnTo>
                  <a:pt x="284337" y="876623"/>
                </a:lnTo>
                <a:lnTo>
                  <a:pt x="256685" y="872508"/>
                </a:lnTo>
                <a:lnTo>
                  <a:pt x="249238" y="870450"/>
                </a:lnTo>
                <a:lnTo>
                  <a:pt x="163801" y="870450"/>
                </a:lnTo>
                <a:lnTo>
                  <a:pt x="144654" y="860161"/>
                </a:lnTo>
                <a:close/>
              </a:path>
              <a:path w="1076960" h="1331595">
                <a:moveTo>
                  <a:pt x="558934" y="995976"/>
                </a:moveTo>
                <a:lnTo>
                  <a:pt x="185776" y="995976"/>
                </a:lnTo>
                <a:lnTo>
                  <a:pt x="200670" y="998034"/>
                </a:lnTo>
                <a:lnTo>
                  <a:pt x="216266" y="998034"/>
                </a:lnTo>
                <a:lnTo>
                  <a:pt x="231871" y="1000092"/>
                </a:lnTo>
                <a:lnTo>
                  <a:pt x="246756" y="1004207"/>
                </a:lnTo>
                <a:lnTo>
                  <a:pt x="255271" y="1004207"/>
                </a:lnTo>
                <a:lnTo>
                  <a:pt x="265902" y="1006265"/>
                </a:lnTo>
                <a:lnTo>
                  <a:pt x="309872" y="1012438"/>
                </a:lnTo>
                <a:lnTo>
                  <a:pt x="343902" y="1018612"/>
                </a:lnTo>
                <a:lnTo>
                  <a:pt x="395665" y="1024785"/>
                </a:lnTo>
                <a:lnTo>
                  <a:pt x="411973" y="1028901"/>
                </a:lnTo>
                <a:lnTo>
                  <a:pt x="426155" y="1030959"/>
                </a:lnTo>
                <a:lnTo>
                  <a:pt x="438922" y="1030959"/>
                </a:lnTo>
                <a:lnTo>
                  <a:pt x="449554" y="1033016"/>
                </a:lnTo>
                <a:lnTo>
                  <a:pt x="458069" y="1035074"/>
                </a:lnTo>
                <a:lnTo>
                  <a:pt x="463736" y="1035074"/>
                </a:lnTo>
                <a:lnTo>
                  <a:pt x="472953" y="1037132"/>
                </a:lnTo>
                <a:lnTo>
                  <a:pt x="497064" y="1037132"/>
                </a:lnTo>
                <a:lnTo>
                  <a:pt x="511246" y="1035074"/>
                </a:lnTo>
                <a:lnTo>
                  <a:pt x="524716" y="1028901"/>
                </a:lnTo>
                <a:lnTo>
                  <a:pt x="538195" y="1020670"/>
                </a:lnTo>
                <a:lnTo>
                  <a:pt x="550953" y="1008323"/>
                </a:lnTo>
                <a:lnTo>
                  <a:pt x="558934" y="995976"/>
                </a:lnTo>
                <a:close/>
              </a:path>
              <a:path w="1076960" h="1331595">
                <a:moveTo>
                  <a:pt x="758832" y="325132"/>
                </a:moveTo>
                <a:lnTo>
                  <a:pt x="492811" y="325132"/>
                </a:lnTo>
                <a:lnTo>
                  <a:pt x="485721" y="341595"/>
                </a:lnTo>
                <a:lnTo>
                  <a:pt x="479342" y="355999"/>
                </a:lnTo>
                <a:lnTo>
                  <a:pt x="474377" y="366288"/>
                </a:lnTo>
                <a:lnTo>
                  <a:pt x="472251" y="370404"/>
                </a:lnTo>
                <a:lnTo>
                  <a:pt x="470827" y="372462"/>
                </a:lnTo>
                <a:lnTo>
                  <a:pt x="467286" y="380693"/>
                </a:lnTo>
                <a:lnTo>
                  <a:pt x="463024" y="388924"/>
                </a:lnTo>
                <a:lnTo>
                  <a:pt x="460195" y="401271"/>
                </a:lnTo>
                <a:lnTo>
                  <a:pt x="459483" y="413618"/>
                </a:lnTo>
                <a:lnTo>
                  <a:pt x="463024" y="425965"/>
                </a:lnTo>
                <a:lnTo>
                  <a:pt x="472953" y="438311"/>
                </a:lnTo>
                <a:lnTo>
                  <a:pt x="489261" y="448600"/>
                </a:lnTo>
                <a:lnTo>
                  <a:pt x="489261" y="460947"/>
                </a:lnTo>
                <a:lnTo>
                  <a:pt x="487135" y="491814"/>
                </a:lnTo>
                <a:lnTo>
                  <a:pt x="482170" y="528855"/>
                </a:lnTo>
                <a:lnTo>
                  <a:pt x="472251" y="561780"/>
                </a:lnTo>
                <a:lnTo>
                  <a:pt x="465862" y="580300"/>
                </a:lnTo>
                <a:lnTo>
                  <a:pt x="459483" y="600878"/>
                </a:lnTo>
                <a:lnTo>
                  <a:pt x="453807" y="625572"/>
                </a:lnTo>
                <a:lnTo>
                  <a:pt x="448842" y="652323"/>
                </a:lnTo>
                <a:lnTo>
                  <a:pt x="444589" y="674959"/>
                </a:lnTo>
                <a:lnTo>
                  <a:pt x="438922" y="707884"/>
                </a:lnTo>
                <a:lnTo>
                  <a:pt x="438210" y="714057"/>
                </a:lnTo>
                <a:lnTo>
                  <a:pt x="439625" y="714057"/>
                </a:lnTo>
                <a:lnTo>
                  <a:pt x="442463" y="716115"/>
                </a:lnTo>
                <a:lnTo>
                  <a:pt x="447428" y="718173"/>
                </a:lnTo>
                <a:lnTo>
                  <a:pt x="453104" y="720230"/>
                </a:lnTo>
                <a:lnTo>
                  <a:pt x="459483" y="724346"/>
                </a:lnTo>
                <a:lnTo>
                  <a:pt x="467286" y="726404"/>
                </a:lnTo>
                <a:lnTo>
                  <a:pt x="480756" y="726404"/>
                </a:lnTo>
                <a:lnTo>
                  <a:pt x="480044" y="742866"/>
                </a:lnTo>
                <a:lnTo>
                  <a:pt x="477206" y="786080"/>
                </a:lnTo>
                <a:lnTo>
                  <a:pt x="471539" y="833410"/>
                </a:lnTo>
                <a:lnTo>
                  <a:pt x="455231" y="884855"/>
                </a:lnTo>
                <a:lnTo>
                  <a:pt x="448140" y="891028"/>
                </a:lnTo>
                <a:lnTo>
                  <a:pt x="602609" y="891028"/>
                </a:lnTo>
                <a:lnTo>
                  <a:pt x="603428" y="888970"/>
                </a:lnTo>
                <a:lnTo>
                  <a:pt x="611933" y="866334"/>
                </a:lnTo>
                <a:lnTo>
                  <a:pt x="625403" y="827236"/>
                </a:lnTo>
                <a:lnTo>
                  <a:pt x="842032" y="827236"/>
                </a:lnTo>
                <a:lnTo>
                  <a:pt x="840969" y="825178"/>
                </a:lnTo>
                <a:lnTo>
                  <a:pt x="835292" y="816947"/>
                </a:lnTo>
                <a:lnTo>
                  <a:pt x="831751" y="812832"/>
                </a:lnTo>
                <a:lnTo>
                  <a:pt x="830328" y="810774"/>
                </a:lnTo>
                <a:lnTo>
                  <a:pt x="898398" y="810774"/>
                </a:lnTo>
                <a:lnTo>
                  <a:pt x="1064328" y="602936"/>
                </a:lnTo>
                <a:lnTo>
                  <a:pt x="1065742" y="602936"/>
                </a:lnTo>
                <a:lnTo>
                  <a:pt x="1068580" y="598820"/>
                </a:lnTo>
                <a:lnTo>
                  <a:pt x="1072131" y="594704"/>
                </a:lnTo>
                <a:lnTo>
                  <a:pt x="1074959" y="588531"/>
                </a:lnTo>
                <a:lnTo>
                  <a:pt x="1076383" y="580300"/>
                </a:lnTo>
                <a:lnTo>
                  <a:pt x="1074959" y="570011"/>
                </a:lnTo>
                <a:lnTo>
                  <a:pt x="1070004" y="559722"/>
                </a:lnTo>
                <a:lnTo>
                  <a:pt x="1060075" y="549433"/>
                </a:lnTo>
                <a:lnTo>
                  <a:pt x="977620" y="481525"/>
                </a:lnTo>
                <a:lnTo>
                  <a:pt x="809055" y="481525"/>
                </a:lnTo>
                <a:lnTo>
                  <a:pt x="775024" y="456832"/>
                </a:lnTo>
                <a:lnTo>
                  <a:pt x="772186" y="436254"/>
                </a:lnTo>
                <a:lnTo>
                  <a:pt x="765807" y="388924"/>
                </a:lnTo>
                <a:lnTo>
                  <a:pt x="759428" y="331306"/>
                </a:lnTo>
                <a:lnTo>
                  <a:pt x="758832" y="325132"/>
                </a:lnTo>
                <a:close/>
              </a:path>
              <a:path w="1076960" h="1331595">
                <a:moveTo>
                  <a:pt x="195705" y="858103"/>
                </a:moveTo>
                <a:lnTo>
                  <a:pt x="182938" y="858103"/>
                </a:lnTo>
                <a:lnTo>
                  <a:pt x="171594" y="862219"/>
                </a:lnTo>
                <a:lnTo>
                  <a:pt x="163801" y="870450"/>
                </a:lnTo>
                <a:lnTo>
                  <a:pt x="249238" y="870450"/>
                </a:lnTo>
                <a:lnTo>
                  <a:pt x="210599" y="860161"/>
                </a:lnTo>
                <a:lnTo>
                  <a:pt x="195705" y="858103"/>
                </a:lnTo>
                <a:close/>
              </a:path>
              <a:path w="1076960" h="1331595">
                <a:moveTo>
                  <a:pt x="898398" y="810774"/>
                </a:moveTo>
                <a:lnTo>
                  <a:pt x="830328" y="810774"/>
                </a:lnTo>
                <a:lnTo>
                  <a:pt x="831751" y="812832"/>
                </a:lnTo>
                <a:lnTo>
                  <a:pt x="836716" y="814889"/>
                </a:lnTo>
                <a:lnTo>
                  <a:pt x="843807" y="819005"/>
                </a:lnTo>
                <a:lnTo>
                  <a:pt x="853024" y="823121"/>
                </a:lnTo>
                <a:lnTo>
                  <a:pt x="863656" y="825178"/>
                </a:lnTo>
                <a:lnTo>
                  <a:pt x="874999" y="825178"/>
                </a:lnTo>
                <a:lnTo>
                  <a:pt x="887055" y="821063"/>
                </a:lnTo>
                <a:lnTo>
                  <a:pt x="898398" y="810774"/>
                </a:lnTo>
                <a:close/>
              </a:path>
              <a:path w="1076960" h="1331595">
                <a:moveTo>
                  <a:pt x="902661" y="419791"/>
                </a:moveTo>
                <a:lnTo>
                  <a:pt x="847348" y="428022"/>
                </a:lnTo>
                <a:lnTo>
                  <a:pt x="809055" y="481525"/>
                </a:lnTo>
                <a:lnTo>
                  <a:pt x="977620" y="481525"/>
                </a:lnTo>
                <a:lnTo>
                  <a:pt x="902661" y="419791"/>
                </a:lnTo>
                <a:close/>
              </a:path>
              <a:path w="1076960" h="1331595">
                <a:moveTo>
                  <a:pt x="370140" y="286034"/>
                </a:moveTo>
                <a:lnTo>
                  <a:pt x="360922" y="286034"/>
                </a:lnTo>
                <a:lnTo>
                  <a:pt x="331144" y="292207"/>
                </a:lnTo>
                <a:lnTo>
                  <a:pt x="321215" y="296323"/>
                </a:lnTo>
                <a:lnTo>
                  <a:pt x="311998" y="298381"/>
                </a:lnTo>
                <a:lnTo>
                  <a:pt x="302781" y="302496"/>
                </a:lnTo>
                <a:lnTo>
                  <a:pt x="287175" y="308670"/>
                </a:lnTo>
                <a:lnTo>
                  <a:pt x="280796" y="310728"/>
                </a:lnTo>
                <a:lnTo>
                  <a:pt x="275119" y="314843"/>
                </a:lnTo>
                <a:lnTo>
                  <a:pt x="271579" y="314843"/>
                </a:lnTo>
                <a:lnTo>
                  <a:pt x="268740" y="316901"/>
                </a:lnTo>
                <a:lnTo>
                  <a:pt x="268028" y="316901"/>
                </a:lnTo>
                <a:lnTo>
                  <a:pt x="270155" y="318959"/>
                </a:lnTo>
                <a:lnTo>
                  <a:pt x="276543" y="323075"/>
                </a:lnTo>
                <a:lnTo>
                  <a:pt x="285049" y="327190"/>
                </a:lnTo>
                <a:lnTo>
                  <a:pt x="296392" y="333364"/>
                </a:lnTo>
                <a:lnTo>
                  <a:pt x="308448" y="339537"/>
                </a:lnTo>
                <a:lnTo>
                  <a:pt x="319791" y="345710"/>
                </a:lnTo>
                <a:lnTo>
                  <a:pt x="331144" y="349826"/>
                </a:lnTo>
                <a:lnTo>
                  <a:pt x="340362" y="353942"/>
                </a:lnTo>
                <a:lnTo>
                  <a:pt x="345317" y="355999"/>
                </a:lnTo>
                <a:lnTo>
                  <a:pt x="350993" y="358057"/>
                </a:lnTo>
                <a:lnTo>
                  <a:pt x="358796" y="360115"/>
                </a:lnTo>
                <a:lnTo>
                  <a:pt x="367301" y="360115"/>
                </a:lnTo>
                <a:lnTo>
                  <a:pt x="376519" y="362173"/>
                </a:lnTo>
                <a:lnTo>
                  <a:pt x="419064" y="362173"/>
                </a:lnTo>
                <a:lnTo>
                  <a:pt x="450978" y="355999"/>
                </a:lnTo>
                <a:lnTo>
                  <a:pt x="460898" y="351884"/>
                </a:lnTo>
                <a:lnTo>
                  <a:pt x="470115" y="347768"/>
                </a:lnTo>
                <a:lnTo>
                  <a:pt x="477918" y="341595"/>
                </a:lnTo>
                <a:lnTo>
                  <a:pt x="485009" y="333364"/>
                </a:lnTo>
                <a:lnTo>
                  <a:pt x="491388" y="327190"/>
                </a:lnTo>
                <a:lnTo>
                  <a:pt x="492811" y="325132"/>
                </a:lnTo>
                <a:lnTo>
                  <a:pt x="758832" y="325132"/>
                </a:lnTo>
                <a:lnTo>
                  <a:pt x="755655" y="292207"/>
                </a:lnTo>
                <a:lnTo>
                  <a:pt x="397791" y="292207"/>
                </a:lnTo>
                <a:lnTo>
                  <a:pt x="387160" y="288092"/>
                </a:lnTo>
                <a:lnTo>
                  <a:pt x="378645" y="288092"/>
                </a:lnTo>
                <a:lnTo>
                  <a:pt x="370140" y="286034"/>
                </a:lnTo>
                <a:close/>
              </a:path>
              <a:path w="1076960" h="1331595">
                <a:moveTo>
                  <a:pt x="753039" y="220184"/>
                </a:moveTo>
                <a:lnTo>
                  <a:pt x="546700" y="220184"/>
                </a:lnTo>
                <a:lnTo>
                  <a:pt x="541024" y="224300"/>
                </a:lnTo>
                <a:lnTo>
                  <a:pt x="536059" y="228416"/>
                </a:lnTo>
                <a:lnTo>
                  <a:pt x="531807" y="232531"/>
                </a:lnTo>
                <a:lnTo>
                  <a:pt x="526140" y="238705"/>
                </a:lnTo>
                <a:lnTo>
                  <a:pt x="519049" y="246936"/>
                </a:lnTo>
                <a:lnTo>
                  <a:pt x="511958" y="253109"/>
                </a:lnTo>
                <a:lnTo>
                  <a:pt x="504155" y="261340"/>
                </a:lnTo>
                <a:lnTo>
                  <a:pt x="496352" y="267514"/>
                </a:lnTo>
                <a:lnTo>
                  <a:pt x="487847" y="271629"/>
                </a:lnTo>
                <a:lnTo>
                  <a:pt x="478630" y="277803"/>
                </a:lnTo>
                <a:lnTo>
                  <a:pt x="469412" y="281918"/>
                </a:lnTo>
                <a:lnTo>
                  <a:pt x="459483" y="286034"/>
                </a:lnTo>
                <a:lnTo>
                  <a:pt x="428993" y="292207"/>
                </a:lnTo>
                <a:lnTo>
                  <a:pt x="755655" y="292207"/>
                </a:lnTo>
                <a:lnTo>
                  <a:pt x="754463" y="279861"/>
                </a:lnTo>
                <a:lnTo>
                  <a:pt x="763676" y="279861"/>
                </a:lnTo>
                <a:lnTo>
                  <a:pt x="764383" y="277803"/>
                </a:lnTo>
                <a:lnTo>
                  <a:pt x="764383" y="269572"/>
                </a:lnTo>
                <a:lnTo>
                  <a:pt x="762257" y="259283"/>
                </a:lnTo>
                <a:lnTo>
                  <a:pt x="760130" y="246936"/>
                </a:lnTo>
                <a:lnTo>
                  <a:pt x="761554" y="242820"/>
                </a:lnTo>
                <a:lnTo>
                  <a:pt x="761554" y="234589"/>
                </a:lnTo>
                <a:lnTo>
                  <a:pt x="754463" y="224300"/>
                </a:lnTo>
                <a:lnTo>
                  <a:pt x="753039" y="220184"/>
                </a:lnTo>
                <a:close/>
              </a:path>
              <a:path w="1076960" h="1331595">
                <a:moveTo>
                  <a:pt x="763676" y="279861"/>
                </a:moveTo>
                <a:lnTo>
                  <a:pt x="754463" y="279861"/>
                </a:lnTo>
                <a:lnTo>
                  <a:pt x="758004" y="281918"/>
                </a:lnTo>
                <a:lnTo>
                  <a:pt x="762969" y="281918"/>
                </a:lnTo>
                <a:lnTo>
                  <a:pt x="763676" y="279861"/>
                </a:lnTo>
                <a:close/>
              </a:path>
              <a:path w="1076960" h="1331595">
                <a:moveTo>
                  <a:pt x="752337" y="218127"/>
                </a:moveTo>
                <a:lnTo>
                  <a:pt x="560170" y="218127"/>
                </a:lnTo>
                <a:lnTo>
                  <a:pt x="553079" y="220184"/>
                </a:lnTo>
                <a:lnTo>
                  <a:pt x="752337" y="220184"/>
                </a:lnTo>
                <a:lnTo>
                  <a:pt x="752337" y="218127"/>
                </a:lnTo>
                <a:close/>
              </a:path>
              <a:path w="1076960" h="1331595">
                <a:moveTo>
                  <a:pt x="706953" y="0"/>
                </a:moveTo>
                <a:lnTo>
                  <a:pt x="694186" y="0"/>
                </a:lnTo>
                <a:lnTo>
                  <a:pt x="673625" y="2057"/>
                </a:lnTo>
                <a:lnTo>
                  <a:pt x="637459" y="20578"/>
                </a:lnTo>
                <a:lnTo>
                  <a:pt x="625403" y="41156"/>
                </a:lnTo>
                <a:lnTo>
                  <a:pt x="623989" y="43213"/>
                </a:lnTo>
                <a:lnTo>
                  <a:pt x="620448" y="53502"/>
                </a:lnTo>
                <a:lnTo>
                  <a:pt x="615483" y="63791"/>
                </a:lnTo>
                <a:lnTo>
                  <a:pt x="608392" y="74080"/>
                </a:lnTo>
                <a:lnTo>
                  <a:pt x="603428" y="82312"/>
                </a:lnTo>
                <a:lnTo>
                  <a:pt x="600590" y="96716"/>
                </a:lnTo>
                <a:lnTo>
                  <a:pt x="600590" y="113179"/>
                </a:lnTo>
                <a:lnTo>
                  <a:pt x="616186" y="162566"/>
                </a:lnTo>
                <a:lnTo>
                  <a:pt x="643135" y="183144"/>
                </a:lnTo>
                <a:lnTo>
                  <a:pt x="643135" y="191375"/>
                </a:lnTo>
                <a:lnTo>
                  <a:pt x="634630" y="191375"/>
                </a:lnTo>
                <a:lnTo>
                  <a:pt x="630368" y="193433"/>
                </a:lnTo>
                <a:lnTo>
                  <a:pt x="626827" y="195491"/>
                </a:lnTo>
                <a:lnTo>
                  <a:pt x="623277" y="205780"/>
                </a:lnTo>
                <a:lnTo>
                  <a:pt x="619024" y="207838"/>
                </a:lnTo>
                <a:lnTo>
                  <a:pt x="606266" y="207838"/>
                </a:lnTo>
                <a:lnTo>
                  <a:pt x="596337" y="211953"/>
                </a:lnTo>
                <a:lnTo>
                  <a:pt x="592084" y="214011"/>
                </a:lnTo>
                <a:lnTo>
                  <a:pt x="587120" y="216069"/>
                </a:lnTo>
                <a:lnTo>
                  <a:pt x="584993" y="216069"/>
                </a:lnTo>
                <a:lnTo>
                  <a:pt x="584281" y="218127"/>
                </a:lnTo>
                <a:lnTo>
                  <a:pt x="750913" y="218127"/>
                </a:lnTo>
                <a:lnTo>
                  <a:pt x="753751" y="211953"/>
                </a:lnTo>
                <a:lnTo>
                  <a:pt x="753039" y="209895"/>
                </a:lnTo>
                <a:lnTo>
                  <a:pt x="751625" y="201664"/>
                </a:lnTo>
                <a:lnTo>
                  <a:pt x="753751" y="195491"/>
                </a:lnTo>
                <a:lnTo>
                  <a:pt x="760130" y="193433"/>
                </a:lnTo>
                <a:lnTo>
                  <a:pt x="773600" y="193433"/>
                </a:lnTo>
                <a:lnTo>
                  <a:pt x="778565" y="191375"/>
                </a:lnTo>
                <a:lnTo>
                  <a:pt x="782827" y="187260"/>
                </a:lnTo>
                <a:lnTo>
                  <a:pt x="785656" y="183144"/>
                </a:lnTo>
                <a:lnTo>
                  <a:pt x="787080" y="179028"/>
                </a:lnTo>
                <a:lnTo>
                  <a:pt x="787080" y="172855"/>
                </a:lnTo>
                <a:lnTo>
                  <a:pt x="785656" y="164624"/>
                </a:lnTo>
                <a:lnTo>
                  <a:pt x="789206" y="148161"/>
                </a:lnTo>
                <a:lnTo>
                  <a:pt x="787782" y="131699"/>
                </a:lnTo>
                <a:lnTo>
                  <a:pt x="789206" y="131699"/>
                </a:lnTo>
                <a:lnTo>
                  <a:pt x="791332" y="129641"/>
                </a:lnTo>
                <a:lnTo>
                  <a:pt x="794873" y="127583"/>
                </a:lnTo>
                <a:lnTo>
                  <a:pt x="797711" y="125525"/>
                </a:lnTo>
                <a:lnTo>
                  <a:pt x="799838" y="121410"/>
                </a:lnTo>
                <a:lnTo>
                  <a:pt x="799838" y="117294"/>
                </a:lnTo>
                <a:lnTo>
                  <a:pt x="797009" y="111121"/>
                </a:lnTo>
                <a:lnTo>
                  <a:pt x="789918" y="102890"/>
                </a:lnTo>
                <a:lnTo>
                  <a:pt x="782115" y="92601"/>
                </a:lnTo>
                <a:lnTo>
                  <a:pt x="779989" y="78196"/>
                </a:lnTo>
                <a:lnTo>
                  <a:pt x="780691" y="65849"/>
                </a:lnTo>
                <a:lnTo>
                  <a:pt x="781403" y="61734"/>
                </a:lnTo>
                <a:lnTo>
                  <a:pt x="781403" y="57618"/>
                </a:lnTo>
                <a:lnTo>
                  <a:pt x="758004" y="24693"/>
                </a:lnTo>
                <a:lnTo>
                  <a:pt x="750201" y="18520"/>
                </a:lnTo>
                <a:lnTo>
                  <a:pt x="744534" y="16462"/>
                </a:lnTo>
                <a:lnTo>
                  <a:pt x="738155" y="10289"/>
                </a:lnTo>
                <a:lnTo>
                  <a:pt x="732479" y="6173"/>
                </a:lnTo>
                <a:lnTo>
                  <a:pt x="725388" y="4115"/>
                </a:lnTo>
                <a:lnTo>
                  <a:pt x="717585" y="2057"/>
                </a:lnTo>
                <a:lnTo>
                  <a:pt x="7069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58384" y="899160"/>
            <a:ext cx="2011679" cy="20116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508254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Ne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confondre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Probl</a:t>
            </a:r>
            <a:r>
              <a:rPr sz="2000" i="1" spc="-10" dirty="0">
                <a:latin typeface="Verdana"/>
                <a:cs typeface="Verdana"/>
              </a:rPr>
              <a:t>è</a:t>
            </a:r>
            <a:r>
              <a:rPr sz="2000" i="1" spc="5" dirty="0">
                <a:latin typeface="Verdana"/>
                <a:cs typeface="Verdana"/>
              </a:rPr>
              <a:t>m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Cause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65397" y="1989582"/>
            <a:ext cx="2303145" cy="1295400"/>
          </a:xfrm>
          <a:custGeom>
            <a:avLst/>
            <a:gdLst/>
            <a:ahLst/>
            <a:cxnLst/>
            <a:rect l="l" t="t" r="r" b="b"/>
            <a:pathLst>
              <a:path w="2303145" h="1295400">
                <a:moveTo>
                  <a:pt x="0" y="647700"/>
                </a:moveTo>
                <a:lnTo>
                  <a:pt x="3816" y="594572"/>
                </a:lnTo>
                <a:lnTo>
                  <a:pt x="15069" y="542628"/>
                </a:lnTo>
                <a:lnTo>
                  <a:pt x="33462" y="492035"/>
                </a:lnTo>
                <a:lnTo>
                  <a:pt x="58698" y="442959"/>
                </a:lnTo>
                <a:lnTo>
                  <a:pt x="90481" y="395567"/>
                </a:lnTo>
                <a:lnTo>
                  <a:pt x="128515" y="350025"/>
                </a:lnTo>
                <a:lnTo>
                  <a:pt x="172503" y="306499"/>
                </a:lnTo>
                <a:lnTo>
                  <a:pt x="222150" y="265157"/>
                </a:lnTo>
                <a:lnTo>
                  <a:pt x="277158" y="226165"/>
                </a:lnTo>
                <a:lnTo>
                  <a:pt x="337232" y="189690"/>
                </a:lnTo>
                <a:lnTo>
                  <a:pt x="402075" y="155898"/>
                </a:lnTo>
                <a:lnTo>
                  <a:pt x="471391" y="124955"/>
                </a:lnTo>
                <a:lnTo>
                  <a:pt x="544883" y="97029"/>
                </a:lnTo>
                <a:lnTo>
                  <a:pt x="622256" y="72286"/>
                </a:lnTo>
                <a:lnTo>
                  <a:pt x="703212" y="50893"/>
                </a:lnTo>
                <a:lnTo>
                  <a:pt x="787456" y="33015"/>
                </a:lnTo>
                <a:lnTo>
                  <a:pt x="874692" y="18821"/>
                </a:lnTo>
                <a:lnTo>
                  <a:pt x="964622" y="8476"/>
                </a:lnTo>
                <a:lnTo>
                  <a:pt x="1056951" y="2146"/>
                </a:lnTo>
                <a:lnTo>
                  <a:pt x="1151382" y="0"/>
                </a:lnTo>
                <a:lnTo>
                  <a:pt x="1245812" y="2146"/>
                </a:lnTo>
                <a:lnTo>
                  <a:pt x="1338141" y="8476"/>
                </a:lnTo>
                <a:lnTo>
                  <a:pt x="1428071" y="18821"/>
                </a:lnTo>
                <a:lnTo>
                  <a:pt x="1515307" y="33015"/>
                </a:lnTo>
                <a:lnTo>
                  <a:pt x="1599551" y="50893"/>
                </a:lnTo>
                <a:lnTo>
                  <a:pt x="1680507" y="72286"/>
                </a:lnTo>
                <a:lnTo>
                  <a:pt x="1757880" y="97029"/>
                </a:lnTo>
                <a:lnTo>
                  <a:pt x="1831372" y="124955"/>
                </a:lnTo>
                <a:lnTo>
                  <a:pt x="1900688" y="155898"/>
                </a:lnTo>
                <a:lnTo>
                  <a:pt x="1965531" y="189690"/>
                </a:lnTo>
                <a:lnTo>
                  <a:pt x="2025605" y="226165"/>
                </a:lnTo>
                <a:lnTo>
                  <a:pt x="2080613" y="265157"/>
                </a:lnTo>
                <a:lnTo>
                  <a:pt x="2130260" y="306499"/>
                </a:lnTo>
                <a:lnTo>
                  <a:pt x="2174248" y="350025"/>
                </a:lnTo>
                <a:lnTo>
                  <a:pt x="2212282" y="395567"/>
                </a:lnTo>
                <a:lnTo>
                  <a:pt x="2244065" y="442959"/>
                </a:lnTo>
                <a:lnTo>
                  <a:pt x="2269301" y="492035"/>
                </a:lnTo>
                <a:lnTo>
                  <a:pt x="2287694" y="542628"/>
                </a:lnTo>
                <a:lnTo>
                  <a:pt x="2298947" y="594572"/>
                </a:lnTo>
                <a:lnTo>
                  <a:pt x="2302764" y="647700"/>
                </a:lnTo>
                <a:lnTo>
                  <a:pt x="2298947" y="700827"/>
                </a:lnTo>
                <a:lnTo>
                  <a:pt x="2287694" y="752771"/>
                </a:lnTo>
                <a:lnTo>
                  <a:pt x="2269301" y="803364"/>
                </a:lnTo>
                <a:lnTo>
                  <a:pt x="2244065" y="852440"/>
                </a:lnTo>
                <a:lnTo>
                  <a:pt x="2212282" y="899832"/>
                </a:lnTo>
                <a:lnTo>
                  <a:pt x="2174248" y="945374"/>
                </a:lnTo>
                <a:lnTo>
                  <a:pt x="2130260" y="988900"/>
                </a:lnTo>
                <a:lnTo>
                  <a:pt x="2080613" y="1030242"/>
                </a:lnTo>
                <a:lnTo>
                  <a:pt x="2025605" y="1069234"/>
                </a:lnTo>
                <a:lnTo>
                  <a:pt x="1965531" y="1105709"/>
                </a:lnTo>
                <a:lnTo>
                  <a:pt x="1900688" y="1139501"/>
                </a:lnTo>
                <a:lnTo>
                  <a:pt x="1831372" y="1170444"/>
                </a:lnTo>
                <a:lnTo>
                  <a:pt x="1757880" y="1198370"/>
                </a:lnTo>
                <a:lnTo>
                  <a:pt x="1680507" y="1223113"/>
                </a:lnTo>
                <a:lnTo>
                  <a:pt x="1599551" y="1244506"/>
                </a:lnTo>
                <a:lnTo>
                  <a:pt x="1515307" y="1262384"/>
                </a:lnTo>
                <a:lnTo>
                  <a:pt x="1428071" y="1276578"/>
                </a:lnTo>
                <a:lnTo>
                  <a:pt x="1338141" y="1286923"/>
                </a:lnTo>
                <a:lnTo>
                  <a:pt x="1245812" y="1293253"/>
                </a:lnTo>
                <a:lnTo>
                  <a:pt x="1151382" y="1295400"/>
                </a:lnTo>
                <a:lnTo>
                  <a:pt x="1056951" y="1293253"/>
                </a:lnTo>
                <a:lnTo>
                  <a:pt x="964622" y="1286923"/>
                </a:lnTo>
                <a:lnTo>
                  <a:pt x="874692" y="1276578"/>
                </a:lnTo>
                <a:lnTo>
                  <a:pt x="787456" y="1262384"/>
                </a:lnTo>
                <a:lnTo>
                  <a:pt x="703212" y="1244506"/>
                </a:lnTo>
                <a:lnTo>
                  <a:pt x="622256" y="1223113"/>
                </a:lnTo>
                <a:lnTo>
                  <a:pt x="544883" y="1198370"/>
                </a:lnTo>
                <a:lnTo>
                  <a:pt x="471391" y="1170444"/>
                </a:lnTo>
                <a:lnTo>
                  <a:pt x="402075" y="1139501"/>
                </a:lnTo>
                <a:lnTo>
                  <a:pt x="337232" y="1105709"/>
                </a:lnTo>
                <a:lnTo>
                  <a:pt x="277158" y="1069234"/>
                </a:lnTo>
                <a:lnTo>
                  <a:pt x="222150" y="1030242"/>
                </a:lnTo>
                <a:lnTo>
                  <a:pt x="172503" y="988900"/>
                </a:lnTo>
                <a:lnTo>
                  <a:pt x="128515" y="945374"/>
                </a:lnTo>
                <a:lnTo>
                  <a:pt x="90481" y="899832"/>
                </a:lnTo>
                <a:lnTo>
                  <a:pt x="58698" y="852440"/>
                </a:lnTo>
                <a:lnTo>
                  <a:pt x="33462" y="803364"/>
                </a:lnTo>
                <a:lnTo>
                  <a:pt x="15069" y="752771"/>
                </a:lnTo>
                <a:lnTo>
                  <a:pt x="3816" y="700827"/>
                </a:lnTo>
                <a:lnTo>
                  <a:pt x="0" y="6477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86094" y="2782061"/>
            <a:ext cx="2303145" cy="1295400"/>
          </a:xfrm>
          <a:custGeom>
            <a:avLst/>
            <a:gdLst/>
            <a:ahLst/>
            <a:cxnLst/>
            <a:rect l="l" t="t" r="r" b="b"/>
            <a:pathLst>
              <a:path w="2303145" h="1295400">
                <a:moveTo>
                  <a:pt x="0" y="647700"/>
                </a:moveTo>
                <a:lnTo>
                  <a:pt x="3816" y="594572"/>
                </a:lnTo>
                <a:lnTo>
                  <a:pt x="15069" y="542628"/>
                </a:lnTo>
                <a:lnTo>
                  <a:pt x="33462" y="492035"/>
                </a:lnTo>
                <a:lnTo>
                  <a:pt x="58698" y="442959"/>
                </a:lnTo>
                <a:lnTo>
                  <a:pt x="90481" y="395567"/>
                </a:lnTo>
                <a:lnTo>
                  <a:pt x="128515" y="350025"/>
                </a:lnTo>
                <a:lnTo>
                  <a:pt x="172503" y="306499"/>
                </a:lnTo>
                <a:lnTo>
                  <a:pt x="222150" y="265157"/>
                </a:lnTo>
                <a:lnTo>
                  <a:pt x="277158" y="226165"/>
                </a:lnTo>
                <a:lnTo>
                  <a:pt x="337232" y="189690"/>
                </a:lnTo>
                <a:lnTo>
                  <a:pt x="402075" y="155898"/>
                </a:lnTo>
                <a:lnTo>
                  <a:pt x="471391" y="124955"/>
                </a:lnTo>
                <a:lnTo>
                  <a:pt x="544883" y="97029"/>
                </a:lnTo>
                <a:lnTo>
                  <a:pt x="622256" y="72286"/>
                </a:lnTo>
                <a:lnTo>
                  <a:pt x="703212" y="50893"/>
                </a:lnTo>
                <a:lnTo>
                  <a:pt x="787456" y="33015"/>
                </a:lnTo>
                <a:lnTo>
                  <a:pt x="874692" y="18821"/>
                </a:lnTo>
                <a:lnTo>
                  <a:pt x="964622" y="8476"/>
                </a:lnTo>
                <a:lnTo>
                  <a:pt x="1056951" y="2146"/>
                </a:lnTo>
                <a:lnTo>
                  <a:pt x="1151382" y="0"/>
                </a:lnTo>
                <a:lnTo>
                  <a:pt x="1245812" y="2146"/>
                </a:lnTo>
                <a:lnTo>
                  <a:pt x="1338141" y="8476"/>
                </a:lnTo>
                <a:lnTo>
                  <a:pt x="1428071" y="18821"/>
                </a:lnTo>
                <a:lnTo>
                  <a:pt x="1515307" y="33015"/>
                </a:lnTo>
                <a:lnTo>
                  <a:pt x="1599551" y="50893"/>
                </a:lnTo>
                <a:lnTo>
                  <a:pt x="1680507" y="72286"/>
                </a:lnTo>
                <a:lnTo>
                  <a:pt x="1757880" y="97029"/>
                </a:lnTo>
                <a:lnTo>
                  <a:pt x="1831372" y="124955"/>
                </a:lnTo>
                <a:lnTo>
                  <a:pt x="1900688" y="155898"/>
                </a:lnTo>
                <a:lnTo>
                  <a:pt x="1965531" y="189690"/>
                </a:lnTo>
                <a:lnTo>
                  <a:pt x="2025605" y="226165"/>
                </a:lnTo>
                <a:lnTo>
                  <a:pt x="2080613" y="265157"/>
                </a:lnTo>
                <a:lnTo>
                  <a:pt x="2130260" y="306499"/>
                </a:lnTo>
                <a:lnTo>
                  <a:pt x="2174248" y="350025"/>
                </a:lnTo>
                <a:lnTo>
                  <a:pt x="2212282" y="395567"/>
                </a:lnTo>
                <a:lnTo>
                  <a:pt x="2244065" y="442959"/>
                </a:lnTo>
                <a:lnTo>
                  <a:pt x="2269301" y="492035"/>
                </a:lnTo>
                <a:lnTo>
                  <a:pt x="2287694" y="542628"/>
                </a:lnTo>
                <a:lnTo>
                  <a:pt x="2298947" y="594572"/>
                </a:lnTo>
                <a:lnTo>
                  <a:pt x="2302764" y="647700"/>
                </a:lnTo>
                <a:lnTo>
                  <a:pt x="2298947" y="700827"/>
                </a:lnTo>
                <a:lnTo>
                  <a:pt x="2287694" y="752771"/>
                </a:lnTo>
                <a:lnTo>
                  <a:pt x="2269301" y="803364"/>
                </a:lnTo>
                <a:lnTo>
                  <a:pt x="2244065" y="852440"/>
                </a:lnTo>
                <a:lnTo>
                  <a:pt x="2212282" y="899832"/>
                </a:lnTo>
                <a:lnTo>
                  <a:pt x="2174248" y="945374"/>
                </a:lnTo>
                <a:lnTo>
                  <a:pt x="2130260" y="988900"/>
                </a:lnTo>
                <a:lnTo>
                  <a:pt x="2080613" y="1030242"/>
                </a:lnTo>
                <a:lnTo>
                  <a:pt x="2025605" y="1069234"/>
                </a:lnTo>
                <a:lnTo>
                  <a:pt x="1965531" y="1105709"/>
                </a:lnTo>
                <a:lnTo>
                  <a:pt x="1900688" y="1139501"/>
                </a:lnTo>
                <a:lnTo>
                  <a:pt x="1831372" y="1170444"/>
                </a:lnTo>
                <a:lnTo>
                  <a:pt x="1757880" y="1198370"/>
                </a:lnTo>
                <a:lnTo>
                  <a:pt x="1680507" y="1223113"/>
                </a:lnTo>
                <a:lnTo>
                  <a:pt x="1599551" y="1244506"/>
                </a:lnTo>
                <a:lnTo>
                  <a:pt x="1515307" y="1262384"/>
                </a:lnTo>
                <a:lnTo>
                  <a:pt x="1428071" y="1276578"/>
                </a:lnTo>
                <a:lnTo>
                  <a:pt x="1338141" y="1286923"/>
                </a:lnTo>
                <a:lnTo>
                  <a:pt x="1245812" y="1293253"/>
                </a:lnTo>
                <a:lnTo>
                  <a:pt x="1151382" y="1295400"/>
                </a:lnTo>
                <a:lnTo>
                  <a:pt x="1056951" y="1293253"/>
                </a:lnTo>
                <a:lnTo>
                  <a:pt x="964622" y="1286923"/>
                </a:lnTo>
                <a:lnTo>
                  <a:pt x="874692" y="1276578"/>
                </a:lnTo>
                <a:lnTo>
                  <a:pt x="787456" y="1262384"/>
                </a:lnTo>
                <a:lnTo>
                  <a:pt x="703212" y="1244506"/>
                </a:lnTo>
                <a:lnTo>
                  <a:pt x="622256" y="1223113"/>
                </a:lnTo>
                <a:lnTo>
                  <a:pt x="544883" y="1198370"/>
                </a:lnTo>
                <a:lnTo>
                  <a:pt x="471391" y="1170444"/>
                </a:lnTo>
                <a:lnTo>
                  <a:pt x="402075" y="1139501"/>
                </a:lnTo>
                <a:lnTo>
                  <a:pt x="337232" y="1105709"/>
                </a:lnTo>
                <a:lnTo>
                  <a:pt x="277158" y="1069234"/>
                </a:lnTo>
                <a:lnTo>
                  <a:pt x="222150" y="1030242"/>
                </a:lnTo>
                <a:lnTo>
                  <a:pt x="172503" y="988900"/>
                </a:lnTo>
                <a:lnTo>
                  <a:pt x="128515" y="945374"/>
                </a:lnTo>
                <a:lnTo>
                  <a:pt x="90481" y="899832"/>
                </a:lnTo>
                <a:lnTo>
                  <a:pt x="58698" y="852440"/>
                </a:lnTo>
                <a:lnTo>
                  <a:pt x="33462" y="803364"/>
                </a:lnTo>
                <a:lnTo>
                  <a:pt x="15069" y="752771"/>
                </a:lnTo>
                <a:lnTo>
                  <a:pt x="3816" y="700827"/>
                </a:lnTo>
                <a:lnTo>
                  <a:pt x="0" y="6477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35502" y="3646170"/>
            <a:ext cx="2306320" cy="1297305"/>
          </a:xfrm>
          <a:custGeom>
            <a:avLst/>
            <a:gdLst/>
            <a:ahLst/>
            <a:cxnLst/>
            <a:rect l="l" t="t" r="r" b="b"/>
            <a:pathLst>
              <a:path w="2306320" h="1297304">
                <a:moveTo>
                  <a:pt x="0" y="648461"/>
                </a:moveTo>
                <a:lnTo>
                  <a:pt x="3821" y="595277"/>
                </a:lnTo>
                <a:lnTo>
                  <a:pt x="15088" y="543277"/>
                </a:lnTo>
                <a:lnTo>
                  <a:pt x="33503" y="492627"/>
                </a:lnTo>
                <a:lnTo>
                  <a:pt x="58771" y="443496"/>
                </a:lnTo>
                <a:lnTo>
                  <a:pt x="90594" y="396049"/>
                </a:lnTo>
                <a:lnTo>
                  <a:pt x="128676" y="350454"/>
                </a:lnTo>
                <a:lnTo>
                  <a:pt x="172720" y="306877"/>
                </a:lnTo>
                <a:lnTo>
                  <a:pt x="222430" y="265486"/>
                </a:lnTo>
                <a:lnTo>
                  <a:pt x="277509" y="226448"/>
                </a:lnTo>
                <a:lnTo>
                  <a:pt x="337661" y="189928"/>
                </a:lnTo>
                <a:lnTo>
                  <a:pt x="402588" y="156094"/>
                </a:lnTo>
                <a:lnTo>
                  <a:pt x="471994" y="125114"/>
                </a:lnTo>
                <a:lnTo>
                  <a:pt x="545584" y="97153"/>
                </a:lnTo>
                <a:lnTo>
                  <a:pt x="623059" y="72379"/>
                </a:lnTo>
                <a:lnTo>
                  <a:pt x="704123" y="50958"/>
                </a:lnTo>
                <a:lnTo>
                  <a:pt x="788481" y="33058"/>
                </a:lnTo>
                <a:lnTo>
                  <a:pt x="875834" y="18845"/>
                </a:lnTo>
                <a:lnTo>
                  <a:pt x="965887" y="8487"/>
                </a:lnTo>
                <a:lnTo>
                  <a:pt x="1058343" y="2149"/>
                </a:lnTo>
                <a:lnTo>
                  <a:pt x="1152906" y="0"/>
                </a:lnTo>
                <a:lnTo>
                  <a:pt x="1247468" y="2149"/>
                </a:lnTo>
                <a:lnTo>
                  <a:pt x="1339924" y="8487"/>
                </a:lnTo>
                <a:lnTo>
                  <a:pt x="1429977" y="18845"/>
                </a:lnTo>
                <a:lnTo>
                  <a:pt x="1517330" y="33058"/>
                </a:lnTo>
                <a:lnTo>
                  <a:pt x="1601688" y="50958"/>
                </a:lnTo>
                <a:lnTo>
                  <a:pt x="1682752" y="72379"/>
                </a:lnTo>
                <a:lnTo>
                  <a:pt x="1760227" y="97153"/>
                </a:lnTo>
                <a:lnTo>
                  <a:pt x="1833817" y="125114"/>
                </a:lnTo>
                <a:lnTo>
                  <a:pt x="1903223" y="156094"/>
                </a:lnTo>
                <a:lnTo>
                  <a:pt x="1968150" y="189928"/>
                </a:lnTo>
                <a:lnTo>
                  <a:pt x="2028302" y="226448"/>
                </a:lnTo>
                <a:lnTo>
                  <a:pt x="2083381" y="265486"/>
                </a:lnTo>
                <a:lnTo>
                  <a:pt x="2133091" y="306877"/>
                </a:lnTo>
                <a:lnTo>
                  <a:pt x="2177135" y="350454"/>
                </a:lnTo>
                <a:lnTo>
                  <a:pt x="2215217" y="396049"/>
                </a:lnTo>
                <a:lnTo>
                  <a:pt x="2247040" y="443496"/>
                </a:lnTo>
                <a:lnTo>
                  <a:pt x="2272308" y="492627"/>
                </a:lnTo>
                <a:lnTo>
                  <a:pt x="2290723" y="543277"/>
                </a:lnTo>
                <a:lnTo>
                  <a:pt x="2301990" y="595277"/>
                </a:lnTo>
                <a:lnTo>
                  <a:pt x="2305812" y="648461"/>
                </a:lnTo>
                <a:lnTo>
                  <a:pt x="2301990" y="701646"/>
                </a:lnTo>
                <a:lnTo>
                  <a:pt x="2290723" y="753646"/>
                </a:lnTo>
                <a:lnTo>
                  <a:pt x="2272308" y="804296"/>
                </a:lnTo>
                <a:lnTo>
                  <a:pt x="2247040" y="853427"/>
                </a:lnTo>
                <a:lnTo>
                  <a:pt x="2215217" y="900874"/>
                </a:lnTo>
                <a:lnTo>
                  <a:pt x="2177135" y="946469"/>
                </a:lnTo>
                <a:lnTo>
                  <a:pt x="2133091" y="990046"/>
                </a:lnTo>
                <a:lnTo>
                  <a:pt x="2083381" y="1031437"/>
                </a:lnTo>
                <a:lnTo>
                  <a:pt x="2028302" y="1070475"/>
                </a:lnTo>
                <a:lnTo>
                  <a:pt x="1968150" y="1106995"/>
                </a:lnTo>
                <a:lnTo>
                  <a:pt x="1903223" y="1140829"/>
                </a:lnTo>
                <a:lnTo>
                  <a:pt x="1833817" y="1171809"/>
                </a:lnTo>
                <a:lnTo>
                  <a:pt x="1760227" y="1199770"/>
                </a:lnTo>
                <a:lnTo>
                  <a:pt x="1682752" y="1224544"/>
                </a:lnTo>
                <a:lnTo>
                  <a:pt x="1601688" y="1245965"/>
                </a:lnTo>
                <a:lnTo>
                  <a:pt x="1517330" y="1263865"/>
                </a:lnTo>
                <a:lnTo>
                  <a:pt x="1429977" y="1278078"/>
                </a:lnTo>
                <a:lnTo>
                  <a:pt x="1339924" y="1288436"/>
                </a:lnTo>
                <a:lnTo>
                  <a:pt x="1247468" y="1294774"/>
                </a:lnTo>
                <a:lnTo>
                  <a:pt x="1152906" y="1296923"/>
                </a:lnTo>
                <a:lnTo>
                  <a:pt x="1058343" y="1294774"/>
                </a:lnTo>
                <a:lnTo>
                  <a:pt x="965887" y="1288436"/>
                </a:lnTo>
                <a:lnTo>
                  <a:pt x="875834" y="1278078"/>
                </a:lnTo>
                <a:lnTo>
                  <a:pt x="788481" y="1263865"/>
                </a:lnTo>
                <a:lnTo>
                  <a:pt x="704123" y="1245965"/>
                </a:lnTo>
                <a:lnTo>
                  <a:pt x="623059" y="1224544"/>
                </a:lnTo>
                <a:lnTo>
                  <a:pt x="545584" y="1199770"/>
                </a:lnTo>
                <a:lnTo>
                  <a:pt x="471994" y="1171809"/>
                </a:lnTo>
                <a:lnTo>
                  <a:pt x="402588" y="1140829"/>
                </a:lnTo>
                <a:lnTo>
                  <a:pt x="337661" y="1106995"/>
                </a:lnTo>
                <a:lnTo>
                  <a:pt x="277509" y="1070475"/>
                </a:lnTo>
                <a:lnTo>
                  <a:pt x="222430" y="1031437"/>
                </a:lnTo>
                <a:lnTo>
                  <a:pt x="172720" y="990046"/>
                </a:lnTo>
                <a:lnTo>
                  <a:pt x="128676" y="946469"/>
                </a:lnTo>
                <a:lnTo>
                  <a:pt x="90594" y="900874"/>
                </a:lnTo>
                <a:lnTo>
                  <a:pt x="58771" y="853427"/>
                </a:lnTo>
                <a:lnTo>
                  <a:pt x="33503" y="804296"/>
                </a:lnTo>
                <a:lnTo>
                  <a:pt x="15088" y="753646"/>
                </a:lnTo>
                <a:lnTo>
                  <a:pt x="3821" y="701646"/>
                </a:lnTo>
                <a:lnTo>
                  <a:pt x="0" y="648461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41797" y="4725161"/>
            <a:ext cx="3564890" cy="1513840"/>
          </a:xfrm>
          <a:custGeom>
            <a:avLst/>
            <a:gdLst/>
            <a:ahLst/>
            <a:cxnLst/>
            <a:rect l="l" t="t" r="r" b="b"/>
            <a:pathLst>
              <a:path w="3564890" h="1513839">
                <a:moveTo>
                  <a:pt x="1782318" y="0"/>
                </a:moveTo>
                <a:lnTo>
                  <a:pt x="1636136" y="2507"/>
                </a:lnTo>
                <a:lnTo>
                  <a:pt x="1493209" y="9901"/>
                </a:lnTo>
                <a:lnTo>
                  <a:pt x="1353996" y="21987"/>
                </a:lnTo>
                <a:lnTo>
                  <a:pt x="1218956" y="38569"/>
                </a:lnTo>
                <a:lnTo>
                  <a:pt x="1088546" y="59453"/>
                </a:lnTo>
                <a:lnTo>
                  <a:pt x="963227" y="84445"/>
                </a:lnTo>
                <a:lnTo>
                  <a:pt x="843455" y="113351"/>
                </a:lnTo>
                <a:lnTo>
                  <a:pt x="729691" y="145974"/>
                </a:lnTo>
                <a:lnTo>
                  <a:pt x="622392" y="182122"/>
                </a:lnTo>
                <a:lnTo>
                  <a:pt x="522017" y="221599"/>
                </a:lnTo>
                <a:lnTo>
                  <a:pt x="429025" y="264210"/>
                </a:lnTo>
                <a:lnTo>
                  <a:pt x="343875" y="309762"/>
                </a:lnTo>
                <a:lnTo>
                  <a:pt x="267025" y="358059"/>
                </a:lnTo>
                <a:lnTo>
                  <a:pt x="198933" y="408907"/>
                </a:lnTo>
                <a:lnTo>
                  <a:pt x="140059" y="462111"/>
                </a:lnTo>
                <a:lnTo>
                  <a:pt x="90860" y="517477"/>
                </a:lnTo>
                <a:lnTo>
                  <a:pt x="51797" y="574810"/>
                </a:lnTo>
                <a:lnTo>
                  <a:pt x="23326" y="633915"/>
                </a:lnTo>
                <a:lnTo>
                  <a:pt x="5908" y="694599"/>
                </a:lnTo>
                <a:lnTo>
                  <a:pt x="0" y="756666"/>
                </a:lnTo>
                <a:lnTo>
                  <a:pt x="5908" y="818724"/>
                </a:lnTo>
                <a:lnTo>
                  <a:pt x="23326" y="879400"/>
                </a:lnTo>
                <a:lnTo>
                  <a:pt x="51797" y="938501"/>
                </a:lnTo>
                <a:lnTo>
                  <a:pt x="90860" y="995830"/>
                </a:lnTo>
                <a:lnTo>
                  <a:pt x="140059" y="1051193"/>
                </a:lnTo>
                <a:lnTo>
                  <a:pt x="198933" y="1104396"/>
                </a:lnTo>
                <a:lnTo>
                  <a:pt x="267025" y="1155244"/>
                </a:lnTo>
                <a:lnTo>
                  <a:pt x="343875" y="1203542"/>
                </a:lnTo>
                <a:lnTo>
                  <a:pt x="429025" y="1249095"/>
                </a:lnTo>
                <a:lnTo>
                  <a:pt x="522017" y="1291709"/>
                </a:lnTo>
                <a:lnTo>
                  <a:pt x="622392" y="1331188"/>
                </a:lnTo>
                <a:lnTo>
                  <a:pt x="729691" y="1367338"/>
                </a:lnTo>
                <a:lnTo>
                  <a:pt x="843455" y="1399965"/>
                </a:lnTo>
                <a:lnTo>
                  <a:pt x="963227" y="1428874"/>
                </a:lnTo>
                <a:lnTo>
                  <a:pt x="1088546" y="1453869"/>
                </a:lnTo>
                <a:lnTo>
                  <a:pt x="1218956" y="1474756"/>
                </a:lnTo>
                <a:lnTo>
                  <a:pt x="1353996" y="1491341"/>
                </a:lnTo>
                <a:lnTo>
                  <a:pt x="1493209" y="1503428"/>
                </a:lnTo>
                <a:lnTo>
                  <a:pt x="1636136" y="1510823"/>
                </a:lnTo>
                <a:lnTo>
                  <a:pt x="1782318" y="1513332"/>
                </a:lnTo>
                <a:lnTo>
                  <a:pt x="1928499" y="1510823"/>
                </a:lnTo>
                <a:lnTo>
                  <a:pt x="2071426" y="1503428"/>
                </a:lnTo>
                <a:lnTo>
                  <a:pt x="2210639" y="1491341"/>
                </a:lnTo>
                <a:lnTo>
                  <a:pt x="2345679" y="1474756"/>
                </a:lnTo>
                <a:lnTo>
                  <a:pt x="2476089" y="1453869"/>
                </a:lnTo>
                <a:lnTo>
                  <a:pt x="2601408" y="1428874"/>
                </a:lnTo>
                <a:lnTo>
                  <a:pt x="2721180" y="1399965"/>
                </a:lnTo>
                <a:lnTo>
                  <a:pt x="2834944" y="1367338"/>
                </a:lnTo>
                <a:lnTo>
                  <a:pt x="2942243" y="1331188"/>
                </a:lnTo>
                <a:lnTo>
                  <a:pt x="3042618" y="1291709"/>
                </a:lnTo>
                <a:lnTo>
                  <a:pt x="3135610" y="1249095"/>
                </a:lnTo>
                <a:lnTo>
                  <a:pt x="3220760" y="1203542"/>
                </a:lnTo>
                <a:lnTo>
                  <a:pt x="3297610" y="1155244"/>
                </a:lnTo>
                <a:lnTo>
                  <a:pt x="3365702" y="1104396"/>
                </a:lnTo>
                <a:lnTo>
                  <a:pt x="3424576" y="1051193"/>
                </a:lnTo>
                <a:lnTo>
                  <a:pt x="3473775" y="995830"/>
                </a:lnTo>
                <a:lnTo>
                  <a:pt x="3512838" y="938501"/>
                </a:lnTo>
                <a:lnTo>
                  <a:pt x="3541309" y="879400"/>
                </a:lnTo>
                <a:lnTo>
                  <a:pt x="3558727" y="818724"/>
                </a:lnTo>
                <a:lnTo>
                  <a:pt x="3564636" y="756666"/>
                </a:lnTo>
                <a:lnTo>
                  <a:pt x="3558727" y="694599"/>
                </a:lnTo>
                <a:lnTo>
                  <a:pt x="3541309" y="633915"/>
                </a:lnTo>
                <a:lnTo>
                  <a:pt x="3512838" y="574810"/>
                </a:lnTo>
                <a:lnTo>
                  <a:pt x="3473775" y="517477"/>
                </a:lnTo>
                <a:lnTo>
                  <a:pt x="3424576" y="462111"/>
                </a:lnTo>
                <a:lnTo>
                  <a:pt x="3365702" y="408907"/>
                </a:lnTo>
                <a:lnTo>
                  <a:pt x="3297610" y="358059"/>
                </a:lnTo>
                <a:lnTo>
                  <a:pt x="3220760" y="309762"/>
                </a:lnTo>
                <a:lnTo>
                  <a:pt x="3135610" y="264210"/>
                </a:lnTo>
                <a:lnTo>
                  <a:pt x="3042618" y="221599"/>
                </a:lnTo>
                <a:lnTo>
                  <a:pt x="2942243" y="182122"/>
                </a:lnTo>
                <a:lnTo>
                  <a:pt x="2834944" y="145974"/>
                </a:lnTo>
                <a:lnTo>
                  <a:pt x="2721180" y="113351"/>
                </a:lnTo>
                <a:lnTo>
                  <a:pt x="2601408" y="84445"/>
                </a:lnTo>
                <a:lnTo>
                  <a:pt x="2476089" y="59453"/>
                </a:lnTo>
                <a:lnTo>
                  <a:pt x="2345679" y="38569"/>
                </a:lnTo>
                <a:lnTo>
                  <a:pt x="2210639" y="21987"/>
                </a:lnTo>
                <a:lnTo>
                  <a:pt x="2071426" y="9901"/>
                </a:lnTo>
                <a:lnTo>
                  <a:pt x="1928499" y="2507"/>
                </a:lnTo>
                <a:lnTo>
                  <a:pt x="1782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41797" y="4725161"/>
            <a:ext cx="3564890" cy="1513840"/>
          </a:xfrm>
          <a:custGeom>
            <a:avLst/>
            <a:gdLst/>
            <a:ahLst/>
            <a:cxnLst/>
            <a:rect l="l" t="t" r="r" b="b"/>
            <a:pathLst>
              <a:path w="3564890" h="1513839">
                <a:moveTo>
                  <a:pt x="0" y="756666"/>
                </a:moveTo>
                <a:lnTo>
                  <a:pt x="5908" y="694599"/>
                </a:lnTo>
                <a:lnTo>
                  <a:pt x="23326" y="633915"/>
                </a:lnTo>
                <a:lnTo>
                  <a:pt x="51797" y="574810"/>
                </a:lnTo>
                <a:lnTo>
                  <a:pt x="90860" y="517477"/>
                </a:lnTo>
                <a:lnTo>
                  <a:pt x="140059" y="462111"/>
                </a:lnTo>
                <a:lnTo>
                  <a:pt x="198933" y="408907"/>
                </a:lnTo>
                <a:lnTo>
                  <a:pt x="267025" y="358059"/>
                </a:lnTo>
                <a:lnTo>
                  <a:pt x="343875" y="309762"/>
                </a:lnTo>
                <a:lnTo>
                  <a:pt x="429025" y="264210"/>
                </a:lnTo>
                <a:lnTo>
                  <a:pt x="522017" y="221599"/>
                </a:lnTo>
                <a:lnTo>
                  <a:pt x="622392" y="182122"/>
                </a:lnTo>
                <a:lnTo>
                  <a:pt x="729691" y="145974"/>
                </a:lnTo>
                <a:lnTo>
                  <a:pt x="843455" y="113351"/>
                </a:lnTo>
                <a:lnTo>
                  <a:pt x="963227" y="84445"/>
                </a:lnTo>
                <a:lnTo>
                  <a:pt x="1088546" y="59453"/>
                </a:lnTo>
                <a:lnTo>
                  <a:pt x="1218956" y="38569"/>
                </a:lnTo>
                <a:lnTo>
                  <a:pt x="1353996" y="21987"/>
                </a:lnTo>
                <a:lnTo>
                  <a:pt x="1493209" y="9901"/>
                </a:lnTo>
                <a:lnTo>
                  <a:pt x="1636136" y="2507"/>
                </a:lnTo>
                <a:lnTo>
                  <a:pt x="1782318" y="0"/>
                </a:lnTo>
                <a:lnTo>
                  <a:pt x="1928499" y="2507"/>
                </a:lnTo>
                <a:lnTo>
                  <a:pt x="2071426" y="9901"/>
                </a:lnTo>
                <a:lnTo>
                  <a:pt x="2210639" y="21987"/>
                </a:lnTo>
                <a:lnTo>
                  <a:pt x="2345679" y="38569"/>
                </a:lnTo>
                <a:lnTo>
                  <a:pt x="2476089" y="59453"/>
                </a:lnTo>
                <a:lnTo>
                  <a:pt x="2601408" y="84445"/>
                </a:lnTo>
                <a:lnTo>
                  <a:pt x="2721180" y="113351"/>
                </a:lnTo>
                <a:lnTo>
                  <a:pt x="2834944" y="145974"/>
                </a:lnTo>
                <a:lnTo>
                  <a:pt x="2942243" y="182122"/>
                </a:lnTo>
                <a:lnTo>
                  <a:pt x="3042618" y="221599"/>
                </a:lnTo>
                <a:lnTo>
                  <a:pt x="3135610" y="264210"/>
                </a:lnTo>
                <a:lnTo>
                  <a:pt x="3220760" y="309762"/>
                </a:lnTo>
                <a:lnTo>
                  <a:pt x="3297610" y="358059"/>
                </a:lnTo>
                <a:lnTo>
                  <a:pt x="3365702" y="408907"/>
                </a:lnTo>
                <a:lnTo>
                  <a:pt x="3424576" y="462111"/>
                </a:lnTo>
                <a:lnTo>
                  <a:pt x="3473775" y="517477"/>
                </a:lnTo>
                <a:lnTo>
                  <a:pt x="3512838" y="574810"/>
                </a:lnTo>
                <a:lnTo>
                  <a:pt x="3541309" y="633915"/>
                </a:lnTo>
                <a:lnTo>
                  <a:pt x="3558727" y="694599"/>
                </a:lnTo>
                <a:lnTo>
                  <a:pt x="3564636" y="756666"/>
                </a:lnTo>
                <a:lnTo>
                  <a:pt x="3558727" y="818724"/>
                </a:lnTo>
                <a:lnTo>
                  <a:pt x="3541309" y="879400"/>
                </a:lnTo>
                <a:lnTo>
                  <a:pt x="3512838" y="938501"/>
                </a:lnTo>
                <a:lnTo>
                  <a:pt x="3473775" y="995830"/>
                </a:lnTo>
                <a:lnTo>
                  <a:pt x="3424576" y="1051193"/>
                </a:lnTo>
                <a:lnTo>
                  <a:pt x="3365702" y="1104396"/>
                </a:lnTo>
                <a:lnTo>
                  <a:pt x="3297610" y="1155244"/>
                </a:lnTo>
                <a:lnTo>
                  <a:pt x="3220760" y="1203542"/>
                </a:lnTo>
                <a:lnTo>
                  <a:pt x="3135610" y="1249095"/>
                </a:lnTo>
                <a:lnTo>
                  <a:pt x="3042618" y="1291709"/>
                </a:lnTo>
                <a:lnTo>
                  <a:pt x="2942243" y="1331188"/>
                </a:lnTo>
                <a:lnTo>
                  <a:pt x="2834944" y="1367338"/>
                </a:lnTo>
                <a:lnTo>
                  <a:pt x="2721180" y="1399965"/>
                </a:lnTo>
                <a:lnTo>
                  <a:pt x="2601408" y="1428874"/>
                </a:lnTo>
                <a:lnTo>
                  <a:pt x="2476089" y="1453869"/>
                </a:lnTo>
                <a:lnTo>
                  <a:pt x="2345679" y="1474756"/>
                </a:lnTo>
                <a:lnTo>
                  <a:pt x="2210639" y="1491341"/>
                </a:lnTo>
                <a:lnTo>
                  <a:pt x="2071426" y="1503428"/>
                </a:lnTo>
                <a:lnTo>
                  <a:pt x="1928499" y="1510823"/>
                </a:lnTo>
                <a:lnTo>
                  <a:pt x="1782318" y="1513332"/>
                </a:lnTo>
                <a:lnTo>
                  <a:pt x="1636136" y="1510823"/>
                </a:lnTo>
                <a:lnTo>
                  <a:pt x="1493209" y="1503428"/>
                </a:lnTo>
                <a:lnTo>
                  <a:pt x="1353996" y="1491341"/>
                </a:lnTo>
                <a:lnTo>
                  <a:pt x="1218956" y="1474756"/>
                </a:lnTo>
                <a:lnTo>
                  <a:pt x="1088546" y="1453869"/>
                </a:lnTo>
                <a:lnTo>
                  <a:pt x="963227" y="1428874"/>
                </a:lnTo>
                <a:lnTo>
                  <a:pt x="843455" y="1399965"/>
                </a:lnTo>
                <a:lnTo>
                  <a:pt x="729691" y="1367338"/>
                </a:lnTo>
                <a:lnTo>
                  <a:pt x="622392" y="1331188"/>
                </a:lnTo>
                <a:lnTo>
                  <a:pt x="522017" y="1291709"/>
                </a:lnTo>
                <a:lnTo>
                  <a:pt x="429025" y="1249095"/>
                </a:lnTo>
                <a:lnTo>
                  <a:pt x="343875" y="1203542"/>
                </a:lnTo>
                <a:lnTo>
                  <a:pt x="267025" y="1155244"/>
                </a:lnTo>
                <a:lnTo>
                  <a:pt x="198933" y="1104396"/>
                </a:lnTo>
                <a:lnTo>
                  <a:pt x="140059" y="1051193"/>
                </a:lnTo>
                <a:lnTo>
                  <a:pt x="90860" y="995830"/>
                </a:lnTo>
                <a:lnTo>
                  <a:pt x="51797" y="938501"/>
                </a:lnTo>
                <a:lnTo>
                  <a:pt x="23326" y="879400"/>
                </a:lnTo>
                <a:lnTo>
                  <a:pt x="5908" y="818724"/>
                </a:lnTo>
                <a:lnTo>
                  <a:pt x="0" y="756666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82973" y="2333949"/>
            <a:ext cx="4260850" cy="3583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800350" algn="ctr">
              <a:lnSpc>
                <a:spcPct val="100000"/>
              </a:lnSpc>
            </a:pPr>
            <a:r>
              <a:rPr sz="1400" i="1" dirty="0">
                <a:latin typeface="Verdana"/>
                <a:cs typeface="Verdana"/>
              </a:rPr>
              <a:t>Le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problè</a:t>
            </a:r>
            <a:r>
              <a:rPr sz="1400" i="1" spc="-5" dirty="0">
                <a:latin typeface="Verdana"/>
                <a:cs typeface="Verdana"/>
              </a:rPr>
              <a:t>m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est </a:t>
            </a:r>
            <a:r>
              <a:rPr sz="1400" i="1" spc="-5" dirty="0">
                <a:latin typeface="Verdana"/>
                <a:cs typeface="Verdana"/>
              </a:rPr>
              <a:t>qu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l</a:t>
            </a:r>
            <a:r>
              <a:rPr sz="1400" i="1" dirty="0">
                <a:latin typeface="Verdana"/>
                <a:cs typeface="Verdana"/>
              </a:rPr>
              <a:t>e </a:t>
            </a:r>
            <a:r>
              <a:rPr sz="1400" i="1" spc="-5" dirty="0">
                <a:latin typeface="Verdana"/>
                <a:cs typeface="Verdana"/>
              </a:rPr>
              <a:t>bu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est en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retard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750">
              <a:latin typeface="Times New Roman"/>
              <a:cs typeface="Times New Roman"/>
            </a:endParaRPr>
          </a:p>
          <a:p>
            <a:pPr marL="2609850" marR="300355" indent="-55244">
              <a:lnSpc>
                <a:spcPct val="100000"/>
              </a:lnSpc>
            </a:pPr>
            <a:r>
              <a:rPr sz="1400" i="1" dirty="0">
                <a:latin typeface="Verdana"/>
                <a:cs typeface="Verdana"/>
              </a:rPr>
              <a:t>Pourquoi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</a:t>
            </a:r>
            <a:r>
              <a:rPr sz="1400" i="1" spc="5" dirty="0">
                <a:latin typeface="Verdana"/>
                <a:cs typeface="Verdana"/>
              </a:rPr>
              <a:t>t</a:t>
            </a:r>
            <a:r>
              <a:rPr sz="1400" i="1" spc="-5" dirty="0">
                <a:latin typeface="Verdana"/>
                <a:cs typeface="Verdana"/>
              </a:rPr>
              <a:t>-</a:t>
            </a:r>
            <a:r>
              <a:rPr sz="1400" i="1" dirty="0">
                <a:latin typeface="Verdana"/>
                <a:cs typeface="Verdana"/>
              </a:rPr>
              <a:t>ce un problème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?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1500">
              <a:latin typeface="Times New Roman"/>
              <a:cs typeface="Times New Roman"/>
            </a:endParaRPr>
          </a:p>
          <a:p>
            <a:pPr marL="219075" marR="2863215" indent="-635" algn="ctr">
              <a:lnSpc>
                <a:spcPct val="100000"/>
              </a:lnSpc>
            </a:pPr>
            <a:r>
              <a:rPr sz="1400" i="1" dirty="0">
                <a:latin typeface="Verdana"/>
                <a:cs typeface="Verdana"/>
              </a:rPr>
              <a:t>Parce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que </a:t>
            </a:r>
            <a:r>
              <a:rPr sz="1400" i="1" dirty="0">
                <a:latin typeface="Verdana"/>
                <a:cs typeface="Verdana"/>
              </a:rPr>
              <a:t>j</a:t>
            </a:r>
            <a:r>
              <a:rPr sz="1400" i="1" spc="-10" dirty="0">
                <a:latin typeface="Verdana"/>
                <a:cs typeface="Verdana"/>
              </a:rPr>
              <a:t>’</a:t>
            </a:r>
            <a:r>
              <a:rPr sz="1400" i="1" dirty="0">
                <a:latin typeface="Verdana"/>
                <a:cs typeface="Verdana"/>
              </a:rPr>
              <a:t>arri</a:t>
            </a:r>
            <a:r>
              <a:rPr sz="1400" i="1" spc="-10" dirty="0">
                <a:latin typeface="Verdana"/>
                <a:cs typeface="Verdana"/>
              </a:rPr>
              <a:t>v</a:t>
            </a:r>
            <a:r>
              <a:rPr sz="1400" i="1" dirty="0">
                <a:latin typeface="Verdana"/>
                <a:cs typeface="Verdana"/>
              </a:rPr>
              <a:t>e en retard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à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mon </a:t>
            </a:r>
            <a:r>
              <a:rPr sz="1400" i="1" dirty="0">
                <a:latin typeface="Verdana"/>
                <a:cs typeface="Verdana"/>
              </a:rPr>
              <a:t>tr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v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spc="-5" dirty="0">
                <a:latin typeface="Verdana"/>
                <a:cs typeface="Verdana"/>
              </a:rPr>
              <a:t>il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831975" marR="5080" algn="ctr">
              <a:lnSpc>
                <a:spcPct val="100000"/>
              </a:lnSpc>
              <a:spcBef>
                <a:spcPts val="1025"/>
              </a:spcBef>
            </a:pPr>
            <a:r>
              <a:rPr sz="1400" i="1" spc="-5" dirty="0">
                <a:latin typeface="Verdana"/>
                <a:cs typeface="Verdana"/>
              </a:rPr>
              <a:t>E</a:t>
            </a:r>
            <a:r>
              <a:rPr sz="1400" i="1" dirty="0">
                <a:latin typeface="Verdana"/>
                <a:cs typeface="Verdana"/>
              </a:rPr>
              <a:t>t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bien,</a:t>
            </a:r>
            <a:r>
              <a:rPr sz="1400" i="1" spc="5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on</a:t>
            </a:r>
            <a:r>
              <a:rPr sz="1400" b="1" i="1" spc="-10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problè</a:t>
            </a:r>
            <a:r>
              <a:rPr sz="1400" b="1" i="1" spc="5" dirty="0">
                <a:latin typeface="Verdana"/>
                <a:cs typeface="Verdana"/>
              </a:rPr>
              <a:t>m</a:t>
            </a:r>
            <a:r>
              <a:rPr sz="1400" b="1" i="1" dirty="0">
                <a:latin typeface="Verdana"/>
                <a:cs typeface="Verdana"/>
              </a:rPr>
              <a:t>e</a:t>
            </a:r>
            <a:r>
              <a:rPr sz="1400" b="1" i="1" spc="-3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est </a:t>
            </a:r>
            <a:r>
              <a:rPr sz="1400" i="1" spc="-5" dirty="0">
                <a:latin typeface="Verdana"/>
                <a:cs typeface="Verdana"/>
              </a:rPr>
              <a:t>qu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t</a:t>
            </a:r>
            <a:r>
              <a:rPr sz="1400" i="1" dirty="0">
                <a:latin typeface="Verdana"/>
                <a:cs typeface="Verdana"/>
              </a:rPr>
              <a:t>u es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en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retard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tous le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ma</a:t>
            </a:r>
            <a:r>
              <a:rPr sz="1400" i="1" dirty="0">
                <a:latin typeface="Verdana"/>
                <a:cs typeface="Verdana"/>
              </a:rPr>
              <a:t>ti</a:t>
            </a:r>
            <a:r>
              <a:rPr sz="1400" i="1" spc="-10" dirty="0">
                <a:latin typeface="Verdana"/>
                <a:cs typeface="Verdana"/>
              </a:rPr>
              <a:t>n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pa</a:t>
            </a:r>
            <a:r>
              <a:rPr sz="1400" b="1" i="1" spc="-10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c</a:t>
            </a:r>
            <a:r>
              <a:rPr sz="1400" b="1" i="1" dirty="0">
                <a:latin typeface="Verdana"/>
                <a:cs typeface="Verdana"/>
              </a:rPr>
              <a:t>e</a:t>
            </a:r>
            <a:r>
              <a:rPr sz="1400" b="1" i="1" spc="-20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qu</a:t>
            </a:r>
            <a:r>
              <a:rPr sz="1400" b="1" i="1" dirty="0">
                <a:latin typeface="Verdana"/>
                <a:cs typeface="Verdana"/>
              </a:rPr>
              <a:t>e</a:t>
            </a:r>
            <a:r>
              <a:rPr sz="1400" b="1" i="1" spc="-2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le bu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est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en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retard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7659" y="1879079"/>
            <a:ext cx="3177413" cy="4227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2731" y="2074164"/>
            <a:ext cx="2607564" cy="3657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535178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Ne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confondre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Probl</a:t>
            </a:r>
            <a:r>
              <a:rPr sz="2000" i="1" spc="-10" dirty="0">
                <a:latin typeface="Verdana"/>
                <a:cs typeface="Verdana"/>
              </a:rPr>
              <a:t>è</a:t>
            </a:r>
            <a:r>
              <a:rPr sz="2000" i="1" spc="5" dirty="0">
                <a:latin typeface="Verdana"/>
                <a:cs typeface="Verdana"/>
              </a:rPr>
              <a:t>m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S</a:t>
            </a:r>
            <a:r>
              <a:rPr sz="2000" i="1" spc="-10" dirty="0">
                <a:latin typeface="Verdana"/>
                <a:cs typeface="Verdana"/>
              </a:rPr>
              <a:t>o</a:t>
            </a:r>
            <a:r>
              <a:rPr sz="2000" i="1" spc="-5" dirty="0">
                <a:latin typeface="Verdana"/>
                <a:cs typeface="Verdana"/>
              </a:rPr>
              <a:t>l</a:t>
            </a:r>
            <a:r>
              <a:rPr sz="2000" i="1" dirty="0">
                <a:latin typeface="Verdana"/>
                <a:cs typeface="Verdana"/>
              </a:rPr>
              <a:t>ution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65397" y="1989582"/>
            <a:ext cx="2303145" cy="1295400"/>
          </a:xfrm>
          <a:custGeom>
            <a:avLst/>
            <a:gdLst/>
            <a:ahLst/>
            <a:cxnLst/>
            <a:rect l="l" t="t" r="r" b="b"/>
            <a:pathLst>
              <a:path w="2303145" h="1295400">
                <a:moveTo>
                  <a:pt x="0" y="647700"/>
                </a:moveTo>
                <a:lnTo>
                  <a:pt x="3816" y="594572"/>
                </a:lnTo>
                <a:lnTo>
                  <a:pt x="15069" y="542628"/>
                </a:lnTo>
                <a:lnTo>
                  <a:pt x="33462" y="492035"/>
                </a:lnTo>
                <a:lnTo>
                  <a:pt x="58698" y="442959"/>
                </a:lnTo>
                <a:lnTo>
                  <a:pt x="90481" y="395567"/>
                </a:lnTo>
                <a:lnTo>
                  <a:pt x="128515" y="350025"/>
                </a:lnTo>
                <a:lnTo>
                  <a:pt x="172503" y="306499"/>
                </a:lnTo>
                <a:lnTo>
                  <a:pt x="222150" y="265157"/>
                </a:lnTo>
                <a:lnTo>
                  <a:pt x="277158" y="226165"/>
                </a:lnTo>
                <a:lnTo>
                  <a:pt x="337232" y="189690"/>
                </a:lnTo>
                <a:lnTo>
                  <a:pt x="402075" y="155898"/>
                </a:lnTo>
                <a:lnTo>
                  <a:pt x="471391" y="124955"/>
                </a:lnTo>
                <a:lnTo>
                  <a:pt x="544883" y="97029"/>
                </a:lnTo>
                <a:lnTo>
                  <a:pt x="622256" y="72286"/>
                </a:lnTo>
                <a:lnTo>
                  <a:pt x="703212" y="50893"/>
                </a:lnTo>
                <a:lnTo>
                  <a:pt x="787456" y="33015"/>
                </a:lnTo>
                <a:lnTo>
                  <a:pt x="874692" y="18821"/>
                </a:lnTo>
                <a:lnTo>
                  <a:pt x="964622" y="8476"/>
                </a:lnTo>
                <a:lnTo>
                  <a:pt x="1056951" y="2146"/>
                </a:lnTo>
                <a:lnTo>
                  <a:pt x="1151382" y="0"/>
                </a:lnTo>
                <a:lnTo>
                  <a:pt x="1245812" y="2146"/>
                </a:lnTo>
                <a:lnTo>
                  <a:pt x="1338141" y="8476"/>
                </a:lnTo>
                <a:lnTo>
                  <a:pt x="1428071" y="18821"/>
                </a:lnTo>
                <a:lnTo>
                  <a:pt x="1515307" y="33015"/>
                </a:lnTo>
                <a:lnTo>
                  <a:pt x="1599551" y="50893"/>
                </a:lnTo>
                <a:lnTo>
                  <a:pt x="1680507" y="72286"/>
                </a:lnTo>
                <a:lnTo>
                  <a:pt x="1757880" y="97029"/>
                </a:lnTo>
                <a:lnTo>
                  <a:pt x="1831372" y="124955"/>
                </a:lnTo>
                <a:lnTo>
                  <a:pt x="1900688" y="155898"/>
                </a:lnTo>
                <a:lnTo>
                  <a:pt x="1965531" y="189690"/>
                </a:lnTo>
                <a:lnTo>
                  <a:pt x="2025605" y="226165"/>
                </a:lnTo>
                <a:lnTo>
                  <a:pt x="2080613" y="265157"/>
                </a:lnTo>
                <a:lnTo>
                  <a:pt x="2130260" y="306499"/>
                </a:lnTo>
                <a:lnTo>
                  <a:pt x="2174248" y="350025"/>
                </a:lnTo>
                <a:lnTo>
                  <a:pt x="2212282" y="395567"/>
                </a:lnTo>
                <a:lnTo>
                  <a:pt x="2244065" y="442959"/>
                </a:lnTo>
                <a:lnTo>
                  <a:pt x="2269301" y="492035"/>
                </a:lnTo>
                <a:lnTo>
                  <a:pt x="2287694" y="542628"/>
                </a:lnTo>
                <a:lnTo>
                  <a:pt x="2298947" y="594572"/>
                </a:lnTo>
                <a:lnTo>
                  <a:pt x="2302764" y="647700"/>
                </a:lnTo>
                <a:lnTo>
                  <a:pt x="2298947" y="700827"/>
                </a:lnTo>
                <a:lnTo>
                  <a:pt x="2287694" y="752771"/>
                </a:lnTo>
                <a:lnTo>
                  <a:pt x="2269301" y="803364"/>
                </a:lnTo>
                <a:lnTo>
                  <a:pt x="2244065" y="852440"/>
                </a:lnTo>
                <a:lnTo>
                  <a:pt x="2212282" y="899832"/>
                </a:lnTo>
                <a:lnTo>
                  <a:pt x="2174248" y="945374"/>
                </a:lnTo>
                <a:lnTo>
                  <a:pt x="2130260" y="988900"/>
                </a:lnTo>
                <a:lnTo>
                  <a:pt x="2080613" y="1030242"/>
                </a:lnTo>
                <a:lnTo>
                  <a:pt x="2025605" y="1069234"/>
                </a:lnTo>
                <a:lnTo>
                  <a:pt x="1965531" y="1105709"/>
                </a:lnTo>
                <a:lnTo>
                  <a:pt x="1900688" y="1139501"/>
                </a:lnTo>
                <a:lnTo>
                  <a:pt x="1831372" y="1170444"/>
                </a:lnTo>
                <a:lnTo>
                  <a:pt x="1757880" y="1198370"/>
                </a:lnTo>
                <a:lnTo>
                  <a:pt x="1680507" y="1223113"/>
                </a:lnTo>
                <a:lnTo>
                  <a:pt x="1599551" y="1244506"/>
                </a:lnTo>
                <a:lnTo>
                  <a:pt x="1515307" y="1262384"/>
                </a:lnTo>
                <a:lnTo>
                  <a:pt x="1428071" y="1276578"/>
                </a:lnTo>
                <a:lnTo>
                  <a:pt x="1338141" y="1286923"/>
                </a:lnTo>
                <a:lnTo>
                  <a:pt x="1245812" y="1293253"/>
                </a:lnTo>
                <a:lnTo>
                  <a:pt x="1151382" y="1295400"/>
                </a:lnTo>
                <a:lnTo>
                  <a:pt x="1056951" y="1293253"/>
                </a:lnTo>
                <a:lnTo>
                  <a:pt x="964622" y="1286923"/>
                </a:lnTo>
                <a:lnTo>
                  <a:pt x="874692" y="1276578"/>
                </a:lnTo>
                <a:lnTo>
                  <a:pt x="787456" y="1262384"/>
                </a:lnTo>
                <a:lnTo>
                  <a:pt x="703212" y="1244506"/>
                </a:lnTo>
                <a:lnTo>
                  <a:pt x="622256" y="1223113"/>
                </a:lnTo>
                <a:lnTo>
                  <a:pt x="544883" y="1198370"/>
                </a:lnTo>
                <a:lnTo>
                  <a:pt x="471391" y="1170444"/>
                </a:lnTo>
                <a:lnTo>
                  <a:pt x="402075" y="1139501"/>
                </a:lnTo>
                <a:lnTo>
                  <a:pt x="337232" y="1105709"/>
                </a:lnTo>
                <a:lnTo>
                  <a:pt x="277158" y="1069234"/>
                </a:lnTo>
                <a:lnTo>
                  <a:pt x="222150" y="1030242"/>
                </a:lnTo>
                <a:lnTo>
                  <a:pt x="172503" y="988900"/>
                </a:lnTo>
                <a:lnTo>
                  <a:pt x="128515" y="945374"/>
                </a:lnTo>
                <a:lnTo>
                  <a:pt x="90481" y="899832"/>
                </a:lnTo>
                <a:lnTo>
                  <a:pt x="58698" y="852440"/>
                </a:lnTo>
                <a:lnTo>
                  <a:pt x="33462" y="803364"/>
                </a:lnTo>
                <a:lnTo>
                  <a:pt x="15069" y="752771"/>
                </a:lnTo>
                <a:lnTo>
                  <a:pt x="3816" y="700827"/>
                </a:lnTo>
                <a:lnTo>
                  <a:pt x="0" y="6477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29350" y="2710433"/>
            <a:ext cx="2303145" cy="1295400"/>
          </a:xfrm>
          <a:custGeom>
            <a:avLst/>
            <a:gdLst/>
            <a:ahLst/>
            <a:cxnLst/>
            <a:rect l="l" t="t" r="r" b="b"/>
            <a:pathLst>
              <a:path w="2303145" h="1295400">
                <a:moveTo>
                  <a:pt x="0" y="647700"/>
                </a:moveTo>
                <a:lnTo>
                  <a:pt x="3816" y="594572"/>
                </a:lnTo>
                <a:lnTo>
                  <a:pt x="15069" y="542628"/>
                </a:lnTo>
                <a:lnTo>
                  <a:pt x="33462" y="492035"/>
                </a:lnTo>
                <a:lnTo>
                  <a:pt x="58698" y="442959"/>
                </a:lnTo>
                <a:lnTo>
                  <a:pt x="90481" y="395567"/>
                </a:lnTo>
                <a:lnTo>
                  <a:pt x="128515" y="350025"/>
                </a:lnTo>
                <a:lnTo>
                  <a:pt x="172503" y="306499"/>
                </a:lnTo>
                <a:lnTo>
                  <a:pt x="222150" y="265157"/>
                </a:lnTo>
                <a:lnTo>
                  <a:pt x="277158" y="226165"/>
                </a:lnTo>
                <a:lnTo>
                  <a:pt x="337232" y="189690"/>
                </a:lnTo>
                <a:lnTo>
                  <a:pt x="402075" y="155898"/>
                </a:lnTo>
                <a:lnTo>
                  <a:pt x="471391" y="124955"/>
                </a:lnTo>
                <a:lnTo>
                  <a:pt x="544883" y="97029"/>
                </a:lnTo>
                <a:lnTo>
                  <a:pt x="622256" y="72286"/>
                </a:lnTo>
                <a:lnTo>
                  <a:pt x="703212" y="50893"/>
                </a:lnTo>
                <a:lnTo>
                  <a:pt x="787456" y="33015"/>
                </a:lnTo>
                <a:lnTo>
                  <a:pt x="874692" y="18821"/>
                </a:lnTo>
                <a:lnTo>
                  <a:pt x="964622" y="8476"/>
                </a:lnTo>
                <a:lnTo>
                  <a:pt x="1056951" y="2146"/>
                </a:lnTo>
                <a:lnTo>
                  <a:pt x="1151382" y="0"/>
                </a:lnTo>
                <a:lnTo>
                  <a:pt x="1245812" y="2146"/>
                </a:lnTo>
                <a:lnTo>
                  <a:pt x="1338141" y="8476"/>
                </a:lnTo>
                <a:lnTo>
                  <a:pt x="1428071" y="18821"/>
                </a:lnTo>
                <a:lnTo>
                  <a:pt x="1515307" y="33015"/>
                </a:lnTo>
                <a:lnTo>
                  <a:pt x="1599551" y="50893"/>
                </a:lnTo>
                <a:lnTo>
                  <a:pt x="1680507" y="72286"/>
                </a:lnTo>
                <a:lnTo>
                  <a:pt x="1757880" y="97029"/>
                </a:lnTo>
                <a:lnTo>
                  <a:pt x="1831372" y="124955"/>
                </a:lnTo>
                <a:lnTo>
                  <a:pt x="1900688" y="155898"/>
                </a:lnTo>
                <a:lnTo>
                  <a:pt x="1965531" y="189690"/>
                </a:lnTo>
                <a:lnTo>
                  <a:pt x="2025605" y="226165"/>
                </a:lnTo>
                <a:lnTo>
                  <a:pt x="2080613" y="265157"/>
                </a:lnTo>
                <a:lnTo>
                  <a:pt x="2130260" y="306499"/>
                </a:lnTo>
                <a:lnTo>
                  <a:pt x="2174248" y="350025"/>
                </a:lnTo>
                <a:lnTo>
                  <a:pt x="2212282" y="395567"/>
                </a:lnTo>
                <a:lnTo>
                  <a:pt x="2244065" y="442959"/>
                </a:lnTo>
                <a:lnTo>
                  <a:pt x="2269301" y="492035"/>
                </a:lnTo>
                <a:lnTo>
                  <a:pt x="2287694" y="542628"/>
                </a:lnTo>
                <a:lnTo>
                  <a:pt x="2298947" y="594572"/>
                </a:lnTo>
                <a:lnTo>
                  <a:pt x="2302764" y="647700"/>
                </a:lnTo>
                <a:lnTo>
                  <a:pt x="2298947" y="700827"/>
                </a:lnTo>
                <a:lnTo>
                  <a:pt x="2287694" y="752771"/>
                </a:lnTo>
                <a:lnTo>
                  <a:pt x="2269301" y="803364"/>
                </a:lnTo>
                <a:lnTo>
                  <a:pt x="2244065" y="852440"/>
                </a:lnTo>
                <a:lnTo>
                  <a:pt x="2212282" y="899832"/>
                </a:lnTo>
                <a:lnTo>
                  <a:pt x="2174248" y="945374"/>
                </a:lnTo>
                <a:lnTo>
                  <a:pt x="2130260" y="988900"/>
                </a:lnTo>
                <a:lnTo>
                  <a:pt x="2080613" y="1030242"/>
                </a:lnTo>
                <a:lnTo>
                  <a:pt x="2025605" y="1069234"/>
                </a:lnTo>
                <a:lnTo>
                  <a:pt x="1965531" y="1105709"/>
                </a:lnTo>
                <a:lnTo>
                  <a:pt x="1900688" y="1139501"/>
                </a:lnTo>
                <a:lnTo>
                  <a:pt x="1831372" y="1170444"/>
                </a:lnTo>
                <a:lnTo>
                  <a:pt x="1757880" y="1198370"/>
                </a:lnTo>
                <a:lnTo>
                  <a:pt x="1680507" y="1223113"/>
                </a:lnTo>
                <a:lnTo>
                  <a:pt x="1599551" y="1244506"/>
                </a:lnTo>
                <a:lnTo>
                  <a:pt x="1515307" y="1262384"/>
                </a:lnTo>
                <a:lnTo>
                  <a:pt x="1428071" y="1276578"/>
                </a:lnTo>
                <a:lnTo>
                  <a:pt x="1338141" y="1286923"/>
                </a:lnTo>
                <a:lnTo>
                  <a:pt x="1245812" y="1293253"/>
                </a:lnTo>
                <a:lnTo>
                  <a:pt x="1151382" y="1295400"/>
                </a:lnTo>
                <a:lnTo>
                  <a:pt x="1056951" y="1293253"/>
                </a:lnTo>
                <a:lnTo>
                  <a:pt x="964622" y="1286923"/>
                </a:lnTo>
                <a:lnTo>
                  <a:pt x="874692" y="1276578"/>
                </a:lnTo>
                <a:lnTo>
                  <a:pt x="787456" y="1262384"/>
                </a:lnTo>
                <a:lnTo>
                  <a:pt x="703212" y="1244506"/>
                </a:lnTo>
                <a:lnTo>
                  <a:pt x="622256" y="1223113"/>
                </a:lnTo>
                <a:lnTo>
                  <a:pt x="544883" y="1198370"/>
                </a:lnTo>
                <a:lnTo>
                  <a:pt x="471391" y="1170444"/>
                </a:lnTo>
                <a:lnTo>
                  <a:pt x="402075" y="1139501"/>
                </a:lnTo>
                <a:lnTo>
                  <a:pt x="337232" y="1105709"/>
                </a:lnTo>
                <a:lnTo>
                  <a:pt x="277158" y="1069234"/>
                </a:lnTo>
                <a:lnTo>
                  <a:pt x="222150" y="1030242"/>
                </a:lnTo>
                <a:lnTo>
                  <a:pt x="172503" y="988900"/>
                </a:lnTo>
                <a:lnTo>
                  <a:pt x="128515" y="945374"/>
                </a:lnTo>
                <a:lnTo>
                  <a:pt x="90481" y="899832"/>
                </a:lnTo>
                <a:lnTo>
                  <a:pt x="58698" y="852440"/>
                </a:lnTo>
                <a:lnTo>
                  <a:pt x="33462" y="803364"/>
                </a:lnTo>
                <a:lnTo>
                  <a:pt x="15069" y="752771"/>
                </a:lnTo>
                <a:lnTo>
                  <a:pt x="3816" y="700827"/>
                </a:lnTo>
                <a:lnTo>
                  <a:pt x="0" y="6477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35502" y="3646170"/>
            <a:ext cx="2306320" cy="1297305"/>
          </a:xfrm>
          <a:custGeom>
            <a:avLst/>
            <a:gdLst/>
            <a:ahLst/>
            <a:cxnLst/>
            <a:rect l="l" t="t" r="r" b="b"/>
            <a:pathLst>
              <a:path w="2306320" h="1297304">
                <a:moveTo>
                  <a:pt x="0" y="648461"/>
                </a:moveTo>
                <a:lnTo>
                  <a:pt x="3821" y="595277"/>
                </a:lnTo>
                <a:lnTo>
                  <a:pt x="15088" y="543277"/>
                </a:lnTo>
                <a:lnTo>
                  <a:pt x="33503" y="492627"/>
                </a:lnTo>
                <a:lnTo>
                  <a:pt x="58771" y="443496"/>
                </a:lnTo>
                <a:lnTo>
                  <a:pt x="90594" y="396049"/>
                </a:lnTo>
                <a:lnTo>
                  <a:pt x="128676" y="350454"/>
                </a:lnTo>
                <a:lnTo>
                  <a:pt x="172720" y="306877"/>
                </a:lnTo>
                <a:lnTo>
                  <a:pt x="222430" y="265486"/>
                </a:lnTo>
                <a:lnTo>
                  <a:pt x="277509" y="226448"/>
                </a:lnTo>
                <a:lnTo>
                  <a:pt x="337661" y="189928"/>
                </a:lnTo>
                <a:lnTo>
                  <a:pt x="402588" y="156094"/>
                </a:lnTo>
                <a:lnTo>
                  <a:pt x="471994" y="125114"/>
                </a:lnTo>
                <a:lnTo>
                  <a:pt x="545584" y="97153"/>
                </a:lnTo>
                <a:lnTo>
                  <a:pt x="623059" y="72379"/>
                </a:lnTo>
                <a:lnTo>
                  <a:pt x="704123" y="50958"/>
                </a:lnTo>
                <a:lnTo>
                  <a:pt x="788481" y="33058"/>
                </a:lnTo>
                <a:lnTo>
                  <a:pt x="875834" y="18845"/>
                </a:lnTo>
                <a:lnTo>
                  <a:pt x="965887" y="8487"/>
                </a:lnTo>
                <a:lnTo>
                  <a:pt x="1058343" y="2149"/>
                </a:lnTo>
                <a:lnTo>
                  <a:pt x="1152906" y="0"/>
                </a:lnTo>
                <a:lnTo>
                  <a:pt x="1247468" y="2149"/>
                </a:lnTo>
                <a:lnTo>
                  <a:pt x="1339924" y="8487"/>
                </a:lnTo>
                <a:lnTo>
                  <a:pt x="1429977" y="18845"/>
                </a:lnTo>
                <a:lnTo>
                  <a:pt x="1517330" y="33058"/>
                </a:lnTo>
                <a:lnTo>
                  <a:pt x="1601688" y="50958"/>
                </a:lnTo>
                <a:lnTo>
                  <a:pt x="1682752" y="72379"/>
                </a:lnTo>
                <a:lnTo>
                  <a:pt x="1760227" y="97153"/>
                </a:lnTo>
                <a:lnTo>
                  <a:pt x="1833817" y="125114"/>
                </a:lnTo>
                <a:lnTo>
                  <a:pt x="1903223" y="156094"/>
                </a:lnTo>
                <a:lnTo>
                  <a:pt x="1968150" y="189928"/>
                </a:lnTo>
                <a:lnTo>
                  <a:pt x="2028302" y="226448"/>
                </a:lnTo>
                <a:lnTo>
                  <a:pt x="2083381" y="265486"/>
                </a:lnTo>
                <a:lnTo>
                  <a:pt x="2133091" y="306877"/>
                </a:lnTo>
                <a:lnTo>
                  <a:pt x="2177135" y="350454"/>
                </a:lnTo>
                <a:lnTo>
                  <a:pt x="2215217" y="396049"/>
                </a:lnTo>
                <a:lnTo>
                  <a:pt x="2247040" y="443496"/>
                </a:lnTo>
                <a:lnTo>
                  <a:pt x="2272308" y="492627"/>
                </a:lnTo>
                <a:lnTo>
                  <a:pt x="2290723" y="543277"/>
                </a:lnTo>
                <a:lnTo>
                  <a:pt x="2301990" y="595277"/>
                </a:lnTo>
                <a:lnTo>
                  <a:pt x="2305812" y="648461"/>
                </a:lnTo>
                <a:lnTo>
                  <a:pt x="2301990" y="701646"/>
                </a:lnTo>
                <a:lnTo>
                  <a:pt x="2290723" y="753646"/>
                </a:lnTo>
                <a:lnTo>
                  <a:pt x="2272308" y="804296"/>
                </a:lnTo>
                <a:lnTo>
                  <a:pt x="2247040" y="853427"/>
                </a:lnTo>
                <a:lnTo>
                  <a:pt x="2215217" y="900874"/>
                </a:lnTo>
                <a:lnTo>
                  <a:pt x="2177135" y="946469"/>
                </a:lnTo>
                <a:lnTo>
                  <a:pt x="2133091" y="990046"/>
                </a:lnTo>
                <a:lnTo>
                  <a:pt x="2083381" y="1031437"/>
                </a:lnTo>
                <a:lnTo>
                  <a:pt x="2028302" y="1070475"/>
                </a:lnTo>
                <a:lnTo>
                  <a:pt x="1968150" y="1106995"/>
                </a:lnTo>
                <a:lnTo>
                  <a:pt x="1903223" y="1140829"/>
                </a:lnTo>
                <a:lnTo>
                  <a:pt x="1833817" y="1171809"/>
                </a:lnTo>
                <a:lnTo>
                  <a:pt x="1760227" y="1199770"/>
                </a:lnTo>
                <a:lnTo>
                  <a:pt x="1682752" y="1224544"/>
                </a:lnTo>
                <a:lnTo>
                  <a:pt x="1601688" y="1245965"/>
                </a:lnTo>
                <a:lnTo>
                  <a:pt x="1517330" y="1263865"/>
                </a:lnTo>
                <a:lnTo>
                  <a:pt x="1429977" y="1278078"/>
                </a:lnTo>
                <a:lnTo>
                  <a:pt x="1339924" y="1288436"/>
                </a:lnTo>
                <a:lnTo>
                  <a:pt x="1247468" y="1294774"/>
                </a:lnTo>
                <a:lnTo>
                  <a:pt x="1152906" y="1296923"/>
                </a:lnTo>
                <a:lnTo>
                  <a:pt x="1058343" y="1294774"/>
                </a:lnTo>
                <a:lnTo>
                  <a:pt x="965887" y="1288436"/>
                </a:lnTo>
                <a:lnTo>
                  <a:pt x="875834" y="1278078"/>
                </a:lnTo>
                <a:lnTo>
                  <a:pt x="788481" y="1263865"/>
                </a:lnTo>
                <a:lnTo>
                  <a:pt x="704123" y="1245965"/>
                </a:lnTo>
                <a:lnTo>
                  <a:pt x="623059" y="1224544"/>
                </a:lnTo>
                <a:lnTo>
                  <a:pt x="545584" y="1199770"/>
                </a:lnTo>
                <a:lnTo>
                  <a:pt x="471994" y="1171809"/>
                </a:lnTo>
                <a:lnTo>
                  <a:pt x="402588" y="1140829"/>
                </a:lnTo>
                <a:lnTo>
                  <a:pt x="337661" y="1106995"/>
                </a:lnTo>
                <a:lnTo>
                  <a:pt x="277509" y="1070475"/>
                </a:lnTo>
                <a:lnTo>
                  <a:pt x="222430" y="1031437"/>
                </a:lnTo>
                <a:lnTo>
                  <a:pt x="172720" y="990046"/>
                </a:lnTo>
                <a:lnTo>
                  <a:pt x="128676" y="946469"/>
                </a:lnTo>
                <a:lnTo>
                  <a:pt x="90594" y="900874"/>
                </a:lnTo>
                <a:lnTo>
                  <a:pt x="58771" y="853427"/>
                </a:lnTo>
                <a:lnTo>
                  <a:pt x="33503" y="804296"/>
                </a:lnTo>
                <a:lnTo>
                  <a:pt x="15088" y="753646"/>
                </a:lnTo>
                <a:lnTo>
                  <a:pt x="3821" y="701646"/>
                </a:lnTo>
                <a:lnTo>
                  <a:pt x="0" y="648461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36870" y="4798314"/>
            <a:ext cx="3133725" cy="1295400"/>
          </a:xfrm>
          <a:custGeom>
            <a:avLst/>
            <a:gdLst/>
            <a:ahLst/>
            <a:cxnLst/>
            <a:rect l="l" t="t" r="r" b="b"/>
            <a:pathLst>
              <a:path w="3133725" h="1295400">
                <a:moveTo>
                  <a:pt x="1566672" y="0"/>
                </a:moveTo>
                <a:lnTo>
                  <a:pt x="1438180" y="2146"/>
                </a:lnTo>
                <a:lnTo>
                  <a:pt x="1312549" y="8476"/>
                </a:lnTo>
                <a:lnTo>
                  <a:pt x="1190181" y="18821"/>
                </a:lnTo>
                <a:lnTo>
                  <a:pt x="1071481" y="33015"/>
                </a:lnTo>
                <a:lnTo>
                  <a:pt x="956851" y="50893"/>
                </a:lnTo>
                <a:lnTo>
                  <a:pt x="846695" y="72286"/>
                </a:lnTo>
                <a:lnTo>
                  <a:pt x="741415" y="97029"/>
                </a:lnTo>
                <a:lnTo>
                  <a:pt x="641415" y="124955"/>
                </a:lnTo>
                <a:lnTo>
                  <a:pt x="547097" y="155898"/>
                </a:lnTo>
                <a:lnTo>
                  <a:pt x="458866" y="189690"/>
                </a:lnTo>
                <a:lnTo>
                  <a:pt x="377125" y="226165"/>
                </a:lnTo>
                <a:lnTo>
                  <a:pt x="302276" y="265157"/>
                </a:lnTo>
                <a:lnTo>
                  <a:pt x="234723" y="306499"/>
                </a:lnTo>
                <a:lnTo>
                  <a:pt x="174868" y="350025"/>
                </a:lnTo>
                <a:lnTo>
                  <a:pt x="123116" y="395567"/>
                </a:lnTo>
                <a:lnTo>
                  <a:pt x="79869" y="442959"/>
                </a:lnTo>
                <a:lnTo>
                  <a:pt x="45531" y="492035"/>
                </a:lnTo>
                <a:lnTo>
                  <a:pt x="20505" y="542628"/>
                </a:lnTo>
                <a:lnTo>
                  <a:pt x="5193" y="594572"/>
                </a:lnTo>
                <a:lnTo>
                  <a:pt x="0" y="647700"/>
                </a:lnTo>
                <a:lnTo>
                  <a:pt x="5193" y="700820"/>
                </a:lnTo>
                <a:lnTo>
                  <a:pt x="20505" y="752758"/>
                </a:lnTo>
                <a:lnTo>
                  <a:pt x="45531" y="803347"/>
                </a:lnTo>
                <a:lnTo>
                  <a:pt x="79869" y="852420"/>
                </a:lnTo>
                <a:lnTo>
                  <a:pt x="123116" y="899811"/>
                </a:lnTo>
                <a:lnTo>
                  <a:pt x="174868" y="945352"/>
                </a:lnTo>
                <a:lnTo>
                  <a:pt x="234723" y="988877"/>
                </a:lnTo>
                <a:lnTo>
                  <a:pt x="302276" y="1030220"/>
                </a:lnTo>
                <a:lnTo>
                  <a:pt x="377125" y="1069213"/>
                </a:lnTo>
                <a:lnTo>
                  <a:pt x="458866" y="1105690"/>
                </a:lnTo>
                <a:lnTo>
                  <a:pt x="547097" y="1139484"/>
                </a:lnTo>
                <a:lnTo>
                  <a:pt x="641415" y="1170429"/>
                </a:lnTo>
                <a:lnTo>
                  <a:pt x="741415" y="1198358"/>
                </a:lnTo>
                <a:lnTo>
                  <a:pt x="846695" y="1223103"/>
                </a:lnTo>
                <a:lnTo>
                  <a:pt x="956851" y="1244499"/>
                </a:lnTo>
                <a:lnTo>
                  <a:pt x="1071481" y="1262379"/>
                </a:lnTo>
                <a:lnTo>
                  <a:pt x="1190181" y="1276575"/>
                </a:lnTo>
                <a:lnTo>
                  <a:pt x="1312549" y="1286922"/>
                </a:lnTo>
                <a:lnTo>
                  <a:pt x="1438180" y="1293252"/>
                </a:lnTo>
                <a:lnTo>
                  <a:pt x="1566672" y="1295400"/>
                </a:lnTo>
                <a:lnTo>
                  <a:pt x="1695163" y="1293252"/>
                </a:lnTo>
                <a:lnTo>
                  <a:pt x="1820794" y="1286922"/>
                </a:lnTo>
                <a:lnTo>
                  <a:pt x="1943162" y="1276575"/>
                </a:lnTo>
                <a:lnTo>
                  <a:pt x="2061862" y="1262379"/>
                </a:lnTo>
                <a:lnTo>
                  <a:pt x="2176492" y="1244499"/>
                </a:lnTo>
                <a:lnTo>
                  <a:pt x="2286648" y="1223103"/>
                </a:lnTo>
                <a:lnTo>
                  <a:pt x="2391928" y="1198358"/>
                </a:lnTo>
                <a:lnTo>
                  <a:pt x="2491928" y="1170429"/>
                </a:lnTo>
                <a:lnTo>
                  <a:pt x="2586246" y="1139484"/>
                </a:lnTo>
                <a:lnTo>
                  <a:pt x="2674477" y="1105690"/>
                </a:lnTo>
                <a:lnTo>
                  <a:pt x="2756218" y="1069213"/>
                </a:lnTo>
                <a:lnTo>
                  <a:pt x="2831067" y="1030220"/>
                </a:lnTo>
                <a:lnTo>
                  <a:pt x="2898620" y="988877"/>
                </a:lnTo>
                <a:lnTo>
                  <a:pt x="2958475" y="945352"/>
                </a:lnTo>
                <a:lnTo>
                  <a:pt x="3010227" y="899811"/>
                </a:lnTo>
                <a:lnTo>
                  <a:pt x="3053474" y="852420"/>
                </a:lnTo>
                <a:lnTo>
                  <a:pt x="3087812" y="803347"/>
                </a:lnTo>
                <a:lnTo>
                  <a:pt x="3112838" y="752758"/>
                </a:lnTo>
                <a:lnTo>
                  <a:pt x="3128150" y="700820"/>
                </a:lnTo>
                <a:lnTo>
                  <a:pt x="3133344" y="647700"/>
                </a:lnTo>
                <a:lnTo>
                  <a:pt x="3128150" y="594572"/>
                </a:lnTo>
                <a:lnTo>
                  <a:pt x="3112838" y="542628"/>
                </a:lnTo>
                <a:lnTo>
                  <a:pt x="3087812" y="492035"/>
                </a:lnTo>
                <a:lnTo>
                  <a:pt x="3053474" y="442959"/>
                </a:lnTo>
                <a:lnTo>
                  <a:pt x="3010227" y="395567"/>
                </a:lnTo>
                <a:lnTo>
                  <a:pt x="2958475" y="350025"/>
                </a:lnTo>
                <a:lnTo>
                  <a:pt x="2898620" y="306499"/>
                </a:lnTo>
                <a:lnTo>
                  <a:pt x="2831067" y="265157"/>
                </a:lnTo>
                <a:lnTo>
                  <a:pt x="2756218" y="226165"/>
                </a:lnTo>
                <a:lnTo>
                  <a:pt x="2674477" y="189690"/>
                </a:lnTo>
                <a:lnTo>
                  <a:pt x="2586246" y="155898"/>
                </a:lnTo>
                <a:lnTo>
                  <a:pt x="2491928" y="124955"/>
                </a:lnTo>
                <a:lnTo>
                  <a:pt x="2391928" y="97029"/>
                </a:lnTo>
                <a:lnTo>
                  <a:pt x="2286648" y="72286"/>
                </a:lnTo>
                <a:lnTo>
                  <a:pt x="2176492" y="50893"/>
                </a:lnTo>
                <a:lnTo>
                  <a:pt x="2061862" y="33015"/>
                </a:lnTo>
                <a:lnTo>
                  <a:pt x="1943162" y="18821"/>
                </a:lnTo>
                <a:lnTo>
                  <a:pt x="1820794" y="8476"/>
                </a:lnTo>
                <a:lnTo>
                  <a:pt x="1695163" y="2146"/>
                </a:lnTo>
                <a:lnTo>
                  <a:pt x="15666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36870" y="4798314"/>
            <a:ext cx="3133725" cy="1295400"/>
          </a:xfrm>
          <a:custGeom>
            <a:avLst/>
            <a:gdLst/>
            <a:ahLst/>
            <a:cxnLst/>
            <a:rect l="l" t="t" r="r" b="b"/>
            <a:pathLst>
              <a:path w="3133725" h="1295400">
                <a:moveTo>
                  <a:pt x="0" y="647700"/>
                </a:moveTo>
                <a:lnTo>
                  <a:pt x="5193" y="594572"/>
                </a:lnTo>
                <a:lnTo>
                  <a:pt x="20505" y="542628"/>
                </a:lnTo>
                <a:lnTo>
                  <a:pt x="45531" y="492035"/>
                </a:lnTo>
                <a:lnTo>
                  <a:pt x="79869" y="442959"/>
                </a:lnTo>
                <a:lnTo>
                  <a:pt x="123116" y="395567"/>
                </a:lnTo>
                <a:lnTo>
                  <a:pt x="174868" y="350025"/>
                </a:lnTo>
                <a:lnTo>
                  <a:pt x="234723" y="306499"/>
                </a:lnTo>
                <a:lnTo>
                  <a:pt x="302276" y="265157"/>
                </a:lnTo>
                <a:lnTo>
                  <a:pt x="377125" y="226165"/>
                </a:lnTo>
                <a:lnTo>
                  <a:pt x="458866" y="189690"/>
                </a:lnTo>
                <a:lnTo>
                  <a:pt x="547097" y="155898"/>
                </a:lnTo>
                <a:lnTo>
                  <a:pt x="641415" y="124955"/>
                </a:lnTo>
                <a:lnTo>
                  <a:pt x="741415" y="97029"/>
                </a:lnTo>
                <a:lnTo>
                  <a:pt x="846695" y="72286"/>
                </a:lnTo>
                <a:lnTo>
                  <a:pt x="956851" y="50893"/>
                </a:lnTo>
                <a:lnTo>
                  <a:pt x="1071481" y="33015"/>
                </a:lnTo>
                <a:lnTo>
                  <a:pt x="1190181" y="18821"/>
                </a:lnTo>
                <a:lnTo>
                  <a:pt x="1312549" y="8476"/>
                </a:lnTo>
                <a:lnTo>
                  <a:pt x="1438180" y="2146"/>
                </a:lnTo>
                <a:lnTo>
                  <a:pt x="1566672" y="0"/>
                </a:lnTo>
                <a:lnTo>
                  <a:pt x="1695163" y="2146"/>
                </a:lnTo>
                <a:lnTo>
                  <a:pt x="1820794" y="8476"/>
                </a:lnTo>
                <a:lnTo>
                  <a:pt x="1943162" y="18821"/>
                </a:lnTo>
                <a:lnTo>
                  <a:pt x="2061862" y="33015"/>
                </a:lnTo>
                <a:lnTo>
                  <a:pt x="2176492" y="50893"/>
                </a:lnTo>
                <a:lnTo>
                  <a:pt x="2286648" y="72286"/>
                </a:lnTo>
                <a:lnTo>
                  <a:pt x="2391928" y="97029"/>
                </a:lnTo>
                <a:lnTo>
                  <a:pt x="2491928" y="124955"/>
                </a:lnTo>
                <a:lnTo>
                  <a:pt x="2586246" y="155898"/>
                </a:lnTo>
                <a:lnTo>
                  <a:pt x="2674477" y="189690"/>
                </a:lnTo>
                <a:lnTo>
                  <a:pt x="2756218" y="226165"/>
                </a:lnTo>
                <a:lnTo>
                  <a:pt x="2831067" y="265157"/>
                </a:lnTo>
                <a:lnTo>
                  <a:pt x="2898620" y="306499"/>
                </a:lnTo>
                <a:lnTo>
                  <a:pt x="2958475" y="350025"/>
                </a:lnTo>
                <a:lnTo>
                  <a:pt x="3010227" y="395567"/>
                </a:lnTo>
                <a:lnTo>
                  <a:pt x="3053474" y="442959"/>
                </a:lnTo>
                <a:lnTo>
                  <a:pt x="3087812" y="492035"/>
                </a:lnTo>
                <a:lnTo>
                  <a:pt x="3112838" y="542628"/>
                </a:lnTo>
                <a:lnTo>
                  <a:pt x="3128150" y="594572"/>
                </a:lnTo>
                <a:lnTo>
                  <a:pt x="3133344" y="647700"/>
                </a:lnTo>
                <a:lnTo>
                  <a:pt x="3128150" y="700820"/>
                </a:lnTo>
                <a:lnTo>
                  <a:pt x="3112838" y="752758"/>
                </a:lnTo>
                <a:lnTo>
                  <a:pt x="3087812" y="803347"/>
                </a:lnTo>
                <a:lnTo>
                  <a:pt x="3053474" y="852420"/>
                </a:lnTo>
                <a:lnTo>
                  <a:pt x="3010227" y="899811"/>
                </a:lnTo>
                <a:lnTo>
                  <a:pt x="2958475" y="945352"/>
                </a:lnTo>
                <a:lnTo>
                  <a:pt x="2898620" y="988877"/>
                </a:lnTo>
                <a:lnTo>
                  <a:pt x="2831067" y="1030220"/>
                </a:lnTo>
                <a:lnTo>
                  <a:pt x="2756218" y="1069213"/>
                </a:lnTo>
                <a:lnTo>
                  <a:pt x="2674477" y="1105690"/>
                </a:lnTo>
                <a:lnTo>
                  <a:pt x="2586246" y="1139484"/>
                </a:lnTo>
                <a:lnTo>
                  <a:pt x="2491928" y="1170429"/>
                </a:lnTo>
                <a:lnTo>
                  <a:pt x="2391928" y="1198358"/>
                </a:lnTo>
                <a:lnTo>
                  <a:pt x="2286648" y="1223103"/>
                </a:lnTo>
                <a:lnTo>
                  <a:pt x="2176492" y="1244499"/>
                </a:lnTo>
                <a:lnTo>
                  <a:pt x="2061862" y="1262379"/>
                </a:lnTo>
                <a:lnTo>
                  <a:pt x="1943162" y="1276575"/>
                </a:lnTo>
                <a:lnTo>
                  <a:pt x="1820794" y="1286922"/>
                </a:lnTo>
                <a:lnTo>
                  <a:pt x="1695163" y="1293252"/>
                </a:lnTo>
                <a:lnTo>
                  <a:pt x="1566672" y="1295400"/>
                </a:lnTo>
                <a:lnTo>
                  <a:pt x="1438180" y="1293252"/>
                </a:lnTo>
                <a:lnTo>
                  <a:pt x="1312549" y="1286922"/>
                </a:lnTo>
                <a:lnTo>
                  <a:pt x="1190181" y="1276575"/>
                </a:lnTo>
                <a:lnTo>
                  <a:pt x="1071481" y="1262379"/>
                </a:lnTo>
                <a:lnTo>
                  <a:pt x="956851" y="1244499"/>
                </a:lnTo>
                <a:lnTo>
                  <a:pt x="846695" y="1223103"/>
                </a:lnTo>
                <a:lnTo>
                  <a:pt x="741415" y="1198358"/>
                </a:lnTo>
                <a:lnTo>
                  <a:pt x="641415" y="1170429"/>
                </a:lnTo>
                <a:lnTo>
                  <a:pt x="547097" y="1139484"/>
                </a:lnTo>
                <a:lnTo>
                  <a:pt x="458866" y="1105690"/>
                </a:lnTo>
                <a:lnTo>
                  <a:pt x="377125" y="1069213"/>
                </a:lnTo>
                <a:lnTo>
                  <a:pt x="302276" y="1030220"/>
                </a:lnTo>
                <a:lnTo>
                  <a:pt x="234723" y="988877"/>
                </a:lnTo>
                <a:lnTo>
                  <a:pt x="174868" y="945352"/>
                </a:lnTo>
                <a:lnTo>
                  <a:pt x="123116" y="899811"/>
                </a:lnTo>
                <a:lnTo>
                  <a:pt x="79869" y="852420"/>
                </a:lnTo>
                <a:lnTo>
                  <a:pt x="45531" y="803347"/>
                </a:lnTo>
                <a:lnTo>
                  <a:pt x="20505" y="752758"/>
                </a:lnTo>
                <a:lnTo>
                  <a:pt x="5193" y="700820"/>
                </a:lnTo>
                <a:lnTo>
                  <a:pt x="0" y="6477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63746" y="2333949"/>
            <a:ext cx="3996690" cy="3439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97480" indent="2540" algn="just">
              <a:lnSpc>
                <a:spcPct val="100000"/>
              </a:lnSpc>
            </a:pPr>
            <a:r>
              <a:rPr sz="1400" i="1" dirty="0">
                <a:latin typeface="Verdana"/>
                <a:cs typeface="Verdana"/>
              </a:rPr>
              <a:t>Mon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problè</a:t>
            </a:r>
            <a:r>
              <a:rPr sz="1400" i="1" spc="-5" dirty="0">
                <a:latin typeface="Verdana"/>
                <a:cs typeface="Verdana"/>
              </a:rPr>
              <a:t>me </a:t>
            </a:r>
            <a:r>
              <a:rPr sz="1400" i="1" dirty="0">
                <a:latin typeface="Verdana"/>
                <a:cs typeface="Verdana"/>
              </a:rPr>
              <a:t>est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que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je n</a:t>
            </a:r>
            <a:r>
              <a:rPr sz="1400" i="1" spc="-10" dirty="0">
                <a:latin typeface="Verdana"/>
                <a:cs typeface="Verdana"/>
              </a:rPr>
              <a:t>’</a:t>
            </a:r>
            <a:r>
              <a:rPr sz="1400" i="1" dirty="0">
                <a:latin typeface="Verdana"/>
                <a:cs typeface="Verdana"/>
              </a:rPr>
              <a:t>ai </a:t>
            </a:r>
            <a:r>
              <a:rPr sz="1400" i="1" spc="-5" dirty="0">
                <a:latin typeface="Verdana"/>
                <a:cs typeface="Verdana"/>
              </a:rPr>
              <a:t>pa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de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voit</a:t>
            </a:r>
            <a:r>
              <a:rPr sz="1400" i="1" spc="-10" dirty="0">
                <a:latin typeface="Verdana"/>
                <a:cs typeface="Verdana"/>
              </a:rPr>
              <a:t>u</a:t>
            </a:r>
            <a:r>
              <a:rPr sz="1400" i="1" dirty="0">
                <a:latin typeface="Verdana"/>
                <a:cs typeface="Verdana"/>
              </a:rPr>
              <a:t>re</a:t>
            </a:r>
            <a:endParaRPr sz="1400">
              <a:latin typeface="Verdana"/>
              <a:cs typeface="Verdana"/>
            </a:endParaRPr>
          </a:p>
          <a:p>
            <a:pPr marL="2661920" marR="15240" algn="ctr">
              <a:lnSpc>
                <a:spcPct val="100000"/>
              </a:lnSpc>
              <a:spcBef>
                <a:spcPts val="625"/>
              </a:spcBef>
            </a:pPr>
            <a:r>
              <a:rPr sz="1400" i="1" dirty="0">
                <a:latin typeface="Verdana"/>
                <a:cs typeface="Verdana"/>
              </a:rPr>
              <a:t>Pourquoi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as</a:t>
            </a:r>
            <a:r>
              <a:rPr sz="1400" i="1" spc="-5" dirty="0">
                <a:latin typeface="Verdana"/>
                <a:cs typeface="Verdana"/>
              </a:rPr>
              <a:t>-tu </a:t>
            </a:r>
            <a:r>
              <a:rPr sz="1400" i="1" dirty="0">
                <a:latin typeface="Verdana"/>
                <a:cs typeface="Verdana"/>
              </a:rPr>
              <a:t>besoin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d</a:t>
            </a:r>
            <a:r>
              <a:rPr sz="1400" i="1" spc="-5" dirty="0">
                <a:latin typeface="Verdana"/>
                <a:cs typeface="Verdana"/>
              </a:rPr>
              <a:t>’</a:t>
            </a:r>
            <a:r>
              <a:rPr sz="1400" i="1" dirty="0">
                <a:latin typeface="Verdana"/>
                <a:cs typeface="Verdana"/>
              </a:rPr>
              <a:t>une voit</a:t>
            </a:r>
            <a:r>
              <a:rPr sz="1400" i="1" spc="-10" dirty="0">
                <a:latin typeface="Verdana"/>
                <a:cs typeface="Verdana"/>
              </a:rPr>
              <a:t>u</a:t>
            </a:r>
            <a:r>
              <a:rPr sz="1400" i="1" dirty="0">
                <a:latin typeface="Verdana"/>
                <a:cs typeface="Verdana"/>
              </a:rPr>
              <a:t>re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?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"/>
              </a:spcBef>
            </a:pPr>
            <a:endParaRPr sz="1300">
              <a:latin typeface="Times New Roman"/>
              <a:cs typeface="Times New Roman"/>
            </a:endParaRPr>
          </a:p>
          <a:p>
            <a:pPr marL="31750" marR="2573020" indent="-635" algn="ctr">
              <a:lnSpc>
                <a:spcPct val="100000"/>
              </a:lnSpc>
            </a:pPr>
            <a:r>
              <a:rPr sz="1400" i="1" dirty="0">
                <a:latin typeface="Verdana"/>
                <a:cs typeface="Verdana"/>
              </a:rPr>
              <a:t>Parce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que </a:t>
            </a:r>
            <a:r>
              <a:rPr sz="1400" i="1" dirty="0">
                <a:latin typeface="Verdana"/>
                <a:cs typeface="Verdana"/>
              </a:rPr>
              <a:t>j</a:t>
            </a:r>
            <a:r>
              <a:rPr sz="1400" i="1" spc="-10" dirty="0">
                <a:latin typeface="Verdana"/>
                <a:cs typeface="Verdana"/>
              </a:rPr>
              <a:t>’</a:t>
            </a:r>
            <a:r>
              <a:rPr sz="1400" i="1" dirty="0">
                <a:latin typeface="Verdana"/>
                <a:cs typeface="Verdana"/>
              </a:rPr>
              <a:t>arri</a:t>
            </a:r>
            <a:r>
              <a:rPr sz="1400" i="1" spc="-10" dirty="0">
                <a:latin typeface="Verdana"/>
                <a:cs typeface="Verdana"/>
              </a:rPr>
              <a:t>v</a:t>
            </a:r>
            <a:r>
              <a:rPr sz="1400" i="1" dirty="0">
                <a:latin typeface="Verdana"/>
                <a:cs typeface="Verdana"/>
              </a:rPr>
              <a:t>e tous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les </a:t>
            </a:r>
            <a:r>
              <a:rPr sz="1400" i="1" spc="-5" dirty="0">
                <a:latin typeface="Verdana"/>
                <a:cs typeface="Verdana"/>
              </a:rPr>
              <a:t>matin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2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en ret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rd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1350">
              <a:latin typeface="Times New Roman"/>
              <a:cs typeface="Times New Roman"/>
            </a:endParaRPr>
          </a:p>
          <a:p>
            <a:pPr marL="1894205" marR="5080" algn="ctr">
              <a:lnSpc>
                <a:spcPct val="100000"/>
              </a:lnSpc>
            </a:pPr>
            <a:r>
              <a:rPr sz="1400" i="1" spc="-5" dirty="0">
                <a:latin typeface="Verdana"/>
                <a:cs typeface="Verdana"/>
              </a:rPr>
              <a:t>E</a:t>
            </a:r>
            <a:r>
              <a:rPr sz="1400" i="1" dirty="0">
                <a:latin typeface="Verdana"/>
                <a:cs typeface="Verdana"/>
              </a:rPr>
              <a:t>t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bien,</a:t>
            </a:r>
            <a:r>
              <a:rPr sz="1400" i="1" spc="10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on</a:t>
            </a:r>
            <a:r>
              <a:rPr sz="1400" b="1" i="1" spc="-10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problè</a:t>
            </a:r>
            <a:r>
              <a:rPr sz="1400" b="1" i="1" spc="5" dirty="0">
                <a:latin typeface="Verdana"/>
                <a:cs typeface="Verdana"/>
              </a:rPr>
              <a:t>m</a:t>
            </a:r>
            <a:r>
              <a:rPr sz="1400" b="1" i="1" dirty="0">
                <a:latin typeface="Verdana"/>
                <a:cs typeface="Verdana"/>
              </a:rPr>
              <a:t>e </a:t>
            </a:r>
            <a:r>
              <a:rPr sz="1400" i="1" dirty="0">
                <a:latin typeface="Verdana"/>
                <a:cs typeface="Verdana"/>
              </a:rPr>
              <a:t>est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qu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t</a:t>
            </a:r>
            <a:r>
              <a:rPr sz="1400" i="1" dirty="0">
                <a:latin typeface="Verdana"/>
                <a:cs typeface="Verdana"/>
              </a:rPr>
              <a:t>u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en retard </a:t>
            </a:r>
            <a:r>
              <a:rPr sz="1400" i="1" spc="-5" dirty="0">
                <a:latin typeface="Verdana"/>
                <a:cs typeface="Verdana"/>
              </a:rPr>
              <a:t>tou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le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ma</a:t>
            </a:r>
            <a:r>
              <a:rPr sz="1400" i="1" spc="-10" dirty="0">
                <a:latin typeface="Verdana"/>
                <a:cs typeface="Verdana"/>
              </a:rPr>
              <a:t>t</a:t>
            </a:r>
            <a:r>
              <a:rPr sz="1400" i="1" spc="-5" dirty="0">
                <a:latin typeface="Verdana"/>
                <a:cs typeface="Verdana"/>
              </a:rPr>
              <a:t>ins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7659" y="1879079"/>
            <a:ext cx="3177413" cy="4227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2731" y="2074164"/>
            <a:ext cx="2607564" cy="3657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53063"/>
            <a:ext cx="6913245" cy="558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800" spc="-20" dirty="0">
                <a:latin typeface="Verdana"/>
                <a:cs typeface="Verdana"/>
              </a:rPr>
              <a:t>Dans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l</a:t>
            </a:r>
            <a:r>
              <a:rPr sz="2800" spc="-20" dirty="0">
                <a:latin typeface="Verdana"/>
                <a:cs typeface="Verdana"/>
              </a:rPr>
              <a:t>a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Phase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DEF</a:t>
            </a:r>
            <a:r>
              <a:rPr sz="2800" spc="-10" dirty="0">
                <a:latin typeface="Verdana"/>
                <a:cs typeface="Verdana"/>
              </a:rPr>
              <a:t>I</a:t>
            </a:r>
            <a:r>
              <a:rPr sz="2800" spc="-25" dirty="0">
                <a:latin typeface="Verdana"/>
                <a:cs typeface="Verdana"/>
              </a:rPr>
              <a:t>NI</a:t>
            </a:r>
            <a:r>
              <a:rPr sz="2800" spc="-20" dirty="0">
                <a:latin typeface="Verdana"/>
                <a:cs typeface="Verdana"/>
              </a:rPr>
              <a:t>R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i</a:t>
            </a:r>
            <a:r>
              <a:rPr sz="2800" dirty="0">
                <a:latin typeface="Verdana"/>
                <a:cs typeface="Verdana"/>
              </a:rPr>
              <a:t>l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est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-35" dirty="0">
                <a:latin typeface="Verdana"/>
                <a:cs typeface="Verdana"/>
              </a:rPr>
              <a:t>n</a:t>
            </a:r>
            <a:r>
              <a:rPr sz="2800" spc="-20" dirty="0">
                <a:latin typeface="Verdana"/>
                <a:cs typeface="Verdana"/>
              </a:rPr>
              <a:t>terdit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3128412"/>
            <a:ext cx="6818630" cy="2202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5930" indent="-44323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456565" algn="l"/>
              </a:tabLst>
            </a:pPr>
            <a:r>
              <a:rPr sz="2400" dirty="0">
                <a:latin typeface="Verdana"/>
                <a:cs typeface="Verdana"/>
              </a:rPr>
              <a:t>D’étab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de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Causes</a:t>
            </a:r>
            <a:endParaRPr sz="2400">
              <a:latin typeface="Verdana"/>
              <a:cs typeface="Verdana"/>
            </a:endParaRPr>
          </a:p>
          <a:p>
            <a:pPr marL="455930" indent="-443230">
              <a:lnSpc>
                <a:spcPct val="100000"/>
              </a:lnSpc>
              <a:spcBef>
                <a:spcPts val="144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456565" algn="l"/>
              </a:tabLst>
            </a:pPr>
            <a:r>
              <a:rPr sz="2400" spc="-20" dirty="0">
                <a:latin typeface="Verdana"/>
                <a:cs typeface="Verdana"/>
              </a:rPr>
              <a:t>De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propo</a:t>
            </a:r>
            <a:r>
              <a:rPr sz="2400" spc="-25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er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de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So</a:t>
            </a:r>
            <a:r>
              <a:rPr sz="2400" spc="-25" dirty="0">
                <a:latin typeface="Verdana"/>
                <a:cs typeface="Verdana"/>
              </a:rPr>
              <a:t>l</a:t>
            </a:r>
            <a:r>
              <a:rPr sz="2400" spc="-15" dirty="0">
                <a:latin typeface="Verdana"/>
                <a:cs typeface="Verdana"/>
              </a:rPr>
              <a:t>ut</a:t>
            </a:r>
            <a:r>
              <a:rPr sz="2400" spc="-10" dirty="0">
                <a:latin typeface="Verdana"/>
                <a:cs typeface="Verdana"/>
              </a:rPr>
              <a:t>io</a:t>
            </a:r>
            <a:r>
              <a:rPr sz="2400" spc="-15" dirty="0">
                <a:latin typeface="Verdana"/>
                <a:cs typeface="Verdana"/>
              </a:rPr>
              <a:t>ns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5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</a:pPr>
            <a:r>
              <a:rPr sz="2800" b="1" spc="-20" dirty="0">
                <a:latin typeface="Verdana"/>
                <a:cs typeface="Verdana"/>
              </a:rPr>
              <a:t>S</a:t>
            </a:r>
            <a:r>
              <a:rPr sz="2800" b="1" spc="-25" dirty="0">
                <a:latin typeface="Verdana"/>
                <a:cs typeface="Verdana"/>
              </a:rPr>
              <a:t>e</a:t>
            </a:r>
            <a:r>
              <a:rPr sz="2800" b="1" spc="-15" dirty="0">
                <a:latin typeface="Verdana"/>
                <a:cs typeface="Verdana"/>
              </a:rPr>
              <a:t>ul</a:t>
            </a:r>
            <a:r>
              <a:rPr sz="2800" b="1" spc="15" dirty="0">
                <a:latin typeface="Verdana"/>
                <a:cs typeface="Verdana"/>
              </a:rPr>
              <a:t> </a:t>
            </a:r>
            <a:r>
              <a:rPr sz="2800" b="1" spc="-15" dirty="0">
                <a:latin typeface="Verdana"/>
                <a:cs typeface="Verdana"/>
              </a:rPr>
              <a:t>le</a:t>
            </a:r>
            <a:r>
              <a:rPr sz="2800" b="1" spc="1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Pr</a:t>
            </a:r>
            <a:r>
              <a:rPr sz="2800" b="1" spc="-15" dirty="0">
                <a:latin typeface="Verdana"/>
                <a:cs typeface="Verdana"/>
              </a:rPr>
              <a:t>o</a:t>
            </a:r>
            <a:r>
              <a:rPr sz="2800" b="1" spc="-20" dirty="0">
                <a:latin typeface="Verdana"/>
                <a:cs typeface="Verdana"/>
              </a:rPr>
              <a:t>bl</a:t>
            </a:r>
            <a:r>
              <a:rPr sz="2800" b="1" spc="-10" dirty="0">
                <a:latin typeface="Verdana"/>
                <a:cs typeface="Verdana"/>
              </a:rPr>
              <a:t>è</a:t>
            </a:r>
            <a:r>
              <a:rPr sz="2800" b="1" spc="-35" dirty="0">
                <a:latin typeface="Verdana"/>
                <a:cs typeface="Verdana"/>
              </a:rPr>
              <a:t>m</a:t>
            </a:r>
            <a:r>
              <a:rPr sz="2800" b="1" spc="-20" dirty="0">
                <a:latin typeface="Verdana"/>
                <a:cs typeface="Verdana"/>
              </a:rPr>
              <a:t>e</a:t>
            </a:r>
            <a:r>
              <a:rPr sz="2800" b="1" spc="20" dirty="0">
                <a:latin typeface="Verdana"/>
                <a:cs typeface="Verdana"/>
              </a:rPr>
              <a:t> </a:t>
            </a:r>
            <a:r>
              <a:rPr sz="2800" b="1" spc="-25" dirty="0">
                <a:latin typeface="Verdana"/>
                <a:cs typeface="Verdana"/>
              </a:rPr>
              <a:t>do</a:t>
            </a:r>
            <a:r>
              <a:rPr sz="2800" b="1" spc="-5" dirty="0">
                <a:latin typeface="Verdana"/>
                <a:cs typeface="Verdana"/>
              </a:rPr>
              <a:t>i</a:t>
            </a:r>
            <a:r>
              <a:rPr sz="2800" b="1" spc="-15" dirty="0">
                <a:latin typeface="Verdana"/>
                <a:cs typeface="Verdana"/>
              </a:rPr>
              <a:t>t</a:t>
            </a:r>
            <a:r>
              <a:rPr sz="2800" b="1" spc="10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être</a:t>
            </a:r>
            <a:r>
              <a:rPr sz="2800" b="1" spc="20" dirty="0">
                <a:latin typeface="Verdana"/>
                <a:cs typeface="Verdana"/>
              </a:rPr>
              <a:t> </a:t>
            </a:r>
            <a:r>
              <a:rPr sz="2800" b="1" spc="-25" dirty="0">
                <a:latin typeface="Verdana"/>
                <a:cs typeface="Verdana"/>
              </a:rPr>
              <a:t>d</a:t>
            </a:r>
            <a:r>
              <a:rPr sz="2800" b="1" spc="-15" dirty="0">
                <a:latin typeface="Verdana"/>
                <a:cs typeface="Verdana"/>
              </a:rPr>
              <a:t>é</a:t>
            </a:r>
            <a:r>
              <a:rPr sz="2800" b="1" spc="-20" dirty="0">
                <a:latin typeface="Verdana"/>
                <a:cs typeface="Verdana"/>
              </a:rPr>
              <a:t>fini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39539" y="298603"/>
            <a:ext cx="44437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Sp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</a:t>
            </a:r>
            <a:r>
              <a:rPr sz="2000" spc="-10" dirty="0">
                <a:latin typeface="Verdana"/>
                <a:cs typeface="Verdana"/>
              </a:rPr>
              <a:t>je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59423" y="2638044"/>
            <a:ext cx="1752600" cy="1727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16040" y="3976115"/>
            <a:ext cx="2619756" cy="2621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2749" y="1047898"/>
            <a:ext cx="5659755" cy="4587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Dans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cad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</a:t>
            </a:r>
            <a:r>
              <a:rPr sz="2000" spc="-10" dirty="0">
                <a:latin typeface="Verdana"/>
                <a:cs typeface="Verdana"/>
              </a:rPr>
              <a:t>j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242570" algn="ctr">
              <a:lnSpc>
                <a:spcPct val="100000"/>
              </a:lnSpc>
              <a:spcBef>
                <a:spcPts val="2375"/>
              </a:spcBef>
            </a:pPr>
            <a:r>
              <a:rPr sz="2800" b="1" i="1" spc="-25" dirty="0">
                <a:latin typeface="Verdana"/>
                <a:cs typeface="Verdana"/>
              </a:rPr>
              <a:t>PROB</a:t>
            </a:r>
            <a:r>
              <a:rPr sz="2800" b="1" i="1" spc="-35" dirty="0">
                <a:latin typeface="Verdana"/>
                <a:cs typeface="Verdana"/>
              </a:rPr>
              <a:t>L</a:t>
            </a:r>
            <a:r>
              <a:rPr sz="2800" b="1" i="1" spc="-30" dirty="0">
                <a:latin typeface="Verdana"/>
                <a:cs typeface="Verdana"/>
              </a:rPr>
              <a:t>EME</a:t>
            </a:r>
            <a:endParaRPr sz="2800">
              <a:latin typeface="Verdana"/>
              <a:cs typeface="Verdana"/>
            </a:endParaRPr>
          </a:p>
          <a:p>
            <a:pPr marL="241935" algn="ctr">
              <a:lnSpc>
                <a:spcPct val="100000"/>
              </a:lnSpc>
              <a:spcBef>
                <a:spcPts val="1680"/>
              </a:spcBef>
            </a:pPr>
            <a:r>
              <a:rPr sz="2800" i="1" spc="-25" dirty="0">
                <a:latin typeface="Verdana"/>
                <a:cs typeface="Verdana"/>
              </a:rPr>
              <a:t>=</a:t>
            </a:r>
            <a:endParaRPr sz="2800">
              <a:latin typeface="Verdana"/>
              <a:cs typeface="Verdana"/>
            </a:endParaRPr>
          </a:p>
          <a:p>
            <a:pPr marL="427355" marR="179705" indent="1270" algn="ctr">
              <a:lnSpc>
                <a:spcPct val="150000"/>
              </a:lnSpc>
            </a:pPr>
            <a:r>
              <a:rPr sz="2800" i="1" spc="-25" dirty="0">
                <a:latin typeface="Verdana"/>
                <a:cs typeface="Verdana"/>
              </a:rPr>
              <a:t>Tou</a:t>
            </a:r>
            <a:r>
              <a:rPr sz="2800" i="1" spc="-15" dirty="0">
                <a:latin typeface="Verdana"/>
                <a:cs typeface="Verdana"/>
              </a:rPr>
              <a:t>t</a:t>
            </a:r>
            <a:r>
              <a:rPr sz="2800" i="1" spc="5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événement</a:t>
            </a:r>
            <a:r>
              <a:rPr sz="2800" i="1" spc="-15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ayant</a:t>
            </a:r>
            <a:r>
              <a:rPr sz="2800" i="1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un</a:t>
            </a:r>
            <a:r>
              <a:rPr sz="2800" i="1" spc="-10" dirty="0">
                <a:latin typeface="Verdana"/>
                <a:cs typeface="Verdana"/>
              </a:rPr>
              <a:t> </a:t>
            </a:r>
            <a:r>
              <a:rPr sz="2800" i="1" spc="-25" dirty="0">
                <a:latin typeface="Verdana"/>
                <a:cs typeface="Verdana"/>
              </a:rPr>
              <a:t>impac</a:t>
            </a:r>
            <a:r>
              <a:rPr sz="2800" i="1" spc="-15" dirty="0">
                <a:latin typeface="Verdana"/>
                <a:cs typeface="Verdana"/>
              </a:rPr>
              <a:t>t</a:t>
            </a:r>
            <a:r>
              <a:rPr sz="2800" i="1" spc="20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nég</a:t>
            </a:r>
            <a:r>
              <a:rPr sz="2800" i="1" spc="-30" dirty="0">
                <a:latin typeface="Verdana"/>
                <a:cs typeface="Verdana"/>
              </a:rPr>
              <a:t>a</a:t>
            </a:r>
            <a:r>
              <a:rPr sz="2800" i="1" spc="-15" dirty="0">
                <a:latin typeface="Verdana"/>
                <a:cs typeface="Verdana"/>
              </a:rPr>
              <a:t>ti</a:t>
            </a:r>
            <a:r>
              <a:rPr sz="2800" i="1" spc="-10" dirty="0">
                <a:latin typeface="Verdana"/>
                <a:cs typeface="Verdana"/>
              </a:rPr>
              <a:t>f</a:t>
            </a:r>
            <a:r>
              <a:rPr sz="2800" i="1" spc="10" dirty="0">
                <a:latin typeface="Verdana"/>
                <a:cs typeface="Verdana"/>
              </a:rPr>
              <a:t> </a:t>
            </a:r>
            <a:r>
              <a:rPr sz="2800" i="1" spc="-15" dirty="0">
                <a:latin typeface="Verdana"/>
                <a:cs typeface="Verdana"/>
              </a:rPr>
              <a:t>s</a:t>
            </a:r>
            <a:r>
              <a:rPr sz="2800" i="1" spc="-35" dirty="0">
                <a:latin typeface="Verdana"/>
                <a:cs typeface="Verdana"/>
              </a:rPr>
              <a:t>u</a:t>
            </a:r>
            <a:r>
              <a:rPr sz="2800" i="1" spc="-15" dirty="0">
                <a:latin typeface="Verdana"/>
                <a:cs typeface="Verdana"/>
              </a:rPr>
              <a:t>r</a:t>
            </a:r>
            <a:r>
              <a:rPr sz="2800" i="1" spc="25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la</a:t>
            </a:r>
            <a:r>
              <a:rPr sz="2800" i="1" spc="-15" dirty="0">
                <a:latin typeface="Verdana"/>
                <a:cs typeface="Verdana"/>
              </a:rPr>
              <a:t> perf</a:t>
            </a:r>
            <a:r>
              <a:rPr sz="2800" i="1" spc="-35" dirty="0">
                <a:latin typeface="Verdana"/>
                <a:cs typeface="Verdana"/>
              </a:rPr>
              <a:t>o</a:t>
            </a:r>
            <a:r>
              <a:rPr sz="2800" i="1" spc="-20" dirty="0">
                <a:latin typeface="Verdana"/>
                <a:cs typeface="Verdana"/>
              </a:rPr>
              <a:t>rmance</a:t>
            </a:r>
            <a:r>
              <a:rPr sz="2800" i="1" spc="50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d’un</a:t>
            </a:r>
            <a:r>
              <a:rPr sz="2800" i="1" spc="10" dirty="0">
                <a:latin typeface="Verdana"/>
                <a:cs typeface="Verdana"/>
              </a:rPr>
              <a:t> </a:t>
            </a:r>
            <a:r>
              <a:rPr sz="2800" i="1" spc="-15" dirty="0">
                <a:latin typeface="Verdana"/>
                <a:cs typeface="Verdana"/>
              </a:rPr>
              <a:t>pr</a:t>
            </a:r>
            <a:r>
              <a:rPr sz="2800" i="1" spc="-35" dirty="0">
                <a:latin typeface="Verdana"/>
                <a:cs typeface="Verdana"/>
              </a:rPr>
              <a:t>o</a:t>
            </a:r>
            <a:r>
              <a:rPr sz="2800" i="1" spc="-20" dirty="0">
                <a:latin typeface="Verdana"/>
                <a:cs typeface="Verdana"/>
              </a:rPr>
              <a:t>cessus</a:t>
            </a:r>
            <a:endParaRPr sz="2800">
              <a:latin typeface="Verdana"/>
              <a:cs typeface="Verdana"/>
            </a:endParaRPr>
          </a:p>
          <a:p>
            <a:pPr marL="240665" algn="ctr">
              <a:lnSpc>
                <a:spcPct val="100000"/>
              </a:lnSpc>
              <a:spcBef>
                <a:spcPts val="1400"/>
              </a:spcBef>
            </a:pPr>
            <a:r>
              <a:rPr sz="2000" i="1" spc="-5" dirty="0">
                <a:latin typeface="Verdana"/>
                <a:cs typeface="Verdana"/>
              </a:rPr>
              <a:t>(u</a:t>
            </a:r>
            <a:r>
              <a:rPr sz="2000" i="1" dirty="0">
                <a:latin typeface="Verdana"/>
                <a:cs typeface="Verdana"/>
              </a:rPr>
              <a:t>n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ffet</a:t>
            </a:r>
            <a:r>
              <a:rPr sz="2000" i="1" spc="-3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i</a:t>
            </a:r>
            <a:r>
              <a:rPr sz="2000" i="1" dirty="0">
                <a:latin typeface="Verdana"/>
                <a:cs typeface="Verdana"/>
              </a:rPr>
              <a:t>nd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dirty="0">
                <a:latin typeface="Verdana"/>
                <a:cs typeface="Verdana"/>
              </a:rPr>
              <a:t>sirable</a:t>
            </a:r>
            <a:r>
              <a:rPr sz="2000" i="1" spc="-3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pou</a:t>
            </a:r>
            <a:r>
              <a:rPr sz="2000" i="1" dirty="0">
                <a:latin typeface="Verdana"/>
                <a:cs typeface="Verdana"/>
              </a:rPr>
              <a:t>r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l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client)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47898"/>
            <a:ext cx="7325359" cy="2376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dirty="0">
                <a:latin typeface="Verdana"/>
                <a:cs typeface="Verdana"/>
              </a:rPr>
              <a:t>Identifier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un </a:t>
            </a:r>
            <a:r>
              <a:rPr sz="2000" b="1" spc="-5" dirty="0">
                <a:latin typeface="Verdana"/>
                <a:cs typeface="Verdana"/>
              </a:rPr>
              <a:t>pr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blè</a:t>
            </a:r>
            <a:r>
              <a:rPr sz="2000" b="1" spc="5" dirty="0">
                <a:latin typeface="Verdana"/>
                <a:cs typeface="Verdana"/>
              </a:rPr>
              <a:t>m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c’est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pondre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3 quest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EE3D42"/>
              </a:buClr>
              <a:buFont typeface="MS Gothic"/>
              <a:buChar char="▪"/>
            </a:pPr>
            <a:endParaRPr sz="41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Que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Evéneme</a:t>
            </a:r>
            <a:r>
              <a:rPr sz="1800" spc="-10" dirty="0">
                <a:latin typeface="Verdana"/>
                <a:cs typeface="Verdana"/>
              </a:rPr>
              <a:t>nt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4"/>
              </a:spcBef>
              <a:buClr>
                <a:srgbClr val="EE3D42"/>
              </a:buClr>
              <a:buFont typeface="MS Gothic"/>
              <a:buChar char="➢"/>
            </a:pPr>
            <a:endParaRPr sz="18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Que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Im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act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2"/>
              </a:spcBef>
              <a:buClr>
                <a:srgbClr val="EE3D42"/>
              </a:buClr>
              <a:buFont typeface="MS Gothic"/>
              <a:buChar char="➢"/>
            </a:pPr>
            <a:endParaRPr sz="18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Que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ssus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82567" y="1606294"/>
            <a:ext cx="4893564" cy="51343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4937760" cy="1774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E</a:t>
            </a:r>
            <a:r>
              <a:rPr sz="1800" b="1" spc="-25" dirty="0">
                <a:latin typeface="Verdana"/>
                <a:cs typeface="Verdana"/>
              </a:rPr>
              <a:t>v</a:t>
            </a:r>
            <a:r>
              <a:rPr sz="1800" b="1" spc="-5" dirty="0">
                <a:latin typeface="Verdana"/>
                <a:cs typeface="Verdana"/>
              </a:rPr>
              <a:t>é</a:t>
            </a:r>
            <a:r>
              <a:rPr sz="1800" b="1" dirty="0">
                <a:latin typeface="Verdana"/>
                <a:cs typeface="Verdana"/>
              </a:rPr>
              <a:t>n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m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n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795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15" dirty="0">
                <a:latin typeface="Verdana"/>
                <a:cs typeface="Verdana"/>
              </a:rPr>
              <a:t>Es</a:t>
            </a:r>
            <a:r>
              <a:rPr sz="1600" spc="-5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-c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que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blè</a:t>
            </a:r>
            <a:r>
              <a:rPr sz="1600" spc="-3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exi</a:t>
            </a:r>
            <a:r>
              <a:rPr sz="1600" spc="-25" dirty="0">
                <a:latin typeface="Verdana"/>
                <a:cs typeface="Verdana"/>
              </a:rPr>
              <a:t>s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0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15" dirty="0">
                <a:latin typeface="Verdana"/>
                <a:cs typeface="Verdana"/>
              </a:rPr>
              <a:t>Exis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e-</a:t>
            </a:r>
            <a:r>
              <a:rPr sz="1600" spc="-5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-i</a:t>
            </a:r>
            <a:r>
              <a:rPr sz="1600" spc="-5" dirty="0">
                <a:latin typeface="Verdana"/>
                <a:cs typeface="Verdana"/>
              </a:rPr>
              <a:t>l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un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preu</a:t>
            </a:r>
            <a:r>
              <a:rPr sz="1600" spc="-2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son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exi</a:t>
            </a:r>
            <a:r>
              <a:rPr sz="1600" spc="-25" dirty="0">
                <a:latin typeface="Verdana"/>
                <a:cs typeface="Verdana"/>
              </a:rPr>
              <a:t>s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ce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9"/>
              </a:spcBef>
              <a:buClr>
                <a:srgbClr val="EE3D42"/>
              </a:buClr>
              <a:buFont typeface="MS Gothic"/>
              <a:buChar char="➢"/>
            </a:pPr>
            <a:endParaRPr sz="15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o</a:t>
            </a:r>
            <a:r>
              <a:rPr sz="1600" spc="-25" dirty="0">
                <a:latin typeface="Verdana"/>
                <a:cs typeface="Verdana"/>
              </a:rPr>
              <a:t>mm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ure</a:t>
            </a:r>
            <a:r>
              <a:rPr sz="1600" spc="-15" dirty="0">
                <a:latin typeface="Verdana"/>
                <a:cs typeface="Verdana"/>
              </a:rPr>
              <a:t>-</a:t>
            </a:r>
            <a:r>
              <a:rPr sz="1600" spc="-5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-i</a:t>
            </a:r>
            <a:r>
              <a:rPr sz="1600" spc="-5" dirty="0">
                <a:latin typeface="Verdana"/>
                <a:cs typeface="Verdana"/>
              </a:rPr>
              <a:t>l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71744" y="3285744"/>
            <a:ext cx="2500883" cy="25008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1948" y="4900304"/>
            <a:ext cx="57150" cy="175260"/>
          </a:xfrm>
          <a:custGeom>
            <a:avLst/>
            <a:gdLst/>
            <a:ahLst/>
            <a:cxnLst/>
            <a:rect l="l" t="t" r="r" b="b"/>
            <a:pathLst>
              <a:path w="57150" h="175260">
                <a:moveTo>
                  <a:pt x="33856" y="0"/>
                </a:moveTo>
                <a:lnTo>
                  <a:pt x="0" y="3664"/>
                </a:lnTo>
                <a:lnTo>
                  <a:pt x="12810" y="31143"/>
                </a:lnTo>
                <a:lnTo>
                  <a:pt x="915" y="133743"/>
                </a:lnTo>
                <a:lnTo>
                  <a:pt x="32941" y="174968"/>
                </a:lnTo>
                <a:lnTo>
                  <a:pt x="56732" y="136495"/>
                </a:lnTo>
                <a:lnTo>
                  <a:pt x="25621" y="30230"/>
                </a:lnTo>
                <a:lnTo>
                  <a:pt x="338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39006" y="4690527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33597" y="0"/>
                </a:moveTo>
                <a:lnTo>
                  <a:pt x="120786" y="0"/>
                </a:lnTo>
                <a:lnTo>
                  <a:pt x="107060" y="913"/>
                </a:lnTo>
                <a:lnTo>
                  <a:pt x="53072" y="12820"/>
                </a:lnTo>
                <a:lnTo>
                  <a:pt x="19216" y="32056"/>
                </a:lnTo>
                <a:lnTo>
                  <a:pt x="0" y="77859"/>
                </a:lnTo>
                <a:lnTo>
                  <a:pt x="2745" y="99847"/>
                </a:lnTo>
                <a:lnTo>
                  <a:pt x="3660" y="108090"/>
                </a:lnTo>
                <a:lnTo>
                  <a:pt x="6405" y="117258"/>
                </a:lnTo>
                <a:lnTo>
                  <a:pt x="9150" y="127326"/>
                </a:lnTo>
                <a:lnTo>
                  <a:pt x="13725" y="137408"/>
                </a:lnTo>
                <a:lnTo>
                  <a:pt x="46667" y="167638"/>
                </a:lnTo>
                <a:lnTo>
                  <a:pt x="68628" y="171303"/>
                </a:lnTo>
                <a:lnTo>
                  <a:pt x="79609" y="170390"/>
                </a:lnTo>
                <a:lnTo>
                  <a:pt x="114381" y="146563"/>
                </a:lnTo>
                <a:lnTo>
                  <a:pt x="124446" y="119084"/>
                </a:lnTo>
                <a:lnTo>
                  <a:pt x="124446" y="108090"/>
                </a:lnTo>
                <a:lnTo>
                  <a:pt x="122616" y="98021"/>
                </a:lnTo>
                <a:lnTo>
                  <a:pt x="135224" y="93431"/>
                </a:lnTo>
                <a:lnTo>
                  <a:pt x="86014" y="93431"/>
                </a:lnTo>
                <a:lnTo>
                  <a:pt x="82354" y="92518"/>
                </a:lnTo>
                <a:lnTo>
                  <a:pt x="78694" y="90692"/>
                </a:lnTo>
                <a:lnTo>
                  <a:pt x="75948" y="87027"/>
                </a:lnTo>
                <a:lnTo>
                  <a:pt x="75033" y="82449"/>
                </a:lnTo>
                <a:lnTo>
                  <a:pt x="75948" y="77859"/>
                </a:lnTo>
                <a:lnTo>
                  <a:pt x="77779" y="74194"/>
                </a:lnTo>
                <a:lnTo>
                  <a:pt x="81439" y="71455"/>
                </a:lnTo>
                <a:lnTo>
                  <a:pt x="86014" y="70530"/>
                </a:lnTo>
                <a:lnTo>
                  <a:pt x="131766" y="70530"/>
                </a:lnTo>
                <a:lnTo>
                  <a:pt x="114381" y="36647"/>
                </a:lnTo>
                <a:lnTo>
                  <a:pt x="133597" y="0"/>
                </a:lnTo>
                <a:close/>
              </a:path>
              <a:path w="142875" h="171450">
                <a:moveTo>
                  <a:pt x="131766" y="70530"/>
                </a:moveTo>
                <a:lnTo>
                  <a:pt x="96080" y="76946"/>
                </a:lnTo>
                <a:lnTo>
                  <a:pt x="96995" y="81524"/>
                </a:lnTo>
                <a:lnTo>
                  <a:pt x="96080" y="86114"/>
                </a:lnTo>
                <a:lnTo>
                  <a:pt x="94249" y="89766"/>
                </a:lnTo>
                <a:lnTo>
                  <a:pt x="90589" y="92518"/>
                </a:lnTo>
                <a:lnTo>
                  <a:pt x="86014" y="93431"/>
                </a:lnTo>
                <a:lnTo>
                  <a:pt x="135224" y="93431"/>
                </a:lnTo>
                <a:lnTo>
                  <a:pt x="142747" y="90692"/>
                </a:lnTo>
                <a:lnTo>
                  <a:pt x="131766" y="70530"/>
                </a:lnTo>
                <a:close/>
              </a:path>
              <a:path w="142875" h="171450">
                <a:moveTo>
                  <a:pt x="131766" y="70530"/>
                </a:moveTo>
                <a:lnTo>
                  <a:pt x="86014" y="70530"/>
                </a:lnTo>
                <a:lnTo>
                  <a:pt x="89674" y="71455"/>
                </a:lnTo>
                <a:lnTo>
                  <a:pt x="93334" y="73281"/>
                </a:lnTo>
                <a:lnTo>
                  <a:pt x="96080" y="76946"/>
                </a:lnTo>
                <a:lnTo>
                  <a:pt x="131766" y="705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31068" y="4693279"/>
            <a:ext cx="220979" cy="889000"/>
          </a:xfrm>
          <a:custGeom>
            <a:avLst/>
            <a:gdLst/>
            <a:ahLst/>
            <a:cxnLst/>
            <a:rect l="l" t="t" r="r" b="b"/>
            <a:pathLst>
              <a:path w="220980" h="889000">
                <a:moveTo>
                  <a:pt x="212303" y="0"/>
                </a:moveTo>
                <a:lnTo>
                  <a:pt x="207728" y="0"/>
                </a:lnTo>
                <a:lnTo>
                  <a:pt x="204068" y="1826"/>
                </a:lnTo>
                <a:lnTo>
                  <a:pt x="200408" y="4577"/>
                </a:lnTo>
                <a:lnTo>
                  <a:pt x="198578" y="9155"/>
                </a:lnTo>
                <a:lnTo>
                  <a:pt x="0" y="874841"/>
                </a:lnTo>
                <a:lnTo>
                  <a:pt x="0" y="879419"/>
                </a:lnTo>
                <a:lnTo>
                  <a:pt x="1830" y="883084"/>
                </a:lnTo>
                <a:lnTo>
                  <a:pt x="4575" y="886748"/>
                </a:lnTo>
                <a:lnTo>
                  <a:pt x="8235" y="888574"/>
                </a:lnTo>
                <a:lnTo>
                  <a:pt x="12810" y="888574"/>
                </a:lnTo>
                <a:lnTo>
                  <a:pt x="17398" y="886748"/>
                </a:lnTo>
                <a:lnTo>
                  <a:pt x="20143" y="883997"/>
                </a:lnTo>
                <a:lnTo>
                  <a:pt x="21973" y="879419"/>
                </a:lnTo>
                <a:lnTo>
                  <a:pt x="220539" y="13733"/>
                </a:lnTo>
                <a:lnTo>
                  <a:pt x="220539" y="9155"/>
                </a:lnTo>
                <a:lnTo>
                  <a:pt x="219624" y="5490"/>
                </a:lnTo>
                <a:lnTo>
                  <a:pt x="216879" y="1826"/>
                </a:lnTo>
                <a:lnTo>
                  <a:pt x="2123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79986" y="4693279"/>
            <a:ext cx="220979" cy="889000"/>
          </a:xfrm>
          <a:custGeom>
            <a:avLst/>
            <a:gdLst/>
            <a:ahLst/>
            <a:cxnLst/>
            <a:rect l="l" t="t" r="r" b="b"/>
            <a:pathLst>
              <a:path w="220980" h="889000">
                <a:moveTo>
                  <a:pt x="12785" y="0"/>
                </a:moveTo>
                <a:lnTo>
                  <a:pt x="8210" y="0"/>
                </a:lnTo>
                <a:lnTo>
                  <a:pt x="4575" y="1826"/>
                </a:lnTo>
                <a:lnTo>
                  <a:pt x="1830" y="5490"/>
                </a:lnTo>
                <a:lnTo>
                  <a:pt x="0" y="9155"/>
                </a:lnTo>
                <a:lnTo>
                  <a:pt x="0" y="13733"/>
                </a:lnTo>
                <a:lnTo>
                  <a:pt x="198590" y="879419"/>
                </a:lnTo>
                <a:lnTo>
                  <a:pt x="200370" y="883997"/>
                </a:lnTo>
                <a:lnTo>
                  <a:pt x="204055" y="886748"/>
                </a:lnTo>
                <a:lnTo>
                  <a:pt x="207741" y="888574"/>
                </a:lnTo>
                <a:lnTo>
                  <a:pt x="212316" y="888574"/>
                </a:lnTo>
                <a:lnTo>
                  <a:pt x="216891" y="886748"/>
                </a:lnTo>
                <a:lnTo>
                  <a:pt x="219560" y="883084"/>
                </a:lnTo>
                <a:lnTo>
                  <a:pt x="220577" y="879419"/>
                </a:lnTo>
                <a:lnTo>
                  <a:pt x="220577" y="874841"/>
                </a:lnTo>
                <a:lnTo>
                  <a:pt x="21935" y="9155"/>
                </a:lnTo>
                <a:lnTo>
                  <a:pt x="20156" y="4577"/>
                </a:lnTo>
                <a:lnTo>
                  <a:pt x="17360" y="1826"/>
                </a:lnTo>
                <a:lnTo>
                  <a:pt x="127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30366" y="4397387"/>
            <a:ext cx="895985" cy="386080"/>
          </a:xfrm>
          <a:custGeom>
            <a:avLst/>
            <a:gdLst/>
            <a:ahLst/>
            <a:cxnLst/>
            <a:rect l="l" t="t" r="r" b="b"/>
            <a:pathLst>
              <a:path w="895985" h="386079">
                <a:moveTo>
                  <a:pt x="668003" y="338029"/>
                </a:moveTo>
                <a:lnTo>
                  <a:pt x="387891" y="338029"/>
                </a:lnTo>
                <a:lnTo>
                  <a:pt x="396127" y="349023"/>
                </a:lnTo>
                <a:lnTo>
                  <a:pt x="433656" y="378328"/>
                </a:lnTo>
                <a:lnTo>
                  <a:pt x="452872" y="384745"/>
                </a:lnTo>
                <a:lnTo>
                  <a:pt x="462938" y="384745"/>
                </a:lnTo>
                <a:lnTo>
                  <a:pt x="463853" y="385658"/>
                </a:lnTo>
                <a:lnTo>
                  <a:pt x="668003" y="338029"/>
                </a:lnTo>
                <a:close/>
              </a:path>
              <a:path w="895985" h="386079">
                <a:moveTo>
                  <a:pt x="243591" y="351762"/>
                </a:moveTo>
                <a:lnTo>
                  <a:pt x="138985" y="351762"/>
                </a:lnTo>
                <a:lnTo>
                  <a:pt x="149966" y="364595"/>
                </a:lnTo>
                <a:lnTo>
                  <a:pt x="188398" y="383832"/>
                </a:lnTo>
                <a:lnTo>
                  <a:pt x="188398" y="384745"/>
                </a:lnTo>
                <a:lnTo>
                  <a:pt x="243314" y="371925"/>
                </a:lnTo>
                <a:lnTo>
                  <a:pt x="243314" y="367334"/>
                </a:lnTo>
                <a:lnTo>
                  <a:pt x="242399" y="364595"/>
                </a:lnTo>
                <a:lnTo>
                  <a:pt x="242399" y="362756"/>
                </a:lnTo>
                <a:lnTo>
                  <a:pt x="243314" y="352688"/>
                </a:lnTo>
                <a:lnTo>
                  <a:pt x="243591" y="351762"/>
                </a:lnTo>
                <a:close/>
              </a:path>
              <a:path w="895985" h="386079">
                <a:moveTo>
                  <a:pt x="828004" y="0"/>
                </a:moveTo>
                <a:lnTo>
                  <a:pt x="396127" y="101686"/>
                </a:lnTo>
                <a:lnTo>
                  <a:pt x="397042" y="103512"/>
                </a:lnTo>
                <a:lnTo>
                  <a:pt x="388806" y="107177"/>
                </a:lnTo>
                <a:lnTo>
                  <a:pt x="364100" y="136495"/>
                </a:lnTo>
                <a:lnTo>
                  <a:pt x="352204" y="167638"/>
                </a:lnTo>
                <a:lnTo>
                  <a:pt x="334818" y="171303"/>
                </a:lnTo>
                <a:lnTo>
                  <a:pt x="316518" y="175881"/>
                </a:lnTo>
                <a:lnTo>
                  <a:pt x="299132" y="179546"/>
                </a:lnTo>
                <a:lnTo>
                  <a:pt x="281746" y="184123"/>
                </a:lnTo>
                <a:lnTo>
                  <a:pt x="265275" y="187788"/>
                </a:lnTo>
                <a:lnTo>
                  <a:pt x="249719" y="191453"/>
                </a:lnTo>
                <a:lnTo>
                  <a:pt x="235078" y="195117"/>
                </a:lnTo>
                <a:lnTo>
                  <a:pt x="220437" y="197869"/>
                </a:lnTo>
                <a:lnTo>
                  <a:pt x="207627" y="200621"/>
                </a:lnTo>
                <a:lnTo>
                  <a:pt x="195718" y="203360"/>
                </a:lnTo>
                <a:lnTo>
                  <a:pt x="185653" y="206112"/>
                </a:lnTo>
                <a:lnTo>
                  <a:pt x="176502" y="207938"/>
                </a:lnTo>
                <a:lnTo>
                  <a:pt x="169182" y="209776"/>
                </a:lnTo>
                <a:lnTo>
                  <a:pt x="163692" y="211602"/>
                </a:lnTo>
                <a:lnTo>
                  <a:pt x="160032" y="212528"/>
                </a:lnTo>
                <a:lnTo>
                  <a:pt x="158201" y="212528"/>
                </a:lnTo>
                <a:lnTo>
                  <a:pt x="149966" y="215267"/>
                </a:lnTo>
                <a:lnTo>
                  <a:pt x="123430" y="250088"/>
                </a:lnTo>
                <a:lnTo>
                  <a:pt x="118854" y="271151"/>
                </a:lnTo>
                <a:lnTo>
                  <a:pt x="29180" y="289475"/>
                </a:lnTo>
                <a:lnTo>
                  <a:pt x="813" y="320618"/>
                </a:lnTo>
                <a:lnTo>
                  <a:pt x="0" y="327948"/>
                </a:lnTo>
                <a:lnTo>
                  <a:pt x="1" y="329787"/>
                </a:lnTo>
                <a:lnTo>
                  <a:pt x="23689" y="367334"/>
                </a:lnTo>
                <a:lnTo>
                  <a:pt x="37415" y="370999"/>
                </a:lnTo>
                <a:lnTo>
                  <a:pt x="44735" y="370086"/>
                </a:lnTo>
                <a:lnTo>
                  <a:pt x="138985" y="351762"/>
                </a:lnTo>
                <a:lnTo>
                  <a:pt x="243591" y="351762"/>
                </a:lnTo>
                <a:lnTo>
                  <a:pt x="272595" y="317867"/>
                </a:lnTo>
                <a:lnTo>
                  <a:pt x="291811" y="314202"/>
                </a:lnTo>
                <a:lnTo>
                  <a:pt x="770133" y="314202"/>
                </a:lnTo>
                <a:lnTo>
                  <a:pt x="895743" y="284897"/>
                </a:lnTo>
                <a:lnTo>
                  <a:pt x="828004" y="0"/>
                </a:lnTo>
                <a:close/>
              </a:path>
              <a:path w="895985" h="386079">
                <a:moveTo>
                  <a:pt x="770133" y="314202"/>
                </a:moveTo>
                <a:lnTo>
                  <a:pt x="291811" y="314202"/>
                </a:lnTo>
                <a:lnTo>
                  <a:pt x="300047" y="315128"/>
                </a:lnTo>
                <a:lnTo>
                  <a:pt x="307367" y="316954"/>
                </a:lnTo>
                <a:lnTo>
                  <a:pt x="335734" y="342607"/>
                </a:lnTo>
                <a:lnTo>
                  <a:pt x="338479" y="349936"/>
                </a:lnTo>
                <a:lnTo>
                  <a:pt x="387891" y="338029"/>
                </a:lnTo>
                <a:lnTo>
                  <a:pt x="668003" y="338029"/>
                </a:lnTo>
                <a:lnTo>
                  <a:pt x="770133" y="3142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6229" y="4747324"/>
            <a:ext cx="992505" cy="833119"/>
          </a:xfrm>
          <a:custGeom>
            <a:avLst/>
            <a:gdLst/>
            <a:ahLst/>
            <a:cxnLst/>
            <a:rect l="l" t="t" r="r" b="b"/>
            <a:pathLst>
              <a:path w="992505" h="833120">
                <a:moveTo>
                  <a:pt x="467276" y="281232"/>
                </a:moveTo>
                <a:lnTo>
                  <a:pt x="238840" y="281232"/>
                </a:lnTo>
                <a:lnTo>
                  <a:pt x="367862" y="466269"/>
                </a:lnTo>
                <a:lnTo>
                  <a:pt x="354136" y="471772"/>
                </a:lnTo>
                <a:lnTo>
                  <a:pt x="340410" y="478189"/>
                </a:lnTo>
                <a:lnTo>
                  <a:pt x="314789" y="491009"/>
                </a:lnTo>
                <a:lnTo>
                  <a:pt x="302893" y="497425"/>
                </a:lnTo>
                <a:lnTo>
                  <a:pt x="290998" y="504742"/>
                </a:lnTo>
                <a:lnTo>
                  <a:pt x="279102" y="511159"/>
                </a:lnTo>
                <a:lnTo>
                  <a:pt x="257141" y="525818"/>
                </a:lnTo>
                <a:lnTo>
                  <a:pt x="247075" y="534060"/>
                </a:lnTo>
                <a:lnTo>
                  <a:pt x="237010" y="541389"/>
                </a:lnTo>
                <a:lnTo>
                  <a:pt x="226944" y="549632"/>
                </a:lnTo>
                <a:lnTo>
                  <a:pt x="217794" y="556961"/>
                </a:lnTo>
                <a:lnTo>
                  <a:pt x="208643" y="565204"/>
                </a:lnTo>
                <a:lnTo>
                  <a:pt x="164708" y="611932"/>
                </a:lnTo>
                <a:lnTo>
                  <a:pt x="122616" y="670555"/>
                </a:lnTo>
                <a:lnTo>
                  <a:pt x="96995" y="723687"/>
                </a:lnTo>
                <a:lnTo>
                  <a:pt x="85099" y="765825"/>
                </a:lnTo>
                <a:lnTo>
                  <a:pt x="84184" y="780484"/>
                </a:lnTo>
                <a:lnTo>
                  <a:pt x="0" y="832703"/>
                </a:lnTo>
                <a:lnTo>
                  <a:pt x="244330" y="832703"/>
                </a:lnTo>
                <a:lnTo>
                  <a:pt x="245245" y="830865"/>
                </a:lnTo>
                <a:lnTo>
                  <a:pt x="247990" y="824461"/>
                </a:lnTo>
                <a:lnTo>
                  <a:pt x="258971" y="802472"/>
                </a:lnTo>
                <a:lnTo>
                  <a:pt x="290082" y="753918"/>
                </a:lnTo>
                <a:lnTo>
                  <a:pt x="320279" y="718197"/>
                </a:lnTo>
                <a:lnTo>
                  <a:pt x="360541" y="684301"/>
                </a:lnTo>
                <a:lnTo>
                  <a:pt x="409051" y="656809"/>
                </a:lnTo>
                <a:lnTo>
                  <a:pt x="466699" y="641237"/>
                </a:lnTo>
                <a:lnTo>
                  <a:pt x="499641" y="639411"/>
                </a:lnTo>
                <a:lnTo>
                  <a:pt x="810959" y="639411"/>
                </a:lnTo>
                <a:lnTo>
                  <a:pt x="806195" y="628417"/>
                </a:lnTo>
                <a:lnTo>
                  <a:pt x="780574" y="583527"/>
                </a:lnTo>
                <a:lnTo>
                  <a:pt x="754037" y="547806"/>
                </a:lnTo>
                <a:lnTo>
                  <a:pt x="721096" y="512072"/>
                </a:lnTo>
                <a:lnTo>
                  <a:pt x="680833" y="480928"/>
                </a:lnTo>
                <a:lnTo>
                  <a:pt x="657957" y="467195"/>
                </a:lnTo>
                <a:lnTo>
                  <a:pt x="700346" y="326122"/>
                </a:lnTo>
                <a:lnTo>
                  <a:pt x="487746" y="326122"/>
                </a:lnTo>
                <a:lnTo>
                  <a:pt x="467276" y="281232"/>
                </a:lnTo>
                <a:close/>
              </a:path>
              <a:path w="992505" h="833120">
                <a:moveTo>
                  <a:pt x="810959" y="639411"/>
                </a:moveTo>
                <a:lnTo>
                  <a:pt x="499641" y="639411"/>
                </a:lnTo>
                <a:lnTo>
                  <a:pt x="531668" y="641237"/>
                </a:lnTo>
                <a:lnTo>
                  <a:pt x="559119" y="647654"/>
                </a:lnTo>
                <a:lnTo>
                  <a:pt x="603969" y="669642"/>
                </a:lnTo>
                <a:lnTo>
                  <a:pt x="635996" y="700786"/>
                </a:lnTo>
                <a:lnTo>
                  <a:pt x="657957" y="735594"/>
                </a:lnTo>
                <a:lnTo>
                  <a:pt x="674428" y="787814"/>
                </a:lnTo>
                <a:lnTo>
                  <a:pt x="679918" y="824461"/>
                </a:lnTo>
                <a:lnTo>
                  <a:pt x="679918" y="832703"/>
                </a:lnTo>
                <a:lnTo>
                  <a:pt x="944380" y="832703"/>
                </a:lnTo>
                <a:lnTo>
                  <a:pt x="839149" y="780484"/>
                </a:lnTo>
                <a:lnTo>
                  <a:pt x="839149" y="750253"/>
                </a:lnTo>
                <a:lnTo>
                  <a:pt x="836404" y="730104"/>
                </a:lnTo>
                <a:lnTo>
                  <a:pt x="832744" y="707202"/>
                </a:lnTo>
                <a:lnTo>
                  <a:pt x="827254" y="681549"/>
                </a:lnTo>
                <a:lnTo>
                  <a:pt x="818103" y="655896"/>
                </a:lnTo>
                <a:lnTo>
                  <a:pt x="810959" y="639411"/>
                </a:lnTo>
                <a:close/>
              </a:path>
              <a:path w="992505" h="833120">
                <a:moveTo>
                  <a:pt x="410882" y="157557"/>
                </a:moveTo>
                <a:lnTo>
                  <a:pt x="190342" y="211602"/>
                </a:lnTo>
                <a:lnTo>
                  <a:pt x="225114" y="261996"/>
                </a:lnTo>
                <a:lnTo>
                  <a:pt x="204983" y="268399"/>
                </a:lnTo>
                <a:lnTo>
                  <a:pt x="168368" y="284897"/>
                </a:lnTo>
                <a:lnTo>
                  <a:pt x="124446" y="317867"/>
                </a:lnTo>
                <a:lnTo>
                  <a:pt x="90589" y="363669"/>
                </a:lnTo>
                <a:lnTo>
                  <a:pt x="76864" y="402155"/>
                </a:lnTo>
                <a:lnTo>
                  <a:pt x="71373" y="438790"/>
                </a:lnTo>
                <a:lnTo>
                  <a:pt x="71373" y="469021"/>
                </a:lnTo>
                <a:lnTo>
                  <a:pt x="73203" y="481841"/>
                </a:lnTo>
                <a:lnTo>
                  <a:pt x="65883" y="484593"/>
                </a:lnTo>
                <a:lnTo>
                  <a:pt x="39347" y="512072"/>
                </a:lnTo>
                <a:lnTo>
                  <a:pt x="36601" y="528569"/>
                </a:lnTo>
                <a:lnTo>
                  <a:pt x="37516" y="538638"/>
                </a:lnTo>
                <a:lnTo>
                  <a:pt x="65883" y="574372"/>
                </a:lnTo>
                <a:lnTo>
                  <a:pt x="85099" y="578037"/>
                </a:lnTo>
                <a:lnTo>
                  <a:pt x="95165" y="577124"/>
                </a:lnTo>
                <a:lnTo>
                  <a:pt x="130851" y="547806"/>
                </a:lnTo>
                <a:lnTo>
                  <a:pt x="134512" y="528569"/>
                </a:lnTo>
                <a:lnTo>
                  <a:pt x="133597" y="520327"/>
                </a:lnTo>
                <a:lnTo>
                  <a:pt x="111635" y="487344"/>
                </a:lnTo>
                <a:lnTo>
                  <a:pt x="96080" y="480928"/>
                </a:lnTo>
                <a:lnTo>
                  <a:pt x="95099" y="469021"/>
                </a:lnTo>
                <a:lnTo>
                  <a:pt x="94249" y="457114"/>
                </a:lnTo>
                <a:lnTo>
                  <a:pt x="94249" y="442455"/>
                </a:lnTo>
                <a:lnTo>
                  <a:pt x="103400" y="392074"/>
                </a:lnTo>
                <a:lnTo>
                  <a:pt x="120786" y="357266"/>
                </a:lnTo>
                <a:lnTo>
                  <a:pt x="153728" y="320618"/>
                </a:lnTo>
                <a:lnTo>
                  <a:pt x="200408" y="294052"/>
                </a:lnTo>
                <a:lnTo>
                  <a:pt x="238840" y="281232"/>
                </a:lnTo>
                <a:lnTo>
                  <a:pt x="467276" y="281232"/>
                </a:lnTo>
                <a:lnTo>
                  <a:pt x="410882" y="157557"/>
                </a:lnTo>
                <a:close/>
              </a:path>
              <a:path w="992505" h="833120">
                <a:moveTo>
                  <a:pt x="777829" y="67791"/>
                </a:moveTo>
                <a:lnTo>
                  <a:pt x="538073" y="129165"/>
                </a:lnTo>
                <a:lnTo>
                  <a:pt x="487746" y="326122"/>
                </a:lnTo>
                <a:lnTo>
                  <a:pt x="700346" y="326122"/>
                </a:lnTo>
                <a:lnTo>
                  <a:pt x="759528" y="129165"/>
                </a:lnTo>
                <a:lnTo>
                  <a:pt x="835363" y="129165"/>
                </a:lnTo>
                <a:lnTo>
                  <a:pt x="829084" y="123662"/>
                </a:lnTo>
                <a:lnTo>
                  <a:pt x="820849" y="118171"/>
                </a:lnTo>
                <a:lnTo>
                  <a:pt x="811685" y="114506"/>
                </a:lnTo>
                <a:lnTo>
                  <a:pt x="803450" y="110842"/>
                </a:lnTo>
                <a:lnTo>
                  <a:pt x="794299" y="108090"/>
                </a:lnTo>
                <a:lnTo>
                  <a:pt x="785149" y="106264"/>
                </a:lnTo>
                <a:lnTo>
                  <a:pt x="775998" y="105338"/>
                </a:lnTo>
                <a:lnTo>
                  <a:pt x="766848" y="105338"/>
                </a:lnTo>
                <a:lnTo>
                  <a:pt x="777829" y="67791"/>
                </a:lnTo>
                <a:close/>
              </a:path>
              <a:path w="992505" h="833120">
                <a:moveTo>
                  <a:pt x="835363" y="129165"/>
                </a:moveTo>
                <a:lnTo>
                  <a:pt x="775998" y="129165"/>
                </a:lnTo>
                <a:lnTo>
                  <a:pt x="784234" y="130078"/>
                </a:lnTo>
                <a:lnTo>
                  <a:pt x="792469" y="131904"/>
                </a:lnTo>
                <a:lnTo>
                  <a:pt x="830914" y="160309"/>
                </a:lnTo>
                <a:lnTo>
                  <a:pt x="847385" y="212528"/>
                </a:lnTo>
                <a:lnTo>
                  <a:pt x="851045" y="229013"/>
                </a:lnTo>
                <a:lnTo>
                  <a:pt x="855620" y="243672"/>
                </a:lnTo>
                <a:lnTo>
                  <a:pt x="877582" y="276654"/>
                </a:lnTo>
                <a:lnTo>
                  <a:pt x="916929" y="294965"/>
                </a:lnTo>
                <a:lnTo>
                  <a:pt x="926994" y="295891"/>
                </a:lnTo>
                <a:lnTo>
                  <a:pt x="937060" y="294052"/>
                </a:lnTo>
                <a:lnTo>
                  <a:pt x="947125" y="291301"/>
                </a:lnTo>
                <a:lnTo>
                  <a:pt x="957191" y="285810"/>
                </a:lnTo>
                <a:lnTo>
                  <a:pt x="966341" y="279393"/>
                </a:lnTo>
                <a:lnTo>
                  <a:pt x="972029" y="272990"/>
                </a:lnTo>
                <a:lnTo>
                  <a:pt x="924249" y="272990"/>
                </a:lnTo>
                <a:lnTo>
                  <a:pt x="911438" y="271151"/>
                </a:lnTo>
                <a:lnTo>
                  <a:pt x="880327" y="244585"/>
                </a:lnTo>
                <a:lnTo>
                  <a:pt x="869346" y="207025"/>
                </a:lnTo>
                <a:lnTo>
                  <a:pt x="867516" y="196956"/>
                </a:lnTo>
                <a:lnTo>
                  <a:pt x="864771" y="186875"/>
                </a:lnTo>
                <a:lnTo>
                  <a:pt x="849215" y="146563"/>
                </a:lnTo>
                <a:lnTo>
                  <a:pt x="836404" y="130078"/>
                </a:lnTo>
                <a:lnTo>
                  <a:pt x="835363" y="129165"/>
                </a:lnTo>
                <a:close/>
              </a:path>
              <a:path w="992505" h="833120">
                <a:moveTo>
                  <a:pt x="952615" y="0"/>
                </a:moveTo>
                <a:lnTo>
                  <a:pt x="857450" y="21988"/>
                </a:lnTo>
                <a:lnTo>
                  <a:pt x="860196" y="30230"/>
                </a:lnTo>
                <a:lnTo>
                  <a:pt x="863856" y="37560"/>
                </a:lnTo>
                <a:lnTo>
                  <a:pt x="896798" y="60461"/>
                </a:lnTo>
                <a:lnTo>
                  <a:pt x="905948" y="61374"/>
                </a:lnTo>
                <a:lnTo>
                  <a:pt x="910523" y="61374"/>
                </a:lnTo>
                <a:lnTo>
                  <a:pt x="930654" y="86101"/>
                </a:lnTo>
                <a:lnTo>
                  <a:pt x="956276" y="137408"/>
                </a:lnTo>
                <a:lnTo>
                  <a:pt x="966341" y="181372"/>
                </a:lnTo>
                <a:lnTo>
                  <a:pt x="969086" y="222597"/>
                </a:lnTo>
                <a:lnTo>
                  <a:pt x="967256" y="231765"/>
                </a:lnTo>
                <a:lnTo>
                  <a:pt x="945295" y="266573"/>
                </a:lnTo>
                <a:lnTo>
                  <a:pt x="924249" y="272990"/>
                </a:lnTo>
                <a:lnTo>
                  <a:pt x="972029" y="272990"/>
                </a:lnTo>
                <a:lnTo>
                  <a:pt x="991047" y="226261"/>
                </a:lnTo>
                <a:lnTo>
                  <a:pt x="991963" y="213441"/>
                </a:lnTo>
                <a:lnTo>
                  <a:pt x="991886" y="207025"/>
                </a:lnTo>
                <a:lnTo>
                  <a:pt x="985557" y="157557"/>
                </a:lnTo>
                <a:lnTo>
                  <a:pt x="968171" y="106264"/>
                </a:lnTo>
                <a:lnTo>
                  <a:pt x="933399" y="52219"/>
                </a:lnTo>
                <a:lnTo>
                  <a:pt x="942550" y="44889"/>
                </a:lnTo>
                <a:lnTo>
                  <a:pt x="948955" y="35721"/>
                </a:lnTo>
                <a:lnTo>
                  <a:pt x="952615" y="24727"/>
                </a:lnTo>
                <a:lnTo>
                  <a:pt x="954446" y="12820"/>
                </a:lnTo>
                <a:lnTo>
                  <a:pt x="954446" y="9155"/>
                </a:lnTo>
                <a:lnTo>
                  <a:pt x="953531" y="6403"/>
                </a:lnTo>
                <a:lnTo>
                  <a:pt x="953531" y="2751"/>
                </a:lnTo>
                <a:lnTo>
                  <a:pt x="9526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5119" y="4391884"/>
            <a:ext cx="72390" cy="88265"/>
          </a:xfrm>
          <a:custGeom>
            <a:avLst/>
            <a:gdLst/>
            <a:ahLst/>
            <a:cxnLst/>
            <a:rect l="l" t="t" r="r" b="b"/>
            <a:pathLst>
              <a:path w="72389" h="88264">
                <a:moveTo>
                  <a:pt x="50327" y="0"/>
                </a:moveTo>
                <a:lnTo>
                  <a:pt x="0" y="33895"/>
                </a:lnTo>
                <a:lnTo>
                  <a:pt x="1779" y="41224"/>
                </a:lnTo>
                <a:lnTo>
                  <a:pt x="4575" y="49467"/>
                </a:lnTo>
                <a:lnTo>
                  <a:pt x="6354" y="56796"/>
                </a:lnTo>
                <a:lnTo>
                  <a:pt x="8260" y="65039"/>
                </a:lnTo>
                <a:lnTo>
                  <a:pt x="9150" y="70542"/>
                </a:lnTo>
                <a:lnTo>
                  <a:pt x="10929" y="76033"/>
                </a:lnTo>
                <a:lnTo>
                  <a:pt x="11946" y="81536"/>
                </a:lnTo>
                <a:lnTo>
                  <a:pt x="12836" y="87027"/>
                </a:lnTo>
                <a:lnTo>
                  <a:pt x="72314" y="87940"/>
                </a:lnTo>
                <a:lnTo>
                  <a:pt x="70407" y="77872"/>
                </a:lnTo>
                <a:lnTo>
                  <a:pt x="69518" y="68704"/>
                </a:lnTo>
                <a:lnTo>
                  <a:pt x="67738" y="58635"/>
                </a:lnTo>
                <a:lnTo>
                  <a:pt x="64943" y="48554"/>
                </a:lnTo>
                <a:lnTo>
                  <a:pt x="62274" y="36647"/>
                </a:lnTo>
                <a:lnTo>
                  <a:pt x="58588" y="23827"/>
                </a:lnTo>
                <a:lnTo>
                  <a:pt x="54902" y="11907"/>
                </a:lnTo>
                <a:lnTo>
                  <a:pt x="503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06263" y="4227859"/>
            <a:ext cx="455295" cy="528320"/>
          </a:xfrm>
          <a:custGeom>
            <a:avLst/>
            <a:gdLst/>
            <a:ahLst/>
            <a:cxnLst/>
            <a:rect l="l" t="t" r="r" b="b"/>
            <a:pathLst>
              <a:path w="455294" h="528320">
                <a:moveTo>
                  <a:pt x="259899" y="0"/>
                </a:moveTo>
                <a:lnTo>
                  <a:pt x="245283" y="1014"/>
                </a:lnTo>
                <a:lnTo>
                  <a:pt x="231558" y="2789"/>
                </a:lnTo>
                <a:lnTo>
                  <a:pt x="205885" y="9256"/>
                </a:lnTo>
                <a:lnTo>
                  <a:pt x="187584" y="12934"/>
                </a:lnTo>
                <a:lnTo>
                  <a:pt x="169283" y="17499"/>
                </a:lnTo>
                <a:lnTo>
                  <a:pt x="150093" y="22064"/>
                </a:lnTo>
                <a:lnTo>
                  <a:pt x="131792" y="25741"/>
                </a:lnTo>
                <a:lnTo>
                  <a:pt x="117176" y="29419"/>
                </a:lnTo>
                <a:lnTo>
                  <a:pt x="75999" y="44889"/>
                </a:lnTo>
                <a:lnTo>
                  <a:pt x="30247" y="94407"/>
                </a:lnTo>
                <a:lnTo>
                  <a:pt x="14615" y="130129"/>
                </a:lnTo>
                <a:lnTo>
                  <a:pt x="3685" y="171354"/>
                </a:lnTo>
                <a:lnTo>
                  <a:pt x="0" y="216244"/>
                </a:lnTo>
                <a:lnTo>
                  <a:pt x="1779" y="264798"/>
                </a:lnTo>
                <a:lnTo>
                  <a:pt x="10040" y="315178"/>
                </a:lnTo>
                <a:lnTo>
                  <a:pt x="24655" y="364646"/>
                </a:lnTo>
                <a:lnTo>
                  <a:pt x="44862" y="408623"/>
                </a:lnTo>
                <a:lnTo>
                  <a:pt x="68628" y="447096"/>
                </a:lnTo>
                <a:lnTo>
                  <a:pt x="96080" y="479153"/>
                </a:lnTo>
                <a:lnTo>
                  <a:pt x="126327" y="502967"/>
                </a:lnTo>
                <a:lnTo>
                  <a:pt x="173859" y="524955"/>
                </a:lnTo>
                <a:lnTo>
                  <a:pt x="190380" y="527707"/>
                </a:lnTo>
                <a:lnTo>
                  <a:pt x="205885" y="527707"/>
                </a:lnTo>
                <a:lnTo>
                  <a:pt x="222407" y="524955"/>
                </a:lnTo>
                <a:lnTo>
                  <a:pt x="247952" y="518552"/>
                </a:lnTo>
                <a:lnTo>
                  <a:pt x="266253" y="514887"/>
                </a:lnTo>
                <a:lnTo>
                  <a:pt x="285571" y="509383"/>
                </a:lnTo>
                <a:lnTo>
                  <a:pt x="303872" y="504806"/>
                </a:lnTo>
                <a:lnTo>
                  <a:pt x="322173" y="501141"/>
                </a:lnTo>
                <a:lnTo>
                  <a:pt x="347718" y="494724"/>
                </a:lnTo>
                <a:lnTo>
                  <a:pt x="375169" y="484656"/>
                </a:lnTo>
                <a:lnTo>
                  <a:pt x="398935" y="467245"/>
                </a:lnTo>
                <a:lnTo>
                  <a:pt x="418253" y="442518"/>
                </a:lnTo>
                <a:lnTo>
                  <a:pt x="432660" y="415952"/>
                </a:lnTo>
                <a:lnTo>
                  <a:pt x="344032" y="415952"/>
                </a:lnTo>
                <a:lnTo>
                  <a:pt x="328527" y="408623"/>
                </a:lnTo>
                <a:lnTo>
                  <a:pt x="297390" y="377466"/>
                </a:lnTo>
                <a:lnTo>
                  <a:pt x="269939" y="326173"/>
                </a:lnTo>
                <a:lnTo>
                  <a:pt x="248969" y="261133"/>
                </a:lnTo>
                <a:lnTo>
                  <a:pt x="238802" y="193342"/>
                </a:lnTo>
                <a:lnTo>
                  <a:pt x="238802" y="163111"/>
                </a:lnTo>
                <a:lnTo>
                  <a:pt x="246173" y="112731"/>
                </a:lnTo>
                <a:lnTo>
                  <a:pt x="278200" y="74308"/>
                </a:lnTo>
                <a:lnTo>
                  <a:pt x="379921" y="74308"/>
                </a:lnTo>
                <a:lnTo>
                  <a:pt x="368815" y="60486"/>
                </a:lnTo>
                <a:lnTo>
                  <a:pt x="330306" y="25741"/>
                </a:lnTo>
                <a:lnTo>
                  <a:pt x="288240" y="5579"/>
                </a:lnTo>
                <a:lnTo>
                  <a:pt x="274514" y="1902"/>
                </a:lnTo>
                <a:lnTo>
                  <a:pt x="259899" y="0"/>
                </a:lnTo>
                <a:close/>
              </a:path>
              <a:path w="455294" h="528320">
                <a:moveTo>
                  <a:pt x="391691" y="251052"/>
                </a:moveTo>
                <a:lnTo>
                  <a:pt x="396266" y="282196"/>
                </a:lnTo>
                <a:lnTo>
                  <a:pt x="398045" y="311514"/>
                </a:lnTo>
                <a:lnTo>
                  <a:pt x="397156" y="338080"/>
                </a:lnTo>
                <a:lnTo>
                  <a:pt x="388895" y="382969"/>
                </a:lnTo>
                <a:lnTo>
                  <a:pt x="358775" y="415952"/>
                </a:lnTo>
                <a:lnTo>
                  <a:pt x="432660" y="415952"/>
                </a:lnTo>
                <a:lnTo>
                  <a:pt x="434647" y="412287"/>
                </a:lnTo>
                <a:lnTo>
                  <a:pt x="445704" y="377466"/>
                </a:lnTo>
                <a:lnTo>
                  <a:pt x="452948" y="338993"/>
                </a:lnTo>
                <a:lnTo>
                  <a:pt x="454855" y="296855"/>
                </a:lnTo>
                <a:lnTo>
                  <a:pt x="451169" y="251965"/>
                </a:lnTo>
                <a:lnTo>
                  <a:pt x="391691" y="251052"/>
                </a:lnTo>
                <a:close/>
              </a:path>
              <a:path w="455294" h="528320">
                <a:moveTo>
                  <a:pt x="379921" y="74308"/>
                </a:moveTo>
                <a:lnTo>
                  <a:pt x="291036" y="74308"/>
                </a:lnTo>
                <a:lnTo>
                  <a:pt x="304761" y="78873"/>
                </a:lnTo>
                <a:lnTo>
                  <a:pt x="318487" y="88917"/>
                </a:lnTo>
                <a:lnTo>
                  <a:pt x="345049" y="121886"/>
                </a:lnTo>
                <a:lnTo>
                  <a:pt x="368815" y="169528"/>
                </a:lnTo>
                <a:lnTo>
                  <a:pt x="378855" y="197920"/>
                </a:lnTo>
                <a:lnTo>
                  <a:pt x="429182" y="164024"/>
                </a:lnTo>
                <a:lnTo>
                  <a:pt x="411771" y="124638"/>
                </a:lnTo>
                <a:lnTo>
                  <a:pt x="391691" y="90743"/>
                </a:lnTo>
                <a:lnTo>
                  <a:pt x="380634" y="75196"/>
                </a:lnTo>
                <a:lnTo>
                  <a:pt x="379921" y="743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44773" y="3286505"/>
            <a:ext cx="3679825" cy="1000125"/>
          </a:xfrm>
          <a:custGeom>
            <a:avLst/>
            <a:gdLst/>
            <a:ahLst/>
            <a:cxnLst/>
            <a:rect l="l" t="t" r="r" b="b"/>
            <a:pathLst>
              <a:path w="3679825" h="1000125">
                <a:moveTo>
                  <a:pt x="0" y="1000125"/>
                </a:moveTo>
                <a:lnTo>
                  <a:pt x="3679825" y="0"/>
                </a:lnTo>
              </a:path>
            </a:pathLst>
          </a:custGeom>
          <a:ln w="2895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44773" y="4644390"/>
            <a:ext cx="3679825" cy="1143000"/>
          </a:xfrm>
          <a:custGeom>
            <a:avLst/>
            <a:gdLst/>
            <a:ahLst/>
            <a:cxnLst/>
            <a:rect l="l" t="t" r="r" b="b"/>
            <a:pathLst>
              <a:path w="3679825" h="1143000">
                <a:moveTo>
                  <a:pt x="0" y="0"/>
                </a:moveTo>
                <a:lnTo>
                  <a:pt x="3679825" y="1143000"/>
                </a:lnTo>
              </a:path>
            </a:pathLst>
          </a:custGeom>
          <a:ln w="2895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7253" y="1223010"/>
            <a:ext cx="1261745" cy="1914525"/>
          </a:xfrm>
          <a:custGeom>
            <a:avLst/>
            <a:gdLst/>
            <a:ahLst/>
            <a:cxnLst/>
            <a:rect l="l" t="t" r="r" b="b"/>
            <a:pathLst>
              <a:path w="1261745" h="1914525">
                <a:moveTo>
                  <a:pt x="74873" y="0"/>
                </a:moveTo>
                <a:lnTo>
                  <a:pt x="34483" y="11809"/>
                </a:lnTo>
                <a:lnTo>
                  <a:pt x="7271" y="42447"/>
                </a:lnTo>
                <a:lnTo>
                  <a:pt x="0" y="69781"/>
                </a:lnTo>
                <a:lnTo>
                  <a:pt x="1248" y="85387"/>
                </a:lnTo>
                <a:lnTo>
                  <a:pt x="18805" y="124061"/>
                </a:lnTo>
                <a:lnTo>
                  <a:pt x="52034" y="146527"/>
                </a:lnTo>
                <a:lnTo>
                  <a:pt x="149930" y="150114"/>
                </a:lnTo>
                <a:lnTo>
                  <a:pt x="149930" y="1839087"/>
                </a:lnTo>
                <a:lnTo>
                  <a:pt x="161709" y="1879476"/>
                </a:lnTo>
                <a:lnTo>
                  <a:pt x="192322" y="1906689"/>
                </a:lnTo>
                <a:lnTo>
                  <a:pt x="1261307" y="1914144"/>
                </a:lnTo>
                <a:lnTo>
                  <a:pt x="1246824" y="1912743"/>
                </a:lnTo>
                <a:lnTo>
                  <a:pt x="1233272" y="1908717"/>
                </a:lnTo>
                <a:lnTo>
                  <a:pt x="1200868" y="1883557"/>
                </a:lnTo>
                <a:lnTo>
                  <a:pt x="1186433" y="1844362"/>
                </a:lnTo>
                <a:lnTo>
                  <a:pt x="1261307" y="1839087"/>
                </a:lnTo>
                <a:lnTo>
                  <a:pt x="1247277" y="1836374"/>
                </a:lnTo>
                <a:lnTo>
                  <a:pt x="1235663" y="1828942"/>
                </a:lnTo>
                <a:lnTo>
                  <a:pt x="1227526" y="1817850"/>
                </a:lnTo>
                <a:lnTo>
                  <a:pt x="1223927" y="1804160"/>
                </a:lnTo>
                <a:lnTo>
                  <a:pt x="1226408" y="1789144"/>
                </a:lnTo>
                <a:lnTo>
                  <a:pt x="1233332" y="1776996"/>
                </a:lnTo>
                <a:lnTo>
                  <a:pt x="1243741" y="1768468"/>
                </a:lnTo>
                <a:lnTo>
                  <a:pt x="1256682" y="1764313"/>
                </a:lnTo>
                <a:lnTo>
                  <a:pt x="1186250" y="1764030"/>
                </a:lnTo>
                <a:lnTo>
                  <a:pt x="1186250" y="149930"/>
                </a:lnTo>
                <a:lnTo>
                  <a:pt x="1105918" y="149930"/>
                </a:lnTo>
                <a:lnTo>
                  <a:pt x="1091737" y="147559"/>
                </a:lnTo>
                <a:lnTo>
                  <a:pt x="1056422" y="126336"/>
                </a:lnTo>
                <a:lnTo>
                  <a:pt x="1037537" y="89540"/>
                </a:lnTo>
                <a:lnTo>
                  <a:pt x="1036136" y="75057"/>
                </a:lnTo>
                <a:lnTo>
                  <a:pt x="1186250" y="75057"/>
                </a:lnTo>
                <a:lnTo>
                  <a:pt x="1184854" y="60573"/>
                </a:lnTo>
                <a:lnTo>
                  <a:pt x="1166010" y="23777"/>
                </a:lnTo>
                <a:lnTo>
                  <a:pt x="1130693" y="2554"/>
                </a:lnTo>
                <a:lnTo>
                  <a:pt x="1116484" y="183"/>
                </a:lnTo>
                <a:lnTo>
                  <a:pt x="74873" y="0"/>
                </a:lnTo>
                <a:close/>
              </a:path>
              <a:path w="1261745" h="1914525">
                <a:moveTo>
                  <a:pt x="1186250" y="75057"/>
                </a:moveTo>
                <a:lnTo>
                  <a:pt x="1036136" y="75057"/>
                </a:lnTo>
                <a:lnTo>
                  <a:pt x="1119089" y="75903"/>
                </a:lnTo>
                <a:lnTo>
                  <a:pt x="1130848" y="80894"/>
                </a:lnTo>
                <a:lnTo>
                  <a:pt x="1140177" y="90037"/>
                </a:lnTo>
                <a:lnTo>
                  <a:pt x="1146233" y="102958"/>
                </a:lnTo>
                <a:lnTo>
                  <a:pt x="1148173" y="119284"/>
                </a:lnTo>
                <a:lnTo>
                  <a:pt x="1143449" y="131510"/>
                </a:lnTo>
                <a:lnTo>
                  <a:pt x="1134489" y="141259"/>
                </a:lnTo>
                <a:lnTo>
                  <a:pt x="1121807" y="147682"/>
                </a:lnTo>
                <a:lnTo>
                  <a:pt x="1105918" y="149930"/>
                </a:lnTo>
                <a:lnTo>
                  <a:pt x="1186250" y="149930"/>
                </a:lnTo>
                <a:lnTo>
                  <a:pt x="1186250" y="75057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73390" y="1298066"/>
            <a:ext cx="299720" cy="1838960"/>
          </a:xfrm>
          <a:custGeom>
            <a:avLst/>
            <a:gdLst/>
            <a:ahLst/>
            <a:cxnLst/>
            <a:rect l="l" t="t" r="r" b="b"/>
            <a:pathLst>
              <a:path w="299720" h="1838960">
                <a:moveTo>
                  <a:pt x="0" y="0"/>
                </a:moveTo>
                <a:lnTo>
                  <a:pt x="11809" y="40389"/>
                </a:lnTo>
                <a:lnTo>
                  <a:pt x="42447" y="67602"/>
                </a:lnTo>
                <a:lnTo>
                  <a:pt x="69781" y="74873"/>
                </a:lnTo>
                <a:lnTo>
                  <a:pt x="85670" y="72625"/>
                </a:lnTo>
                <a:lnTo>
                  <a:pt x="98352" y="66202"/>
                </a:lnTo>
                <a:lnTo>
                  <a:pt x="107312" y="56453"/>
                </a:lnTo>
                <a:lnTo>
                  <a:pt x="112036" y="44227"/>
                </a:lnTo>
                <a:lnTo>
                  <a:pt x="110096" y="27901"/>
                </a:lnTo>
                <a:lnTo>
                  <a:pt x="104040" y="14980"/>
                </a:lnTo>
                <a:lnTo>
                  <a:pt x="94711" y="5837"/>
                </a:lnTo>
                <a:lnTo>
                  <a:pt x="82952" y="846"/>
                </a:lnTo>
                <a:lnTo>
                  <a:pt x="0" y="0"/>
                </a:lnTo>
                <a:close/>
              </a:path>
              <a:path w="299720" h="1838960">
                <a:moveTo>
                  <a:pt x="237798" y="1690044"/>
                </a:moveTo>
                <a:lnTo>
                  <a:pt x="219734" y="1691443"/>
                </a:lnTo>
                <a:lnTo>
                  <a:pt x="205683" y="1696484"/>
                </a:lnTo>
                <a:lnTo>
                  <a:pt x="195655" y="1704500"/>
                </a:lnTo>
                <a:lnTo>
                  <a:pt x="189660" y="1714823"/>
                </a:lnTo>
                <a:lnTo>
                  <a:pt x="190636" y="1732510"/>
                </a:lnTo>
                <a:lnTo>
                  <a:pt x="195445" y="1746328"/>
                </a:lnTo>
                <a:lnTo>
                  <a:pt x="203361" y="1756222"/>
                </a:lnTo>
                <a:lnTo>
                  <a:pt x="213659" y="1762139"/>
                </a:lnTo>
                <a:lnTo>
                  <a:pt x="150114" y="1764030"/>
                </a:lnTo>
                <a:lnTo>
                  <a:pt x="161923" y="1804419"/>
                </a:lnTo>
                <a:lnTo>
                  <a:pt x="192561" y="1831632"/>
                </a:lnTo>
                <a:lnTo>
                  <a:pt x="219895" y="1838903"/>
                </a:lnTo>
                <a:lnTo>
                  <a:pt x="235501" y="1837655"/>
                </a:lnTo>
                <a:lnTo>
                  <a:pt x="274175" y="1820097"/>
                </a:lnTo>
                <a:lnTo>
                  <a:pt x="296641" y="1786869"/>
                </a:lnTo>
                <a:lnTo>
                  <a:pt x="299640" y="1773433"/>
                </a:lnTo>
                <a:lnTo>
                  <a:pt x="298586" y="1757030"/>
                </a:lnTo>
                <a:lnTo>
                  <a:pt x="282191" y="1716957"/>
                </a:lnTo>
                <a:lnTo>
                  <a:pt x="250640" y="1693514"/>
                </a:lnTo>
                <a:lnTo>
                  <a:pt x="237798" y="1690044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37253" y="1223010"/>
            <a:ext cx="1336675" cy="1914525"/>
          </a:xfrm>
          <a:custGeom>
            <a:avLst/>
            <a:gdLst/>
            <a:ahLst/>
            <a:cxnLst/>
            <a:rect l="l" t="t" r="r" b="b"/>
            <a:pathLst>
              <a:path w="1336675" h="1914525">
                <a:moveTo>
                  <a:pt x="1186250" y="1764030"/>
                </a:moveTo>
                <a:lnTo>
                  <a:pt x="1186250" y="75057"/>
                </a:lnTo>
                <a:lnTo>
                  <a:pt x="1184854" y="60573"/>
                </a:lnTo>
                <a:lnTo>
                  <a:pt x="1166010" y="23777"/>
                </a:lnTo>
                <a:lnTo>
                  <a:pt x="1130693" y="2554"/>
                </a:lnTo>
                <a:lnTo>
                  <a:pt x="74873" y="0"/>
                </a:lnTo>
                <a:lnTo>
                  <a:pt x="60390" y="1400"/>
                </a:lnTo>
                <a:lnTo>
                  <a:pt x="23593" y="20285"/>
                </a:lnTo>
                <a:lnTo>
                  <a:pt x="2371" y="55600"/>
                </a:lnTo>
                <a:lnTo>
                  <a:pt x="0" y="69781"/>
                </a:lnTo>
                <a:lnTo>
                  <a:pt x="1248" y="85387"/>
                </a:lnTo>
                <a:lnTo>
                  <a:pt x="18805" y="124061"/>
                </a:lnTo>
                <a:lnTo>
                  <a:pt x="52034" y="146527"/>
                </a:lnTo>
                <a:lnTo>
                  <a:pt x="149930" y="150114"/>
                </a:lnTo>
                <a:lnTo>
                  <a:pt x="149930" y="1839087"/>
                </a:lnTo>
                <a:lnTo>
                  <a:pt x="161709" y="1879476"/>
                </a:lnTo>
                <a:lnTo>
                  <a:pt x="192322" y="1906689"/>
                </a:lnTo>
                <a:lnTo>
                  <a:pt x="1261307" y="1914144"/>
                </a:lnTo>
                <a:lnTo>
                  <a:pt x="1275791" y="1912743"/>
                </a:lnTo>
                <a:lnTo>
                  <a:pt x="1312587" y="1893858"/>
                </a:lnTo>
                <a:lnTo>
                  <a:pt x="1333810" y="1858543"/>
                </a:lnTo>
                <a:lnTo>
                  <a:pt x="1336181" y="1844362"/>
                </a:lnTo>
                <a:lnTo>
                  <a:pt x="1334933" y="1828756"/>
                </a:lnTo>
                <a:lnTo>
                  <a:pt x="1317375" y="1790082"/>
                </a:lnTo>
                <a:lnTo>
                  <a:pt x="1284147" y="1767616"/>
                </a:lnTo>
                <a:lnTo>
                  <a:pt x="1270711" y="1764617"/>
                </a:lnTo>
                <a:lnTo>
                  <a:pt x="1186250" y="176403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073390" y="1223010"/>
            <a:ext cx="111760" cy="149860"/>
          </a:xfrm>
          <a:custGeom>
            <a:avLst/>
            <a:gdLst/>
            <a:ahLst/>
            <a:cxnLst/>
            <a:rect l="l" t="t" r="r" b="b"/>
            <a:pathLst>
              <a:path w="111759" h="149859">
                <a:moveTo>
                  <a:pt x="75057" y="0"/>
                </a:moveTo>
                <a:lnTo>
                  <a:pt x="34667" y="11809"/>
                </a:lnTo>
                <a:lnTo>
                  <a:pt x="7454" y="42447"/>
                </a:lnTo>
                <a:lnTo>
                  <a:pt x="183" y="69781"/>
                </a:lnTo>
                <a:lnTo>
                  <a:pt x="1431" y="85387"/>
                </a:lnTo>
                <a:lnTo>
                  <a:pt x="18989" y="124061"/>
                </a:lnTo>
                <a:lnTo>
                  <a:pt x="52217" y="146527"/>
                </a:lnTo>
                <a:lnTo>
                  <a:pt x="65653" y="149526"/>
                </a:lnTo>
                <a:lnTo>
                  <a:pt x="82818" y="147728"/>
                </a:lnTo>
                <a:lnTo>
                  <a:pt x="96291" y="142086"/>
                </a:lnTo>
                <a:lnTo>
                  <a:pt x="105870" y="133335"/>
                </a:lnTo>
                <a:lnTo>
                  <a:pt x="111350" y="122211"/>
                </a:lnTo>
                <a:lnTo>
                  <a:pt x="109933" y="105061"/>
                </a:lnTo>
                <a:lnTo>
                  <a:pt x="104577" y="91609"/>
                </a:lnTo>
                <a:lnTo>
                  <a:pt x="96059" y="82024"/>
                </a:lnTo>
                <a:lnTo>
                  <a:pt x="85150" y="76476"/>
                </a:lnTo>
                <a:lnTo>
                  <a:pt x="0" y="75057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87183" y="1373124"/>
            <a:ext cx="961390" cy="0"/>
          </a:xfrm>
          <a:custGeom>
            <a:avLst/>
            <a:gdLst/>
            <a:ahLst/>
            <a:cxnLst/>
            <a:rect l="l" t="t" r="r" b="b"/>
            <a:pathLst>
              <a:path w="961390">
                <a:moveTo>
                  <a:pt x="0" y="0"/>
                </a:moveTo>
                <a:lnTo>
                  <a:pt x="961263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223504" y="29870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057" y="0"/>
                </a:moveTo>
                <a:lnTo>
                  <a:pt x="61048" y="2705"/>
                </a:lnTo>
                <a:lnTo>
                  <a:pt x="49446" y="10126"/>
                </a:lnTo>
                <a:lnTo>
                  <a:pt x="41306" y="21219"/>
                </a:lnTo>
                <a:lnTo>
                  <a:pt x="37683" y="34938"/>
                </a:lnTo>
                <a:lnTo>
                  <a:pt x="40161" y="49948"/>
                </a:lnTo>
                <a:lnTo>
                  <a:pt x="47083" y="62093"/>
                </a:lnTo>
                <a:lnTo>
                  <a:pt x="57494" y="70620"/>
                </a:lnTo>
                <a:lnTo>
                  <a:pt x="70435" y="74774"/>
                </a:lnTo>
                <a:lnTo>
                  <a:pt x="0" y="75057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23504" y="2987039"/>
            <a:ext cx="75565" cy="150495"/>
          </a:xfrm>
          <a:custGeom>
            <a:avLst/>
            <a:gdLst/>
            <a:ahLst/>
            <a:cxnLst/>
            <a:rect l="l" t="t" r="r" b="b"/>
            <a:pathLst>
              <a:path w="75565" h="150494">
                <a:moveTo>
                  <a:pt x="75057" y="150114"/>
                </a:moveTo>
                <a:lnTo>
                  <a:pt x="34667" y="138304"/>
                </a:lnTo>
                <a:lnTo>
                  <a:pt x="7454" y="107666"/>
                </a:lnTo>
                <a:lnTo>
                  <a:pt x="183" y="80332"/>
                </a:lnTo>
                <a:lnTo>
                  <a:pt x="0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95133" y="1883368"/>
            <a:ext cx="816610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spc="-15" dirty="0">
                <a:latin typeface="French Script MT"/>
                <a:cs typeface="French Script MT"/>
              </a:rPr>
              <a:t>B</a:t>
            </a:r>
            <a:r>
              <a:rPr sz="2400" b="1" dirty="0">
                <a:latin typeface="French Script MT"/>
                <a:cs typeface="French Script MT"/>
              </a:rPr>
              <a:t>us</a:t>
            </a:r>
            <a:r>
              <a:rPr sz="2400" b="1" spc="-10" dirty="0">
                <a:latin typeface="French Script MT"/>
                <a:cs typeface="French Script MT"/>
              </a:rPr>
              <a:t>ine</a:t>
            </a:r>
            <a:r>
              <a:rPr sz="2400" b="1" spc="-5" dirty="0">
                <a:latin typeface="French Script MT"/>
                <a:cs typeface="French Script MT"/>
              </a:rPr>
              <a:t>s</a:t>
            </a:r>
            <a:r>
              <a:rPr sz="2400" b="1" spc="-10" dirty="0">
                <a:latin typeface="French Script MT"/>
                <a:cs typeface="French Script MT"/>
              </a:rPr>
              <a:t>s</a:t>
            </a:r>
            <a:endParaRPr sz="2400">
              <a:latin typeface="French Script MT"/>
              <a:cs typeface="French Script MT"/>
            </a:endParaRPr>
          </a:p>
          <a:p>
            <a:pPr marL="635" algn="ctr">
              <a:lnSpc>
                <a:spcPct val="100000"/>
              </a:lnSpc>
            </a:pPr>
            <a:r>
              <a:rPr sz="2400" b="1" dirty="0">
                <a:latin typeface="French Script MT"/>
                <a:cs typeface="French Script MT"/>
              </a:rPr>
              <a:t>Ca</a:t>
            </a:r>
            <a:r>
              <a:rPr sz="2400" b="1" spc="10" dirty="0">
                <a:latin typeface="French Script MT"/>
                <a:cs typeface="French Script MT"/>
              </a:rPr>
              <a:t>s</a:t>
            </a:r>
            <a:r>
              <a:rPr sz="2400" b="1" dirty="0">
                <a:latin typeface="French Script MT"/>
                <a:cs typeface="French Script MT"/>
              </a:rPr>
              <a:t>e</a:t>
            </a:r>
            <a:endParaRPr sz="2400">
              <a:latin typeface="French Script MT"/>
              <a:cs typeface="French Script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269990" cy="224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Imp</a:t>
            </a:r>
            <a:r>
              <a:rPr sz="1800" b="1" spc="-15" dirty="0">
                <a:latin typeface="Verdana"/>
                <a:cs typeface="Verdana"/>
              </a:rPr>
              <a:t>act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795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15" dirty="0">
                <a:latin typeface="Verdana"/>
                <a:cs typeface="Verdana"/>
              </a:rPr>
              <a:t>Quel</a:t>
            </a:r>
            <a:r>
              <a:rPr sz="1600" spc="-25" dirty="0">
                <a:latin typeface="Verdana"/>
                <a:cs typeface="Verdana"/>
              </a:rPr>
              <a:t>(</a:t>
            </a:r>
            <a:r>
              <a:rPr sz="1600" spc="-10" dirty="0">
                <a:latin typeface="Verdana"/>
                <a:cs typeface="Verdana"/>
              </a:rPr>
              <a:t>s)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5" dirty="0">
                <a:latin typeface="Verdana"/>
                <a:cs typeface="Verdana"/>
              </a:rPr>
              <a:t>ien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(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)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du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oce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sus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es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(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ont)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pac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é</a:t>
            </a:r>
            <a:r>
              <a:rPr sz="1600" spc="-20" dirty="0">
                <a:latin typeface="Verdana"/>
                <a:cs typeface="Verdana"/>
              </a:rPr>
              <a:t>(</a:t>
            </a:r>
            <a:r>
              <a:rPr sz="1600" spc="-10" dirty="0">
                <a:latin typeface="Verdana"/>
                <a:cs typeface="Verdana"/>
              </a:rPr>
              <a:t>s)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0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50" dirty="0">
                <a:latin typeface="Verdana"/>
                <a:cs typeface="Verdana"/>
              </a:rPr>
              <a:t>P</a:t>
            </a:r>
            <a:r>
              <a:rPr sz="1600" spc="-10" dirty="0">
                <a:latin typeface="Verdana"/>
                <a:cs typeface="Verdana"/>
              </a:rPr>
              <a:t>ourquoi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n’e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5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-i</a:t>
            </a:r>
            <a:r>
              <a:rPr sz="1600" spc="-5" dirty="0">
                <a:latin typeface="Verdana"/>
                <a:cs typeface="Verdana"/>
              </a:rPr>
              <a:t>l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pas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ins</a:t>
            </a:r>
            <a:r>
              <a:rPr sz="1600" spc="-10" dirty="0">
                <a:latin typeface="Verdana"/>
                <a:cs typeface="Verdana"/>
              </a:rPr>
              <a:t>at</a:t>
            </a:r>
            <a:r>
              <a:rPr sz="1600" spc="-20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sfait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(d</a:t>
            </a:r>
            <a:r>
              <a:rPr sz="1600" spc="-20" dirty="0">
                <a:latin typeface="Verdana"/>
                <a:cs typeface="Verdana"/>
              </a:rPr>
              <a:t>é</a:t>
            </a:r>
            <a:r>
              <a:rPr sz="1600" spc="-10" dirty="0">
                <a:latin typeface="Verdana"/>
                <a:cs typeface="Verdana"/>
              </a:rPr>
              <a:t>faut)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9"/>
              </a:spcBef>
              <a:buClr>
                <a:srgbClr val="EE3D42"/>
              </a:buClr>
              <a:buFont typeface="MS Gothic"/>
              <a:buChar char="➢"/>
            </a:pPr>
            <a:endParaRPr sz="15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15" dirty="0">
                <a:latin typeface="Verdana"/>
                <a:cs typeface="Verdana"/>
              </a:rPr>
              <a:t>Quel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sont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se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exige</a:t>
            </a:r>
            <a:r>
              <a:rPr sz="1600" spc="-3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7"/>
              </a:spcBef>
              <a:buClr>
                <a:srgbClr val="EE3D42"/>
              </a:buClr>
              <a:buFont typeface="MS Gothic"/>
              <a:buChar char="➢"/>
            </a:pPr>
            <a:endParaRPr sz="15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15" dirty="0">
                <a:latin typeface="Verdana"/>
                <a:cs typeface="Verdana"/>
              </a:rPr>
              <a:t>Quel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es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olé</a:t>
            </a:r>
            <a:r>
              <a:rPr sz="1600" spc="-40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an</a:t>
            </a: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86255" y="4029455"/>
            <a:ext cx="1609344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85615" y="3643884"/>
            <a:ext cx="929639" cy="9281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14877" y="4744973"/>
            <a:ext cx="2357755" cy="641985"/>
          </a:xfrm>
          <a:custGeom>
            <a:avLst/>
            <a:gdLst/>
            <a:ahLst/>
            <a:cxnLst/>
            <a:rect l="l" t="t" r="r" b="b"/>
            <a:pathLst>
              <a:path w="2357754" h="641985">
                <a:moveTo>
                  <a:pt x="2036826" y="0"/>
                </a:moveTo>
                <a:lnTo>
                  <a:pt x="2036826" y="160400"/>
                </a:lnTo>
                <a:lnTo>
                  <a:pt x="0" y="160400"/>
                </a:lnTo>
                <a:lnTo>
                  <a:pt x="0" y="481203"/>
                </a:lnTo>
                <a:lnTo>
                  <a:pt x="2036826" y="481203"/>
                </a:lnTo>
                <a:lnTo>
                  <a:pt x="2036826" y="641604"/>
                </a:lnTo>
                <a:lnTo>
                  <a:pt x="2357628" y="320802"/>
                </a:lnTo>
                <a:lnTo>
                  <a:pt x="203682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14877" y="4744973"/>
            <a:ext cx="2357755" cy="641985"/>
          </a:xfrm>
          <a:custGeom>
            <a:avLst/>
            <a:gdLst/>
            <a:ahLst/>
            <a:cxnLst/>
            <a:rect l="l" t="t" r="r" b="b"/>
            <a:pathLst>
              <a:path w="2357754" h="641985">
                <a:moveTo>
                  <a:pt x="0" y="160400"/>
                </a:moveTo>
                <a:lnTo>
                  <a:pt x="2036826" y="160400"/>
                </a:lnTo>
                <a:lnTo>
                  <a:pt x="2036826" y="0"/>
                </a:lnTo>
                <a:lnTo>
                  <a:pt x="2357628" y="320802"/>
                </a:lnTo>
                <a:lnTo>
                  <a:pt x="2036826" y="641604"/>
                </a:lnTo>
                <a:lnTo>
                  <a:pt x="2036826" y="481203"/>
                </a:lnTo>
                <a:lnTo>
                  <a:pt x="0" y="481203"/>
                </a:lnTo>
                <a:lnTo>
                  <a:pt x="0" y="160400"/>
                </a:lnTo>
                <a:close/>
              </a:path>
            </a:pathLst>
          </a:custGeom>
          <a:ln w="25908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71615" y="4029455"/>
            <a:ext cx="1447799" cy="1828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29634" y="4741926"/>
            <a:ext cx="715010" cy="571500"/>
          </a:xfrm>
          <a:custGeom>
            <a:avLst/>
            <a:gdLst/>
            <a:ahLst/>
            <a:cxnLst/>
            <a:rect l="l" t="t" r="r" b="b"/>
            <a:pathLst>
              <a:path w="715010" h="571500">
                <a:moveTo>
                  <a:pt x="280288" y="0"/>
                </a:moveTo>
                <a:lnTo>
                  <a:pt x="0" y="102870"/>
                </a:lnTo>
                <a:lnTo>
                  <a:pt x="251586" y="221742"/>
                </a:lnTo>
                <a:lnTo>
                  <a:pt x="166242" y="256794"/>
                </a:lnTo>
                <a:lnTo>
                  <a:pt x="404494" y="370078"/>
                </a:lnTo>
                <a:lnTo>
                  <a:pt x="331342" y="394589"/>
                </a:lnTo>
                <a:lnTo>
                  <a:pt x="714755" y="571500"/>
                </a:lnTo>
                <a:lnTo>
                  <a:pt x="488695" y="340741"/>
                </a:lnTo>
                <a:lnTo>
                  <a:pt x="548513" y="317627"/>
                </a:lnTo>
                <a:lnTo>
                  <a:pt x="365632" y="179832"/>
                </a:lnTo>
                <a:lnTo>
                  <a:pt x="425576" y="160909"/>
                </a:lnTo>
                <a:lnTo>
                  <a:pt x="2802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29634" y="4741926"/>
            <a:ext cx="715010" cy="571500"/>
          </a:xfrm>
          <a:custGeom>
            <a:avLst/>
            <a:gdLst/>
            <a:ahLst/>
            <a:cxnLst/>
            <a:rect l="l" t="t" r="r" b="b"/>
            <a:pathLst>
              <a:path w="715010" h="571500">
                <a:moveTo>
                  <a:pt x="280288" y="0"/>
                </a:moveTo>
                <a:lnTo>
                  <a:pt x="425576" y="160909"/>
                </a:lnTo>
                <a:lnTo>
                  <a:pt x="365632" y="179832"/>
                </a:lnTo>
                <a:lnTo>
                  <a:pt x="548513" y="317627"/>
                </a:lnTo>
                <a:lnTo>
                  <a:pt x="488695" y="340741"/>
                </a:lnTo>
                <a:lnTo>
                  <a:pt x="714755" y="571500"/>
                </a:lnTo>
                <a:lnTo>
                  <a:pt x="331342" y="394589"/>
                </a:lnTo>
                <a:lnTo>
                  <a:pt x="404494" y="370078"/>
                </a:lnTo>
                <a:lnTo>
                  <a:pt x="166242" y="256794"/>
                </a:lnTo>
                <a:lnTo>
                  <a:pt x="251586" y="221742"/>
                </a:lnTo>
                <a:lnTo>
                  <a:pt x="0" y="102870"/>
                </a:lnTo>
                <a:lnTo>
                  <a:pt x="280288" y="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29884" y="3785615"/>
            <a:ext cx="285115" cy="358140"/>
          </a:xfrm>
          <a:custGeom>
            <a:avLst/>
            <a:gdLst/>
            <a:ahLst/>
            <a:cxnLst/>
            <a:rect l="l" t="t" r="r" b="b"/>
            <a:pathLst>
              <a:path w="285114" h="358139">
                <a:moveTo>
                  <a:pt x="111760" y="0"/>
                </a:moveTo>
                <a:lnTo>
                  <a:pt x="0" y="64515"/>
                </a:lnTo>
                <a:lnTo>
                  <a:pt x="100330" y="138937"/>
                </a:lnTo>
                <a:lnTo>
                  <a:pt x="66294" y="160908"/>
                </a:lnTo>
                <a:lnTo>
                  <a:pt x="161290" y="231901"/>
                </a:lnTo>
                <a:lnTo>
                  <a:pt x="132080" y="247268"/>
                </a:lnTo>
                <a:lnTo>
                  <a:pt x="284988" y="358139"/>
                </a:lnTo>
                <a:lnTo>
                  <a:pt x="194818" y="213486"/>
                </a:lnTo>
                <a:lnTo>
                  <a:pt x="218694" y="199135"/>
                </a:lnTo>
                <a:lnTo>
                  <a:pt x="145796" y="112648"/>
                </a:lnTo>
                <a:lnTo>
                  <a:pt x="169672" y="100837"/>
                </a:lnTo>
                <a:lnTo>
                  <a:pt x="11176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86243" y="3785615"/>
            <a:ext cx="277495" cy="356870"/>
          </a:xfrm>
          <a:custGeom>
            <a:avLst/>
            <a:gdLst/>
            <a:ahLst/>
            <a:cxnLst/>
            <a:rect l="l" t="t" r="r" b="b"/>
            <a:pathLst>
              <a:path w="277495" h="356870">
                <a:moveTo>
                  <a:pt x="168528" y="0"/>
                </a:moveTo>
                <a:lnTo>
                  <a:pt x="112267" y="100329"/>
                </a:lnTo>
                <a:lnTo>
                  <a:pt x="135508" y="112267"/>
                </a:lnTo>
                <a:lnTo>
                  <a:pt x="64515" y="198246"/>
                </a:lnTo>
                <a:lnTo>
                  <a:pt x="87756" y="212597"/>
                </a:lnTo>
                <a:lnTo>
                  <a:pt x="0" y="356615"/>
                </a:lnTo>
                <a:lnTo>
                  <a:pt x="148843" y="246252"/>
                </a:lnTo>
                <a:lnTo>
                  <a:pt x="120395" y="230885"/>
                </a:lnTo>
                <a:lnTo>
                  <a:pt x="212851" y="160273"/>
                </a:lnTo>
                <a:lnTo>
                  <a:pt x="179704" y="138429"/>
                </a:lnTo>
                <a:lnTo>
                  <a:pt x="277367" y="64261"/>
                </a:lnTo>
                <a:lnTo>
                  <a:pt x="168528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795770" cy="130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15" dirty="0">
                <a:latin typeface="Verdana"/>
                <a:cs typeface="Verdana"/>
              </a:rPr>
              <a:t> Pr</a:t>
            </a:r>
            <a:r>
              <a:rPr sz="1800" b="1" dirty="0">
                <a:latin typeface="Verdana"/>
                <a:cs typeface="Verdana"/>
              </a:rPr>
              <a:t>ocess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795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20" dirty="0">
                <a:latin typeface="Verdana"/>
                <a:cs typeface="Verdana"/>
              </a:rPr>
              <a:t>Que</a:t>
            </a:r>
            <a:r>
              <a:rPr sz="1600" spc="-5" dirty="0">
                <a:latin typeface="Verdana"/>
                <a:cs typeface="Verdana"/>
              </a:rPr>
              <a:t>l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us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es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à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l’origi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du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blè</a:t>
            </a:r>
            <a:r>
              <a:rPr sz="1600" spc="-3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0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25" dirty="0">
                <a:latin typeface="Verdana"/>
                <a:cs typeface="Verdana"/>
              </a:rPr>
              <a:t>D</a:t>
            </a:r>
            <a:r>
              <a:rPr sz="1600" spc="-10" dirty="0">
                <a:latin typeface="Verdana"/>
                <a:cs typeface="Verdana"/>
              </a:rPr>
              <a:t>ans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quel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péri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è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re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duit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blè</a:t>
            </a:r>
            <a:r>
              <a:rPr sz="1600" spc="-3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(d</a:t>
            </a:r>
            <a:r>
              <a:rPr sz="1600" spc="-20" dirty="0">
                <a:latin typeface="Verdana"/>
                <a:cs typeface="Verdana"/>
              </a:rPr>
              <a:t>é</a:t>
            </a:r>
            <a:r>
              <a:rPr sz="1600" spc="-10" dirty="0">
                <a:latin typeface="Verdana"/>
                <a:cs typeface="Verdana"/>
              </a:rPr>
              <a:t>but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fin)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15584" y="3357371"/>
            <a:ext cx="1924812" cy="19232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6148" y="3959352"/>
            <a:ext cx="801624" cy="9098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58717" y="3996690"/>
            <a:ext cx="2357755" cy="643255"/>
          </a:xfrm>
          <a:custGeom>
            <a:avLst/>
            <a:gdLst/>
            <a:ahLst/>
            <a:cxnLst/>
            <a:rect l="l" t="t" r="r" b="b"/>
            <a:pathLst>
              <a:path w="2357754" h="643254">
                <a:moveTo>
                  <a:pt x="2036064" y="0"/>
                </a:moveTo>
                <a:lnTo>
                  <a:pt x="2036064" y="160781"/>
                </a:lnTo>
                <a:lnTo>
                  <a:pt x="0" y="160781"/>
                </a:lnTo>
                <a:lnTo>
                  <a:pt x="0" y="482345"/>
                </a:lnTo>
                <a:lnTo>
                  <a:pt x="2036064" y="482345"/>
                </a:lnTo>
                <a:lnTo>
                  <a:pt x="2036064" y="643127"/>
                </a:lnTo>
                <a:lnTo>
                  <a:pt x="2357628" y="321563"/>
                </a:lnTo>
                <a:lnTo>
                  <a:pt x="203606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58717" y="3996690"/>
            <a:ext cx="2357755" cy="643255"/>
          </a:xfrm>
          <a:custGeom>
            <a:avLst/>
            <a:gdLst/>
            <a:ahLst/>
            <a:cxnLst/>
            <a:rect l="l" t="t" r="r" b="b"/>
            <a:pathLst>
              <a:path w="2357754" h="643254">
                <a:moveTo>
                  <a:pt x="0" y="160781"/>
                </a:moveTo>
                <a:lnTo>
                  <a:pt x="2036064" y="160781"/>
                </a:lnTo>
                <a:lnTo>
                  <a:pt x="2036064" y="0"/>
                </a:lnTo>
                <a:lnTo>
                  <a:pt x="2357628" y="321563"/>
                </a:lnTo>
                <a:lnTo>
                  <a:pt x="2036064" y="643127"/>
                </a:lnTo>
                <a:lnTo>
                  <a:pt x="2036064" y="482345"/>
                </a:lnTo>
                <a:lnTo>
                  <a:pt x="0" y="482345"/>
                </a:lnTo>
                <a:lnTo>
                  <a:pt x="0" y="160781"/>
                </a:lnTo>
                <a:close/>
              </a:path>
            </a:pathLst>
          </a:custGeom>
          <a:ln w="25908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86483" y="2564892"/>
            <a:ext cx="1368552" cy="12953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22704" y="2860548"/>
            <a:ext cx="916305" cy="713740"/>
          </a:xfrm>
          <a:custGeom>
            <a:avLst/>
            <a:gdLst/>
            <a:ahLst/>
            <a:cxnLst/>
            <a:rect l="l" t="t" r="r" b="b"/>
            <a:pathLst>
              <a:path w="916305" h="713739">
                <a:moveTo>
                  <a:pt x="457962" y="0"/>
                </a:moveTo>
                <a:lnTo>
                  <a:pt x="383663" y="4666"/>
                </a:lnTo>
                <a:lnTo>
                  <a:pt x="313188" y="18178"/>
                </a:lnTo>
                <a:lnTo>
                  <a:pt x="247476" y="39800"/>
                </a:lnTo>
                <a:lnTo>
                  <a:pt x="187470" y="68799"/>
                </a:lnTo>
                <a:lnTo>
                  <a:pt x="134112" y="104441"/>
                </a:lnTo>
                <a:lnTo>
                  <a:pt x="88343" y="145993"/>
                </a:lnTo>
                <a:lnTo>
                  <a:pt x="51105" y="192720"/>
                </a:lnTo>
                <a:lnTo>
                  <a:pt x="23341" y="243888"/>
                </a:lnTo>
                <a:lnTo>
                  <a:pt x="5992" y="298765"/>
                </a:lnTo>
                <a:lnTo>
                  <a:pt x="0" y="356615"/>
                </a:lnTo>
                <a:lnTo>
                  <a:pt x="1517" y="385867"/>
                </a:lnTo>
                <a:lnTo>
                  <a:pt x="13306" y="442322"/>
                </a:lnTo>
                <a:lnTo>
                  <a:pt x="35980" y="495436"/>
                </a:lnTo>
                <a:lnTo>
                  <a:pt x="68599" y="544476"/>
                </a:lnTo>
                <a:lnTo>
                  <a:pt x="110220" y="588707"/>
                </a:lnTo>
                <a:lnTo>
                  <a:pt x="159901" y="627395"/>
                </a:lnTo>
                <a:lnTo>
                  <a:pt x="216701" y="659808"/>
                </a:lnTo>
                <a:lnTo>
                  <a:pt x="279677" y="685210"/>
                </a:lnTo>
                <a:lnTo>
                  <a:pt x="347889" y="702869"/>
                </a:lnTo>
                <a:lnTo>
                  <a:pt x="420394" y="712049"/>
                </a:lnTo>
                <a:lnTo>
                  <a:pt x="457962" y="713231"/>
                </a:lnTo>
                <a:lnTo>
                  <a:pt x="495529" y="712049"/>
                </a:lnTo>
                <a:lnTo>
                  <a:pt x="568034" y="702869"/>
                </a:lnTo>
                <a:lnTo>
                  <a:pt x="636246" y="685210"/>
                </a:lnTo>
                <a:lnTo>
                  <a:pt x="699222" y="659808"/>
                </a:lnTo>
                <a:lnTo>
                  <a:pt x="756022" y="627395"/>
                </a:lnTo>
                <a:lnTo>
                  <a:pt x="805703" y="588707"/>
                </a:lnTo>
                <a:lnTo>
                  <a:pt x="847324" y="544476"/>
                </a:lnTo>
                <a:lnTo>
                  <a:pt x="879943" y="495436"/>
                </a:lnTo>
                <a:lnTo>
                  <a:pt x="902617" y="442322"/>
                </a:lnTo>
                <a:lnTo>
                  <a:pt x="914406" y="385867"/>
                </a:lnTo>
                <a:lnTo>
                  <a:pt x="915924" y="356615"/>
                </a:lnTo>
                <a:lnTo>
                  <a:pt x="914406" y="327364"/>
                </a:lnTo>
                <a:lnTo>
                  <a:pt x="902617" y="270909"/>
                </a:lnTo>
                <a:lnTo>
                  <a:pt x="879943" y="217795"/>
                </a:lnTo>
                <a:lnTo>
                  <a:pt x="847324" y="168755"/>
                </a:lnTo>
                <a:lnTo>
                  <a:pt x="805703" y="124524"/>
                </a:lnTo>
                <a:lnTo>
                  <a:pt x="756022" y="85836"/>
                </a:lnTo>
                <a:lnTo>
                  <a:pt x="699222" y="53423"/>
                </a:lnTo>
                <a:lnTo>
                  <a:pt x="636246" y="28021"/>
                </a:lnTo>
                <a:lnTo>
                  <a:pt x="568034" y="10362"/>
                </a:lnTo>
                <a:lnTo>
                  <a:pt x="495529" y="1182"/>
                </a:lnTo>
                <a:lnTo>
                  <a:pt x="45796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81326" y="3138717"/>
            <a:ext cx="5988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latin typeface="Verdana"/>
                <a:cs typeface="Verdana"/>
              </a:rPr>
              <a:t>D</a:t>
            </a:r>
            <a:r>
              <a:rPr sz="1200" b="1" spc="-5" dirty="0">
                <a:latin typeface="Verdana"/>
                <a:cs typeface="Verdana"/>
              </a:rPr>
              <a:t>E</a:t>
            </a:r>
            <a:r>
              <a:rPr sz="1200" b="1" spc="-10" dirty="0">
                <a:latin typeface="Verdana"/>
                <a:cs typeface="Verdana"/>
              </a:rPr>
              <a:t>B</a:t>
            </a:r>
            <a:r>
              <a:rPr sz="1200" b="1" spc="-15" dirty="0">
                <a:latin typeface="Verdana"/>
                <a:cs typeface="Verdana"/>
              </a:rPr>
              <a:t>U</a:t>
            </a:r>
            <a:r>
              <a:rPr sz="1200" b="1" spc="-1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86483" y="4869179"/>
            <a:ext cx="1368552" cy="1295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2704" y="5164835"/>
            <a:ext cx="916305" cy="713740"/>
          </a:xfrm>
          <a:custGeom>
            <a:avLst/>
            <a:gdLst/>
            <a:ahLst/>
            <a:cxnLst/>
            <a:rect l="l" t="t" r="r" b="b"/>
            <a:pathLst>
              <a:path w="916305" h="713739">
                <a:moveTo>
                  <a:pt x="457962" y="0"/>
                </a:moveTo>
                <a:lnTo>
                  <a:pt x="383663" y="4666"/>
                </a:lnTo>
                <a:lnTo>
                  <a:pt x="313188" y="18178"/>
                </a:lnTo>
                <a:lnTo>
                  <a:pt x="247476" y="39800"/>
                </a:lnTo>
                <a:lnTo>
                  <a:pt x="187470" y="68799"/>
                </a:lnTo>
                <a:lnTo>
                  <a:pt x="134112" y="104441"/>
                </a:lnTo>
                <a:lnTo>
                  <a:pt x="88343" y="145993"/>
                </a:lnTo>
                <a:lnTo>
                  <a:pt x="51105" y="192720"/>
                </a:lnTo>
                <a:lnTo>
                  <a:pt x="23341" y="243888"/>
                </a:lnTo>
                <a:lnTo>
                  <a:pt x="5992" y="298765"/>
                </a:lnTo>
                <a:lnTo>
                  <a:pt x="0" y="356616"/>
                </a:lnTo>
                <a:lnTo>
                  <a:pt x="1517" y="385863"/>
                </a:lnTo>
                <a:lnTo>
                  <a:pt x="13306" y="442314"/>
                </a:lnTo>
                <a:lnTo>
                  <a:pt x="35980" y="495426"/>
                </a:lnTo>
                <a:lnTo>
                  <a:pt x="68599" y="544465"/>
                </a:lnTo>
                <a:lnTo>
                  <a:pt x="110220" y="588697"/>
                </a:lnTo>
                <a:lnTo>
                  <a:pt x="159901" y="627387"/>
                </a:lnTo>
                <a:lnTo>
                  <a:pt x="216701" y="659802"/>
                </a:lnTo>
                <a:lnTo>
                  <a:pt x="279677" y="685207"/>
                </a:lnTo>
                <a:lnTo>
                  <a:pt x="347889" y="702867"/>
                </a:lnTo>
                <a:lnTo>
                  <a:pt x="420394" y="712049"/>
                </a:lnTo>
                <a:lnTo>
                  <a:pt x="457962" y="713232"/>
                </a:lnTo>
                <a:lnTo>
                  <a:pt x="495529" y="712049"/>
                </a:lnTo>
                <a:lnTo>
                  <a:pt x="568034" y="702867"/>
                </a:lnTo>
                <a:lnTo>
                  <a:pt x="636246" y="685207"/>
                </a:lnTo>
                <a:lnTo>
                  <a:pt x="699222" y="659802"/>
                </a:lnTo>
                <a:lnTo>
                  <a:pt x="756022" y="627387"/>
                </a:lnTo>
                <a:lnTo>
                  <a:pt x="805703" y="588697"/>
                </a:lnTo>
                <a:lnTo>
                  <a:pt x="847324" y="544465"/>
                </a:lnTo>
                <a:lnTo>
                  <a:pt x="879943" y="495426"/>
                </a:lnTo>
                <a:lnTo>
                  <a:pt x="902617" y="442314"/>
                </a:lnTo>
                <a:lnTo>
                  <a:pt x="914406" y="385863"/>
                </a:lnTo>
                <a:lnTo>
                  <a:pt x="915924" y="356616"/>
                </a:lnTo>
                <a:lnTo>
                  <a:pt x="914406" y="327364"/>
                </a:lnTo>
                <a:lnTo>
                  <a:pt x="902617" y="270909"/>
                </a:lnTo>
                <a:lnTo>
                  <a:pt x="879943" y="217795"/>
                </a:lnTo>
                <a:lnTo>
                  <a:pt x="847324" y="168755"/>
                </a:lnTo>
                <a:lnTo>
                  <a:pt x="805703" y="124524"/>
                </a:lnTo>
                <a:lnTo>
                  <a:pt x="756022" y="85836"/>
                </a:lnTo>
                <a:lnTo>
                  <a:pt x="699222" y="53423"/>
                </a:lnTo>
                <a:lnTo>
                  <a:pt x="636246" y="28021"/>
                </a:lnTo>
                <a:lnTo>
                  <a:pt x="568034" y="10362"/>
                </a:lnTo>
                <a:lnTo>
                  <a:pt x="495529" y="1182"/>
                </a:lnTo>
                <a:lnTo>
                  <a:pt x="45796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112391" y="5443386"/>
            <a:ext cx="33718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Verdana"/>
                <a:cs typeface="Verdana"/>
              </a:rPr>
              <a:t>F</a:t>
            </a:r>
            <a:r>
              <a:rPr sz="1200" b="1" dirty="0">
                <a:latin typeface="Verdana"/>
                <a:cs typeface="Verdana"/>
              </a:rPr>
              <a:t>I</a:t>
            </a:r>
            <a:r>
              <a:rPr sz="1200" b="1" spc="-15" dirty="0">
                <a:latin typeface="Verdana"/>
                <a:cs typeface="Verdana"/>
              </a:rPr>
              <a:t>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60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7439659" cy="2352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Cons</a:t>
            </a:r>
            <a:r>
              <a:rPr sz="2000" spc="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rui</a:t>
            </a:r>
            <a:r>
              <a:rPr sz="2000" spc="-1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charte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c’est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finir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ni</a:t>
            </a:r>
            <a:r>
              <a:rPr sz="2000" spc="-15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735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èm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,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dirty="0">
                <a:latin typeface="Verdana"/>
                <a:cs typeface="Verdana"/>
              </a:rPr>
              <a:t>Le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 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-15" dirty="0">
                <a:latin typeface="Verdana"/>
                <a:cs typeface="Verdana"/>
              </a:rPr>
              <a:t>p</a:t>
            </a:r>
            <a:r>
              <a:rPr sz="1800" spc="-5" dirty="0">
                <a:latin typeface="Verdana"/>
                <a:cs typeface="Verdana"/>
              </a:rPr>
              <a:t>é</a:t>
            </a:r>
            <a:r>
              <a:rPr sz="1800" dirty="0">
                <a:latin typeface="Verdana"/>
                <a:cs typeface="Verdana"/>
              </a:rPr>
              <a:t>cif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c</a:t>
            </a:r>
            <a:r>
              <a:rPr sz="1800" spc="-5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tion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,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ssus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son</a:t>
            </a:r>
            <a:r>
              <a:rPr sz="1800" dirty="0">
                <a:latin typeface="Verdana"/>
                <a:cs typeface="Verdana"/>
              </a:rPr>
              <a:t> un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ure,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défaut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à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corr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65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…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20996" y="1825751"/>
            <a:ext cx="4223004" cy="3017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22114" y="5031959"/>
            <a:ext cx="4003040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600" i="1" spc="-15" dirty="0">
                <a:latin typeface="Verdana"/>
                <a:cs typeface="Verdana"/>
              </a:rPr>
              <a:t>…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pe</a:t>
            </a:r>
            <a:r>
              <a:rPr sz="1600" i="1" spc="-20" dirty="0">
                <a:latin typeface="Verdana"/>
                <a:cs typeface="Verdana"/>
              </a:rPr>
              <a:t>u</a:t>
            </a:r>
            <a:r>
              <a:rPr sz="1600" i="1" spc="-10" dirty="0">
                <a:latin typeface="Verdana"/>
                <a:cs typeface="Verdana"/>
              </a:rPr>
              <a:t>vent</a:t>
            </a:r>
            <a:r>
              <a:rPr sz="1600" i="1" spc="1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ê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re</a:t>
            </a:r>
            <a:r>
              <a:rPr sz="1600" i="1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ajou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és</a:t>
            </a:r>
            <a:r>
              <a:rPr sz="1600" i="1" spc="1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l’équipe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proje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, l’objec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5" dirty="0">
                <a:latin typeface="Verdana"/>
                <a:cs typeface="Verdana"/>
              </a:rPr>
              <a:t>if </a:t>
            </a:r>
            <a:r>
              <a:rPr sz="1600" i="1" spc="-10" dirty="0">
                <a:latin typeface="Verdana"/>
                <a:cs typeface="Verdana"/>
              </a:rPr>
              <a:t>à</a:t>
            </a:r>
            <a:r>
              <a:rPr sz="1600" i="1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at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eindre</a:t>
            </a:r>
            <a:r>
              <a:rPr sz="1600" i="1" spc="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et </a:t>
            </a:r>
            <a:r>
              <a:rPr sz="1600" i="1" dirty="0">
                <a:latin typeface="Verdana"/>
                <a:cs typeface="Verdana"/>
              </a:rPr>
              <a:t>l</a:t>
            </a:r>
            <a:r>
              <a:rPr sz="1600" i="1" spc="-10" dirty="0">
                <a:latin typeface="Verdana"/>
                <a:cs typeface="Verdana"/>
              </a:rPr>
              <a:t>es ga</a:t>
            </a:r>
            <a:r>
              <a:rPr sz="1600" i="1" dirty="0">
                <a:latin typeface="Verdana"/>
                <a:cs typeface="Verdana"/>
              </a:rPr>
              <a:t>i</a:t>
            </a:r>
            <a:r>
              <a:rPr sz="1600" i="1" spc="-10" dirty="0">
                <a:latin typeface="Verdana"/>
                <a:cs typeface="Verdana"/>
              </a:rPr>
              <a:t>ns po</a:t>
            </a:r>
            <a:r>
              <a:rPr sz="1600" i="1" spc="-15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e</a:t>
            </a:r>
            <a:r>
              <a:rPr sz="1600" i="1" spc="-15" dirty="0">
                <a:latin typeface="Verdana"/>
                <a:cs typeface="Verdana"/>
              </a:rPr>
              <a:t>nt</a:t>
            </a:r>
            <a:r>
              <a:rPr sz="1600" i="1" spc="-10" dirty="0">
                <a:latin typeface="Verdana"/>
                <a:cs typeface="Verdana"/>
              </a:rPr>
              <a:t>iels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1180872"/>
            <a:ext cx="23006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8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31470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Probl</a:t>
            </a:r>
            <a:r>
              <a:rPr sz="2400" spc="-30" dirty="0">
                <a:latin typeface="Verdana"/>
                <a:cs typeface="Verdana"/>
              </a:rPr>
              <a:t>è</a:t>
            </a:r>
            <a:r>
              <a:rPr sz="2400" spc="-20" dirty="0">
                <a:latin typeface="Verdana"/>
                <a:cs typeface="Verdana"/>
              </a:rPr>
              <a:t>me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14627" y="2305812"/>
            <a:ext cx="2357627" cy="3337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37075" y="1880515"/>
            <a:ext cx="3930650" cy="257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dirty="0">
                <a:latin typeface="Verdana"/>
                <a:cs typeface="Verdana"/>
              </a:rPr>
              <a:t>Des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10" dirty="0">
                <a:latin typeface="Verdana"/>
                <a:cs typeface="Verdana"/>
              </a:rPr>
              <a:t>ve</a:t>
            </a:r>
            <a:r>
              <a:rPr sz="2000" dirty="0"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dirty="0">
                <a:latin typeface="Verdana"/>
                <a:cs typeface="Verdana"/>
              </a:rPr>
              <a:t>Une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bl</a:t>
            </a:r>
            <a:r>
              <a:rPr sz="2000" spc="-2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tique conc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dirty="0">
                <a:latin typeface="Verdana"/>
                <a:cs typeface="Verdana"/>
              </a:rPr>
              <a:t>Un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dirty="0">
                <a:latin typeface="Verdana"/>
                <a:cs typeface="Verdana"/>
              </a:rPr>
              <a:t>ul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co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hensib</a:t>
            </a:r>
            <a:r>
              <a:rPr sz="2000" spc="-2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tous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noncé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1180872"/>
            <a:ext cx="62674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8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3147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dirty="0">
                <a:latin typeface="Verdana"/>
                <a:cs typeface="Verdana"/>
              </a:rPr>
              <a:t> spéc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f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cat</a:t>
            </a:r>
            <a:r>
              <a:rPr sz="2400" spc="-15" dirty="0">
                <a:latin typeface="Verdana"/>
                <a:cs typeface="Verdana"/>
              </a:rPr>
              <a:t>io</a:t>
            </a:r>
            <a:r>
              <a:rPr sz="2400" spc="-10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ou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ex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spc="-20" dirty="0">
                <a:latin typeface="Verdana"/>
                <a:cs typeface="Verdana"/>
              </a:rPr>
              <a:t>gence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ie</a:t>
            </a:r>
            <a:r>
              <a:rPr sz="2400" spc="-15" dirty="0">
                <a:latin typeface="Verdana"/>
                <a:cs typeface="Verdana"/>
              </a:rPr>
              <a:t>nts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9744" y="2785872"/>
            <a:ext cx="2142744" cy="22082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37075" y="2167281"/>
            <a:ext cx="3622675" cy="150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spc="-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qu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 s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uha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te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spc="-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qu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 to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re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spc="-16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’ob</a:t>
            </a:r>
            <a:r>
              <a:rPr sz="2000" spc="-10" dirty="0">
                <a:latin typeface="Verdana"/>
                <a:cs typeface="Verdana"/>
              </a:rPr>
              <a:t>je</a:t>
            </a:r>
            <a:r>
              <a:rPr sz="2000" dirty="0">
                <a:latin typeface="Verdana"/>
                <a:cs typeface="Verdana"/>
              </a:rPr>
              <a:t>ctif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1180872"/>
            <a:ext cx="29337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8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31470" algn="l"/>
              </a:tabLst>
            </a:pPr>
            <a:r>
              <a:rPr sz="2400" dirty="0">
                <a:latin typeface="Verdana"/>
                <a:cs typeface="Verdana"/>
              </a:rPr>
              <a:t>Une </a:t>
            </a:r>
            <a:r>
              <a:rPr sz="2400" spc="5" dirty="0">
                <a:latin typeface="Verdana"/>
                <a:cs typeface="Verdana"/>
              </a:rPr>
              <a:t>u</a:t>
            </a:r>
            <a:r>
              <a:rPr sz="2400" spc="-15" dirty="0">
                <a:latin typeface="Verdana"/>
                <a:cs typeface="Verdana"/>
              </a:rPr>
              <a:t>nité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(le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‘</a:t>
            </a:r>
            <a:r>
              <a:rPr sz="2400" i="1" dirty="0">
                <a:latin typeface="Verdana"/>
                <a:cs typeface="Verdana"/>
              </a:rPr>
              <a:t>Y’</a:t>
            </a:r>
            <a:r>
              <a:rPr sz="2400" dirty="0">
                <a:latin typeface="Verdana"/>
                <a:cs typeface="Verdana"/>
              </a:rPr>
              <a:t>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1372" y="2785872"/>
            <a:ext cx="2272283" cy="22722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52240" y="2298474"/>
            <a:ext cx="5138420" cy="1877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69900" algn="l"/>
              </a:tabLst>
            </a:pPr>
            <a:r>
              <a:rPr sz="2000" dirty="0">
                <a:latin typeface="Verdana"/>
                <a:cs typeface="Verdana"/>
              </a:rPr>
              <a:t>Une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unité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spc="-5" dirty="0">
                <a:latin typeface="Verdana"/>
                <a:cs typeface="Verdana"/>
              </a:rPr>
              <a:t>ttan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sur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u="heavy" dirty="0">
                <a:latin typeface="Verdana"/>
                <a:cs typeface="Verdana"/>
              </a:rPr>
              <a:t>l’</a:t>
            </a:r>
            <a:r>
              <a:rPr sz="2000" u="heavy" spc="-10" dirty="0">
                <a:latin typeface="Verdana"/>
                <a:cs typeface="Verdana"/>
              </a:rPr>
              <a:t>e</a:t>
            </a:r>
            <a:r>
              <a:rPr sz="2000" u="heavy" dirty="0">
                <a:latin typeface="Verdana"/>
                <a:cs typeface="Verdana"/>
              </a:rPr>
              <a:t>nse</a:t>
            </a:r>
            <a:r>
              <a:rPr sz="2000" u="heavy" spc="-10" dirty="0">
                <a:latin typeface="Verdana"/>
                <a:cs typeface="Verdana"/>
              </a:rPr>
              <a:t>m</a:t>
            </a:r>
            <a:r>
              <a:rPr sz="2000" u="heavy" dirty="0">
                <a:latin typeface="Verdana"/>
                <a:cs typeface="Verdana"/>
              </a:rPr>
              <a:t>ble</a:t>
            </a:r>
            <a:r>
              <a:rPr sz="2000" u="heavy" spc="-15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du p</a:t>
            </a:r>
            <a:r>
              <a:rPr sz="2000" u="heavy" spc="-10" dirty="0">
                <a:latin typeface="Verdana"/>
                <a:cs typeface="Verdana"/>
              </a:rPr>
              <a:t>r</a:t>
            </a:r>
            <a:r>
              <a:rPr sz="2000" u="heavy" dirty="0">
                <a:latin typeface="Verdana"/>
                <a:cs typeface="Verdana"/>
              </a:rPr>
              <a:t>oc</a:t>
            </a:r>
            <a:r>
              <a:rPr sz="2000" u="heavy" spc="-10" dirty="0">
                <a:latin typeface="Verdana"/>
                <a:cs typeface="Verdana"/>
              </a:rPr>
              <a:t>e</a:t>
            </a:r>
            <a:r>
              <a:rPr sz="2000" u="heavy" dirty="0">
                <a:latin typeface="Verdana"/>
                <a:cs typeface="Verdana"/>
              </a:rPr>
              <a:t>ssus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0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927735" algn="l"/>
              </a:tabLst>
            </a:pPr>
            <a:r>
              <a:rPr sz="1800" spc="-10" dirty="0">
                <a:latin typeface="Verdana"/>
                <a:cs typeface="Verdana"/>
              </a:rPr>
              <a:t>Lors</a:t>
            </a:r>
            <a:r>
              <a:rPr sz="1800" spc="-25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ème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surv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ent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927735" algn="l"/>
              </a:tabLst>
            </a:pPr>
            <a:r>
              <a:rPr sz="1800" spc="-10" dirty="0">
                <a:latin typeface="Verdana"/>
                <a:cs typeface="Verdana"/>
              </a:rPr>
              <a:t>Lors</a:t>
            </a:r>
            <a:r>
              <a:rPr sz="1800" spc="-25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ème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surv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ent </a:t>
            </a:r>
            <a:r>
              <a:rPr sz="1800" spc="-15" dirty="0">
                <a:latin typeface="Verdana"/>
                <a:cs typeface="Verdana"/>
              </a:rPr>
              <a:t>pas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1180872"/>
            <a:ext cx="342963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8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31470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défau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à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co</a:t>
            </a:r>
            <a:r>
              <a:rPr sz="2400" spc="-2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20" dirty="0">
                <a:latin typeface="Verdana"/>
                <a:cs typeface="Verdana"/>
              </a:rPr>
              <a:t>iger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6488" y="2642616"/>
            <a:ext cx="3215640" cy="25728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20792" y="2510181"/>
            <a:ext cx="3793490" cy="1804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69900" algn="l"/>
              </a:tabLst>
            </a:pPr>
            <a:r>
              <a:rPr sz="2000" dirty="0">
                <a:latin typeface="Verdana"/>
                <a:cs typeface="Verdana"/>
              </a:rPr>
              <a:t>Défin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nt de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69900" algn="l"/>
              </a:tabLst>
            </a:pPr>
            <a:r>
              <a:rPr sz="2000" dirty="0">
                <a:latin typeface="Verdana"/>
                <a:cs typeface="Verdana"/>
              </a:rPr>
              <a:t>E</a:t>
            </a:r>
            <a:r>
              <a:rPr sz="2000" spc="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once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0" dirty="0">
                <a:latin typeface="Verdana"/>
                <a:cs typeface="Verdana"/>
              </a:rPr>
              <a:t>d</a:t>
            </a:r>
            <a:r>
              <a:rPr sz="2000" spc="-15" dirty="0">
                <a:latin typeface="Verdana"/>
                <a:cs typeface="Verdana"/>
              </a:rPr>
              <a:t>o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t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co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58436" y="5272050"/>
            <a:ext cx="385889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dirty="0">
                <a:latin typeface="Verdana"/>
                <a:cs typeface="Verdana"/>
              </a:rPr>
              <a:t>Déf</a:t>
            </a:r>
            <a:r>
              <a:rPr sz="2000" i="1" spc="-10" dirty="0">
                <a:latin typeface="Verdana"/>
                <a:cs typeface="Verdana"/>
              </a:rPr>
              <a:t>a</a:t>
            </a:r>
            <a:r>
              <a:rPr sz="2000" i="1" dirty="0">
                <a:latin typeface="Verdana"/>
                <a:cs typeface="Verdana"/>
              </a:rPr>
              <a:t>ut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=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Le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‘Y’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n’est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pas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dans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i="1" spc="-5" dirty="0">
                <a:latin typeface="Verdana"/>
                <a:cs typeface="Verdana"/>
              </a:rPr>
              <a:t>le</a:t>
            </a:r>
            <a:r>
              <a:rPr sz="2000" i="1" dirty="0">
                <a:latin typeface="Verdana"/>
                <a:cs typeface="Verdana"/>
              </a:rPr>
              <a:t>s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sp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dirty="0">
                <a:latin typeface="Verdana"/>
                <a:cs typeface="Verdana"/>
              </a:rPr>
              <a:t>cif</a:t>
            </a:r>
            <a:r>
              <a:rPr sz="2000" i="1" spc="5" dirty="0">
                <a:latin typeface="Verdana"/>
                <a:cs typeface="Verdana"/>
              </a:rPr>
              <a:t>i</a:t>
            </a:r>
            <a:r>
              <a:rPr sz="2000" i="1" dirty="0">
                <a:latin typeface="Verdana"/>
                <a:cs typeface="Verdana"/>
              </a:rPr>
              <a:t>catio</a:t>
            </a:r>
            <a:r>
              <a:rPr sz="2000" i="1" spc="-15" dirty="0">
                <a:latin typeface="Verdana"/>
                <a:cs typeface="Verdana"/>
              </a:rPr>
              <a:t>n</a:t>
            </a:r>
            <a:r>
              <a:rPr sz="2000" i="1" dirty="0">
                <a:latin typeface="Verdana"/>
                <a:cs typeface="Verdana"/>
              </a:rPr>
              <a:t>s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clients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5603" y="1299035"/>
            <a:ext cx="5835015" cy="3656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probl</a:t>
            </a:r>
            <a:r>
              <a:rPr sz="2400" spc="-25" dirty="0">
                <a:latin typeface="Verdana"/>
                <a:cs typeface="Verdana"/>
              </a:rPr>
              <a:t>è</a:t>
            </a:r>
            <a:r>
              <a:rPr sz="2400" dirty="0">
                <a:latin typeface="Verdana"/>
                <a:cs typeface="Verdana"/>
              </a:rPr>
              <a:t>me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identif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é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c’est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7880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788670" algn="l"/>
              </a:tabLst>
            </a:pPr>
            <a:r>
              <a:rPr sz="2400" dirty="0">
                <a:latin typeface="Verdana"/>
                <a:cs typeface="Verdana"/>
              </a:rPr>
              <a:t>Une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spc="-5" dirty="0">
                <a:latin typeface="Verdana"/>
                <a:cs typeface="Verdana"/>
              </a:rPr>
              <a:t>blém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tiqu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nci</a:t>
            </a:r>
            <a:r>
              <a:rPr sz="2400" spc="-2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788035" indent="-318135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78867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éc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f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cat</a:t>
            </a:r>
            <a:r>
              <a:rPr sz="2400" spc="-15" dirty="0">
                <a:latin typeface="Verdana"/>
                <a:cs typeface="Verdana"/>
              </a:rPr>
              <a:t>io</a:t>
            </a:r>
            <a:r>
              <a:rPr sz="2400" spc="-10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ie</a:t>
            </a:r>
            <a:r>
              <a:rPr sz="2400" spc="-15" dirty="0">
                <a:latin typeface="Verdana"/>
                <a:cs typeface="Verdana"/>
              </a:rPr>
              <a:t>nts</a:t>
            </a:r>
            <a:endParaRPr sz="2400">
              <a:latin typeface="Verdana"/>
              <a:cs typeface="Verdana"/>
            </a:endParaRPr>
          </a:p>
          <a:p>
            <a:pPr marL="788035" indent="-318135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788670" algn="l"/>
              </a:tabLst>
            </a:pPr>
            <a:r>
              <a:rPr sz="2400" dirty="0">
                <a:latin typeface="Verdana"/>
                <a:cs typeface="Verdana"/>
              </a:rPr>
              <a:t>Une unité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mesu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ant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us</a:t>
            </a:r>
            <a:endParaRPr sz="2400">
              <a:latin typeface="Verdana"/>
              <a:cs typeface="Verdana"/>
            </a:endParaRPr>
          </a:p>
          <a:p>
            <a:pPr marL="788035" indent="-318135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788670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défau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à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co</a:t>
            </a:r>
            <a:r>
              <a:rPr sz="2400" spc="-2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20" dirty="0">
                <a:latin typeface="Verdana"/>
                <a:cs typeface="Verdana"/>
              </a:rPr>
              <a:t>iger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20128" y="2276855"/>
            <a:ext cx="394716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75347" y="3649979"/>
            <a:ext cx="643127" cy="6431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91171" y="3054095"/>
            <a:ext cx="504444" cy="5181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20128" y="4480559"/>
            <a:ext cx="579120" cy="4648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1979" y="2925323"/>
            <a:ext cx="358775" cy="2087880"/>
          </a:xfrm>
          <a:custGeom>
            <a:avLst/>
            <a:gdLst/>
            <a:ahLst/>
            <a:cxnLst/>
            <a:rect l="l" t="t" r="r" b="b"/>
            <a:pathLst>
              <a:path w="358775" h="2087879">
                <a:moveTo>
                  <a:pt x="358190" y="2087874"/>
                </a:moveTo>
                <a:lnTo>
                  <a:pt x="313010" y="2082693"/>
                </a:lnTo>
                <a:lnTo>
                  <a:pt x="272051" y="2068018"/>
                </a:lnTo>
                <a:lnTo>
                  <a:pt x="236748" y="2045154"/>
                </a:lnTo>
                <a:lnTo>
                  <a:pt x="208538" y="2015402"/>
                </a:lnTo>
                <a:lnTo>
                  <a:pt x="188856" y="1980067"/>
                </a:lnTo>
                <a:lnTo>
                  <a:pt x="179140" y="1940451"/>
                </a:lnTo>
                <a:lnTo>
                  <a:pt x="178358" y="1206621"/>
                </a:lnTo>
                <a:lnTo>
                  <a:pt x="177704" y="1192661"/>
                </a:lnTo>
                <a:lnTo>
                  <a:pt x="168325" y="1152932"/>
                </a:lnTo>
                <a:lnTo>
                  <a:pt x="148935" y="1117442"/>
                </a:lnTo>
                <a:lnTo>
                  <a:pt x="120972" y="1087494"/>
                </a:lnTo>
                <a:lnTo>
                  <a:pt x="85871" y="1064392"/>
                </a:lnTo>
                <a:lnTo>
                  <a:pt x="45068" y="1049440"/>
                </a:lnTo>
                <a:lnTo>
                  <a:pt x="0" y="1043939"/>
                </a:lnTo>
                <a:lnTo>
                  <a:pt x="15288" y="1043342"/>
                </a:lnTo>
                <a:lnTo>
                  <a:pt x="58874" y="1034775"/>
                </a:lnTo>
                <a:lnTo>
                  <a:pt x="97885" y="1017076"/>
                </a:lnTo>
                <a:lnTo>
                  <a:pt x="130829" y="991566"/>
                </a:lnTo>
                <a:lnTo>
                  <a:pt x="156216" y="959564"/>
                </a:lnTo>
                <a:lnTo>
                  <a:pt x="172556" y="922394"/>
                </a:lnTo>
                <a:lnTo>
                  <a:pt x="178358" y="881374"/>
                </a:lnTo>
                <a:lnTo>
                  <a:pt x="178358" y="162681"/>
                </a:lnTo>
                <a:lnTo>
                  <a:pt x="179011" y="148721"/>
                </a:lnTo>
                <a:lnTo>
                  <a:pt x="188390" y="108992"/>
                </a:lnTo>
                <a:lnTo>
                  <a:pt x="207780" y="73502"/>
                </a:lnTo>
                <a:lnTo>
                  <a:pt x="235743" y="43554"/>
                </a:lnTo>
                <a:lnTo>
                  <a:pt x="270845" y="20452"/>
                </a:lnTo>
                <a:lnTo>
                  <a:pt x="311648" y="5500"/>
                </a:lnTo>
                <a:lnTo>
                  <a:pt x="341308" y="702"/>
                </a:lnTo>
                <a:lnTo>
                  <a:pt x="356716" y="0"/>
                </a:lnTo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87623" y="5516879"/>
            <a:ext cx="3959860" cy="647700"/>
          </a:xfrm>
          <a:prstGeom prst="rect">
            <a:avLst/>
          </a:prstGeom>
          <a:ln w="9144">
            <a:solidFill>
              <a:srgbClr val="40404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07060">
              <a:lnSpc>
                <a:spcPct val="100000"/>
              </a:lnSpc>
            </a:pPr>
            <a:r>
              <a:rPr sz="1800" b="1" spc="-80" dirty="0">
                <a:latin typeface="Calibri"/>
                <a:cs typeface="Calibri"/>
              </a:rPr>
              <a:t>V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po</a:t>
            </a:r>
            <a:r>
              <a:rPr sz="1800" b="1" spc="-5" dirty="0">
                <a:latin typeface="Calibri"/>
                <a:cs typeface="Calibri"/>
              </a:rPr>
              <a:t>u</a:t>
            </a:r>
            <a:r>
              <a:rPr sz="1800" b="1" spc="-25" dirty="0">
                <a:latin typeface="Calibri"/>
                <a:cs typeface="Calibri"/>
              </a:rPr>
              <a:t>v</a:t>
            </a:r>
            <a:r>
              <a:rPr sz="1800" b="1" spc="-2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z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fi</a:t>
            </a:r>
            <a:r>
              <a:rPr sz="1800" b="1" spc="-50" dirty="0">
                <a:latin typeface="Calibri"/>
                <a:cs typeface="Calibri"/>
              </a:rPr>
              <a:t>x</a:t>
            </a:r>
            <a:r>
              <a:rPr sz="1800" b="1" dirty="0">
                <a:latin typeface="Calibri"/>
                <a:cs typeface="Calibri"/>
              </a:rPr>
              <a:t>er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un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bje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tif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4794" y="3962146"/>
            <a:ext cx="2323465" cy="1930400"/>
          </a:xfrm>
          <a:custGeom>
            <a:avLst/>
            <a:gdLst/>
            <a:ahLst/>
            <a:cxnLst/>
            <a:rect l="l" t="t" r="r" b="b"/>
            <a:pathLst>
              <a:path w="2323465" h="1930400">
                <a:moveTo>
                  <a:pt x="2298055" y="1878558"/>
                </a:moveTo>
                <a:lnTo>
                  <a:pt x="2228215" y="1919287"/>
                </a:lnTo>
                <a:lnTo>
                  <a:pt x="2227199" y="1923173"/>
                </a:lnTo>
                <a:lnTo>
                  <a:pt x="2228977" y="1926208"/>
                </a:lnTo>
                <a:lnTo>
                  <a:pt x="2230628" y="1929231"/>
                </a:lnTo>
                <a:lnTo>
                  <a:pt x="2234565" y="1930260"/>
                </a:lnTo>
                <a:lnTo>
                  <a:pt x="2312323" y="1884908"/>
                </a:lnTo>
                <a:lnTo>
                  <a:pt x="2310638" y="1884908"/>
                </a:lnTo>
                <a:lnTo>
                  <a:pt x="2310638" y="1884044"/>
                </a:lnTo>
                <a:lnTo>
                  <a:pt x="2307463" y="1884044"/>
                </a:lnTo>
                <a:lnTo>
                  <a:pt x="2298055" y="1878558"/>
                </a:lnTo>
                <a:close/>
              </a:path>
              <a:path w="2323465" h="1930400">
                <a:moveTo>
                  <a:pt x="234950" y="0"/>
                </a:moveTo>
                <a:lnTo>
                  <a:pt x="2844" y="0"/>
                </a:lnTo>
                <a:lnTo>
                  <a:pt x="0" y="2793"/>
                </a:lnTo>
                <a:lnTo>
                  <a:pt x="0" y="1882063"/>
                </a:lnTo>
                <a:lnTo>
                  <a:pt x="2844" y="1884908"/>
                </a:lnTo>
                <a:lnTo>
                  <a:pt x="2287166" y="1884908"/>
                </a:lnTo>
                <a:lnTo>
                  <a:pt x="2298055" y="1878558"/>
                </a:lnTo>
                <a:lnTo>
                  <a:pt x="12700" y="1878558"/>
                </a:lnTo>
                <a:lnTo>
                  <a:pt x="6350" y="1872208"/>
                </a:lnTo>
                <a:lnTo>
                  <a:pt x="12700" y="1872208"/>
                </a:lnTo>
                <a:lnTo>
                  <a:pt x="12700" y="12699"/>
                </a:lnTo>
                <a:lnTo>
                  <a:pt x="6350" y="12699"/>
                </a:lnTo>
                <a:lnTo>
                  <a:pt x="12700" y="6349"/>
                </a:lnTo>
                <a:lnTo>
                  <a:pt x="234950" y="6349"/>
                </a:lnTo>
                <a:lnTo>
                  <a:pt x="234950" y="0"/>
                </a:lnTo>
                <a:close/>
              </a:path>
              <a:path w="2323465" h="1930400">
                <a:moveTo>
                  <a:pt x="2312326" y="1872208"/>
                </a:moveTo>
                <a:lnTo>
                  <a:pt x="2310638" y="1872208"/>
                </a:lnTo>
                <a:lnTo>
                  <a:pt x="2310638" y="1884908"/>
                </a:lnTo>
                <a:lnTo>
                  <a:pt x="2312323" y="1884908"/>
                </a:lnTo>
                <a:lnTo>
                  <a:pt x="2323211" y="1878558"/>
                </a:lnTo>
                <a:lnTo>
                  <a:pt x="2312326" y="1872208"/>
                </a:lnTo>
                <a:close/>
              </a:path>
              <a:path w="2323465" h="1930400">
                <a:moveTo>
                  <a:pt x="2307463" y="1873072"/>
                </a:moveTo>
                <a:lnTo>
                  <a:pt x="2298055" y="1878558"/>
                </a:lnTo>
                <a:lnTo>
                  <a:pt x="2307463" y="1884044"/>
                </a:lnTo>
                <a:lnTo>
                  <a:pt x="2307463" y="1873072"/>
                </a:lnTo>
                <a:close/>
              </a:path>
              <a:path w="2323465" h="1930400">
                <a:moveTo>
                  <a:pt x="2310638" y="1873072"/>
                </a:moveTo>
                <a:lnTo>
                  <a:pt x="2307463" y="1873072"/>
                </a:lnTo>
                <a:lnTo>
                  <a:pt x="2307463" y="1884044"/>
                </a:lnTo>
                <a:lnTo>
                  <a:pt x="2310638" y="1884044"/>
                </a:lnTo>
                <a:lnTo>
                  <a:pt x="2310638" y="1873072"/>
                </a:lnTo>
                <a:close/>
              </a:path>
              <a:path w="2323465" h="1930400">
                <a:moveTo>
                  <a:pt x="12700" y="1872208"/>
                </a:moveTo>
                <a:lnTo>
                  <a:pt x="6350" y="1872208"/>
                </a:lnTo>
                <a:lnTo>
                  <a:pt x="12700" y="1878558"/>
                </a:lnTo>
                <a:lnTo>
                  <a:pt x="12700" y="1872208"/>
                </a:lnTo>
                <a:close/>
              </a:path>
              <a:path w="2323465" h="1930400">
                <a:moveTo>
                  <a:pt x="2287166" y="1872208"/>
                </a:moveTo>
                <a:lnTo>
                  <a:pt x="12700" y="1872208"/>
                </a:lnTo>
                <a:lnTo>
                  <a:pt x="12700" y="1878558"/>
                </a:lnTo>
                <a:lnTo>
                  <a:pt x="2298055" y="1878558"/>
                </a:lnTo>
                <a:lnTo>
                  <a:pt x="2287166" y="1872208"/>
                </a:lnTo>
                <a:close/>
              </a:path>
              <a:path w="2323465" h="1930400">
                <a:moveTo>
                  <a:pt x="2234565" y="1826856"/>
                </a:moveTo>
                <a:lnTo>
                  <a:pt x="2230628" y="1827872"/>
                </a:lnTo>
                <a:lnTo>
                  <a:pt x="2228977" y="1830908"/>
                </a:lnTo>
                <a:lnTo>
                  <a:pt x="2227199" y="1833930"/>
                </a:lnTo>
                <a:lnTo>
                  <a:pt x="2228215" y="1837829"/>
                </a:lnTo>
                <a:lnTo>
                  <a:pt x="2298055" y="1878558"/>
                </a:lnTo>
                <a:lnTo>
                  <a:pt x="2307463" y="1873072"/>
                </a:lnTo>
                <a:lnTo>
                  <a:pt x="2310638" y="1873072"/>
                </a:lnTo>
                <a:lnTo>
                  <a:pt x="2310638" y="1872208"/>
                </a:lnTo>
                <a:lnTo>
                  <a:pt x="2312326" y="1872208"/>
                </a:lnTo>
                <a:lnTo>
                  <a:pt x="2234565" y="1826856"/>
                </a:lnTo>
                <a:close/>
              </a:path>
              <a:path w="2323465" h="1930400">
                <a:moveTo>
                  <a:pt x="12700" y="6349"/>
                </a:moveTo>
                <a:lnTo>
                  <a:pt x="6350" y="12699"/>
                </a:lnTo>
                <a:lnTo>
                  <a:pt x="12700" y="12699"/>
                </a:lnTo>
                <a:lnTo>
                  <a:pt x="12700" y="6349"/>
                </a:lnTo>
                <a:close/>
              </a:path>
              <a:path w="2323465" h="1930400">
                <a:moveTo>
                  <a:pt x="234950" y="6349"/>
                </a:moveTo>
                <a:lnTo>
                  <a:pt x="12700" y="6349"/>
                </a:lnTo>
                <a:lnTo>
                  <a:pt x="12700" y="12699"/>
                </a:lnTo>
                <a:lnTo>
                  <a:pt x="234950" y="12699"/>
                </a:lnTo>
                <a:lnTo>
                  <a:pt x="234950" y="6349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47898"/>
            <a:ext cx="179197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EXE</a:t>
            </a:r>
            <a:r>
              <a:rPr sz="2000" b="1" spc="5" dirty="0">
                <a:latin typeface="Verdana"/>
                <a:cs typeface="Verdana"/>
              </a:rPr>
              <a:t>R</a:t>
            </a:r>
            <a:r>
              <a:rPr sz="2000" b="1" dirty="0">
                <a:latin typeface="Verdana"/>
                <a:cs typeface="Verdana"/>
              </a:rPr>
              <a:t>CICE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52671" y="2852927"/>
            <a:ext cx="2735580" cy="1583690"/>
          </a:xfrm>
          <a:custGeom>
            <a:avLst/>
            <a:gdLst/>
            <a:ahLst/>
            <a:cxnLst/>
            <a:rect l="l" t="t" r="r" b="b"/>
            <a:pathLst>
              <a:path w="2735579" h="1583689">
                <a:moveTo>
                  <a:pt x="0" y="1583436"/>
                </a:moveTo>
                <a:lnTo>
                  <a:pt x="2735579" y="1583436"/>
                </a:lnTo>
                <a:lnTo>
                  <a:pt x="2735579" y="0"/>
                </a:lnTo>
                <a:lnTo>
                  <a:pt x="0" y="0"/>
                </a:lnTo>
                <a:lnTo>
                  <a:pt x="0" y="158343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83708" y="1243583"/>
            <a:ext cx="3221736" cy="2311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64479" y="1269491"/>
            <a:ext cx="3119628" cy="2209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64479" y="2339339"/>
            <a:ext cx="3119755" cy="370840"/>
          </a:xfrm>
          <a:prstGeom prst="rect">
            <a:avLst/>
          </a:prstGeom>
          <a:solidFill>
            <a:srgbClr val="FBD4B5"/>
          </a:solidFill>
        </p:spPr>
        <p:txBody>
          <a:bodyPr vert="horz" wrap="square" lIns="0" tIns="0" rIns="0" bIns="0" rtlCol="0">
            <a:spAutoFit/>
          </a:bodyPr>
          <a:lstStyle/>
          <a:p>
            <a:pPr marL="552450">
              <a:lnSpc>
                <a:spcPct val="100000"/>
              </a:lnSpc>
            </a:pPr>
            <a:r>
              <a:rPr sz="1800" spc="-75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ou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ou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ou</a:t>
            </a:r>
            <a:r>
              <a:rPr sz="1800" spc="-10" dirty="0">
                <a:latin typeface="Calibri"/>
                <a:cs typeface="Calibri"/>
              </a:rPr>
              <a:t>ven</a:t>
            </a:r>
            <a:r>
              <a:rPr sz="1800" spc="-2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z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67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66571" y="2236496"/>
            <a:ext cx="3672204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iso</a:t>
            </a:r>
            <a:r>
              <a:rPr sz="2000" dirty="0">
                <a:latin typeface="Verdana"/>
                <a:cs typeface="Verdana"/>
              </a:rPr>
              <a:t>ns</a:t>
            </a:r>
            <a:r>
              <a:rPr sz="2000" spc="-5" dirty="0">
                <a:latin typeface="Verdana"/>
                <a:cs typeface="Verdana"/>
              </a:rPr>
              <a:t> 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charte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 </a:t>
            </a:r>
            <a:r>
              <a:rPr sz="2000" spc="-5" dirty="0">
                <a:latin typeface="Verdana"/>
                <a:cs typeface="Verdana"/>
              </a:rPr>
              <a:t>(par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*)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atr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3770" y="3357901"/>
            <a:ext cx="4114165" cy="1866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6225" indent="-263525">
              <a:lnSpc>
                <a:spcPct val="100000"/>
              </a:lnSpc>
              <a:buClr>
                <a:srgbClr val="EE3D42"/>
              </a:buClr>
              <a:buSzPct val="187500"/>
              <a:buFont typeface="MS Gothic"/>
              <a:buChar char="▪"/>
              <a:tabLst>
                <a:tab pos="276860" algn="l"/>
              </a:tabLst>
            </a:pPr>
            <a:r>
              <a:rPr sz="1600" spc="-15" dirty="0">
                <a:latin typeface="Verdana"/>
                <a:cs typeface="Verdana"/>
              </a:rPr>
              <a:t>Une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oblémat</a:t>
            </a:r>
            <a:r>
              <a:rPr sz="1600" spc="-20" dirty="0">
                <a:latin typeface="Verdana"/>
                <a:cs typeface="Verdana"/>
              </a:rPr>
              <a:t>i</a:t>
            </a:r>
            <a:r>
              <a:rPr sz="1600" spc="-15" dirty="0">
                <a:latin typeface="Verdana"/>
                <a:cs typeface="Verdana"/>
              </a:rPr>
              <a:t>qu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conci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e</a:t>
            </a:r>
            <a:endParaRPr sz="1600">
              <a:latin typeface="Verdana"/>
              <a:cs typeface="Verdana"/>
            </a:endParaRPr>
          </a:p>
          <a:p>
            <a:pPr marL="224154" indent="-211454">
              <a:lnSpc>
                <a:spcPct val="100000"/>
              </a:lnSpc>
              <a:spcBef>
                <a:spcPts val="2005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224790" algn="l"/>
              </a:tabLst>
            </a:pPr>
            <a:r>
              <a:rPr sz="1600" spc="-15" dirty="0">
                <a:latin typeface="Verdana"/>
                <a:cs typeface="Verdana"/>
              </a:rPr>
              <a:t>De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spéc</a:t>
            </a:r>
            <a:r>
              <a:rPr sz="1600" spc="-15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fica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io</a:t>
            </a:r>
            <a:r>
              <a:rPr sz="160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5" dirty="0">
                <a:latin typeface="Verdana"/>
                <a:cs typeface="Verdana"/>
              </a:rPr>
              <a:t>ien</a:t>
            </a:r>
            <a:r>
              <a:rPr sz="1600" spc="-10" dirty="0">
                <a:latin typeface="Verdana"/>
                <a:cs typeface="Verdana"/>
              </a:rPr>
              <a:t>ts</a:t>
            </a:r>
            <a:endParaRPr sz="1600">
              <a:latin typeface="Verdana"/>
              <a:cs typeface="Verdana"/>
            </a:endParaRPr>
          </a:p>
          <a:p>
            <a:pPr marL="224154" indent="-211454">
              <a:lnSpc>
                <a:spcPct val="100000"/>
              </a:lnSpc>
              <a:spcBef>
                <a:spcPts val="1920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224790" algn="l"/>
              </a:tabLst>
            </a:pPr>
            <a:r>
              <a:rPr sz="1600" spc="-15" dirty="0">
                <a:latin typeface="Verdana"/>
                <a:cs typeface="Verdana"/>
              </a:rPr>
              <a:t>Une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uni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é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me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5" dirty="0">
                <a:latin typeface="Verdana"/>
                <a:cs typeface="Verdana"/>
              </a:rPr>
              <a:t>u</a:t>
            </a:r>
            <a:r>
              <a:rPr sz="1600" spc="-3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ant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Y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du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oce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sus</a:t>
            </a:r>
            <a:endParaRPr sz="1600">
              <a:latin typeface="Verdana"/>
              <a:cs typeface="Verdana"/>
            </a:endParaRPr>
          </a:p>
          <a:p>
            <a:pPr marL="224154" indent="-211454">
              <a:lnSpc>
                <a:spcPct val="100000"/>
              </a:lnSpc>
              <a:spcBef>
                <a:spcPts val="1920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224790" algn="l"/>
              </a:tabLst>
            </a:pPr>
            <a:r>
              <a:rPr sz="1600" spc="-15" dirty="0">
                <a:latin typeface="Verdana"/>
                <a:cs typeface="Verdana"/>
              </a:rPr>
              <a:t>Un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défaut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à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cor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5" dirty="0">
                <a:latin typeface="Verdana"/>
                <a:cs typeface="Verdana"/>
              </a:rPr>
              <a:t>iger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1725" y="6042418"/>
            <a:ext cx="253619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8790" marR="5080" indent="-466725">
              <a:lnSpc>
                <a:spcPct val="100000"/>
              </a:lnSpc>
            </a:pPr>
            <a:r>
              <a:rPr sz="800" i="1" dirty="0">
                <a:latin typeface="Verdana"/>
                <a:cs typeface="Verdana"/>
              </a:rPr>
              <a:t>*</a:t>
            </a:r>
            <a:r>
              <a:rPr sz="800" i="1" spc="5" dirty="0">
                <a:latin typeface="Verdana"/>
                <a:cs typeface="Verdana"/>
              </a:rPr>
              <a:t> </a:t>
            </a:r>
            <a:r>
              <a:rPr sz="800" i="1" spc="-5" dirty="0">
                <a:latin typeface="Verdana"/>
                <a:cs typeface="Verdana"/>
              </a:rPr>
              <a:t>I</a:t>
            </a:r>
            <a:r>
              <a:rPr sz="800" i="1" dirty="0">
                <a:latin typeface="Verdana"/>
                <a:cs typeface="Verdana"/>
              </a:rPr>
              <a:t>l </a:t>
            </a:r>
            <a:r>
              <a:rPr sz="800" i="1" spc="-5" dirty="0">
                <a:latin typeface="Verdana"/>
                <a:cs typeface="Verdana"/>
              </a:rPr>
              <a:t>n</a:t>
            </a:r>
            <a:r>
              <a:rPr sz="800" i="1" dirty="0">
                <a:latin typeface="Verdana"/>
                <a:cs typeface="Verdana"/>
              </a:rPr>
              <a:t>’est p</a:t>
            </a:r>
            <a:r>
              <a:rPr sz="800" i="1" spc="-5" dirty="0">
                <a:latin typeface="Verdana"/>
                <a:cs typeface="Verdana"/>
              </a:rPr>
              <a:t>a</a:t>
            </a:r>
            <a:r>
              <a:rPr sz="800" i="1" dirty="0">
                <a:latin typeface="Verdana"/>
                <a:cs typeface="Verdana"/>
              </a:rPr>
              <a:t>s</a:t>
            </a:r>
            <a:r>
              <a:rPr sz="800" i="1" spc="-20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dem</a:t>
            </a:r>
            <a:r>
              <a:rPr sz="800" i="1" spc="-5" dirty="0">
                <a:latin typeface="Verdana"/>
                <a:cs typeface="Verdana"/>
              </a:rPr>
              <a:t>an</a:t>
            </a:r>
            <a:r>
              <a:rPr sz="800" i="1" dirty="0">
                <a:latin typeface="Verdana"/>
                <a:cs typeface="Verdana"/>
              </a:rPr>
              <a:t>dé</a:t>
            </a:r>
            <a:r>
              <a:rPr sz="800" i="1" spc="-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de</a:t>
            </a:r>
            <a:r>
              <a:rPr sz="800" i="1" spc="-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co</a:t>
            </a:r>
            <a:r>
              <a:rPr sz="800" i="1" spc="-5" dirty="0">
                <a:latin typeface="Verdana"/>
                <a:cs typeface="Verdana"/>
              </a:rPr>
              <a:t>n</a:t>
            </a:r>
            <a:r>
              <a:rPr sz="800" i="1" dirty="0">
                <a:latin typeface="Verdana"/>
                <a:cs typeface="Verdana"/>
              </a:rPr>
              <a:t>s</a:t>
            </a:r>
            <a:r>
              <a:rPr sz="800" i="1" spc="-5" dirty="0">
                <a:latin typeface="Verdana"/>
                <a:cs typeface="Verdana"/>
              </a:rPr>
              <a:t>titu</a:t>
            </a:r>
            <a:r>
              <a:rPr sz="800" i="1" dirty="0">
                <a:latin typeface="Verdana"/>
                <a:cs typeface="Verdana"/>
              </a:rPr>
              <a:t>er</a:t>
            </a:r>
            <a:r>
              <a:rPr sz="800" i="1" spc="-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‘</a:t>
            </a:r>
            <a:r>
              <a:rPr sz="800" i="1" spc="-5" dirty="0">
                <a:latin typeface="Verdana"/>
                <a:cs typeface="Verdana"/>
              </a:rPr>
              <a:t>un</a:t>
            </a:r>
            <a:r>
              <a:rPr sz="800" i="1" dirty="0">
                <a:latin typeface="Verdana"/>
                <a:cs typeface="Verdana"/>
              </a:rPr>
              <a:t>e</a:t>
            </a:r>
            <a:r>
              <a:rPr sz="800" i="1" spc="1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éq</a:t>
            </a:r>
            <a:r>
              <a:rPr sz="800" i="1" spc="-5" dirty="0">
                <a:latin typeface="Verdana"/>
                <a:cs typeface="Verdana"/>
              </a:rPr>
              <a:t>ui</a:t>
            </a:r>
            <a:r>
              <a:rPr sz="800" i="1" dirty="0">
                <a:latin typeface="Verdana"/>
                <a:cs typeface="Verdana"/>
              </a:rPr>
              <a:t>pe proje</a:t>
            </a:r>
            <a:r>
              <a:rPr sz="800" i="1" spc="-5" dirty="0">
                <a:latin typeface="Verdana"/>
                <a:cs typeface="Verdana"/>
              </a:rPr>
              <a:t>t</a:t>
            </a:r>
            <a:r>
              <a:rPr sz="800" i="1" dirty="0">
                <a:latin typeface="Verdana"/>
                <a:cs typeface="Verdana"/>
              </a:rPr>
              <a:t>’</a:t>
            </a:r>
            <a:r>
              <a:rPr sz="800" i="1" spc="-20" dirty="0">
                <a:latin typeface="Verdana"/>
                <a:cs typeface="Verdana"/>
              </a:rPr>
              <a:t> </a:t>
            </a:r>
            <a:r>
              <a:rPr sz="800" i="1" spc="-5" dirty="0">
                <a:latin typeface="Verdana"/>
                <a:cs typeface="Verdana"/>
              </a:rPr>
              <a:t>n</a:t>
            </a:r>
            <a:r>
              <a:rPr sz="800" i="1" dirty="0">
                <a:latin typeface="Verdana"/>
                <a:cs typeface="Verdana"/>
              </a:rPr>
              <a:t>i</a:t>
            </a:r>
            <a:r>
              <a:rPr sz="800" i="1" spc="10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d’es</a:t>
            </a:r>
            <a:r>
              <a:rPr sz="800" i="1" spc="-5" dirty="0">
                <a:latin typeface="Verdana"/>
                <a:cs typeface="Verdana"/>
              </a:rPr>
              <a:t>ti</a:t>
            </a:r>
            <a:r>
              <a:rPr sz="800" i="1" dirty="0">
                <a:latin typeface="Verdana"/>
                <a:cs typeface="Verdana"/>
              </a:rPr>
              <a:t>mer</a:t>
            </a:r>
            <a:r>
              <a:rPr sz="800" i="1" spc="-30" dirty="0">
                <a:latin typeface="Verdana"/>
                <a:cs typeface="Verdana"/>
              </a:rPr>
              <a:t> </a:t>
            </a:r>
            <a:r>
              <a:rPr sz="800" i="1" spc="-5" dirty="0">
                <a:latin typeface="Verdana"/>
                <a:cs typeface="Verdana"/>
              </a:rPr>
              <a:t>l</a:t>
            </a:r>
            <a:r>
              <a:rPr sz="800" i="1" dirty="0">
                <a:latin typeface="Verdana"/>
                <a:cs typeface="Verdana"/>
              </a:rPr>
              <a:t>es</a:t>
            </a:r>
            <a:r>
              <a:rPr sz="800" i="1" spc="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‘g</a:t>
            </a:r>
            <a:r>
              <a:rPr sz="800" i="1" spc="-5" dirty="0">
                <a:latin typeface="Verdana"/>
                <a:cs typeface="Verdana"/>
              </a:rPr>
              <a:t>ain</a:t>
            </a:r>
            <a:r>
              <a:rPr sz="800" i="1" dirty="0">
                <a:latin typeface="Verdana"/>
                <a:cs typeface="Verdana"/>
              </a:rPr>
              <a:t>s</a:t>
            </a:r>
            <a:r>
              <a:rPr sz="800" i="1" spc="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po</a:t>
            </a:r>
            <a:r>
              <a:rPr sz="800" i="1" spc="-5" dirty="0">
                <a:latin typeface="Verdana"/>
                <a:cs typeface="Verdana"/>
              </a:rPr>
              <a:t>t</a:t>
            </a:r>
            <a:r>
              <a:rPr sz="800" i="1" dirty="0">
                <a:latin typeface="Verdana"/>
                <a:cs typeface="Verdana"/>
              </a:rPr>
              <a:t>e</a:t>
            </a:r>
            <a:r>
              <a:rPr sz="800" i="1" spc="-5" dirty="0">
                <a:latin typeface="Verdana"/>
                <a:cs typeface="Verdana"/>
              </a:rPr>
              <a:t>nti</a:t>
            </a:r>
            <a:r>
              <a:rPr sz="800" i="1" dirty="0">
                <a:latin typeface="Verdana"/>
                <a:cs typeface="Verdana"/>
              </a:rPr>
              <a:t>e</a:t>
            </a:r>
            <a:r>
              <a:rPr sz="800" i="1" spc="-5" dirty="0">
                <a:latin typeface="Verdana"/>
                <a:cs typeface="Verdana"/>
              </a:rPr>
              <a:t>l</a:t>
            </a:r>
            <a:r>
              <a:rPr sz="800" i="1" dirty="0">
                <a:latin typeface="Verdana"/>
                <a:cs typeface="Verdana"/>
              </a:rPr>
              <a:t>s’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967380"/>
            <a:ext cx="349948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u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u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sou</a:t>
            </a:r>
            <a:r>
              <a:rPr sz="2000" b="1" spc="5" dirty="0">
                <a:latin typeface="Verdana"/>
                <a:cs typeface="Verdana"/>
              </a:rPr>
              <a:t>v</a:t>
            </a:r>
            <a:r>
              <a:rPr sz="2000" b="1" spc="-5" dirty="0">
                <a:latin typeface="Verdana"/>
                <a:cs typeface="Verdana"/>
              </a:rPr>
              <a:t>ene</a:t>
            </a:r>
            <a:r>
              <a:rPr sz="2000" b="1" dirty="0">
                <a:latin typeface="Verdana"/>
                <a:cs typeface="Verdana"/>
              </a:rPr>
              <a:t>z</a:t>
            </a:r>
            <a:r>
              <a:rPr sz="2000" b="1" spc="-4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9416" y="3929599"/>
            <a:ext cx="1197610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-1905" algn="ctr">
              <a:lnSpc>
                <a:spcPct val="150100"/>
              </a:lnSpc>
            </a:pPr>
            <a:r>
              <a:rPr sz="1600" b="1" spc="-20" dirty="0">
                <a:latin typeface="Verdana"/>
                <a:cs typeface="Verdana"/>
              </a:rPr>
              <a:t>L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spc="10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but </a:t>
            </a:r>
            <a:r>
              <a:rPr sz="1600" b="1" spc="-10" dirty="0">
                <a:latin typeface="Verdana"/>
                <a:cs typeface="Verdana"/>
              </a:rPr>
              <a:t>d’une entrepr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5" dirty="0">
                <a:latin typeface="Verdana"/>
                <a:cs typeface="Verdana"/>
              </a:rPr>
              <a:t>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57983" y="3982211"/>
            <a:ext cx="1295399" cy="1295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05329" y="5517364"/>
            <a:ext cx="1582420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es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clients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Verdana"/>
                <a:cs typeface="Verdana"/>
              </a:rPr>
              <a:t>satisfaits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89776" y="3857244"/>
            <a:ext cx="1728216" cy="17282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87108" y="5532299"/>
            <a:ext cx="1748789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910" marR="5080" indent="-283845">
              <a:lnSpc>
                <a:spcPct val="150100"/>
              </a:lnSpc>
            </a:pPr>
            <a:r>
              <a:rPr sz="2000" b="1" dirty="0">
                <a:latin typeface="Verdana"/>
                <a:cs typeface="Verdana"/>
              </a:rPr>
              <a:t>Un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business satis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ait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96284" y="2974848"/>
            <a:ext cx="2592705" cy="2231390"/>
          </a:xfrm>
          <a:custGeom>
            <a:avLst/>
            <a:gdLst/>
            <a:ahLst/>
            <a:cxnLst/>
            <a:rect l="l" t="t" r="r" b="b"/>
            <a:pathLst>
              <a:path w="2592704" h="2231390">
                <a:moveTo>
                  <a:pt x="0" y="2231135"/>
                </a:moveTo>
                <a:lnTo>
                  <a:pt x="1296162" y="0"/>
                </a:lnTo>
                <a:lnTo>
                  <a:pt x="2592324" y="2231135"/>
                </a:lnTo>
                <a:lnTo>
                  <a:pt x="0" y="2231135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8764" y="1030224"/>
            <a:ext cx="923543" cy="9220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55745" y="1988084"/>
            <a:ext cx="207454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4175" marR="5080" indent="-372110">
              <a:lnSpc>
                <a:spcPct val="150100"/>
              </a:lnSpc>
            </a:pP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es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pr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cessus satis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aits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1172873"/>
            <a:ext cx="5905500" cy="180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spc="-10" dirty="0">
                <a:latin typeface="Verdana"/>
                <a:cs typeface="Verdana"/>
              </a:rPr>
              <a:t>Q</a:t>
            </a:r>
            <a:r>
              <a:rPr sz="2000" dirty="0">
                <a:latin typeface="Verdana"/>
                <a:cs typeface="Verdana"/>
              </a:rPr>
              <a:t>ue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e</a:t>
            </a:r>
            <a:r>
              <a:rPr sz="2000" dirty="0">
                <a:latin typeface="Verdana"/>
                <a:cs typeface="Verdana"/>
              </a:rPr>
              <a:t>st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ffé</a:t>
            </a:r>
            <a:r>
              <a:rPr sz="2000" spc="-10" dirty="0">
                <a:latin typeface="Verdana"/>
                <a:cs typeface="Verdana"/>
              </a:rPr>
              <a:t>re</a:t>
            </a:r>
            <a:r>
              <a:rPr sz="2000" dirty="0">
                <a:latin typeface="Verdana"/>
                <a:cs typeface="Verdana"/>
              </a:rPr>
              <a:t>nce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tisf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cti</a:t>
            </a:r>
            <a:r>
              <a:rPr sz="2000" spc="-2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EE3D42"/>
              </a:buClr>
              <a:buFont typeface="MS Gothic"/>
              <a:buChar char="▪"/>
            </a:pPr>
            <a:endParaRPr sz="29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15" dirty="0">
                <a:latin typeface="Verdana"/>
                <a:cs typeface="Verdana"/>
              </a:rPr>
              <a:t>Des</a:t>
            </a:r>
            <a:r>
              <a:rPr sz="1800" spc="-5" dirty="0">
                <a:latin typeface="Verdana"/>
                <a:cs typeface="Verdana"/>
              </a:rPr>
              <a:t> C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spc="-2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EE3D42"/>
              </a:buClr>
              <a:buFont typeface="MS Gothic"/>
              <a:buChar char="➢"/>
            </a:pPr>
            <a:endParaRPr sz="29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dirty="0">
                <a:latin typeface="Verdana"/>
                <a:cs typeface="Verdana"/>
              </a:rPr>
              <a:t>Du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ro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us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644" y="3368645"/>
            <a:ext cx="1923414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Bus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 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51678" y="4221551"/>
            <a:ext cx="495934" cy="787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134"/>
              </a:lnSpc>
            </a:pPr>
            <a:r>
              <a:rPr sz="6000" b="1" spc="-40" dirty="0">
                <a:latin typeface="Verdana"/>
                <a:cs typeface="Verdana"/>
              </a:rPr>
              <a:t>?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64279" y="4558284"/>
            <a:ext cx="807720" cy="807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91305" y="5334705"/>
            <a:ext cx="1114425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965" marR="5080" indent="-88900">
              <a:lnSpc>
                <a:spcPct val="150000"/>
              </a:lnSpc>
            </a:pPr>
            <a:r>
              <a:rPr sz="1400" b="1" spc="-5" dirty="0">
                <a:latin typeface="Verdana"/>
                <a:cs typeface="Verdana"/>
              </a:rPr>
              <a:t>De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cli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n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 </a:t>
            </a:r>
            <a:r>
              <a:rPr sz="1400" b="1" spc="-5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ai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37831" y="4390644"/>
            <a:ext cx="1075944" cy="10759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90333" y="5453350"/>
            <a:ext cx="1232535" cy="524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Un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b</a:t>
            </a:r>
            <a:r>
              <a:rPr sz="1400" b="1" spc="-10" dirty="0">
                <a:latin typeface="Verdana"/>
                <a:cs typeface="Verdana"/>
              </a:rPr>
              <a:t>us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dirty="0">
                <a:latin typeface="Verdana"/>
                <a:cs typeface="Verdana"/>
              </a:rPr>
              <a:t>ess</a:t>
            </a:r>
            <a:endParaRPr sz="14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400" b="1" spc="-5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ait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01540" y="3657600"/>
            <a:ext cx="2232660" cy="1511935"/>
          </a:xfrm>
          <a:custGeom>
            <a:avLst/>
            <a:gdLst/>
            <a:ahLst/>
            <a:cxnLst/>
            <a:rect l="l" t="t" r="r" b="b"/>
            <a:pathLst>
              <a:path w="2232659" h="1511935">
                <a:moveTo>
                  <a:pt x="0" y="1511808"/>
                </a:moveTo>
                <a:lnTo>
                  <a:pt x="1116330" y="0"/>
                </a:lnTo>
                <a:lnTo>
                  <a:pt x="2232660" y="1511808"/>
                </a:lnTo>
                <a:lnTo>
                  <a:pt x="0" y="1511808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09259" y="2375916"/>
            <a:ext cx="574548" cy="5745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85334" y="3029782"/>
            <a:ext cx="1457960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proces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spc="-5" dirty="0">
                <a:latin typeface="Verdana"/>
                <a:cs typeface="Verdana"/>
              </a:rPr>
              <a:t>us</a:t>
            </a:r>
            <a:endParaRPr sz="1400">
              <a:latin typeface="Verdana"/>
              <a:cs typeface="Verdana"/>
            </a:endParaRPr>
          </a:p>
          <a:p>
            <a:pPr marL="1270" algn="ctr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10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it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29505" y="2430017"/>
            <a:ext cx="1824355" cy="1800225"/>
          </a:xfrm>
          <a:custGeom>
            <a:avLst/>
            <a:gdLst/>
            <a:ahLst/>
            <a:cxnLst/>
            <a:rect l="l" t="t" r="r" b="b"/>
            <a:pathLst>
              <a:path w="1824354" h="1800225">
                <a:moveTo>
                  <a:pt x="0" y="899922"/>
                </a:moveTo>
                <a:lnTo>
                  <a:pt x="3023" y="826122"/>
                </a:lnTo>
                <a:lnTo>
                  <a:pt x="11936" y="753965"/>
                </a:lnTo>
                <a:lnTo>
                  <a:pt x="26504" y="683680"/>
                </a:lnTo>
                <a:lnTo>
                  <a:pt x="46494" y="615500"/>
                </a:lnTo>
                <a:lnTo>
                  <a:pt x="71669" y="549657"/>
                </a:lnTo>
                <a:lnTo>
                  <a:pt x="101796" y="486383"/>
                </a:lnTo>
                <a:lnTo>
                  <a:pt x="136640" y="425909"/>
                </a:lnTo>
                <a:lnTo>
                  <a:pt x="175967" y="368466"/>
                </a:lnTo>
                <a:lnTo>
                  <a:pt x="219541" y="314287"/>
                </a:lnTo>
                <a:lnTo>
                  <a:pt x="267128" y="263604"/>
                </a:lnTo>
                <a:lnTo>
                  <a:pt x="318494" y="216648"/>
                </a:lnTo>
                <a:lnTo>
                  <a:pt x="373404" y="173650"/>
                </a:lnTo>
                <a:lnTo>
                  <a:pt x="431623" y="134843"/>
                </a:lnTo>
                <a:lnTo>
                  <a:pt x="492917" y="100459"/>
                </a:lnTo>
                <a:lnTo>
                  <a:pt x="557051" y="70729"/>
                </a:lnTo>
                <a:lnTo>
                  <a:pt x="623791" y="45884"/>
                </a:lnTo>
                <a:lnTo>
                  <a:pt x="692902" y="26157"/>
                </a:lnTo>
                <a:lnTo>
                  <a:pt x="764149" y="11780"/>
                </a:lnTo>
                <a:lnTo>
                  <a:pt x="837298" y="2983"/>
                </a:lnTo>
                <a:lnTo>
                  <a:pt x="912113" y="0"/>
                </a:lnTo>
                <a:lnTo>
                  <a:pt x="986929" y="2983"/>
                </a:lnTo>
                <a:lnTo>
                  <a:pt x="1060078" y="11780"/>
                </a:lnTo>
                <a:lnTo>
                  <a:pt x="1131325" y="26157"/>
                </a:lnTo>
                <a:lnTo>
                  <a:pt x="1200436" y="45884"/>
                </a:lnTo>
                <a:lnTo>
                  <a:pt x="1267176" y="70729"/>
                </a:lnTo>
                <a:lnTo>
                  <a:pt x="1331310" y="100459"/>
                </a:lnTo>
                <a:lnTo>
                  <a:pt x="1392604" y="134843"/>
                </a:lnTo>
                <a:lnTo>
                  <a:pt x="1450823" y="173650"/>
                </a:lnTo>
                <a:lnTo>
                  <a:pt x="1505733" y="216648"/>
                </a:lnTo>
                <a:lnTo>
                  <a:pt x="1557099" y="263604"/>
                </a:lnTo>
                <a:lnTo>
                  <a:pt x="1604686" y="314287"/>
                </a:lnTo>
                <a:lnTo>
                  <a:pt x="1648260" y="368466"/>
                </a:lnTo>
                <a:lnTo>
                  <a:pt x="1687587" y="425909"/>
                </a:lnTo>
                <a:lnTo>
                  <a:pt x="1722431" y="486383"/>
                </a:lnTo>
                <a:lnTo>
                  <a:pt x="1752558" y="549657"/>
                </a:lnTo>
                <a:lnTo>
                  <a:pt x="1777733" y="615500"/>
                </a:lnTo>
                <a:lnTo>
                  <a:pt x="1797723" y="683680"/>
                </a:lnTo>
                <a:lnTo>
                  <a:pt x="1812291" y="753965"/>
                </a:lnTo>
                <a:lnTo>
                  <a:pt x="1821204" y="826122"/>
                </a:lnTo>
                <a:lnTo>
                  <a:pt x="1824227" y="899922"/>
                </a:lnTo>
                <a:lnTo>
                  <a:pt x="1821204" y="973721"/>
                </a:lnTo>
                <a:lnTo>
                  <a:pt x="1812291" y="1045878"/>
                </a:lnTo>
                <a:lnTo>
                  <a:pt x="1797723" y="1116163"/>
                </a:lnTo>
                <a:lnTo>
                  <a:pt x="1777733" y="1184343"/>
                </a:lnTo>
                <a:lnTo>
                  <a:pt x="1752558" y="1250186"/>
                </a:lnTo>
                <a:lnTo>
                  <a:pt x="1722431" y="1313460"/>
                </a:lnTo>
                <a:lnTo>
                  <a:pt x="1687587" y="1373934"/>
                </a:lnTo>
                <a:lnTo>
                  <a:pt x="1648260" y="1431377"/>
                </a:lnTo>
                <a:lnTo>
                  <a:pt x="1604686" y="1485556"/>
                </a:lnTo>
                <a:lnTo>
                  <a:pt x="1557099" y="1536239"/>
                </a:lnTo>
                <a:lnTo>
                  <a:pt x="1505733" y="1583195"/>
                </a:lnTo>
                <a:lnTo>
                  <a:pt x="1450823" y="1626193"/>
                </a:lnTo>
                <a:lnTo>
                  <a:pt x="1392604" y="1665000"/>
                </a:lnTo>
                <a:lnTo>
                  <a:pt x="1331310" y="1699384"/>
                </a:lnTo>
                <a:lnTo>
                  <a:pt x="1267176" y="1729114"/>
                </a:lnTo>
                <a:lnTo>
                  <a:pt x="1200436" y="1753959"/>
                </a:lnTo>
                <a:lnTo>
                  <a:pt x="1131325" y="1773686"/>
                </a:lnTo>
                <a:lnTo>
                  <a:pt x="1060078" y="1788063"/>
                </a:lnTo>
                <a:lnTo>
                  <a:pt x="986929" y="1796860"/>
                </a:lnTo>
                <a:lnTo>
                  <a:pt x="912113" y="1799844"/>
                </a:lnTo>
                <a:lnTo>
                  <a:pt x="837298" y="1796860"/>
                </a:lnTo>
                <a:lnTo>
                  <a:pt x="764149" y="1788063"/>
                </a:lnTo>
                <a:lnTo>
                  <a:pt x="692902" y="1773686"/>
                </a:lnTo>
                <a:lnTo>
                  <a:pt x="623791" y="1753959"/>
                </a:lnTo>
                <a:lnTo>
                  <a:pt x="557051" y="1729114"/>
                </a:lnTo>
                <a:lnTo>
                  <a:pt x="492917" y="1699384"/>
                </a:lnTo>
                <a:lnTo>
                  <a:pt x="431623" y="1665000"/>
                </a:lnTo>
                <a:lnTo>
                  <a:pt x="373404" y="1626193"/>
                </a:lnTo>
                <a:lnTo>
                  <a:pt x="318494" y="1583195"/>
                </a:lnTo>
                <a:lnTo>
                  <a:pt x="267128" y="1536239"/>
                </a:lnTo>
                <a:lnTo>
                  <a:pt x="219541" y="1485556"/>
                </a:lnTo>
                <a:lnTo>
                  <a:pt x="175967" y="1431377"/>
                </a:lnTo>
                <a:lnTo>
                  <a:pt x="136640" y="1373934"/>
                </a:lnTo>
                <a:lnTo>
                  <a:pt x="101796" y="1313460"/>
                </a:lnTo>
                <a:lnTo>
                  <a:pt x="71669" y="1250186"/>
                </a:lnTo>
                <a:lnTo>
                  <a:pt x="46494" y="1184343"/>
                </a:lnTo>
                <a:lnTo>
                  <a:pt x="26504" y="1116163"/>
                </a:lnTo>
                <a:lnTo>
                  <a:pt x="11936" y="1045878"/>
                </a:lnTo>
                <a:lnTo>
                  <a:pt x="3023" y="973721"/>
                </a:lnTo>
                <a:lnTo>
                  <a:pt x="0" y="899922"/>
                </a:lnTo>
                <a:close/>
              </a:path>
            </a:pathLst>
          </a:custGeom>
          <a:ln w="38100">
            <a:solidFill>
              <a:srgbClr val="E6B8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89326" y="1751838"/>
            <a:ext cx="4399915" cy="3249295"/>
          </a:xfrm>
          <a:custGeom>
            <a:avLst/>
            <a:gdLst/>
            <a:ahLst/>
            <a:cxnLst/>
            <a:rect l="l" t="t" r="r" b="b"/>
            <a:pathLst>
              <a:path w="4399915" h="3249295">
                <a:moveTo>
                  <a:pt x="0" y="1624584"/>
                </a:moveTo>
                <a:lnTo>
                  <a:pt x="7292" y="1491339"/>
                </a:lnTo>
                <a:lnTo>
                  <a:pt x="28791" y="1361062"/>
                </a:lnTo>
                <a:lnTo>
                  <a:pt x="63932" y="1234170"/>
                </a:lnTo>
                <a:lnTo>
                  <a:pt x="112148" y="1111081"/>
                </a:lnTo>
                <a:lnTo>
                  <a:pt x="172872" y="992213"/>
                </a:lnTo>
                <a:lnTo>
                  <a:pt x="245540" y="877984"/>
                </a:lnTo>
                <a:lnTo>
                  <a:pt x="329584" y="768812"/>
                </a:lnTo>
                <a:lnTo>
                  <a:pt x="424440" y="665116"/>
                </a:lnTo>
                <a:lnTo>
                  <a:pt x="529540" y="567313"/>
                </a:lnTo>
                <a:lnTo>
                  <a:pt x="644318" y="475821"/>
                </a:lnTo>
                <a:lnTo>
                  <a:pt x="768209" y="391059"/>
                </a:lnTo>
                <a:lnTo>
                  <a:pt x="900647" y="313444"/>
                </a:lnTo>
                <a:lnTo>
                  <a:pt x="1041065" y="243394"/>
                </a:lnTo>
                <a:lnTo>
                  <a:pt x="1188897" y="181328"/>
                </a:lnTo>
                <a:lnTo>
                  <a:pt x="1343578" y="127664"/>
                </a:lnTo>
                <a:lnTo>
                  <a:pt x="1504541" y="82820"/>
                </a:lnTo>
                <a:lnTo>
                  <a:pt x="1671220" y="47213"/>
                </a:lnTo>
                <a:lnTo>
                  <a:pt x="1843049" y="21262"/>
                </a:lnTo>
                <a:lnTo>
                  <a:pt x="2019462" y="5385"/>
                </a:lnTo>
                <a:lnTo>
                  <a:pt x="2199894" y="0"/>
                </a:lnTo>
                <a:lnTo>
                  <a:pt x="2380325" y="5385"/>
                </a:lnTo>
                <a:lnTo>
                  <a:pt x="2556738" y="21262"/>
                </a:lnTo>
                <a:lnTo>
                  <a:pt x="2728567" y="47213"/>
                </a:lnTo>
                <a:lnTo>
                  <a:pt x="2895246" y="82820"/>
                </a:lnTo>
                <a:lnTo>
                  <a:pt x="3056209" y="127664"/>
                </a:lnTo>
                <a:lnTo>
                  <a:pt x="3210890" y="181328"/>
                </a:lnTo>
                <a:lnTo>
                  <a:pt x="3358722" y="243394"/>
                </a:lnTo>
                <a:lnTo>
                  <a:pt x="3499140" y="313444"/>
                </a:lnTo>
                <a:lnTo>
                  <a:pt x="3631578" y="391059"/>
                </a:lnTo>
                <a:lnTo>
                  <a:pt x="3755469" y="475821"/>
                </a:lnTo>
                <a:lnTo>
                  <a:pt x="3870247" y="567313"/>
                </a:lnTo>
                <a:lnTo>
                  <a:pt x="3975347" y="665116"/>
                </a:lnTo>
                <a:lnTo>
                  <a:pt x="4070203" y="768812"/>
                </a:lnTo>
                <a:lnTo>
                  <a:pt x="4154247" y="877984"/>
                </a:lnTo>
                <a:lnTo>
                  <a:pt x="4226915" y="992213"/>
                </a:lnTo>
                <a:lnTo>
                  <a:pt x="4287639" y="1111081"/>
                </a:lnTo>
                <a:lnTo>
                  <a:pt x="4335855" y="1234170"/>
                </a:lnTo>
                <a:lnTo>
                  <a:pt x="4370996" y="1361062"/>
                </a:lnTo>
                <a:lnTo>
                  <a:pt x="4392495" y="1491339"/>
                </a:lnTo>
                <a:lnTo>
                  <a:pt x="4399788" y="1624584"/>
                </a:lnTo>
                <a:lnTo>
                  <a:pt x="4392495" y="1757828"/>
                </a:lnTo>
                <a:lnTo>
                  <a:pt x="4370996" y="1888105"/>
                </a:lnTo>
                <a:lnTo>
                  <a:pt x="4335855" y="2014997"/>
                </a:lnTo>
                <a:lnTo>
                  <a:pt x="4287639" y="2138086"/>
                </a:lnTo>
                <a:lnTo>
                  <a:pt x="4226915" y="2256954"/>
                </a:lnTo>
                <a:lnTo>
                  <a:pt x="4154247" y="2371183"/>
                </a:lnTo>
                <a:lnTo>
                  <a:pt x="4070203" y="2480355"/>
                </a:lnTo>
                <a:lnTo>
                  <a:pt x="3975347" y="2584051"/>
                </a:lnTo>
                <a:lnTo>
                  <a:pt x="3870247" y="2681854"/>
                </a:lnTo>
                <a:lnTo>
                  <a:pt x="3755469" y="2773346"/>
                </a:lnTo>
                <a:lnTo>
                  <a:pt x="3631578" y="2858108"/>
                </a:lnTo>
                <a:lnTo>
                  <a:pt x="3499140" y="2935723"/>
                </a:lnTo>
                <a:lnTo>
                  <a:pt x="3358722" y="3005773"/>
                </a:lnTo>
                <a:lnTo>
                  <a:pt x="3210890" y="3067839"/>
                </a:lnTo>
                <a:lnTo>
                  <a:pt x="3056209" y="3121503"/>
                </a:lnTo>
                <a:lnTo>
                  <a:pt x="2895246" y="3166347"/>
                </a:lnTo>
                <a:lnTo>
                  <a:pt x="2728567" y="3201954"/>
                </a:lnTo>
                <a:lnTo>
                  <a:pt x="2556738" y="3227905"/>
                </a:lnTo>
                <a:lnTo>
                  <a:pt x="2380325" y="3243782"/>
                </a:lnTo>
                <a:lnTo>
                  <a:pt x="2199894" y="3249168"/>
                </a:lnTo>
                <a:lnTo>
                  <a:pt x="2019462" y="3243782"/>
                </a:lnTo>
                <a:lnTo>
                  <a:pt x="1843049" y="3227905"/>
                </a:lnTo>
                <a:lnTo>
                  <a:pt x="1671220" y="3201954"/>
                </a:lnTo>
                <a:lnTo>
                  <a:pt x="1504541" y="3166347"/>
                </a:lnTo>
                <a:lnTo>
                  <a:pt x="1343578" y="3121503"/>
                </a:lnTo>
                <a:lnTo>
                  <a:pt x="1188897" y="3067839"/>
                </a:lnTo>
                <a:lnTo>
                  <a:pt x="1041065" y="3005773"/>
                </a:lnTo>
                <a:lnTo>
                  <a:pt x="900647" y="2935723"/>
                </a:lnTo>
                <a:lnTo>
                  <a:pt x="768209" y="2858108"/>
                </a:lnTo>
                <a:lnTo>
                  <a:pt x="644318" y="2773346"/>
                </a:lnTo>
                <a:lnTo>
                  <a:pt x="529540" y="2681854"/>
                </a:lnTo>
                <a:lnTo>
                  <a:pt x="424440" y="2584051"/>
                </a:lnTo>
                <a:lnTo>
                  <a:pt x="329584" y="2480355"/>
                </a:lnTo>
                <a:lnTo>
                  <a:pt x="245540" y="2371183"/>
                </a:lnTo>
                <a:lnTo>
                  <a:pt x="172872" y="2256954"/>
                </a:lnTo>
                <a:lnTo>
                  <a:pt x="112148" y="2138086"/>
                </a:lnTo>
                <a:lnTo>
                  <a:pt x="63932" y="2014997"/>
                </a:lnTo>
                <a:lnTo>
                  <a:pt x="28791" y="1888105"/>
                </a:lnTo>
                <a:lnTo>
                  <a:pt x="7292" y="1757828"/>
                </a:lnTo>
                <a:lnTo>
                  <a:pt x="0" y="1624584"/>
                </a:lnTo>
                <a:close/>
              </a:path>
            </a:pathLst>
          </a:custGeom>
          <a:ln w="38100">
            <a:solidFill>
              <a:srgbClr val="D9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4702" y="1125474"/>
            <a:ext cx="7280275" cy="4472940"/>
          </a:xfrm>
          <a:custGeom>
            <a:avLst/>
            <a:gdLst/>
            <a:ahLst/>
            <a:cxnLst/>
            <a:rect l="l" t="t" r="r" b="b"/>
            <a:pathLst>
              <a:path w="7280275" h="4472940">
                <a:moveTo>
                  <a:pt x="0" y="2236470"/>
                </a:moveTo>
                <a:lnTo>
                  <a:pt x="12066" y="2053040"/>
                </a:lnTo>
                <a:lnTo>
                  <a:pt x="47641" y="1873694"/>
                </a:lnTo>
                <a:lnTo>
                  <a:pt x="105787" y="1699009"/>
                </a:lnTo>
                <a:lnTo>
                  <a:pt x="185568" y="1529559"/>
                </a:lnTo>
                <a:lnTo>
                  <a:pt x="286047" y="1365920"/>
                </a:lnTo>
                <a:lnTo>
                  <a:pt x="406288" y="1208668"/>
                </a:lnTo>
                <a:lnTo>
                  <a:pt x="545354" y="1058378"/>
                </a:lnTo>
                <a:lnTo>
                  <a:pt x="702307" y="915625"/>
                </a:lnTo>
                <a:lnTo>
                  <a:pt x="876213" y="780985"/>
                </a:lnTo>
                <a:lnTo>
                  <a:pt x="1066133" y="655034"/>
                </a:lnTo>
                <a:lnTo>
                  <a:pt x="1271131" y="538346"/>
                </a:lnTo>
                <a:lnTo>
                  <a:pt x="1490270" y="431499"/>
                </a:lnTo>
                <a:lnTo>
                  <a:pt x="1722615" y="335066"/>
                </a:lnTo>
                <a:lnTo>
                  <a:pt x="1967227" y="249624"/>
                </a:lnTo>
                <a:lnTo>
                  <a:pt x="2223170" y="175748"/>
                </a:lnTo>
                <a:lnTo>
                  <a:pt x="2489508" y="114013"/>
                </a:lnTo>
                <a:lnTo>
                  <a:pt x="2765304" y="64995"/>
                </a:lnTo>
                <a:lnTo>
                  <a:pt x="3049622" y="29270"/>
                </a:lnTo>
                <a:lnTo>
                  <a:pt x="3341524" y="7413"/>
                </a:lnTo>
                <a:lnTo>
                  <a:pt x="3640074" y="0"/>
                </a:lnTo>
                <a:lnTo>
                  <a:pt x="3938623" y="7413"/>
                </a:lnTo>
                <a:lnTo>
                  <a:pt x="4230525" y="29270"/>
                </a:lnTo>
                <a:lnTo>
                  <a:pt x="4514843" y="64995"/>
                </a:lnTo>
                <a:lnTo>
                  <a:pt x="4790639" y="114013"/>
                </a:lnTo>
                <a:lnTo>
                  <a:pt x="5056977" y="175748"/>
                </a:lnTo>
                <a:lnTo>
                  <a:pt x="5312920" y="249624"/>
                </a:lnTo>
                <a:lnTo>
                  <a:pt x="5557532" y="335066"/>
                </a:lnTo>
                <a:lnTo>
                  <a:pt x="5789877" y="431499"/>
                </a:lnTo>
                <a:lnTo>
                  <a:pt x="6009016" y="538346"/>
                </a:lnTo>
                <a:lnTo>
                  <a:pt x="6214014" y="655034"/>
                </a:lnTo>
                <a:lnTo>
                  <a:pt x="6403934" y="780985"/>
                </a:lnTo>
                <a:lnTo>
                  <a:pt x="6577840" y="915625"/>
                </a:lnTo>
                <a:lnTo>
                  <a:pt x="6734793" y="1058378"/>
                </a:lnTo>
                <a:lnTo>
                  <a:pt x="6873859" y="1208668"/>
                </a:lnTo>
                <a:lnTo>
                  <a:pt x="6994100" y="1365920"/>
                </a:lnTo>
                <a:lnTo>
                  <a:pt x="7094579" y="1529559"/>
                </a:lnTo>
                <a:lnTo>
                  <a:pt x="7174360" y="1699009"/>
                </a:lnTo>
                <a:lnTo>
                  <a:pt x="7232506" y="1873694"/>
                </a:lnTo>
                <a:lnTo>
                  <a:pt x="7268081" y="2053040"/>
                </a:lnTo>
                <a:lnTo>
                  <a:pt x="7280148" y="2236470"/>
                </a:lnTo>
                <a:lnTo>
                  <a:pt x="7268081" y="2419899"/>
                </a:lnTo>
                <a:lnTo>
                  <a:pt x="7232506" y="2599245"/>
                </a:lnTo>
                <a:lnTo>
                  <a:pt x="7174360" y="2773930"/>
                </a:lnTo>
                <a:lnTo>
                  <a:pt x="7094579" y="2943380"/>
                </a:lnTo>
                <a:lnTo>
                  <a:pt x="6994100" y="3107019"/>
                </a:lnTo>
                <a:lnTo>
                  <a:pt x="6873859" y="3264271"/>
                </a:lnTo>
                <a:lnTo>
                  <a:pt x="6734793" y="3414561"/>
                </a:lnTo>
                <a:lnTo>
                  <a:pt x="6577840" y="3557314"/>
                </a:lnTo>
                <a:lnTo>
                  <a:pt x="6403934" y="3691954"/>
                </a:lnTo>
                <a:lnTo>
                  <a:pt x="6214014" y="3817905"/>
                </a:lnTo>
                <a:lnTo>
                  <a:pt x="6009016" y="3934593"/>
                </a:lnTo>
                <a:lnTo>
                  <a:pt x="5789877" y="4041440"/>
                </a:lnTo>
                <a:lnTo>
                  <a:pt x="5557532" y="4137873"/>
                </a:lnTo>
                <a:lnTo>
                  <a:pt x="5312920" y="4223315"/>
                </a:lnTo>
                <a:lnTo>
                  <a:pt x="5056977" y="4297191"/>
                </a:lnTo>
                <a:lnTo>
                  <a:pt x="4790639" y="4358926"/>
                </a:lnTo>
                <a:lnTo>
                  <a:pt x="4514843" y="4407944"/>
                </a:lnTo>
                <a:lnTo>
                  <a:pt x="4230525" y="4443669"/>
                </a:lnTo>
                <a:lnTo>
                  <a:pt x="3938623" y="4465526"/>
                </a:lnTo>
                <a:lnTo>
                  <a:pt x="3640074" y="4472940"/>
                </a:lnTo>
                <a:lnTo>
                  <a:pt x="3341524" y="4465526"/>
                </a:lnTo>
                <a:lnTo>
                  <a:pt x="3049622" y="4443669"/>
                </a:lnTo>
                <a:lnTo>
                  <a:pt x="2765304" y="4407944"/>
                </a:lnTo>
                <a:lnTo>
                  <a:pt x="2489508" y="4358926"/>
                </a:lnTo>
                <a:lnTo>
                  <a:pt x="2223170" y="4297191"/>
                </a:lnTo>
                <a:lnTo>
                  <a:pt x="1967227" y="4223315"/>
                </a:lnTo>
                <a:lnTo>
                  <a:pt x="1722615" y="4137873"/>
                </a:lnTo>
                <a:lnTo>
                  <a:pt x="1490270" y="4041440"/>
                </a:lnTo>
                <a:lnTo>
                  <a:pt x="1271131" y="3934593"/>
                </a:lnTo>
                <a:lnTo>
                  <a:pt x="1066133" y="3817905"/>
                </a:lnTo>
                <a:lnTo>
                  <a:pt x="876213" y="3691954"/>
                </a:lnTo>
                <a:lnTo>
                  <a:pt x="702307" y="3557314"/>
                </a:lnTo>
                <a:lnTo>
                  <a:pt x="545354" y="3414561"/>
                </a:lnTo>
                <a:lnTo>
                  <a:pt x="406288" y="3264271"/>
                </a:lnTo>
                <a:lnTo>
                  <a:pt x="286047" y="3107019"/>
                </a:lnTo>
                <a:lnTo>
                  <a:pt x="185568" y="2943380"/>
                </a:lnTo>
                <a:lnTo>
                  <a:pt x="105787" y="2773930"/>
                </a:lnTo>
                <a:lnTo>
                  <a:pt x="47641" y="2599245"/>
                </a:lnTo>
                <a:lnTo>
                  <a:pt x="12066" y="2419899"/>
                </a:lnTo>
                <a:lnTo>
                  <a:pt x="0" y="2236470"/>
                </a:lnTo>
                <a:close/>
              </a:path>
            </a:pathLst>
          </a:custGeom>
          <a:ln w="38100">
            <a:solidFill>
              <a:srgbClr val="9437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868" y="3285744"/>
            <a:ext cx="8136890" cy="2519680"/>
          </a:xfrm>
          <a:custGeom>
            <a:avLst/>
            <a:gdLst/>
            <a:ahLst/>
            <a:cxnLst/>
            <a:rect l="l" t="t" r="r" b="b"/>
            <a:pathLst>
              <a:path w="8136890" h="2519679">
                <a:moveTo>
                  <a:pt x="0" y="2519172"/>
                </a:moveTo>
                <a:lnTo>
                  <a:pt x="8136635" y="2519172"/>
                </a:lnTo>
                <a:lnTo>
                  <a:pt x="8136635" y="0"/>
                </a:lnTo>
                <a:lnTo>
                  <a:pt x="0" y="0"/>
                </a:lnTo>
                <a:lnTo>
                  <a:pt x="0" y="2519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79520" y="3293364"/>
            <a:ext cx="1632585" cy="739140"/>
          </a:xfrm>
          <a:custGeom>
            <a:avLst/>
            <a:gdLst/>
            <a:ahLst/>
            <a:cxnLst/>
            <a:rect l="l" t="t" r="r" b="b"/>
            <a:pathLst>
              <a:path w="1632585" h="739139">
                <a:moveTo>
                  <a:pt x="0" y="739140"/>
                </a:moveTo>
                <a:lnTo>
                  <a:pt x="1632203" y="739140"/>
                </a:lnTo>
                <a:lnTo>
                  <a:pt x="1632203" y="0"/>
                </a:lnTo>
                <a:lnTo>
                  <a:pt x="0" y="0"/>
                </a:lnTo>
                <a:lnTo>
                  <a:pt x="0" y="7391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39870" y="3420561"/>
            <a:ext cx="1114425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965" marR="5080" indent="-88900">
              <a:lnSpc>
                <a:spcPct val="150000"/>
              </a:lnSpc>
            </a:pPr>
            <a:r>
              <a:rPr sz="1400" b="1" spc="-5" dirty="0">
                <a:latin typeface="Verdana"/>
                <a:cs typeface="Verdana"/>
              </a:rPr>
              <a:t>De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cli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n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 </a:t>
            </a:r>
            <a:r>
              <a:rPr sz="1400" b="1" spc="-5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ai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07735" y="2862072"/>
            <a:ext cx="1161415" cy="777240"/>
          </a:xfrm>
          <a:custGeom>
            <a:avLst/>
            <a:gdLst/>
            <a:ahLst/>
            <a:cxnLst/>
            <a:rect l="l" t="t" r="r" b="b"/>
            <a:pathLst>
              <a:path w="1161415" h="777239">
                <a:moveTo>
                  <a:pt x="580644" y="0"/>
                </a:moveTo>
                <a:lnTo>
                  <a:pt x="533022" y="1288"/>
                </a:lnTo>
                <a:lnTo>
                  <a:pt x="486461" y="5086"/>
                </a:lnTo>
                <a:lnTo>
                  <a:pt x="441110" y="11294"/>
                </a:lnTo>
                <a:lnTo>
                  <a:pt x="397117" y="19812"/>
                </a:lnTo>
                <a:lnTo>
                  <a:pt x="354633" y="30539"/>
                </a:lnTo>
                <a:lnTo>
                  <a:pt x="313807" y="43376"/>
                </a:lnTo>
                <a:lnTo>
                  <a:pt x="274788" y="58223"/>
                </a:lnTo>
                <a:lnTo>
                  <a:pt x="237725" y="74980"/>
                </a:lnTo>
                <a:lnTo>
                  <a:pt x="202769" y="93547"/>
                </a:lnTo>
                <a:lnTo>
                  <a:pt x="170068" y="113823"/>
                </a:lnTo>
                <a:lnTo>
                  <a:pt x="112032" y="159105"/>
                </a:lnTo>
                <a:lnTo>
                  <a:pt x="64811" y="210026"/>
                </a:lnTo>
                <a:lnTo>
                  <a:pt x="29602" y="265785"/>
                </a:lnTo>
                <a:lnTo>
                  <a:pt x="7599" y="325583"/>
                </a:lnTo>
                <a:lnTo>
                  <a:pt x="0" y="388620"/>
                </a:lnTo>
                <a:lnTo>
                  <a:pt x="1924" y="420493"/>
                </a:lnTo>
                <a:lnTo>
                  <a:pt x="16875" y="482010"/>
                </a:lnTo>
                <a:lnTo>
                  <a:pt x="45630" y="539888"/>
                </a:lnTo>
                <a:lnTo>
                  <a:pt x="86995" y="593328"/>
                </a:lnTo>
                <a:lnTo>
                  <a:pt x="139773" y="641530"/>
                </a:lnTo>
                <a:lnTo>
                  <a:pt x="202769" y="683692"/>
                </a:lnTo>
                <a:lnTo>
                  <a:pt x="237725" y="702259"/>
                </a:lnTo>
                <a:lnTo>
                  <a:pt x="274788" y="719016"/>
                </a:lnTo>
                <a:lnTo>
                  <a:pt x="313807" y="733863"/>
                </a:lnTo>
                <a:lnTo>
                  <a:pt x="354633" y="746700"/>
                </a:lnTo>
                <a:lnTo>
                  <a:pt x="397117" y="757428"/>
                </a:lnTo>
                <a:lnTo>
                  <a:pt x="441110" y="765945"/>
                </a:lnTo>
                <a:lnTo>
                  <a:pt x="486461" y="772153"/>
                </a:lnTo>
                <a:lnTo>
                  <a:pt x="533022" y="775951"/>
                </a:lnTo>
                <a:lnTo>
                  <a:pt x="580644" y="777240"/>
                </a:lnTo>
                <a:lnTo>
                  <a:pt x="628265" y="775951"/>
                </a:lnTo>
                <a:lnTo>
                  <a:pt x="674826" y="772153"/>
                </a:lnTo>
                <a:lnTo>
                  <a:pt x="720177" y="765945"/>
                </a:lnTo>
                <a:lnTo>
                  <a:pt x="764170" y="757428"/>
                </a:lnTo>
                <a:lnTo>
                  <a:pt x="806654" y="746700"/>
                </a:lnTo>
                <a:lnTo>
                  <a:pt x="847480" y="733863"/>
                </a:lnTo>
                <a:lnTo>
                  <a:pt x="886499" y="719016"/>
                </a:lnTo>
                <a:lnTo>
                  <a:pt x="923562" y="702259"/>
                </a:lnTo>
                <a:lnTo>
                  <a:pt x="958518" y="683692"/>
                </a:lnTo>
                <a:lnTo>
                  <a:pt x="991219" y="663416"/>
                </a:lnTo>
                <a:lnTo>
                  <a:pt x="1049255" y="618134"/>
                </a:lnTo>
                <a:lnTo>
                  <a:pt x="1096476" y="567213"/>
                </a:lnTo>
                <a:lnTo>
                  <a:pt x="1131685" y="511454"/>
                </a:lnTo>
                <a:lnTo>
                  <a:pt x="1153688" y="451656"/>
                </a:lnTo>
                <a:lnTo>
                  <a:pt x="1161288" y="388620"/>
                </a:lnTo>
                <a:lnTo>
                  <a:pt x="1159363" y="356746"/>
                </a:lnTo>
                <a:lnTo>
                  <a:pt x="1144412" y="295229"/>
                </a:lnTo>
                <a:lnTo>
                  <a:pt x="1115657" y="237351"/>
                </a:lnTo>
                <a:lnTo>
                  <a:pt x="1074292" y="183911"/>
                </a:lnTo>
                <a:lnTo>
                  <a:pt x="1021514" y="135709"/>
                </a:lnTo>
                <a:lnTo>
                  <a:pt x="958518" y="93547"/>
                </a:lnTo>
                <a:lnTo>
                  <a:pt x="923562" y="74980"/>
                </a:lnTo>
                <a:lnTo>
                  <a:pt x="886499" y="58223"/>
                </a:lnTo>
                <a:lnTo>
                  <a:pt x="847480" y="43376"/>
                </a:lnTo>
                <a:lnTo>
                  <a:pt x="806654" y="30539"/>
                </a:lnTo>
                <a:lnTo>
                  <a:pt x="764170" y="19812"/>
                </a:lnTo>
                <a:lnTo>
                  <a:pt x="720177" y="11294"/>
                </a:lnTo>
                <a:lnTo>
                  <a:pt x="674826" y="5086"/>
                </a:lnTo>
                <a:lnTo>
                  <a:pt x="628265" y="1288"/>
                </a:lnTo>
                <a:lnTo>
                  <a:pt x="580644" y="0"/>
                </a:lnTo>
                <a:close/>
              </a:path>
            </a:pathLst>
          </a:custGeom>
          <a:solidFill>
            <a:srgbClr val="E6B8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25795" y="3107698"/>
            <a:ext cx="72517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 marR="5080" indent="-15240">
              <a:lnSpc>
                <a:spcPct val="100000"/>
              </a:lnSpc>
            </a:pP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bj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ct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5" dirty="0">
                <a:latin typeface="Verdana"/>
                <a:cs typeface="Verdana"/>
              </a:rPr>
              <a:t>f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du</a:t>
            </a:r>
            <a:r>
              <a:rPr sz="1000" spc="-5" dirty="0">
                <a:latin typeface="Verdana"/>
                <a:cs typeface="Verdana"/>
              </a:rPr>
              <a:t> p</a:t>
            </a:r>
            <a:r>
              <a:rPr sz="1000" spc="-15" dirty="0">
                <a:latin typeface="Verdana"/>
                <a:cs typeface="Verdana"/>
              </a:rPr>
              <a:t>ro</a:t>
            </a:r>
            <a:r>
              <a:rPr sz="1000" spc="-5" dirty="0">
                <a:latin typeface="Verdana"/>
                <a:cs typeface="Verdana"/>
              </a:rPr>
              <a:t>j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t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LSS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48839" y="3275076"/>
            <a:ext cx="1713230" cy="737870"/>
          </a:xfrm>
          <a:custGeom>
            <a:avLst/>
            <a:gdLst/>
            <a:ahLst/>
            <a:cxnLst/>
            <a:rect l="l" t="t" r="r" b="b"/>
            <a:pathLst>
              <a:path w="1713229" h="737870">
                <a:moveTo>
                  <a:pt x="0" y="737616"/>
                </a:moveTo>
                <a:lnTo>
                  <a:pt x="1712976" y="737616"/>
                </a:lnTo>
                <a:lnTo>
                  <a:pt x="1712976" y="0"/>
                </a:lnTo>
                <a:lnTo>
                  <a:pt x="0" y="0"/>
                </a:lnTo>
                <a:lnTo>
                  <a:pt x="0" y="737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77872" y="3402019"/>
            <a:ext cx="1457960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145" marR="5080" indent="-259079">
              <a:lnSpc>
                <a:spcPct val="150000"/>
              </a:lnSpc>
            </a:pPr>
            <a:r>
              <a:rPr sz="1400" b="1" spc="-5" dirty="0">
                <a:latin typeface="Verdana"/>
                <a:cs typeface="Verdana"/>
              </a:rPr>
              <a:t>De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proces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spc="-5" dirty="0">
                <a:latin typeface="Verdana"/>
                <a:cs typeface="Verdana"/>
              </a:rPr>
              <a:t>us 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ai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15683" y="2875788"/>
            <a:ext cx="1161415" cy="777240"/>
          </a:xfrm>
          <a:custGeom>
            <a:avLst/>
            <a:gdLst/>
            <a:ahLst/>
            <a:cxnLst/>
            <a:rect l="l" t="t" r="r" b="b"/>
            <a:pathLst>
              <a:path w="1161415" h="777239">
                <a:moveTo>
                  <a:pt x="580644" y="0"/>
                </a:moveTo>
                <a:lnTo>
                  <a:pt x="533022" y="1288"/>
                </a:lnTo>
                <a:lnTo>
                  <a:pt x="486461" y="5086"/>
                </a:lnTo>
                <a:lnTo>
                  <a:pt x="441110" y="11294"/>
                </a:lnTo>
                <a:lnTo>
                  <a:pt x="397117" y="19812"/>
                </a:lnTo>
                <a:lnTo>
                  <a:pt x="354633" y="30539"/>
                </a:lnTo>
                <a:lnTo>
                  <a:pt x="313807" y="43376"/>
                </a:lnTo>
                <a:lnTo>
                  <a:pt x="274788" y="58223"/>
                </a:lnTo>
                <a:lnTo>
                  <a:pt x="237725" y="74980"/>
                </a:lnTo>
                <a:lnTo>
                  <a:pt x="202769" y="93547"/>
                </a:lnTo>
                <a:lnTo>
                  <a:pt x="170068" y="113823"/>
                </a:lnTo>
                <a:lnTo>
                  <a:pt x="112032" y="159105"/>
                </a:lnTo>
                <a:lnTo>
                  <a:pt x="64811" y="210026"/>
                </a:lnTo>
                <a:lnTo>
                  <a:pt x="29602" y="265785"/>
                </a:lnTo>
                <a:lnTo>
                  <a:pt x="7599" y="325583"/>
                </a:lnTo>
                <a:lnTo>
                  <a:pt x="0" y="388620"/>
                </a:lnTo>
                <a:lnTo>
                  <a:pt x="1924" y="420493"/>
                </a:lnTo>
                <a:lnTo>
                  <a:pt x="16875" y="482010"/>
                </a:lnTo>
                <a:lnTo>
                  <a:pt x="45630" y="539888"/>
                </a:lnTo>
                <a:lnTo>
                  <a:pt x="86995" y="593328"/>
                </a:lnTo>
                <a:lnTo>
                  <a:pt x="139773" y="641530"/>
                </a:lnTo>
                <a:lnTo>
                  <a:pt x="202769" y="683692"/>
                </a:lnTo>
                <a:lnTo>
                  <a:pt x="237725" y="702259"/>
                </a:lnTo>
                <a:lnTo>
                  <a:pt x="274788" y="719016"/>
                </a:lnTo>
                <a:lnTo>
                  <a:pt x="313807" y="733863"/>
                </a:lnTo>
                <a:lnTo>
                  <a:pt x="354633" y="746700"/>
                </a:lnTo>
                <a:lnTo>
                  <a:pt x="397117" y="757428"/>
                </a:lnTo>
                <a:lnTo>
                  <a:pt x="441110" y="765945"/>
                </a:lnTo>
                <a:lnTo>
                  <a:pt x="486461" y="772153"/>
                </a:lnTo>
                <a:lnTo>
                  <a:pt x="533022" y="775951"/>
                </a:lnTo>
                <a:lnTo>
                  <a:pt x="580644" y="777240"/>
                </a:lnTo>
                <a:lnTo>
                  <a:pt x="628265" y="775951"/>
                </a:lnTo>
                <a:lnTo>
                  <a:pt x="674826" y="772153"/>
                </a:lnTo>
                <a:lnTo>
                  <a:pt x="720177" y="765945"/>
                </a:lnTo>
                <a:lnTo>
                  <a:pt x="764170" y="757428"/>
                </a:lnTo>
                <a:lnTo>
                  <a:pt x="806654" y="746700"/>
                </a:lnTo>
                <a:lnTo>
                  <a:pt x="847480" y="733863"/>
                </a:lnTo>
                <a:lnTo>
                  <a:pt x="886499" y="719016"/>
                </a:lnTo>
                <a:lnTo>
                  <a:pt x="923562" y="702259"/>
                </a:lnTo>
                <a:lnTo>
                  <a:pt x="958518" y="683692"/>
                </a:lnTo>
                <a:lnTo>
                  <a:pt x="991219" y="663416"/>
                </a:lnTo>
                <a:lnTo>
                  <a:pt x="1049255" y="618134"/>
                </a:lnTo>
                <a:lnTo>
                  <a:pt x="1096476" y="567213"/>
                </a:lnTo>
                <a:lnTo>
                  <a:pt x="1131685" y="511454"/>
                </a:lnTo>
                <a:lnTo>
                  <a:pt x="1153688" y="451656"/>
                </a:lnTo>
                <a:lnTo>
                  <a:pt x="1161288" y="388620"/>
                </a:lnTo>
                <a:lnTo>
                  <a:pt x="1159363" y="356746"/>
                </a:lnTo>
                <a:lnTo>
                  <a:pt x="1144412" y="295229"/>
                </a:lnTo>
                <a:lnTo>
                  <a:pt x="1115657" y="237351"/>
                </a:lnTo>
                <a:lnTo>
                  <a:pt x="1074292" y="183911"/>
                </a:lnTo>
                <a:lnTo>
                  <a:pt x="1021514" y="135709"/>
                </a:lnTo>
                <a:lnTo>
                  <a:pt x="958518" y="93547"/>
                </a:lnTo>
                <a:lnTo>
                  <a:pt x="923562" y="74980"/>
                </a:lnTo>
                <a:lnTo>
                  <a:pt x="886499" y="58223"/>
                </a:lnTo>
                <a:lnTo>
                  <a:pt x="847480" y="43376"/>
                </a:lnTo>
                <a:lnTo>
                  <a:pt x="806654" y="30539"/>
                </a:lnTo>
                <a:lnTo>
                  <a:pt x="764170" y="19812"/>
                </a:lnTo>
                <a:lnTo>
                  <a:pt x="720177" y="11294"/>
                </a:lnTo>
                <a:lnTo>
                  <a:pt x="674826" y="5086"/>
                </a:lnTo>
                <a:lnTo>
                  <a:pt x="628265" y="1288"/>
                </a:lnTo>
                <a:lnTo>
                  <a:pt x="580644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76668" y="3045595"/>
            <a:ext cx="64389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P</a:t>
            </a:r>
            <a:r>
              <a:rPr sz="1000" spc="-20" dirty="0">
                <a:latin typeface="Verdana"/>
                <a:cs typeface="Verdana"/>
              </a:rPr>
              <a:t>é</a:t>
            </a:r>
            <a:r>
              <a:rPr sz="1000" spc="-10" dirty="0">
                <a:latin typeface="Verdana"/>
                <a:cs typeface="Verdana"/>
              </a:rPr>
              <a:t>r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mètre</a:t>
            </a:r>
            <a:endParaRPr sz="10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du pr</a:t>
            </a:r>
            <a:r>
              <a:rPr sz="1000" spc="-20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j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2596" y="3350649"/>
            <a:ext cx="2692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LSS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3444" y="3265932"/>
            <a:ext cx="2143125" cy="695325"/>
          </a:xfrm>
          <a:custGeom>
            <a:avLst/>
            <a:gdLst/>
            <a:ahLst/>
            <a:cxnLst/>
            <a:rect l="l" t="t" r="r" b="b"/>
            <a:pathLst>
              <a:path w="2143125" h="695325">
                <a:moveTo>
                  <a:pt x="0" y="694944"/>
                </a:moveTo>
                <a:lnTo>
                  <a:pt x="2142744" y="694944"/>
                </a:lnTo>
                <a:lnTo>
                  <a:pt x="2142744" y="0"/>
                </a:lnTo>
                <a:lnTo>
                  <a:pt x="0" y="0"/>
                </a:lnTo>
                <a:lnTo>
                  <a:pt x="0" y="6949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9221" y="3391988"/>
            <a:ext cx="1232535" cy="524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Un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b</a:t>
            </a:r>
            <a:r>
              <a:rPr sz="1400" b="1" spc="-10" dirty="0">
                <a:latin typeface="Verdana"/>
                <a:cs typeface="Verdana"/>
              </a:rPr>
              <a:t>us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dirty="0">
                <a:latin typeface="Verdana"/>
                <a:cs typeface="Verdana"/>
              </a:rPr>
              <a:t>ess</a:t>
            </a:r>
            <a:endParaRPr sz="14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400" b="1" spc="-5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ait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140708" y="2616707"/>
            <a:ext cx="807720" cy="807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4172" y="2404872"/>
            <a:ext cx="1077467" cy="10759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31252" y="2875788"/>
            <a:ext cx="1161415" cy="777240"/>
          </a:xfrm>
          <a:custGeom>
            <a:avLst/>
            <a:gdLst/>
            <a:ahLst/>
            <a:cxnLst/>
            <a:rect l="l" t="t" r="r" b="b"/>
            <a:pathLst>
              <a:path w="1161415" h="777239">
                <a:moveTo>
                  <a:pt x="580644" y="0"/>
                </a:moveTo>
                <a:lnTo>
                  <a:pt x="533022" y="1288"/>
                </a:lnTo>
                <a:lnTo>
                  <a:pt x="486461" y="5086"/>
                </a:lnTo>
                <a:lnTo>
                  <a:pt x="441110" y="11294"/>
                </a:lnTo>
                <a:lnTo>
                  <a:pt x="397117" y="19812"/>
                </a:lnTo>
                <a:lnTo>
                  <a:pt x="354633" y="30539"/>
                </a:lnTo>
                <a:lnTo>
                  <a:pt x="313807" y="43376"/>
                </a:lnTo>
                <a:lnTo>
                  <a:pt x="274788" y="58223"/>
                </a:lnTo>
                <a:lnTo>
                  <a:pt x="237725" y="74980"/>
                </a:lnTo>
                <a:lnTo>
                  <a:pt x="202769" y="93547"/>
                </a:lnTo>
                <a:lnTo>
                  <a:pt x="170068" y="113823"/>
                </a:lnTo>
                <a:lnTo>
                  <a:pt x="112032" y="159105"/>
                </a:lnTo>
                <a:lnTo>
                  <a:pt x="64811" y="210026"/>
                </a:lnTo>
                <a:lnTo>
                  <a:pt x="29602" y="265785"/>
                </a:lnTo>
                <a:lnTo>
                  <a:pt x="7599" y="325583"/>
                </a:lnTo>
                <a:lnTo>
                  <a:pt x="0" y="388620"/>
                </a:lnTo>
                <a:lnTo>
                  <a:pt x="1924" y="420493"/>
                </a:lnTo>
                <a:lnTo>
                  <a:pt x="16875" y="482010"/>
                </a:lnTo>
                <a:lnTo>
                  <a:pt x="45630" y="539888"/>
                </a:lnTo>
                <a:lnTo>
                  <a:pt x="86995" y="593328"/>
                </a:lnTo>
                <a:lnTo>
                  <a:pt x="139773" y="641530"/>
                </a:lnTo>
                <a:lnTo>
                  <a:pt x="202769" y="683692"/>
                </a:lnTo>
                <a:lnTo>
                  <a:pt x="237725" y="702259"/>
                </a:lnTo>
                <a:lnTo>
                  <a:pt x="274788" y="719016"/>
                </a:lnTo>
                <a:lnTo>
                  <a:pt x="313807" y="733863"/>
                </a:lnTo>
                <a:lnTo>
                  <a:pt x="354633" y="746700"/>
                </a:lnTo>
                <a:lnTo>
                  <a:pt x="397117" y="757428"/>
                </a:lnTo>
                <a:lnTo>
                  <a:pt x="441110" y="765945"/>
                </a:lnTo>
                <a:lnTo>
                  <a:pt x="486461" y="772153"/>
                </a:lnTo>
                <a:lnTo>
                  <a:pt x="533022" y="775951"/>
                </a:lnTo>
                <a:lnTo>
                  <a:pt x="580644" y="777240"/>
                </a:lnTo>
                <a:lnTo>
                  <a:pt x="628265" y="775951"/>
                </a:lnTo>
                <a:lnTo>
                  <a:pt x="674826" y="772153"/>
                </a:lnTo>
                <a:lnTo>
                  <a:pt x="720177" y="765945"/>
                </a:lnTo>
                <a:lnTo>
                  <a:pt x="764170" y="757428"/>
                </a:lnTo>
                <a:lnTo>
                  <a:pt x="806654" y="746700"/>
                </a:lnTo>
                <a:lnTo>
                  <a:pt x="847480" y="733863"/>
                </a:lnTo>
                <a:lnTo>
                  <a:pt x="886499" y="719016"/>
                </a:lnTo>
                <a:lnTo>
                  <a:pt x="923562" y="702259"/>
                </a:lnTo>
                <a:lnTo>
                  <a:pt x="958518" y="683692"/>
                </a:lnTo>
                <a:lnTo>
                  <a:pt x="991219" y="663416"/>
                </a:lnTo>
                <a:lnTo>
                  <a:pt x="1049255" y="618134"/>
                </a:lnTo>
                <a:lnTo>
                  <a:pt x="1096476" y="567213"/>
                </a:lnTo>
                <a:lnTo>
                  <a:pt x="1131685" y="511454"/>
                </a:lnTo>
                <a:lnTo>
                  <a:pt x="1153688" y="451656"/>
                </a:lnTo>
                <a:lnTo>
                  <a:pt x="1161288" y="388620"/>
                </a:lnTo>
                <a:lnTo>
                  <a:pt x="1159363" y="356746"/>
                </a:lnTo>
                <a:lnTo>
                  <a:pt x="1144412" y="295229"/>
                </a:lnTo>
                <a:lnTo>
                  <a:pt x="1115657" y="237351"/>
                </a:lnTo>
                <a:lnTo>
                  <a:pt x="1074292" y="183911"/>
                </a:lnTo>
                <a:lnTo>
                  <a:pt x="1021514" y="135709"/>
                </a:lnTo>
                <a:lnTo>
                  <a:pt x="958518" y="93547"/>
                </a:lnTo>
                <a:lnTo>
                  <a:pt x="923562" y="74980"/>
                </a:lnTo>
                <a:lnTo>
                  <a:pt x="886499" y="58223"/>
                </a:lnTo>
                <a:lnTo>
                  <a:pt x="847480" y="43376"/>
                </a:lnTo>
                <a:lnTo>
                  <a:pt x="806654" y="30539"/>
                </a:lnTo>
                <a:lnTo>
                  <a:pt x="764170" y="19812"/>
                </a:lnTo>
                <a:lnTo>
                  <a:pt x="720177" y="11294"/>
                </a:lnTo>
                <a:lnTo>
                  <a:pt x="674826" y="5086"/>
                </a:lnTo>
                <a:lnTo>
                  <a:pt x="628265" y="1288"/>
                </a:lnTo>
                <a:lnTo>
                  <a:pt x="580644" y="0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009381" y="3045595"/>
            <a:ext cx="60769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">
              <a:lnSpc>
                <a:spcPct val="100000"/>
              </a:lnSpc>
            </a:pPr>
            <a:r>
              <a:rPr sz="1000" spc="-15" dirty="0">
                <a:latin typeface="Verdana"/>
                <a:cs typeface="Verdana"/>
              </a:rPr>
              <a:t>Co</a:t>
            </a:r>
            <a:r>
              <a:rPr sz="1000" spc="-5" dirty="0">
                <a:latin typeface="Verdana"/>
                <a:cs typeface="Verdana"/>
              </a:rPr>
              <a:t>nt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xte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du pr</a:t>
            </a:r>
            <a:r>
              <a:rPr sz="1000" spc="-20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j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78545" y="3350649"/>
            <a:ext cx="2692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LSS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00527" y="2916935"/>
            <a:ext cx="655320" cy="368935"/>
          </a:xfrm>
          <a:custGeom>
            <a:avLst/>
            <a:gdLst/>
            <a:ahLst/>
            <a:cxnLst/>
            <a:rect l="l" t="t" r="r" b="b"/>
            <a:pathLst>
              <a:path w="655320" h="368935">
                <a:moveTo>
                  <a:pt x="0" y="368808"/>
                </a:moveTo>
                <a:lnTo>
                  <a:pt x="655320" y="368808"/>
                </a:lnTo>
                <a:lnTo>
                  <a:pt x="655320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64535" y="2645664"/>
            <a:ext cx="574548" cy="5745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28243" y="4198006"/>
            <a:ext cx="6301740" cy="1675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Six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205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 p</a:t>
            </a:r>
            <a:r>
              <a:rPr sz="1800" dirty="0">
                <a:latin typeface="Verdana"/>
                <a:cs typeface="Verdana"/>
              </a:rPr>
              <a:t>our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-5" dirty="0">
                <a:latin typeface="Verdana"/>
                <a:cs typeface="Verdana"/>
              </a:rPr>
              <a:t>jec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f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-5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tisfa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tion</a:t>
            </a:r>
            <a:r>
              <a:rPr sz="1800" spc="-10" dirty="0">
                <a:latin typeface="Verdana"/>
                <a:cs typeface="Verdana"/>
              </a:rPr>
              <a:t> de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nts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20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dirty="0">
                <a:latin typeface="Verdana"/>
                <a:cs typeface="Verdana"/>
              </a:rPr>
              <a:t>En </a:t>
            </a:r>
            <a:r>
              <a:rPr sz="1800" spc="-15" dirty="0">
                <a:latin typeface="Verdana"/>
                <a:cs typeface="Verdana"/>
              </a:rPr>
              <a:t>am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5" dirty="0">
                <a:latin typeface="Verdana"/>
                <a:cs typeface="Verdana"/>
              </a:rPr>
              <a:t>o</a:t>
            </a:r>
            <a:r>
              <a:rPr sz="1800" spc="-50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ant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spc="-15" dirty="0">
                <a:latin typeface="Verdana"/>
                <a:cs typeface="Verdana"/>
              </a:rPr>
              <a:t>erformance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ssus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20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20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out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50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ant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ss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nt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spc="-15" dirty="0">
                <a:latin typeface="Verdana"/>
                <a:cs typeface="Verdana"/>
              </a:rPr>
              <a:t>ér</a:t>
            </a:r>
            <a:r>
              <a:rPr sz="1800" spc="-10" dirty="0">
                <a:latin typeface="Verdana"/>
                <a:cs typeface="Verdana"/>
              </a:rPr>
              <a:t>ennité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ntr</a:t>
            </a:r>
            <a:r>
              <a:rPr sz="1800" spc="-10" dirty="0">
                <a:latin typeface="Verdana"/>
                <a:cs typeface="Verdana"/>
              </a:rPr>
              <a:t>epr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se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70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967380"/>
            <a:ext cx="256159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alor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38655" y="3572255"/>
            <a:ext cx="1295400" cy="1296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89126" y="5107712"/>
            <a:ext cx="177355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2875">
              <a:lnSpc>
                <a:spcPct val="150100"/>
              </a:lnSpc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 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du clien</a:t>
            </a:r>
            <a:r>
              <a:rPr sz="2000" b="1" dirty="0">
                <a:latin typeface="Verdana"/>
                <a:cs typeface="Verdana"/>
              </a:rPr>
              <a:t>t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(VOC)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70447" y="3447288"/>
            <a:ext cx="1728216" cy="17297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48325" y="5122446"/>
            <a:ext cx="225742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 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du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Verdana"/>
                <a:cs typeface="Verdana"/>
              </a:rPr>
              <a:t>Business</a:t>
            </a:r>
            <a:r>
              <a:rPr sz="2000" b="1" spc="-2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(</a:t>
            </a:r>
            <a:r>
              <a:rPr sz="2000" b="1" spc="5" dirty="0">
                <a:latin typeface="Verdana"/>
                <a:cs typeface="Verdana"/>
              </a:rPr>
              <a:t>V</a:t>
            </a:r>
            <a:r>
              <a:rPr sz="2000" b="1" spc="-5" dirty="0">
                <a:latin typeface="Verdana"/>
                <a:cs typeface="Verdana"/>
              </a:rPr>
              <a:t>OB)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76955" y="2564892"/>
            <a:ext cx="2592705" cy="2232660"/>
          </a:xfrm>
          <a:custGeom>
            <a:avLst/>
            <a:gdLst/>
            <a:ahLst/>
            <a:cxnLst/>
            <a:rect l="l" t="t" r="r" b="b"/>
            <a:pathLst>
              <a:path w="2592704" h="2232660">
                <a:moveTo>
                  <a:pt x="0" y="2232660"/>
                </a:moveTo>
                <a:lnTo>
                  <a:pt x="1296162" y="0"/>
                </a:lnTo>
                <a:lnTo>
                  <a:pt x="2592324" y="2232660"/>
                </a:lnTo>
                <a:lnTo>
                  <a:pt x="0" y="2232660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49823" y="1435608"/>
            <a:ext cx="922020" cy="9220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73400" y="1578130"/>
            <a:ext cx="259842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ct val="100000"/>
              </a:lnSpc>
            </a:pP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 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du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Verdana"/>
                <a:cs typeface="Verdana"/>
              </a:rPr>
              <a:t>pr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cessu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(</a:t>
            </a:r>
            <a:r>
              <a:rPr sz="2000" b="1" spc="5" dirty="0">
                <a:latin typeface="Verdana"/>
                <a:cs typeface="Verdana"/>
              </a:rPr>
              <a:t>V</a:t>
            </a:r>
            <a:r>
              <a:rPr sz="2000" b="1" spc="-5" dirty="0">
                <a:latin typeface="Verdana"/>
                <a:cs typeface="Verdana"/>
              </a:rPr>
              <a:t>OP*)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09791" y="6242312"/>
            <a:ext cx="27457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0" dirty="0">
                <a:latin typeface="Verdana"/>
                <a:cs typeface="Verdana"/>
              </a:rPr>
              <a:t>*</a:t>
            </a:r>
            <a:r>
              <a:rPr sz="1000" i="1" spc="-5" dirty="0">
                <a:latin typeface="Verdana"/>
                <a:cs typeface="Verdana"/>
              </a:rPr>
              <a:t> </a:t>
            </a:r>
            <a:r>
              <a:rPr sz="1000" i="1" spc="-20" dirty="0">
                <a:latin typeface="Verdana"/>
                <a:cs typeface="Verdana"/>
              </a:rPr>
              <a:t>É</a:t>
            </a:r>
            <a:r>
              <a:rPr sz="1000" i="1" spc="-5" dirty="0">
                <a:latin typeface="Verdana"/>
                <a:cs typeface="Verdana"/>
              </a:rPr>
              <a:t>gal</a:t>
            </a:r>
            <a:r>
              <a:rPr sz="1000" i="1" spc="-20" dirty="0">
                <a:latin typeface="Verdana"/>
                <a:cs typeface="Verdana"/>
              </a:rPr>
              <a:t>e</a:t>
            </a:r>
            <a:r>
              <a:rPr sz="1000" i="1" spc="-10" dirty="0">
                <a:latin typeface="Verdana"/>
                <a:cs typeface="Verdana"/>
              </a:rPr>
              <a:t>ment</a:t>
            </a:r>
            <a:r>
              <a:rPr sz="1000" i="1" spc="45" dirty="0">
                <a:latin typeface="Verdana"/>
                <a:cs typeface="Verdana"/>
              </a:rPr>
              <a:t> </a:t>
            </a:r>
            <a:r>
              <a:rPr sz="1000" i="1" spc="-10" dirty="0">
                <a:latin typeface="Verdana"/>
                <a:cs typeface="Verdana"/>
              </a:rPr>
              <a:t>V</a:t>
            </a:r>
            <a:r>
              <a:rPr sz="1000" i="1" spc="-15" dirty="0">
                <a:latin typeface="Verdana"/>
                <a:cs typeface="Verdana"/>
              </a:rPr>
              <a:t>O</a:t>
            </a:r>
            <a:r>
              <a:rPr sz="1000" i="1" spc="-10" dirty="0">
                <a:latin typeface="Verdana"/>
                <a:cs typeface="Verdana"/>
              </a:rPr>
              <a:t>E</a:t>
            </a:r>
            <a:r>
              <a:rPr sz="1000" i="1" spc="10" dirty="0">
                <a:latin typeface="Verdana"/>
                <a:cs typeface="Verdana"/>
              </a:rPr>
              <a:t> </a:t>
            </a:r>
            <a:r>
              <a:rPr sz="1000" i="1" spc="-10" dirty="0">
                <a:latin typeface="Verdana"/>
                <a:cs typeface="Verdana"/>
              </a:rPr>
              <a:t>‘V</a:t>
            </a:r>
            <a:r>
              <a:rPr sz="1000" i="1" spc="-15" dirty="0">
                <a:latin typeface="Verdana"/>
                <a:cs typeface="Verdana"/>
              </a:rPr>
              <a:t>o</a:t>
            </a:r>
            <a:r>
              <a:rPr sz="1000" i="1" spc="-5" dirty="0">
                <a:latin typeface="Verdana"/>
                <a:cs typeface="Verdana"/>
              </a:rPr>
              <a:t>ice</a:t>
            </a:r>
            <a:r>
              <a:rPr sz="1000" i="1" spc="30" dirty="0">
                <a:latin typeface="Verdana"/>
                <a:cs typeface="Verdana"/>
              </a:rPr>
              <a:t> </a:t>
            </a:r>
            <a:r>
              <a:rPr sz="1000" i="1" spc="-15" dirty="0">
                <a:latin typeface="Verdana"/>
                <a:cs typeface="Verdana"/>
              </a:rPr>
              <a:t>o</a:t>
            </a:r>
            <a:r>
              <a:rPr sz="1000" i="1" spc="-5" dirty="0">
                <a:latin typeface="Verdana"/>
                <a:cs typeface="Verdana"/>
              </a:rPr>
              <a:t>f</a:t>
            </a:r>
            <a:r>
              <a:rPr sz="1000" i="1" dirty="0">
                <a:latin typeface="Verdana"/>
                <a:cs typeface="Verdana"/>
              </a:rPr>
              <a:t> </a:t>
            </a:r>
            <a:r>
              <a:rPr sz="1000" i="1" spc="-5" dirty="0">
                <a:latin typeface="Verdana"/>
                <a:cs typeface="Verdana"/>
              </a:rPr>
              <a:t>th</a:t>
            </a:r>
            <a:r>
              <a:rPr sz="1000" i="1" spc="-10" dirty="0">
                <a:latin typeface="Verdana"/>
                <a:cs typeface="Verdana"/>
              </a:rPr>
              <a:t>e</a:t>
            </a:r>
            <a:r>
              <a:rPr sz="1000" i="1" spc="25" dirty="0">
                <a:latin typeface="Verdana"/>
                <a:cs typeface="Verdana"/>
              </a:rPr>
              <a:t> </a:t>
            </a:r>
            <a:r>
              <a:rPr sz="1000" i="1" spc="-20" dirty="0">
                <a:latin typeface="Verdana"/>
                <a:cs typeface="Verdana"/>
              </a:rPr>
              <a:t>E</a:t>
            </a:r>
            <a:r>
              <a:rPr sz="1000" i="1" spc="-15" dirty="0">
                <a:latin typeface="Verdana"/>
                <a:cs typeface="Verdana"/>
              </a:rPr>
              <a:t>m</a:t>
            </a:r>
            <a:r>
              <a:rPr sz="1000" i="1" spc="-5" dirty="0">
                <a:latin typeface="Verdana"/>
                <a:cs typeface="Verdana"/>
              </a:rPr>
              <a:t>pl</a:t>
            </a:r>
            <a:r>
              <a:rPr sz="1000" i="1" spc="-15" dirty="0">
                <a:latin typeface="Verdana"/>
                <a:cs typeface="Verdana"/>
              </a:rPr>
              <a:t>o</a:t>
            </a:r>
            <a:r>
              <a:rPr sz="1000" i="1" spc="-10" dirty="0">
                <a:latin typeface="Verdana"/>
                <a:cs typeface="Verdana"/>
              </a:rPr>
              <a:t>y</a:t>
            </a:r>
            <a:r>
              <a:rPr sz="1000" i="1" spc="-20" dirty="0">
                <a:latin typeface="Verdana"/>
                <a:cs typeface="Verdana"/>
              </a:rPr>
              <a:t>ee</a:t>
            </a:r>
            <a:r>
              <a:rPr sz="1000" i="1" spc="-10" dirty="0">
                <a:latin typeface="Verdana"/>
                <a:cs typeface="Verdana"/>
              </a:rPr>
              <a:t>s</a:t>
            </a:r>
            <a:r>
              <a:rPr sz="1000" i="1" spc="-5" dirty="0">
                <a:latin typeface="Verdana"/>
                <a:cs typeface="Verdana"/>
              </a:rPr>
              <a:t>’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0139" y="5919215"/>
            <a:ext cx="1323340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5" dirty="0">
                <a:latin typeface="Calibri"/>
                <a:cs typeface="Calibri"/>
              </a:rPr>
              <a:t>oice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of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the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us</a:t>
            </a:r>
            <a:r>
              <a:rPr sz="1000" i="1" spc="-5" dirty="0">
                <a:latin typeface="Calibri"/>
                <a:cs typeface="Calibri"/>
              </a:rPr>
              <a:t>to</a:t>
            </a:r>
            <a:r>
              <a:rPr sz="1000" i="1" spc="-10" dirty="0">
                <a:latin typeface="Calibri"/>
                <a:cs typeface="Calibri"/>
              </a:rPr>
              <a:t>mer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69279" y="5922264"/>
            <a:ext cx="126682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5" dirty="0">
                <a:latin typeface="Calibri"/>
                <a:cs typeface="Calibri"/>
              </a:rPr>
              <a:t>oice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of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the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Bus</a:t>
            </a:r>
            <a:r>
              <a:rPr sz="1000" i="1" spc="-5" dirty="0">
                <a:latin typeface="Calibri"/>
                <a:cs typeface="Calibri"/>
              </a:rPr>
              <a:t>in</a:t>
            </a:r>
            <a:r>
              <a:rPr sz="1000" i="1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45735" y="2441448"/>
            <a:ext cx="121475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5" dirty="0">
                <a:latin typeface="Calibri"/>
                <a:cs typeface="Calibri"/>
              </a:rPr>
              <a:t>oice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of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the</a:t>
            </a:r>
            <a:r>
              <a:rPr sz="1000" i="1" spc="1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Pro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884583"/>
            <a:ext cx="6738620" cy="1309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Client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(Voic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O</a:t>
            </a:r>
            <a:r>
              <a:rPr sz="2000" i="1" dirty="0">
                <a:latin typeface="Verdana"/>
                <a:cs typeface="Verdana"/>
              </a:rPr>
              <a:t>f</a:t>
            </a:r>
            <a:r>
              <a:rPr sz="2000" i="1" spc="-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the</a:t>
            </a:r>
            <a:r>
              <a:rPr sz="2000" i="1" spc="-2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C</a:t>
            </a:r>
            <a:r>
              <a:rPr sz="2000" i="1" spc="5" dirty="0">
                <a:latin typeface="Verdana"/>
                <a:cs typeface="Verdana"/>
              </a:rPr>
              <a:t>u</a:t>
            </a:r>
            <a:r>
              <a:rPr sz="2000" i="1" dirty="0">
                <a:latin typeface="Verdana"/>
                <a:cs typeface="Verdana"/>
              </a:rPr>
              <a:t>stomer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-</a:t>
            </a:r>
            <a:r>
              <a:rPr sz="2000" i="1" spc="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VOC)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37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spc="-5" dirty="0">
                <a:latin typeface="Verdana"/>
                <a:cs typeface="Verdana"/>
              </a:rPr>
              <a:t>Ecou</a:t>
            </a:r>
            <a:r>
              <a:rPr sz="2000" spc="5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z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…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4863" y="3106363"/>
            <a:ext cx="4326255" cy="1102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spc="-5" dirty="0">
                <a:latin typeface="Verdana"/>
                <a:cs typeface="Verdana"/>
              </a:rPr>
              <a:t>Avan</a:t>
            </a:r>
            <a:r>
              <a:rPr sz="1400" b="1" dirty="0">
                <a:latin typeface="Verdana"/>
                <a:cs typeface="Verdana"/>
              </a:rPr>
              <a:t>t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d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la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spc="-5" dirty="0">
                <a:latin typeface="Verdana"/>
                <a:cs typeface="Verdana"/>
              </a:rPr>
              <a:t>c</a:t>
            </a:r>
            <a:r>
              <a:rPr sz="1400" b="1" dirty="0">
                <a:latin typeface="Verdana"/>
                <a:cs typeface="Verdana"/>
              </a:rPr>
              <a:t>er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u</a:t>
            </a:r>
            <a:r>
              <a:rPr sz="1400" b="1" dirty="0">
                <a:latin typeface="Verdana"/>
                <a:cs typeface="Verdana"/>
              </a:rPr>
              <a:t>n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proje</a:t>
            </a:r>
            <a:r>
              <a:rPr sz="1400" b="1" dirty="0">
                <a:latin typeface="Verdana"/>
                <a:cs typeface="Verdana"/>
              </a:rPr>
              <a:t>t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L</a:t>
            </a:r>
            <a:r>
              <a:rPr sz="1400" b="1" spc="-5" dirty="0">
                <a:latin typeface="Verdana"/>
                <a:cs typeface="Verdana"/>
              </a:rPr>
              <a:t>ea</a:t>
            </a:r>
            <a:r>
              <a:rPr sz="1400" b="1" dirty="0">
                <a:latin typeface="Verdana"/>
                <a:cs typeface="Verdana"/>
              </a:rPr>
              <a:t>n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Si</a:t>
            </a:r>
            <a:r>
              <a:rPr sz="1400" b="1" dirty="0">
                <a:latin typeface="Verdana"/>
                <a:cs typeface="Verdana"/>
              </a:rPr>
              <a:t>x</a:t>
            </a:r>
            <a:r>
              <a:rPr sz="1400" b="1" spc="-5" dirty="0">
                <a:latin typeface="Verdana"/>
                <a:cs typeface="Verdana"/>
              </a:rPr>
              <a:t> Sigma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  <a:buClr>
                <a:srgbClr val="EE3D42"/>
              </a:buClr>
              <a:buFont typeface="MS Gothic"/>
              <a:buChar char="✓"/>
            </a:pPr>
            <a:endParaRPr sz="145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</a:pP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ous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ez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conn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î</a:t>
            </a:r>
            <a:r>
              <a:rPr sz="1400" spc="-5" dirty="0">
                <a:latin typeface="Verdana"/>
                <a:cs typeface="Verdana"/>
              </a:rPr>
              <a:t>tr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ent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"/>
              </a:spcBef>
            </a:pPr>
            <a:endParaRPr sz="175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dirty="0">
                <a:latin typeface="Verdana"/>
                <a:cs typeface="Verdana"/>
              </a:rPr>
              <a:t>L’id</a:t>
            </a:r>
            <a:r>
              <a:rPr sz="1400" b="1" spc="-10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n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f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10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r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et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comprendre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ses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ex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gences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38655" y="2720339"/>
            <a:ext cx="2557272" cy="25572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10992" y="5851119"/>
            <a:ext cx="559816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dirty="0">
                <a:latin typeface="Verdana"/>
                <a:cs typeface="Verdana"/>
              </a:rPr>
              <a:t>… p</a:t>
            </a:r>
            <a:r>
              <a:rPr sz="2000" i="1" spc="-10" dirty="0">
                <a:latin typeface="Verdana"/>
                <a:cs typeface="Verdana"/>
              </a:rPr>
              <a:t>o</a:t>
            </a:r>
            <a:r>
              <a:rPr sz="2000" i="1" dirty="0">
                <a:latin typeface="Verdana"/>
                <a:cs typeface="Verdana"/>
              </a:rPr>
              <a:t>ur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connaître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ce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qui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st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critiq</a:t>
            </a:r>
            <a:r>
              <a:rPr sz="2000" i="1" spc="5" dirty="0">
                <a:latin typeface="Verdana"/>
                <a:cs typeface="Verdana"/>
              </a:rPr>
              <a:t>u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pour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lui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967380"/>
            <a:ext cx="539178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dirty="0">
                <a:latin typeface="Verdana"/>
                <a:cs typeface="Verdana"/>
              </a:rPr>
              <a:t>Dét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spc="-5" dirty="0">
                <a:latin typeface="Verdana"/>
                <a:cs typeface="Verdana"/>
              </a:rPr>
              <a:t>ine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 V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7536" y="1514949"/>
            <a:ext cx="3957954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15" dirty="0">
                <a:latin typeface="Verdana"/>
                <a:cs typeface="Verdana"/>
              </a:rPr>
              <a:t>Ce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qui</a:t>
            </a:r>
            <a:r>
              <a:rPr sz="1600" i="1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es</a:t>
            </a:r>
            <a:r>
              <a:rPr sz="1600" i="1" spc="-10" dirty="0">
                <a:latin typeface="Verdana"/>
                <a:cs typeface="Verdana"/>
              </a:rPr>
              <a:t>t</a:t>
            </a:r>
            <a:r>
              <a:rPr sz="1600" i="1" spc="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critique</a:t>
            </a:r>
            <a:r>
              <a:rPr sz="1600" i="1" spc="10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en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er</a:t>
            </a:r>
            <a:r>
              <a:rPr sz="1600" i="1" spc="-35" dirty="0">
                <a:latin typeface="Verdana"/>
                <a:cs typeface="Verdana"/>
              </a:rPr>
              <a:t>m</a:t>
            </a:r>
            <a:r>
              <a:rPr sz="1600" i="1" spc="-10" dirty="0">
                <a:latin typeface="Verdana"/>
                <a:cs typeface="Verdana"/>
              </a:rPr>
              <a:t>e</a:t>
            </a:r>
            <a:r>
              <a:rPr sz="1600" i="1" spc="20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de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qual</a:t>
            </a:r>
            <a:r>
              <a:rPr sz="1600" i="1" dirty="0">
                <a:latin typeface="Verdana"/>
                <a:cs typeface="Verdana"/>
              </a:rPr>
              <a:t>i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é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644" y="2330547"/>
            <a:ext cx="6808470" cy="846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5080" indent="-286385" algn="just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5" dirty="0">
                <a:latin typeface="Verdana"/>
                <a:cs typeface="Verdana"/>
              </a:rPr>
              <a:t>Condu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re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VOC</a:t>
            </a:r>
            <a:r>
              <a:rPr sz="1800" spc="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spc="-15" dirty="0">
                <a:latin typeface="Verdana"/>
                <a:cs typeface="Verdana"/>
              </a:rPr>
              <a:t>ermet</a:t>
            </a:r>
            <a:r>
              <a:rPr sz="1800" spc="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5" dirty="0">
                <a:latin typeface="Verdana"/>
                <a:cs typeface="Verdana"/>
              </a:rPr>
              <a:t>’</a:t>
            </a:r>
            <a:r>
              <a:rPr sz="1800" dirty="0">
                <a:latin typeface="Verdana"/>
                <a:cs typeface="Verdana"/>
              </a:rPr>
              <a:t>ex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spc="0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spc="10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er</a:t>
            </a:r>
            <a:r>
              <a:rPr sz="1800" spc="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quels</a:t>
            </a:r>
            <a:r>
              <a:rPr sz="1800" spc="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u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ts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ou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rv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</a:t>
            </a:r>
            <a:r>
              <a:rPr sz="1800" spc="2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ent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attend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terme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3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ua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spc="-10" dirty="0">
                <a:latin typeface="Verdana"/>
                <a:cs typeface="Verdana"/>
              </a:rPr>
              <a:t>,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1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x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et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élai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5409" y="3635922"/>
            <a:ext cx="4434205" cy="1824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405" indent="-179705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93040" algn="l"/>
              </a:tabLst>
            </a:pPr>
            <a:r>
              <a:rPr sz="1200" b="1" spc="-5" dirty="0">
                <a:latin typeface="Verdana"/>
                <a:cs typeface="Verdana"/>
              </a:rPr>
              <a:t>R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g</a:t>
            </a:r>
            <a:r>
              <a:rPr sz="1200" b="1" dirty="0">
                <a:latin typeface="Verdana"/>
                <a:cs typeface="Verdana"/>
              </a:rPr>
              <a:t>ard</a:t>
            </a:r>
            <a:r>
              <a:rPr sz="1200" b="1" spc="-5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r</a:t>
            </a:r>
            <a:r>
              <a:rPr sz="1200" b="1" spc="10" dirty="0">
                <a:latin typeface="Verdana"/>
                <a:cs typeface="Verdana"/>
              </a:rPr>
              <a:t> </a:t>
            </a:r>
            <a:r>
              <a:rPr sz="1200" b="1" spc="-10" dirty="0">
                <a:latin typeface="Verdana"/>
                <a:cs typeface="Verdana"/>
              </a:rPr>
              <a:t>le</a:t>
            </a:r>
            <a:r>
              <a:rPr sz="1200" b="1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p</a:t>
            </a:r>
            <a:r>
              <a:rPr sz="1200" b="1" dirty="0">
                <a:latin typeface="Verdana"/>
                <a:cs typeface="Verdana"/>
              </a:rPr>
              <a:t>r</a:t>
            </a:r>
            <a:r>
              <a:rPr sz="1200" b="1" spc="-10" dirty="0">
                <a:latin typeface="Verdana"/>
                <a:cs typeface="Verdana"/>
              </a:rPr>
              <a:t>o</a:t>
            </a:r>
            <a:r>
              <a:rPr sz="1200" b="1" spc="-5" dirty="0">
                <a:latin typeface="Verdana"/>
                <a:cs typeface="Verdana"/>
              </a:rPr>
              <a:t>ce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spc="-5" dirty="0">
                <a:latin typeface="Verdana"/>
                <a:cs typeface="Verdana"/>
              </a:rPr>
              <a:t>s</a:t>
            </a:r>
            <a:r>
              <a:rPr sz="1200" b="1" spc="-10" dirty="0">
                <a:latin typeface="Verdana"/>
                <a:cs typeface="Verdana"/>
              </a:rPr>
              <a:t>u</a:t>
            </a:r>
            <a:r>
              <a:rPr sz="1200" b="1" dirty="0">
                <a:latin typeface="Verdana"/>
                <a:cs typeface="Verdana"/>
              </a:rPr>
              <a:t>s</a:t>
            </a:r>
            <a:r>
              <a:rPr sz="1200" b="1" spc="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à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av</a:t>
            </a:r>
            <a:r>
              <a:rPr sz="1200" spc="-10" dirty="0">
                <a:latin typeface="Verdana"/>
                <a:cs typeface="Verdana"/>
              </a:rPr>
              <a:t>ers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y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15" dirty="0">
                <a:latin typeface="Verdana"/>
                <a:cs typeface="Verdana"/>
              </a:rPr>
              <a:t>ient</a:t>
            </a:r>
            <a:endParaRPr sz="1200">
              <a:latin typeface="Verdana"/>
              <a:cs typeface="Verdana"/>
            </a:endParaRPr>
          </a:p>
          <a:p>
            <a:pPr marL="192405" marR="70485" indent="-179705">
              <a:lnSpc>
                <a:spcPct val="200000"/>
              </a:lnSpc>
              <a:spcBef>
                <a:spcPts val="720"/>
              </a:spcBef>
              <a:buClr>
                <a:srgbClr val="EE3D42"/>
              </a:buClr>
              <a:buFont typeface="MS Gothic"/>
              <a:buChar char="✓"/>
              <a:tabLst>
                <a:tab pos="193040" algn="l"/>
              </a:tabLst>
            </a:pPr>
            <a:r>
              <a:rPr sz="1200" b="1" spc="-15" dirty="0">
                <a:latin typeface="Verdana"/>
                <a:cs typeface="Verdana"/>
              </a:rPr>
              <a:t>C</a:t>
            </a:r>
            <a:r>
              <a:rPr sz="1200" b="1" spc="-10" dirty="0">
                <a:latin typeface="Verdana"/>
                <a:cs typeface="Verdana"/>
              </a:rPr>
              <a:t>o</a:t>
            </a:r>
            <a:r>
              <a:rPr sz="1200" b="1" spc="-5" dirty="0">
                <a:latin typeface="Verdana"/>
                <a:cs typeface="Verdana"/>
              </a:rPr>
              <a:t>m</a:t>
            </a:r>
            <a:r>
              <a:rPr sz="1200" b="1" dirty="0">
                <a:latin typeface="Verdana"/>
                <a:cs typeface="Verdana"/>
              </a:rPr>
              <a:t>pren</a:t>
            </a:r>
            <a:r>
              <a:rPr sz="1200" b="1" spc="-10" dirty="0">
                <a:latin typeface="Verdana"/>
                <a:cs typeface="Verdana"/>
              </a:rPr>
              <a:t>ez</a:t>
            </a:r>
            <a:r>
              <a:rPr sz="1200" b="1" spc="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s </a:t>
            </a:r>
            <a:r>
              <a:rPr sz="1200" b="1" spc="-5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xig</a:t>
            </a:r>
            <a:r>
              <a:rPr sz="1200" b="1" spc="-5" dirty="0">
                <a:latin typeface="Verdana"/>
                <a:cs typeface="Verdana"/>
              </a:rPr>
              <a:t>ence</a:t>
            </a:r>
            <a:r>
              <a:rPr sz="1200" b="1" dirty="0">
                <a:latin typeface="Verdana"/>
                <a:cs typeface="Verdana"/>
              </a:rPr>
              <a:t>s</a:t>
            </a:r>
            <a:r>
              <a:rPr sz="1200" b="1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erme</a:t>
            </a:r>
            <a:r>
              <a:rPr sz="1200" spc="-5" dirty="0">
                <a:latin typeface="Verdana"/>
                <a:cs typeface="Verdana"/>
              </a:rPr>
              <a:t>tt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5" dirty="0">
                <a:latin typeface="Verdana"/>
                <a:cs typeface="Verdana"/>
              </a:rPr>
              <a:t>isti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bo</a:t>
            </a:r>
            <a:r>
              <a:rPr sz="1200" spc="-15" dirty="0">
                <a:latin typeface="Verdana"/>
                <a:cs typeface="Verdana"/>
              </a:rPr>
              <a:t>nn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/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4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ise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erforma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1200">
              <a:latin typeface="Times New Roman"/>
              <a:cs typeface="Times New Roman"/>
            </a:endParaRPr>
          </a:p>
          <a:p>
            <a:pPr marL="192405" indent="-179705">
              <a:lnSpc>
                <a:spcPct val="100000"/>
              </a:lnSpc>
              <a:spcBef>
                <a:spcPts val="780"/>
              </a:spcBef>
              <a:buClr>
                <a:srgbClr val="EE3D42"/>
              </a:buClr>
              <a:buFont typeface="MS Gothic"/>
              <a:buChar char="✓"/>
              <a:tabLst>
                <a:tab pos="193040" algn="l"/>
              </a:tabLst>
            </a:pPr>
            <a:r>
              <a:rPr sz="1200" b="1" dirty="0">
                <a:latin typeface="Verdana"/>
                <a:cs typeface="Verdana"/>
              </a:rPr>
              <a:t>D</a:t>
            </a:r>
            <a:r>
              <a:rPr sz="1200" b="1" spc="-5" dirty="0">
                <a:latin typeface="Verdana"/>
                <a:cs typeface="Verdana"/>
              </a:rPr>
              <a:t>éfinis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spc="-5" dirty="0">
                <a:latin typeface="Verdana"/>
                <a:cs typeface="Verdana"/>
              </a:rPr>
              <a:t>e</a:t>
            </a:r>
            <a:r>
              <a:rPr sz="1200" b="1" spc="-10" dirty="0">
                <a:latin typeface="Verdana"/>
                <a:cs typeface="Verdana"/>
              </a:rPr>
              <a:t>z</a:t>
            </a:r>
            <a:r>
              <a:rPr sz="1200" b="1" spc="3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de</a:t>
            </a:r>
            <a:r>
              <a:rPr sz="1200" b="1" dirty="0">
                <a:latin typeface="Verdana"/>
                <a:cs typeface="Verdana"/>
              </a:rPr>
              <a:t>s</a:t>
            </a:r>
            <a:r>
              <a:rPr sz="1200" b="1" spc="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c</a:t>
            </a:r>
            <a:r>
              <a:rPr sz="1200" b="1" dirty="0">
                <a:latin typeface="Verdana"/>
                <a:cs typeface="Verdana"/>
              </a:rPr>
              <a:t>ara</a:t>
            </a:r>
            <a:r>
              <a:rPr sz="1200" b="1" spc="-15" dirty="0">
                <a:latin typeface="Verdana"/>
                <a:cs typeface="Verdana"/>
              </a:rPr>
              <a:t>c</a:t>
            </a:r>
            <a:r>
              <a:rPr sz="1200" b="1" spc="-5" dirty="0">
                <a:latin typeface="Verdana"/>
                <a:cs typeface="Verdana"/>
              </a:rPr>
              <a:t>té</a:t>
            </a:r>
            <a:r>
              <a:rPr sz="1200" b="1" dirty="0">
                <a:latin typeface="Verdana"/>
                <a:cs typeface="Verdana"/>
              </a:rPr>
              <a:t>ristiqu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s</a:t>
            </a:r>
            <a:r>
              <a:rPr sz="1200" b="1" spc="-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me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spc="-5" dirty="0">
                <a:latin typeface="Verdana"/>
                <a:cs typeface="Verdana"/>
              </a:rPr>
              <a:t>ur</a:t>
            </a:r>
            <a:r>
              <a:rPr sz="1200" b="1" dirty="0">
                <a:latin typeface="Verdana"/>
                <a:cs typeface="Verdana"/>
              </a:rPr>
              <a:t>a</a:t>
            </a:r>
            <a:r>
              <a:rPr sz="1200" b="1" spc="-5" dirty="0">
                <a:latin typeface="Verdana"/>
                <a:cs typeface="Verdana"/>
              </a:rPr>
              <a:t>bl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125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erme</a:t>
            </a:r>
            <a:r>
              <a:rPr sz="1200" spc="-5" dirty="0">
                <a:latin typeface="Verdana"/>
                <a:cs typeface="Verdana"/>
              </a:rPr>
              <a:t>tt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lo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erforma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fa</a:t>
            </a:r>
            <a:r>
              <a:rPr sz="1200" spc="-15" dirty="0">
                <a:latin typeface="Verdana"/>
                <a:cs typeface="Verdana"/>
              </a:rPr>
              <a:t>c</a:t>
            </a:r>
            <a:r>
              <a:rPr sz="1200" spc="-5" dirty="0">
                <a:latin typeface="Verdana"/>
                <a:cs typeface="Verdana"/>
              </a:rPr>
              <a:t>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36903" y="3377234"/>
            <a:ext cx="3273552" cy="2353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31975" y="3572255"/>
            <a:ext cx="2703576" cy="17830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18532" y="1507236"/>
            <a:ext cx="144208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CT</a:t>
            </a:r>
            <a:r>
              <a:rPr sz="1000" i="1" spc="-10" dirty="0">
                <a:latin typeface="Calibri"/>
                <a:cs typeface="Calibri"/>
              </a:rPr>
              <a:t>Q</a:t>
            </a:r>
            <a:r>
              <a:rPr sz="1000" i="1" spc="1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–</a:t>
            </a:r>
            <a:r>
              <a:rPr sz="1000" i="1" spc="10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Cr</a:t>
            </a:r>
            <a:r>
              <a:rPr sz="1000" i="1" spc="-5" dirty="0">
                <a:latin typeface="Calibri"/>
                <a:cs typeface="Calibri"/>
              </a:rPr>
              <a:t>itical</a:t>
            </a:r>
            <a:r>
              <a:rPr sz="1000" i="1" spc="-15" dirty="0">
                <a:latin typeface="Calibri"/>
                <a:cs typeface="Calibri"/>
              </a:rPr>
              <a:t> T</a:t>
            </a:r>
            <a:r>
              <a:rPr sz="1000" i="1" spc="-10" dirty="0">
                <a:latin typeface="Calibri"/>
                <a:cs typeface="Calibri"/>
              </a:rPr>
              <a:t>o</a:t>
            </a:r>
            <a:r>
              <a:rPr sz="1000" i="1" spc="5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Qu</a:t>
            </a:r>
            <a:r>
              <a:rPr sz="1000" i="1" spc="-5" dirty="0">
                <a:latin typeface="Calibri"/>
                <a:cs typeface="Calibri"/>
              </a:rPr>
              <a:t>ality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85312"/>
            <a:ext cx="562292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187" y="2210049"/>
            <a:ext cx="7896225" cy="3833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304155" algn="ctr">
              <a:lnSpc>
                <a:spcPts val="2160"/>
              </a:lnSpc>
            </a:pPr>
            <a:r>
              <a:rPr sz="1800" b="1" spc="-15" dirty="0">
                <a:latin typeface="Verdana"/>
                <a:cs typeface="Verdana"/>
              </a:rPr>
              <a:t>Point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dépa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0" dirty="0">
                <a:latin typeface="Verdana"/>
                <a:cs typeface="Verdana"/>
              </a:rPr>
              <a:t>t</a:t>
            </a:r>
            <a:endParaRPr sz="1800">
              <a:latin typeface="Verdana"/>
              <a:cs typeface="Verdana"/>
            </a:endParaRPr>
          </a:p>
          <a:p>
            <a:pPr marR="5303520" algn="ctr">
              <a:lnSpc>
                <a:spcPts val="192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en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600" b="1" i="1" spc="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ien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endParaRPr sz="1600">
              <a:latin typeface="Verdana"/>
              <a:cs typeface="Verdana"/>
            </a:endParaRPr>
          </a:p>
          <a:p>
            <a:pPr marR="5301615" algn="ctr">
              <a:lnSpc>
                <a:spcPct val="100000"/>
              </a:lnSpc>
            </a:pP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ce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qu’il</a:t>
            </a:r>
            <a:r>
              <a:rPr sz="1600" b="1" i="1" spc="2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di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2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  <a:p>
            <a:pPr marR="5304155" algn="ctr">
              <a:lnSpc>
                <a:spcPct val="100000"/>
              </a:lnSpc>
            </a:pPr>
            <a:r>
              <a:rPr sz="1600" i="1" spc="-15" dirty="0">
                <a:solidFill>
                  <a:srgbClr val="7E7E7E"/>
                </a:solidFill>
                <a:latin typeface="Verdana"/>
                <a:cs typeface="Verdana"/>
              </a:rPr>
              <a:t>(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xpres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ion</a:t>
            </a:r>
            <a:r>
              <a:rPr sz="1600" i="1" spc="3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1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i="1" spc="-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1600" i="1" spc="-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15" dirty="0">
                <a:solidFill>
                  <a:srgbClr val="7E7E7E"/>
                </a:solidFill>
                <a:latin typeface="Verdana"/>
                <a:cs typeface="Verdana"/>
              </a:rPr>
              <a:t>V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C)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Times New Roman"/>
              <a:cs typeface="Times New Roman"/>
            </a:endParaRPr>
          </a:p>
          <a:p>
            <a:pPr marR="1046480" algn="ctr">
              <a:lnSpc>
                <a:spcPts val="2160"/>
              </a:lnSpc>
            </a:pPr>
            <a:r>
              <a:rPr sz="1800" b="1" spc="-15" dirty="0">
                <a:latin typeface="Verdana"/>
                <a:cs typeface="Verdana"/>
              </a:rPr>
              <a:t>Problème</a:t>
            </a:r>
            <a:r>
              <a:rPr sz="1800" b="1" spc="-5" dirty="0">
                <a:latin typeface="Verdana"/>
                <a:cs typeface="Verdana"/>
              </a:rPr>
              <a:t> clef</a:t>
            </a:r>
            <a:endParaRPr sz="1800">
              <a:latin typeface="Verdana"/>
              <a:cs typeface="Verdana"/>
            </a:endParaRPr>
          </a:p>
          <a:p>
            <a:pPr marR="1044575" algn="ctr">
              <a:lnSpc>
                <a:spcPts val="192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</a:t>
            </a:r>
            <a:r>
              <a:rPr sz="1600" b="1" i="1" spc="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ce</a:t>
            </a:r>
            <a:r>
              <a:rPr sz="1600" b="1" i="1" spc="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qu’a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tend</a:t>
            </a:r>
            <a:r>
              <a:rPr sz="1600" b="1" i="1" spc="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li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ent</a:t>
            </a:r>
            <a:r>
              <a:rPr sz="1600" b="1" i="1" spc="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  <a:p>
            <a:pPr marR="1047750" algn="ctr">
              <a:lnSpc>
                <a:spcPct val="100000"/>
              </a:lnSpc>
            </a:pPr>
            <a:r>
              <a:rPr sz="1600" i="1" spc="-15" dirty="0">
                <a:solidFill>
                  <a:srgbClr val="7E7E7E"/>
                </a:solidFill>
                <a:latin typeface="Verdana"/>
                <a:cs typeface="Verdana"/>
              </a:rPr>
              <a:t>(re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formulation</a:t>
            </a:r>
            <a:r>
              <a:rPr sz="1600" i="1" spc="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et p</a:t>
            </a:r>
            <a:r>
              <a:rPr sz="1600" i="1" spc="-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io</a:t>
            </a:r>
            <a:r>
              <a:rPr sz="1600" i="1" spc="-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isa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ion)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"/>
              </a:spcBef>
            </a:pPr>
            <a:endParaRPr sz="1950">
              <a:latin typeface="Times New Roman"/>
              <a:cs typeface="Times New Roman"/>
            </a:endParaRPr>
          </a:p>
          <a:p>
            <a:pPr marL="4371975" algn="ctr">
              <a:lnSpc>
                <a:spcPts val="2160"/>
              </a:lnSpc>
            </a:pP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cif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spc="-20" dirty="0">
                <a:latin typeface="Verdana"/>
                <a:cs typeface="Verdana"/>
              </a:rPr>
              <a:t>cat</a:t>
            </a:r>
            <a:r>
              <a:rPr sz="1800" b="1" spc="-15" dirty="0">
                <a:latin typeface="Verdana"/>
                <a:cs typeface="Verdana"/>
              </a:rPr>
              <a:t>ions</a:t>
            </a:r>
            <a:endParaRPr sz="1800">
              <a:latin typeface="Verdana"/>
              <a:cs typeface="Verdana"/>
            </a:endParaRPr>
          </a:p>
          <a:p>
            <a:pPr marL="4383405" marR="5080" algn="ctr">
              <a:lnSpc>
                <a:spcPts val="1920"/>
              </a:lnSpc>
              <a:spcBef>
                <a:spcPts val="60"/>
              </a:spcBef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 caractér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iqu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spéci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ques, pré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ci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se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mes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urabl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(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dé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er</a:t>
            </a:r>
            <a:r>
              <a:rPr sz="1600" i="1" spc="-35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1600" i="1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na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i="1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on</a:t>
            </a:r>
            <a:r>
              <a:rPr sz="1600" i="1" spc="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des</a:t>
            </a:r>
            <a:r>
              <a:rPr sz="1600" i="1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CTQ)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96055" y="2654807"/>
            <a:ext cx="857250" cy="1049655"/>
          </a:xfrm>
          <a:custGeom>
            <a:avLst/>
            <a:gdLst/>
            <a:ahLst/>
            <a:cxnLst/>
            <a:rect l="l" t="t" r="r" b="b"/>
            <a:pathLst>
              <a:path w="857250" h="1049654">
                <a:moveTo>
                  <a:pt x="550756" y="709375"/>
                </a:moveTo>
                <a:lnTo>
                  <a:pt x="538125" y="712631"/>
                </a:lnTo>
                <a:lnTo>
                  <a:pt x="524559" y="719740"/>
                </a:lnTo>
                <a:lnTo>
                  <a:pt x="518015" y="729729"/>
                </a:lnTo>
                <a:lnTo>
                  <a:pt x="514890" y="741113"/>
                </a:lnTo>
                <a:lnTo>
                  <a:pt x="515412" y="753012"/>
                </a:lnTo>
                <a:lnTo>
                  <a:pt x="519811" y="764540"/>
                </a:lnTo>
                <a:lnTo>
                  <a:pt x="686054" y="1049655"/>
                </a:lnTo>
                <a:lnTo>
                  <a:pt x="730187" y="973963"/>
                </a:lnTo>
                <a:lnTo>
                  <a:pt x="647954" y="973963"/>
                </a:lnTo>
                <a:lnTo>
                  <a:pt x="647954" y="834133"/>
                </a:lnTo>
                <a:lnTo>
                  <a:pt x="580297" y="719152"/>
                </a:lnTo>
                <a:lnTo>
                  <a:pt x="572115" y="712993"/>
                </a:lnTo>
                <a:lnTo>
                  <a:pt x="562177" y="709615"/>
                </a:lnTo>
                <a:lnTo>
                  <a:pt x="550756" y="709375"/>
                </a:lnTo>
                <a:close/>
              </a:path>
              <a:path w="857250" h="1049654">
                <a:moveTo>
                  <a:pt x="647954" y="834133"/>
                </a:moveTo>
                <a:lnTo>
                  <a:pt x="647954" y="973963"/>
                </a:lnTo>
                <a:lnTo>
                  <a:pt x="724154" y="973963"/>
                </a:lnTo>
                <a:lnTo>
                  <a:pt x="724150" y="954786"/>
                </a:lnTo>
                <a:lnTo>
                  <a:pt x="653161" y="954786"/>
                </a:lnTo>
                <a:lnTo>
                  <a:pt x="685911" y="898642"/>
                </a:lnTo>
                <a:lnTo>
                  <a:pt x="647954" y="834133"/>
                </a:lnTo>
                <a:close/>
              </a:path>
              <a:path w="857250" h="1049654">
                <a:moveTo>
                  <a:pt x="815930" y="707465"/>
                </a:moveTo>
                <a:lnTo>
                  <a:pt x="804463" y="710347"/>
                </a:lnTo>
                <a:lnTo>
                  <a:pt x="794355" y="716664"/>
                </a:lnTo>
                <a:lnTo>
                  <a:pt x="786511" y="726186"/>
                </a:lnTo>
                <a:lnTo>
                  <a:pt x="724129" y="833126"/>
                </a:lnTo>
                <a:lnTo>
                  <a:pt x="724154" y="973963"/>
                </a:lnTo>
                <a:lnTo>
                  <a:pt x="730187" y="973963"/>
                </a:lnTo>
                <a:lnTo>
                  <a:pt x="852297" y="764540"/>
                </a:lnTo>
                <a:lnTo>
                  <a:pt x="855490" y="757528"/>
                </a:lnTo>
                <a:lnTo>
                  <a:pt x="857181" y="747194"/>
                </a:lnTo>
                <a:lnTo>
                  <a:pt x="855449" y="736667"/>
                </a:lnTo>
                <a:lnTo>
                  <a:pt x="850108" y="726379"/>
                </a:lnTo>
                <a:lnTo>
                  <a:pt x="840972" y="716761"/>
                </a:lnTo>
                <a:lnTo>
                  <a:pt x="827856" y="708247"/>
                </a:lnTo>
                <a:lnTo>
                  <a:pt x="815930" y="707465"/>
                </a:lnTo>
                <a:close/>
              </a:path>
              <a:path w="857250" h="1049654">
                <a:moveTo>
                  <a:pt x="685911" y="898642"/>
                </a:moveTo>
                <a:lnTo>
                  <a:pt x="653161" y="954786"/>
                </a:lnTo>
                <a:lnTo>
                  <a:pt x="718947" y="954786"/>
                </a:lnTo>
                <a:lnTo>
                  <a:pt x="685911" y="898642"/>
                </a:lnTo>
                <a:close/>
              </a:path>
              <a:path w="857250" h="1049654">
                <a:moveTo>
                  <a:pt x="724129" y="833126"/>
                </a:moveTo>
                <a:lnTo>
                  <a:pt x="685911" y="898642"/>
                </a:lnTo>
                <a:lnTo>
                  <a:pt x="718947" y="954786"/>
                </a:lnTo>
                <a:lnTo>
                  <a:pt x="724150" y="954786"/>
                </a:lnTo>
                <a:lnTo>
                  <a:pt x="724129" y="833126"/>
                </a:lnTo>
                <a:close/>
              </a:path>
              <a:path w="857250" h="1049654">
                <a:moveTo>
                  <a:pt x="647954" y="38100"/>
                </a:moveTo>
                <a:lnTo>
                  <a:pt x="647954" y="834133"/>
                </a:lnTo>
                <a:lnTo>
                  <a:pt x="685911" y="898642"/>
                </a:lnTo>
                <a:lnTo>
                  <a:pt x="724129" y="833126"/>
                </a:lnTo>
                <a:lnTo>
                  <a:pt x="723996" y="76200"/>
                </a:lnTo>
                <a:lnTo>
                  <a:pt x="686054" y="76200"/>
                </a:lnTo>
                <a:lnTo>
                  <a:pt x="647954" y="38100"/>
                </a:lnTo>
                <a:close/>
              </a:path>
              <a:path w="857250" h="1049654">
                <a:moveTo>
                  <a:pt x="686054" y="0"/>
                </a:moveTo>
                <a:lnTo>
                  <a:pt x="0" y="0"/>
                </a:lnTo>
                <a:lnTo>
                  <a:pt x="0" y="76200"/>
                </a:lnTo>
                <a:lnTo>
                  <a:pt x="647954" y="76200"/>
                </a:lnTo>
                <a:lnTo>
                  <a:pt x="647954" y="38100"/>
                </a:lnTo>
                <a:lnTo>
                  <a:pt x="723990" y="38100"/>
                </a:lnTo>
                <a:lnTo>
                  <a:pt x="723989" y="34525"/>
                </a:lnTo>
                <a:lnTo>
                  <a:pt x="720099" y="20947"/>
                </a:lnTo>
                <a:lnTo>
                  <a:pt x="711802" y="9988"/>
                </a:lnTo>
                <a:lnTo>
                  <a:pt x="700114" y="2666"/>
                </a:lnTo>
                <a:lnTo>
                  <a:pt x="686054" y="0"/>
                </a:lnTo>
                <a:close/>
              </a:path>
              <a:path w="857250" h="1049654">
                <a:moveTo>
                  <a:pt x="723990" y="38100"/>
                </a:moveTo>
                <a:lnTo>
                  <a:pt x="647954" y="38100"/>
                </a:lnTo>
                <a:lnTo>
                  <a:pt x="686054" y="76200"/>
                </a:lnTo>
                <a:lnTo>
                  <a:pt x="723996" y="76200"/>
                </a:lnTo>
                <a:lnTo>
                  <a:pt x="723990" y="3810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28588" y="4096511"/>
            <a:ext cx="838200" cy="889000"/>
          </a:xfrm>
          <a:custGeom>
            <a:avLst/>
            <a:gdLst/>
            <a:ahLst/>
            <a:cxnLst/>
            <a:rect l="l" t="t" r="r" b="b"/>
            <a:pathLst>
              <a:path w="838200" h="889000">
                <a:moveTo>
                  <a:pt x="531550" y="548528"/>
                </a:moveTo>
                <a:lnTo>
                  <a:pt x="518942" y="551833"/>
                </a:lnTo>
                <a:lnTo>
                  <a:pt x="505377" y="558992"/>
                </a:lnTo>
                <a:lnTo>
                  <a:pt x="498841" y="568965"/>
                </a:lnTo>
                <a:lnTo>
                  <a:pt x="495742" y="580347"/>
                </a:lnTo>
                <a:lnTo>
                  <a:pt x="496306" y="592244"/>
                </a:lnTo>
                <a:lnTo>
                  <a:pt x="500761" y="603758"/>
                </a:lnTo>
                <a:lnTo>
                  <a:pt x="667004" y="888746"/>
                </a:lnTo>
                <a:lnTo>
                  <a:pt x="711083" y="813181"/>
                </a:lnTo>
                <a:lnTo>
                  <a:pt x="628904" y="813181"/>
                </a:lnTo>
                <a:lnTo>
                  <a:pt x="628904" y="673408"/>
                </a:lnTo>
                <a:lnTo>
                  <a:pt x="561074" y="558187"/>
                </a:lnTo>
                <a:lnTo>
                  <a:pt x="552871" y="552059"/>
                </a:lnTo>
                <a:lnTo>
                  <a:pt x="542945" y="548721"/>
                </a:lnTo>
                <a:lnTo>
                  <a:pt x="531550" y="548528"/>
                </a:lnTo>
                <a:close/>
              </a:path>
              <a:path w="838200" h="889000">
                <a:moveTo>
                  <a:pt x="628904" y="673408"/>
                </a:moveTo>
                <a:lnTo>
                  <a:pt x="628904" y="813181"/>
                </a:lnTo>
                <a:lnTo>
                  <a:pt x="705104" y="813181"/>
                </a:lnTo>
                <a:lnTo>
                  <a:pt x="705099" y="794004"/>
                </a:lnTo>
                <a:lnTo>
                  <a:pt x="634111" y="794004"/>
                </a:lnTo>
                <a:lnTo>
                  <a:pt x="666853" y="737873"/>
                </a:lnTo>
                <a:lnTo>
                  <a:pt x="628904" y="673408"/>
                </a:lnTo>
                <a:close/>
              </a:path>
              <a:path w="838200" h="889000">
                <a:moveTo>
                  <a:pt x="796800" y="546600"/>
                </a:moveTo>
                <a:lnTo>
                  <a:pt x="785363" y="549495"/>
                </a:lnTo>
                <a:lnTo>
                  <a:pt x="775285" y="555838"/>
                </a:lnTo>
                <a:lnTo>
                  <a:pt x="767461" y="565404"/>
                </a:lnTo>
                <a:lnTo>
                  <a:pt x="705074" y="672353"/>
                </a:lnTo>
                <a:lnTo>
                  <a:pt x="705104" y="813181"/>
                </a:lnTo>
                <a:lnTo>
                  <a:pt x="711083" y="813181"/>
                </a:lnTo>
                <a:lnTo>
                  <a:pt x="833247" y="603758"/>
                </a:lnTo>
                <a:lnTo>
                  <a:pt x="836397" y="596760"/>
                </a:lnTo>
                <a:lnTo>
                  <a:pt x="838072" y="586403"/>
                </a:lnTo>
                <a:lnTo>
                  <a:pt x="836342" y="575844"/>
                </a:lnTo>
                <a:lnTo>
                  <a:pt x="831004" y="565526"/>
                </a:lnTo>
                <a:lnTo>
                  <a:pt x="821856" y="555891"/>
                </a:lnTo>
                <a:lnTo>
                  <a:pt x="808699" y="547382"/>
                </a:lnTo>
                <a:lnTo>
                  <a:pt x="796800" y="546600"/>
                </a:lnTo>
                <a:close/>
              </a:path>
              <a:path w="838200" h="889000">
                <a:moveTo>
                  <a:pt x="666853" y="737873"/>
                </a:moveTo>
                <a:lnTo>
                  <a:pt x="634111" y="794004"/>
                </a:lnTo>
                <a:lnTo>
                  <a:pt x="699897" y="794004"/>
                </a:lnTo>
                <a:lnTo>
                  <a:pt x="666853" y="737873"/>
                </a:lnTo>
                <a:close/>
              </a:path>
              <a:path w="838200" h="889000">
                <a:moveTo>
                  <a:pt x="705074" y="672353"/>
                </a:moveTo>
                <a:lnTo>
                  <a:pt x="666853" y="737873"/>
                </a:lnTo>
                <a:lnTo>
                  <a:pt x="699897" y="794004"/>
                </a:lnTo>
                <a:lnTo>
                  <a:pt x="705099" y="794004"/>
                </a:lnTo>
                <a:lnTo>
                  <a:pt x="705074" y="672353"/>
                </a:lnTo>
                <a:close/>
              </a:path>
              <a:path w="838200" h="889000">
                <a:moveTo>
                  <a:pt x="628904" y="38100"/>
                </a:moveTo>
                <a:lnTo>
                  <a:pt x="628904" y="673408"/>
                </a:lnTo>
                <a:lnTo>
                  <a:pt x="666853" y="737873"/>
                </a:lnTo>
                <a:lnTo>
                  <a:pt x="705074" y="672353"/>
                </a:lnTo>
                <a:lnTo>
                  <a:pt x="704947" y="76200"/>
                </a:lnTo>
                <a:lnTo>
                  <a:pt x="667004" y="76200"/>
                </a:lnTo>
                <a:lnTo>
                  <a:pt x="628904" y="38100"/>
                </a:lnTo>
                <a:close/>
              </a:path>
              <a:path w="838200" h="889000">
                <a:moveTo>
                  <a:pt x="667004" y="0"/>
                </a:moveTo>
                <a:lnTo>
                  <a:pt x="0" y="0"/>
                </a:lnTo>
                <a:lnTo>
                  <a:pt x="0" y="76200"/>
                </a:lnTo>
                <a:lnTo>
                  <a:pt x="628904" y="76200"/>
                </a:lnTo>
                <a:lnTo>
                  <a:pt x="628904" y="38100"/>
                </a:lnTo>
                <a:lnTo>
                  <a:pt x="704939" y="38100"/>
                </a:lnTo>
                <a:lnTo>
                  <a:pt x="704938" y="34525"/>
                </a:lnTo>
                <a:lnTo>
                  <a:pt x="701026" y="20947"/>
                </a:lnTo>
                <a:lnTo>
                  <a:pt x="692701" y="9988"/>
                </a:lnTo>
                <a:lnTo>
                  <a:pt x="681011" y="2666"/>
                </a:lnTo>
                <a:lnTo>
                  <a:pt x="667004" y="0"/>
                </a:lnTo>
                <a:close/>
              </a:path>
              <a:path w="838200" h="889000">
                <a:moveTo>
                  <a:pt x="704939" y="38100"/>
                </a:moveTo>
                <a:lnTo>
                  <a:pt x="628904" y="38100"/>
                </a:lnTo>
                <a:lnTo>
                  <a:pt x="667004" y="76200"/>
                </a:lnTo>
                <a:lnTo>
                  <a:pt x="704947" y="76200"/>
                </a:lnTo>
                <a:lnTo>
                  <a:pt x="704939" y="3810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2872" y="1857755"/>
            <a:ext cx="715010" cy="4572000"/>
          </a:xfrm>
          <a:custGeom>
            <a:avLst/>
            <a:gdLst/>
            <a:ahLst/>
            <a:cxnLst/>
            <a:rect l="l" t="t" r="r" b="b"/>
            <a:pathLst>
              <a:path w="715010" h="4572000">
                <a:moveTo>
                  <a:pt x="714756" y="4214622"/>
                </a:moveTo>
                <a:lnTo>
                  <a:pt x="0" y="4214622"/>
                </a:lnTo>
                <a:lnTo>
                  <a:pt x="357378" y="4572000"/>
                </a:lnTo>
                <a:lnTo>
                  <a:pt x="714756" y="4214622"/>
                </a:lnTo>
                <a:close/>
              </a:path>
              <a:path w="715010" h="4572000">
                <a:moveTo>
                  <a:pt x="536067" y="0"/>
                </a:moveTo>
                <a:lnTo>
                  <a:pt x="178689" y="0"/>
                </a:lnTo>
                <a:lnTo>
                  <a:pt x="178689" y="4214622"/>
                </a:lnTo>
                <a:lnTo>
                  <a:pt x="536067" y="4214622"/>
                </a:lnTo>
                <a:lnTo>
                  <a:pt x="53606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2749" y="1185312"/>
            <a:ext cx="562292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860" y="2210049"/>
            <a:ext cx="2286635" cy="742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ts val="2160"/>
              </a:lnSpc>
            </a:pPr>
            <a:r>
              <a:rPr sz="1800" b="1" spc="-15" dirty="0">
                <a:latin typeface="Verdana"/>
                <a:cs typeface="Verdana"/>
              </a:rPr>
              <a:t>Point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pa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0" dirty="0">
                <a:latin typeface="Verdana"/>
                <a:cs typeface="Verdana"/>
              </a:rPr>
              <a:t>t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ts val="192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</a:t>
            </a:r>
            <a:r>
              <a:rPr sz="1600" b="1" i="1" spc="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id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600" b="1" i="1" spc="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ent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et ce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qu’il</a:t>
            </a:r>
            <a:r>
              <a:rPr sz="1600" b="1" i="1" spc="2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di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8133" y="3567427"/>
            <a:ext cx="1964055" cy="742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 dirty="0">
                <a:latin typeface="Verdana"/>
                <a:cs typeface="Verdana"/>
              </a:rPr>
              <a:t>Problème</a:t>
            </a:r>
            <a:r>
              <a:rPr sz="1800" b="1" spc="-5" dirty="0">
                <a:latin typeface="Verdana"/>
                <a:cs typeface="Verdana"/>
              </a:rPr>
              <a:t> c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5" dirty="0">
                <a:latin typeface="Verdana"/>
                <a:cs typeface="Verdana"/>
              </a:rPr>
              <a:t>ef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</a:t>
            </a:r>
            <a:r>
              <a:rPr sz="1600" b="1" i="1" spc="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ce</a:t>
            </a:r>
            <a:r>
              <a:rPr sz="1600" b="1" i="1" spc="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qu’a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tend</a:t>
            </a:r>
            <a:r>
              <a:rPr sz="1600" b="1" i="1" spc="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li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ent</a:t>
            </a:r>
            <a:r>
              <a:rPr sz="1600" b="1" i="1" spc="2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300" y="5036434"/>
            <a:ext cx="18103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cif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spc="-20" dirty="0">
                <a:latin typeface="Verdana"/>
                <a:cs typeface="Verdana"/>
              </a:rPr>
              <a:t>cat</a:t>
            </a:r>
            <a:r>
              <a:rPr sz="1800" b="1" spc="-15" dirty="0">
                <a:latin typeface="Verdana"/>
                <a:cs typeface="Verdana"/>
              </a:rPr>
              <a:t>ions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035" y="5306279"/>
            <a:ext cx="2694940" cy="71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 caractér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iqu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spéci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iques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,</a:t>
            </a:r>
            <a:r>
              <a:rPr sz="1600" b="1" i="1" spc="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pré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ci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se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et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 mes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urabl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05934" y="2016248"/>
            <a:ext cx="339090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1" spc="-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b="1" i="1" spc="-15" dirty="0">
                <a:solidFill>
                  <a:srgbClr val="FF0000"/>
                </a:solidFill>
                <a:latin typeface="Verdana"/>
                <a:cs typeface="Verdana"/>
              </a:rPr>
              <a:t>COUT</a:t>
            </a:r>
            <a:r>
              <a:rPr sz="1800" b="1" i="1" spc="-2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b="1" i="1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800" b="1" spc="-20" dirty="0">
                <a:latin typeface="Verdana"/>
                <a:cs typeface="Verdana"/>
              </a:rPr>
              <a:t>«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J’en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ai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mar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d’at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n</a:t>
            </a:r>
            <a:r>
              <a:rPr sz="1800" b="1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2540" algn="ctr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au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spc="-15" dirty="0">
                <a:latin typeface="Verdana"/>
                <a:cs typeface="Verdana"/>
              </a:rPr>
              <a:t>élé</a:t>
            </a:r>
            <a:r>
              <a:rPr sz="1800" b="1" spc="-5" dirty="0">
                <a:latin typeface="Verdana"/>
                <a:cs typeface="Verdana"/>
              </a:rPr>
              <a:t>pho</a:t>
            </a:r>
            <a:r>
              <a:rPr sz="1800" b="1" dirty="0">
                <a:latin typeface="Verdana"/>
                <a:cs typeface="Verdana"/>
              </a:rPr>
              <a:t>ne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»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65370" y="3315967"/>
            <a:ext cx="3272154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ct val="100000"/>
              </a:lnSpc>
            </a:pPr>
            <a:r>
              <a:rPr sz="1800" b="1" i="1" spc="-10" dirty="0">
                <a:solidFill>
                  <a:srgbClr val="FF0000"/>
                </a:solidFill>
                <a:latin typeface="Verdana"/>
                <a:cs typeface="Verdana"/>
              </a:rPr>
              <a:t>RE</a:t>
            </a:r>
            <a:r>
              <a:rPr sz="1800" b="1" i="1" spc="-5" dirty="0">
                <a:solidFill>
                  <a:srgbClr val="FF0000"/>
                </a:solidFill>
                <a:latin typeface="Verdana"/>
                <a:cs typeface="Verdana"/>
              </a:rPr>
              <a:t>F</a:t>
            </a:r>
            <a:r>
              <a:rPr sz="1800" b="1" i="1" spc="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b="1" i="1" spc="-1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b="1" i="1" dirty="0">
                <a:solidFill>
                  <a:srgbClr val="FF0000"/>
                </a:solidFill>
                <a:latin typeface="Verdana"/>
                <a:cs typeface="Verdana"/>
              </a:rPr>
              <a:t>MUL</a:t>
            </a:r>
            <a:r>
              <a:rPr sz="1800" b="1" i="1" spc="-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b="1" i="1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  <a:p>
            <a:pPr marL="12700" marR="5080" indent="-1270" algn="ctr">
              <a:lnSpc>
                <a:spcPct val="100000"/>
              </a:lnSpc>
            </a:pPr>
            <a:r>
              <a:rPr sz="1800" b="1" spc="-15" dirty="0">
                <a:latin typeface="Verdana"/>
                <a:cs typeface="Verdana"/>
              </a:rPr>
              <a:t>Ne</a:t>
            </a:r>
            <a:r>
              <a:rPr sz="1800" b="1" spc="-5" dirty="0">
                <a:latin typeface="Verdana"/>
                <a:cs typeface="Verdana"/>
              </a:rPr>
              <a:t> pa</a:t>
            </a:r>
            <a:r>
              <a:rPr sz="1800" b="1" dirty="0">
                <a:latin typeface="Verdana"/>
                <a:cs typeface="Verdana"/>
              </a:rPr>
              <a:t>s </a:t>
            </a:r>
            <a:r>
              <a:rPr sz="1800" b="1" spc="-25" dirty="0">
                <a:latin typeface="Verdana"/>
                <a:cs typeface="Verdana"/>
              </a:rPr>
              <a:t>av</a:t>
            </a:r>
            <a:r>
              <a:rPr sz="1800" b="1" spc="-10" dirty="0">
                <a:latin typeface="Verdana"/>
                <a:cs typeface="Verdana"/>
              </a:rPr>
              <a:t>oir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le</a:t>
            </a:r>
            <a:r>
              <a:rPr sz="1800" b="1" spc="-5" dirty="0">
                <a:latin typeface="Verdana"/>
                <a:cs typeface="Verdana"/>
              </a:rPr>
              <a:t> bon conseille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cl</a:t>
            </a:r>
            <a:r>
              <a:rPr sz="1800" b="1" spc="-10" dirty="0">
                <a:latin typeface="Verdana"/>
                <a:cs typeface="Verdana"/>
              </a:rPr>
              <a:t>ientèle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è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l</a:t>
            </a:r>
            <a:r>
              <a:rPr sz="1800" b="1" dirty="0">
                <a:latin typeface="Verdana"/>
                <a:cs typeface="Verdana"/>
              </a:rPr>
              <a:t>e </a:t>
            </a:r>
            <a:r>
              <a:rPr sz="1800" b="1" spc="-15" dirty="0">
                <a:latin typeface="Verdana"/>
                <a:cs typeface="Verdana"/>
              </a:rPr>
              <a:t>1</a:t>
            </a:r>
            <a:r>
              <a:rPr sz="1800" b="1" spc="-7" baseline="25462" dirty="0">
                <a:latin typeface="Verdana"/>
                <a:cs typeface="Verdana"/>
              </a:rPr>
              <a:t>e</a:t>
            </a:r>
            <a:r>
              <a:rPr sz="1800" b="1" baseline="25462" dirty="0">
                <a:latin typeface="Verdana"/>
                <a:cs typeface="Verdana"/>
              </a:rPr>
              <a:t>r</a:t>
            </a:r>
            <a:r>
              <a:rPr sz="1800" b="1" spc="307" baseline="25462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appe</a:t>
            </a:r>
            <a:r>
              <a:rPr sz="1800" b="1" spc="-10" dirty="0">
                <a:latin typeface="Verdana"/>
                <a:cs typeface="Verdana"/>
              </a:rPr>
              <a:t>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1758" y="4965188"/>
            <a:ext cx="3159125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ct val="100000"/>
              </a:lnSpc>
            </a:pPr>
            <a:r>
              <a:rPr sz="1800" b="1" i="1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b="1" i="1" spc="-15" dirty="0">
                <a:solidFill>
                  <a:srgbClr val="FF0000"/>
                </a:solidFill>
                <a:latin typeface="Verdana"/>
                <a:cs typeface="Verdana"/>
              </a:rPr>
              <a:t>PECIFIER</a:t>
            </a:r>
            <a:endParaRPr sz="1800">
              <a:latin typeface="Verdana"/>
              <a:cs typeface="Verdana"/>
            </a:endParaRPr>
          </a:p>
          <a:p>
            <a:pPr marL="12700" marR="5080" indent="-635" algn="ctr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A</a:t>
            </a:r>
            <a:r>
              <a:rPr sz="1800" b="1" spc="-15" dirty="0">
                <a:latin typeface="Verdana"/>
                <a:cs typeface="Verdana"/>
              </a:rPr>
              <a:t>v</a:t>
            </a:r>
            <a:r>
              <a:rPr sz="1800" b="1" spc="-10" dirty="0">
                <a:latin typeface="Verdana"/>
                <a:cs typeface="Verdana"/>
              </a:rPr>
              <a:t>oir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le</a:t>
            </a:r>
            <a:r>
              <a:rPr sz="1800" b="1" spc="-5" dirty="0">
                <a:latin typeface="Verdana"/>
                <a:cs typeface="Verdana"/>
              </a:rPr>
              <a:t> bo</a:t>
            </a:r>
            <a:r>
              <a:rPr sz="1800" b="1" dirty="0">
                <a:latin typeface="Verdana"/>
                <a:cs typeface="Verdana"/>
              </a:rPr>
              <a:t>n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conseiller cl</a:t>
            </a:r>
            <a:r>
              <a:rPr sz="1800" b="1" spc="-10" dirty="0">
                <a:latin typeface="Verdana"/>
                <a:cs typeface="Verdana"/>
              </a:rPr>
              <a:t>ientèle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n </a:t>
            </a:r>
            <a:r>
              <a:rPr sz="1800" b="1" spc="-5" dirty="0">
                <a:latin typeface="Verdana"/>
                <a:cs typeface="Verdana"/>
              </a:rPr>
              <a:t>moin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20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-5" dirty="0">
                <a:latin typeface="Verdana"/>
                <a:cs typeface="Verdana"/>
              </a:rPr>
              <a:t>cond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60192" y="5055108"/>
            <a:ext cx="899160" cy="245745"/>
          </a:xfrm>
          <a:custGeom>
            <a:avLst/>
            <a:gdLst/>
            <a:ahLst/>
            <a:cxnLst/>
            <a:rect l="l" t="t" r="r" b="b"/>
            <a:pathLst>
              <a:path w="899160" h="245745">
                <a:moveTo>
                  <a:pt x="0" y="245364"/>
                </a:moveTo>
                <a:lnTo>
                  <a:pt x="899159" y="245364"/>
                </a:lnTo>
                <a:lnTo>
                  <a:pt x="899159" y="0"/>
                </a:lnTo>
                <a:lnTo>
                  <a:pt x="0" y="0"/>
                </a:lnTo>
                <a:lnTo>
                  <a:pt x="0" y="24536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39185" y="5112765"/>
            <a:ext cx="736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Requi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ements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2749" y="1210585"/>
            <a:ext cx="562292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1869678"/>
            <a:ext cx="4378960" cy="329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i="1" spc="-10" dirty="0">
                <a:latin typeface="Verdana"/>
                <a:cs typeface="Verdana"/>
              </a:rPr>
              <a:t>L’</a:t>
            </a:r>
            <a:r>
              <a:rPr sz="1600" i="1" dirty="0">
                <a:latin typeface="Verdana"/>
                <a:cs typeface="Verdana"/>
              </a:rPr>
              <a:t>i</a:t>
            </a:r>
            <a:r>
              <a:rPr sz="1600" i="1" spc="-10" dirty="0">
                <a:latin typeface="Verdana"/>
                <a:cs typeface="Verdana"/>
              </a:rPr>
              <a:t>nfor</a:t>
            </a:r>
            <a:r>
              <a:rPr sz="1600" i="1" spc="-25" dirty="0">
                <a:latin typeface="Verdana"/>
                <a:cs typeface="Verdana"/>
              </a:rPr>
              <a:t>m</a:t>
            </a:r>
            <a:r>
              <a:rPr sz="1600" i="1" spc="-10" dirty="0">
                <a:latin typeface="Verdana"/>
                <a:cs typeface="Verdana"/>
              </a:rPr>
              <a:t>ation</a:t>
            </a:r>
            <a:r>
              <a:rPr sz="1600" i="1" spc="1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exis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e</a:t>
            </a:r>
            <a:r>
              <a:rPr sz="1600" i="1" spc="10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peu</a:t>
            </a:r>
            <a:r>
              <a:rPr sz="1600" i="1" spc="-15" dirty="0">
                <a:latin typeface="Verdana"/>
                <a:cs typeface="Verdana"/>
              </a:rPr>
              <a:t>t-</a:t>
            </a:r>
            <a:r>
              <a:rPr sz="1600" i="1" spc="-10" dirty="0">
                <a:latin typeface="Verdana"/>
                <a:cs typeface="Verdana"/>
              </a:rPr>
              <a:t>ê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re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Réc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am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ents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Appe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pour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support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techn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que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Appe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u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serv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ce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ent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3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apports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entes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I</a:t>
            </a:r>
            <a:r>
              <a:rPr sz="1400" spc="-10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f</a:t>
            </a:r>
            <a:r>
              <a:rPr sz="1400" spc="-5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rm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ons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sur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reto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rs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prod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Prob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èmes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ga</a:t>
            </a:r>
            <a:r>
              <a:rPr sz="1400" spc="-3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5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2749" y="1210585"/>
            <a:ext cx="517779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xig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nces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1945878"/>
            <a:ext cx="4371340" cy="329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i="1" spc="-10" dirty="0">
                <a:latin typeface="Verdana"/>
                <a:cs typeface="Verdana"/>
              </a:rPr>
              <a:t>Sinon</a:t>
            </a:r>
            <a:r>
              <a:rPr sz="1600" i="1" spc="15" dirty="0">
                <a:latin typeface="Verdana"/>
                <a:cs typeface="Verdana"/>
              </a:rPr>
              <a:t> </a:t>
            </a:r>
            <a:r>
              <a:rPr sz="1600" i="1" dirty="0">
                <a:latin typeface="Verdana"/>
                <a:cs typeface="Verdana"/>
              </a:rPr>
              <a:t>i</a:t>
            </a:r>
            <a:r>
              <a:rPr sz="1600" i="1" spc="-5" dirty="0">
                <a:latin typeface="Verdana"/>
                <a:cs typeface="Verdana"/>
              </a:rPr>
              <a:t>l</a:t>
            </a:r>
            <a:r>
              <a:rPr sz="1600" i="1" spc="-10" dirty="0">
                <a:latin typeface="Verdana"/>
                <a:cs typeface="Verdana"/>
              </a:rPr>
              <a:t> faut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a</a:t>
            </a:r>
            <a:r>
              <a:rPr sz="1600" i="1" dirty="0">
                <a:latin typeface="Verdana"/>
                <a:cs typeface="Verdana"/>
              </a:rPr>
              <a:t>l</a:t>
            </a:r>
            <a:r>
              <a:rPr sz="1600" i="1" spc="-10" dirty="0">
                <a:latin typeface="Verdana"/>
                <a:cs typeface="Verdana"/>
              </a:rPr>
              <a:t>ler</a:t>
            </a:r>
            <a:r>
              <a:rPr sz="1600" i="1" dirty="0">
                <a:latin typeface="Verdana"/>
                <a:cs typeface="Verdana"/>
              </a:rPr>
              <a:t> l</a:t>
            </a:r>
            <a:r>
              <a:rPr sz="1600" i="1" spc="-10" dirty="0">
                <a:latin typeface="Verdana"/>
                <a:cs typeface="Verdana"/>
              </a:rPr>
              <a:t>a cher</a:t>
            </a:r>
            <a:r>
              <a:rPr sz="1600" i="1" spc="-15" dirty="0">
                <a:latin typeface="Verdana"/>
                <a:cs typeface="Verdana"/>
              </a:rPr>
              <a:t>c</a:t>
            </a:r>
            <a:r>
              <a:rPr sz="1600" i="1" spc="-10" dirty="0">
                <a:latin typeface="Verdana"/>
                <a:cs typeface="Verdana"/>
              </a:rPr>
              <a:t>her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b="1" spc="-5" dirty="0">
                <a:latin typeface="Verdana"/>
                <a:cs typeface="Verdana"/>
              </a:rPr>
              <a:t>En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retiens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G</a:t>
            </a:r>
            <a:r>
              <a:rPr sz="1400" dirty="0">
                <a:latin typeface="Verdana"/>
                <a:cs typeface="Verdana"/>
              </a:rPr>
              <a:t>roupes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l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déd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é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Enquêt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Co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ecte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donné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Obser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20" dirty="0">
                <a:latin typeface="Verdana"/>
                <a:cs typeface="Verdana"/>
              </a:rPr>
              <a:t>k</a:t>
            </a:r>
            <a:r>
              <a:rPr sz="1400" dirty="0">
                <a:latin typeface="Verdana"/>
                <a:cs typeface="Verdana"/>
              </a:rPr>
              <a:t>et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ng,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spc="-5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i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d</a:t>
            </a:r>
            <a:r>
              <a:rPr sz="1400" dirty="0">
                <a:latin typeface="Verdana"/>
                <a:cs typeface="Verdana"/>
              </a:rPr>
              <a:t>u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rché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E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u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concurrence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210585"/>
            <a:ext cx="339217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0" dirty="0">
                <a:latin typeface="Verdana"/>
                <a:cs typeface="Verdana"/>
              </a:rPr>
              <a:t>F</a:t>
            </a:r>
            <a:r>
              <a:rPr sz="2000" dirty="0">
                <a:latin typeface="Verdana"/>
                <a:cs typeface="Verdana"/>
              </a:rPr>
              <a:t>ocus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39539" y="298603"/>
            <a:ext cx="44437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Sp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</a:t>
            </a:r>
            <a:r>
              <a:rPr sz="2000" spc="-10" dirty="0">
                <a:latin typeface="Verdana"/>
                <a:cs typeface="Verdana"/>
              </a:rPr>
              <a:t>je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69948" y="2031542"/>
            <a:ext cx="5862828" cy="40582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65020" y="2226614"/>
            <a:ext cx="5292852" cy="34871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824759"/>
            <a:ext cx="5541010" cy="4904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condui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2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5" dirty="0">
                <a:latin typeface="Verdana"/>
                <a:cs typeface="Verdana"/>
              </a:rPr>
              <a:t> 6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Et</a:t>
            </a:r>
            <a:r>
              <a:rPr sz="1800" b="1" spc="-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9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440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spc="-775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tho</a:t>
            </a:r>
            <a:r>
              <a:rPr sz="2000" spc="-1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si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sme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Dy</a:t>
            </a:r>
            <a:r>
              <a:rPr sz="2000" spc="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spc="-5" dirty="0">
                <a:latin typeface="Verdana"/>
                <a:cs typeface="Verdana"/>
              </a:rPr>
              <a:t>ique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"/>
              </a:spcBef>
            </a:pP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215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dirty="0">
                <a:latin typeface="Verdana"/>
                <a:cs typeface="Verdana"/>
              </a:rPr>
              <a:t>Sûr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(êtr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170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TR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</a:t>
            </a:r>
            <a:r>
              <a:rPr sz="2000" spc="-25" dirty="0">
                <a:latin typeface="Verdana"/>
                <a:cs typeface="Verdana"/>
              </a:rPr>
              <a:t>n</a:t>
            </a:r>
            <a:r>
              <a:rPr sz="2000" spc="-35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ncu)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440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spc="-775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4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ag</a:t>
            </a:r>
            <a:r>
              <a:rPr sz="2000" spc="-15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5" dirty="0">
                <a:latin typeface="Verdana"/>
                <a:cs typeface="Verdana"/>
              </a:rPr>
              <a:t>qu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!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215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spc="-3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yn</a:t>
            </a:r>
            <a:r>
              <a:rPr sz="2000" spc="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héti</a:t>
            </a:r>
            <a:r>
              <a:rPr sz="2000" spc="-15" dirty="0">
                <a:latin typeface="Verdana"/>
                <a:cs typeface="Verdana"/>
              </a:rPr>
              <a:t>q</a:t>
            </a:r>
            <a:r>
              <a:rPr sz="2000" dirty="0">
                <a:latin typeface="Verdana"/>
                <a:cs typeface="Verdana"/>
              </a:rPr>
              <a:t>ue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215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bit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ux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215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dirty="0">
                <a:latin typeface="Verdana"/>
                <a:cs typeface="Verdana"/>
              </a:rPr>
              <a:t>Humb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59880" y="3212592"/>
            <a:ext cx="1476755" cy="27995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01740" y="1481327"/>
            <a:ext cx="2092452" cy="2270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80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749" y="1253638"/>
            <a:ext cx="6181725" cy="312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 c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ndu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2"/>
              </a:spcBef>
              <a:buClr>
                <a:srgbClr val="EE3D42"/>
              </a:buClr>
              <a:buFont typeface="MS Gothic"/>
              <a:buChar char="▪"/>
            </a:pPr>
            <a:endParaRPr sz="2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dirty="0">
                <a:latin typeface="Verdana"/>
                <a:cs typeface="Verdana"/>
              </a:rPr>
              <a:t>Ide</a:t>
            </a:r>
            <a:r>
              <a:rPr sz="1800" b="1" spc="-15" dirty="0">
                <a:latin typeface="Verdana"/>
                <a:cs typeface="Verdana"/>
              </a:rPr>
              <a:t>nti</a:t>
            </a:r>
            <a:r>
              <a:rPr sz="1800" b="1" spc="-5" dirty="0">
                <a:latin typeface="Verdana"/>
                <a:cs typeface="Verdana"/>
              </a:rPr>
              <a:t>f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nt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ocut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urs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1"/>
              </a:spcBef>
              <a:buClr>
                <a:srgbClr val="EE3D42"/>
              </a:buClr>
              <a:buFont typeface="MS Gothic"/>
              <a:buChar char="➢"/>
            </a:pPr>
            <a:endParaRPr sz="27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dirty="0">
                <a:latin typeface="Verdana"/>
                <a:cs typeface="Verdana"/>
              </a:rPr>
              <a:t>S’adapter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à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eux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9"/>
              </a:spcBef>
              <a:buClr>
                <a:srgbClr val="EE3D42"/>
              </a:buClr>
              <a:buFont typeface="MS Gothic"/>
              <a:buChar char="➢"/>
            </a:pPr>
            <a:endParaRPr sz="27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spc="-15" dirty="0">
                <a:latin typeface="Verdana"/>
                <a:cs typeface="Verdana"/>
              </a:rPr>
              <a:t>Con</a:t>
            </a:r>
            <a:r>
              <a:rPr sz="1800" b="1" spc="-20" dirty="0">
                <a:latin typeface="Verdana"/>
                <a:cs typeface="Verdana"/>
              </a:rPr>
              <a:t>naît</a:t>
            </a:r>
            <a:r>
              <a:rPr sz="1800" b="1" spc="-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 p</a:t>
            </a:r>
            <a:r>
              <a:rPr sz="1800" spc="-15" dirty="0">
                <a:latin typeface="Verdana"/>
                <a:cs typeface="Verdana"/>
              </a:rPr>
              <a:t>ersonna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de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son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nt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ocut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ur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2"/>
              </a:spcBef>
              <a:buClr>
                <a:srgbClr val="EE3D42"/>
              </a:buClr>
              <a:buFont typeface="MS Gothic"/>
              <a:buChar char="➢"/>
            </a:pPr>
            <a:endParaRPr sz="27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dirty="0">
                <a:latin typeface="Verdana"/>
                <a:cs typeface="Verdana"/>
              </a:rPr>
              <a:t>Ch</a:t>
            </a:r>
            <a:r>
              <a:rPr sz="1800" b="1" spc="-10" dirty="0">
                <a:latin typeface="Verdana"/>
                <a:cs typeface="Verdana"/>
              </a:rPr>
              <a:t>ois</a:t>
            </a:r>
            <a:r>
              <a:rPr sz="1800" b="1" spc="-20" dirty="0">
                <a:latin typeface="Verdana"/>
                <a:cs typeface="Verdana"/>
              </a:rPr>
              <a:t>i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ton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et</a:t>
            </a:r>
            <a:r>
              <a:rPr sz="1800" spc="5" dirty="0">
                <a:latin typeface="Verdana"/>
                <a:cs typeface="Verdana"/>
              </a:rPr>
              <a:t> l</a:t>
            </a:r>
            <a:r>
              <a:rPr sz="1800" spc="-10" dirty="0">
                <a:latin typeface="Verdana"/>
                <a:cs typeface="Verdana"/>
              </a:rPr>
              <a:t>es ar</a:t>
            </a:r>
            <a:r>
              <a:rPr sz="1800" spc="-25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uments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3283" y="2357627"/>
            <a:ext cx="2990849" cy="3163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2811" y="2357627"/>
            <a:ext cx="2061845" cy="31638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14372" y="5215128"/>
            <a:ext cx="2001520" cy="856615"/>
          </a:xfrm>
          <a:custGeom>
            <a:avLst/>
            <a:gdLst/>
            <a:ahLst/>
            <a:cxnLst/>
            <a:rect l="l" t="t" r="r" b="b"/>
            <a:pathLst>
              <a:path w="2001520" h="856614">
                <a:moveTo>
                  <a:pt x="428244" y="0"/>
                </a:moveTo>
                <a:lnTo>
                  <a:pt x="0" y="428244"/>
                </a:lnTo>
                <a:lnTo>
                  <a:pt x="428244" y="856488"/>
                </a:lnTo>
                <a:lnTo>
                  <a:pt x="428244" y="642366"/>
                </a:lnTo>
                <a:lnTo>
                  <a:pt x="1786889" y="642366"/>
                </a:lnTo>
                <a:lnTo>
                  <a:pt x="2001012" y="428244"/>
                </a:lnTo>
                <a:lnTo>
                  <a:pt x="1786889" y="214122"/>
                </a:lnTo>
                <a:lnTo>
                  <a:pt x="428244" y="214122"/>
                </a:lnTo>
                <a:lnTo>
                  <a:pt x="428244" y="0"/>
                </a:lnTo>
                <a:close/>
              </a:path>
              <a:path w="2001520" h="856614">
                <a:moveTo>
                  <a:pt x="1786889" y="642366"/>
                </a:moveTo>
                <a:lnTo>
                  <a:pt x="1572768" y="642366"/>
                </a:lnTo>
                <a:lnTo>
                  <a:pt x="1572768" y="856488"/>
                </a:lnTo>
                <a:lnTo>
                  <a:pt x="1786889" y="642366"/>
                </a:lnTo>
                <a:close/>
              </a:path>
              <a:path w="2001520" h="856614">
                <a:moveTo>
                  <a:pt x="1572768" y="0"/>
                </a:moveTo>
                <a:lnTo>
                  <a:pt x="1572768" y="214122"/>
                </a:lnTo>
                <a:lnTo>
                  <a:pt x="1786889" y="214122"/>
                </a:lnTo>
                <a:lnTo>
                  <a:pt x="15727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14372" y="5215128"/>
            <a:ext cx="2001520" cy="856615"/>
          </a:xfrm>
          <a:custGeom>
            <a:avLst/>
            <a:gdLst/>
            <a:ahLst/>
            <a:cxnLst/>
            <a:rect l="l" t="t" r="r" b="b"/>
            <a:pathLst>
              <a:path w="2001520" h="856614">
                <a:moveTo>
                  <a:pt x="0" y="428244"/>
                </a:moveTo>
                <a:lnTo>
                  <a:pt x="428244" y="0"/>
                </a:lnTo>
                <a:lnTo>
                  <a:pt x="428244" y="214122"/>
                </a:lnTo>
                <a:lnTo>
                  <a:pt x="1572768" y="214122"/>
                </a:lnTo>
                <a:lnTo>
                  <a:pt x="1572768" y="0"/>
                </a:lnTo>
                <a:lnTo>
                  <a:pt x="2001012" y="428244"/>
                </a:lnTo>
                <a:lnTo>
                  <a:pt x="1572768" y="856488"/>
                </a:lnTo>
                <a:lnTo>
                  <a:pt x="1572768" y="642366"/>
                </a:lnTo>
                <a:lnTo>
                  <a:pt x="428244" y="642366"/>
                </a:lnTo>
                <a:lnTo>
                  <a:pt x="428244" y="856488"/>
                </a:lnTo>
                <a:lnTo>
                  <a:pt x="0" y="42824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749" y="824759"/>
            <a:ext cx="7501255" cy="5019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condui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2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spc="-5" dirty="0">
                <a:latin typeface="Verdana"/>
                <a:cs typeface="Verdana"/>
              </a:rPr>
              <a:t>Resp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20" dirty="0">
                <a:latin typeface="Verdana"/>
                <a:cs typeface="Verdana"/>
              </a:rPr>
              <a:t>ct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la </a:t>
            </a:r>
            <a:r>
              <a:rPr sz="1800" b="1" spc="-20" dirty="0">
                <a:latin typeface="Verdana"/>
                <a:cs typeface="Verdana"/>
              </a:rPr>
              <a:t>«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bull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»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ou</a:t>
            </a:r>
            <a:r>
              <a:rPr sz="1800" b="1" spc="-10" dirty="0">
                <a:latin typeface="Verdana"/>
                <a:cs typeface="Verdana"/>
              </a:rPr>
              <a:t> le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ritoi</a:t>
            </a:r>
            <a:r>
              <a:rPr sz="1800" b="1" spc="-5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  <a:p>
            <a:pPr marL="1555750">
              <a:lnSpc>
                <a:spcPct val="100000"/>
              </a:lnSpc>
              <a:spcBef>
                <a:spcPts val="1885"/>
              </a:spcBef>
            </a:pPr>
            <a:r>
              <a:rPr sz="2000" b="1" dirty="0">
                <a:latin typeface="Verdana"/>
                <a:cs typeface="Verdana"/>
              </a:rPr>
              <a:t>ZONE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I</a:t>
            </a:r>
            <a:r>
              <a:rPr sz="2000" b="1" spc="-10" dirty="0">
                <a:latin typeface="Verdana"/>
                <a:cs typeface="Verdana"/>
              </a:rPr>
              <a:t>N</a:t>
            </a:r>
            <a:r>
              <a:rPr sz="2000" b="1" dirty="0">
                <a:latin typeface="Verdana"/>
                <a:cs typeface="Verdana"/>
              </a:rPr>
              <a:t>TIME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"/>
              </a:spcBef>
            </a:pPr>
            <a:endParaRPr sz="1950">
              <a:latin typeface="Times New Roman"/>
              <a:cs typeface="Times New Roman"/>
            </a:endParaRPr>
          </a:p>
          <a:p>
            <a:pPr marL="5337175" marR="5080">
              <a:lnSpc>
                <a:spcPct val="150000"/>
              </a:lnSpc>
            </a:pPr>
            <a:r>
              <a:rPr sz="2400" spc="-25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jamais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</a:t>
            </a:r>
            <a:r>
              <a:rPr sz="2400" spc="-1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anchir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spc="-5" dirty="0">
                <a:latin typeface="Verdana"/>
                <a:cs typeface="Verdana"/>
              </a:rPr>
              <a:t>tte </a:t>
            </a:r>
            <a:r>
              <a:rPr sz="2400" spc="-20" dirty="0">
                <a:latin typeface="Verdana"/>
                <a:cs typeface="Verdana"/>
              </a:rPr>
              <a:t>zon</a:t>
            </a:r>
            <a:r>
              <a:rPr sz="2400" spc="-15" dirty="0">
                <a:latin typeface="Verdana"/>
                <a:cs typeface="Verdana"/>
              </a:rPr>
              <a:t>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au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</a:t>
            </a:r>
            <a:r>
              <a:rPr sz="2400" spc="-25" dirty="0">
                <a:latin typeface="Verdana"/>
                <a:cs typeface="Verdana"/>
              </a:rPr>
              <a:t>o</a:t>
            </a:r>
            <a:r>
              <a:rPr sz="2400" spc="-15" dirty="0">
                <a:latin typeface="Verdana"/>
                <a:cs typeface="Verdana"/>
              </a:rPr>
              <a:t>urs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d’</a:t>
            </a:r>
            <a:r>
              <a:rPr sz="2400" spc="5" dirty="0">
                <a:latin typeface="Verdana"/>
                <a:cs typeface="Verdana"/>
              </a:rPr>
              <a:t>u</a:t>
            </a:r>
            <a:r>
              <a:rPr sz="2400" dirty="0">
                <a:latin typeface="Verdana"/>
                <a:cs typeface="Verdana"/>
              </a:rPr>
              <a:t>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entreti</a:t>
            </a:r>
            <a:r>
              <a:rPr sz="2400" spc="-25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n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2650">
              <a:latin typeface="Times New Roman"/>
              <a:cs typeface="Times New Roman"/>
            </a:endParaRPr>
          </a:p>
          <a:p>
            <a:pPr marL="2037714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&lt; </a:t>
            </a:r>
            <a:r>
              <a:rPr sz="2400" b="1" spc="-10" dirty="0">
                <a:latin typeface="Arial"/>
                <a:cs typeface="Arial"/>
              </a:rPr>
              <a:t>5</a:t>
            </a:r>
            <a:r>
              <a:rPr sz="2400" b="1" dirty="0">
                <a:latin typeface="Arial"/>
                <a:cs typeface="Arial"/>
              </a:rPr>
              <a:t>0 cm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1144" y="2357627"/>
            <a:ext cx="2990850" cy="3163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47672" y="2357627"/>
            <a:ext cx="2061845" cy="31638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00755" y="5215128"/>
            <a:ext cx="3286125" cy="856615"/>
          </a:xfrm>
          <a:custGeom>
            <a:avLst/>
            <a:gdLst/>
            <a:ahLst/>
            <a:cxnLst/>
            <a:rect l="l" t="t" r="r" b="b"/>
            <a:pathLst>
              <a:path w="3286125" h="856614">
                <a:moveTo>
                  <a:pt x="428244" y="0"/>
                </a:moveTo>
                <a:lnTo>
                  <a:pt x="0" y="428244"/>
                </a:lnTo>
                <a:lnTo>
                  <a:pt x="428244" y="856488"/>
                </a:lnTo>
                <a:lnTo>
                  <a:pt x="428244" y="642366"/>
                </a:lnTo>
                <a:lnTo>
                  <a:pt x="3071622" y="642366"/>
                </a:lnTo>
                <a:lnTo>
                  <a:pt x="3285744" y="428244"/>
                </a:lnTo>
                <a:lnTo>
                  <a:pt x="3071622" y="214122"/>
                </a:lnTo>
                <a:lnTo>
                  <a:pt x="428244" y="214122"/>
                </a:lnTo>
                <a:lnTo>
                  <a:pt x="428244" y="0"/>
                </a:lnTo>
                <a:close/>
              </a:path>
              <a:path w="3286125" h="856614">
                <a:moveTo>
                  <a:pt x="3071622" y="642366"/>
                </a:moveTo>
                <a:lnTo>
                  <a:pt x="2857500" y="642366"/>
                </a:lnTo>
                <a:lnTo>
                  <a:pt x="2857500" y="856488"/>
                </a:lnTo>
                <a:lnTo>
                  <a:pt x="3071622" y="642366"/>
                </a:lnTo>
                <a:close/>
              </a:path>
              <a:path w="3286125" h="856614">
                <a:moveTo>
                  <a:pt x="2857500" y="0"/>
                </a:moveTo>
                <a:lnTo>
                  <a:pt x="2857500" y="214122"/>
                </a:lnTo>
                <a:lnTo>
                  <a:pt x="3071622" y="214122"/>
                </a:lnTo>
                <a:lnTo>
                  <a:pt x="2857500" y="0"/>
                </a:lnTo>
                <a:close/>
              </a:path>
            </a:pathLst>
          </a:custGeom>
          <a:solidFill>
            <a:srgbClr val="00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00755" y="5215128"/>
            <a:ext cx="3286125" cy="856615"/>
          </a:xfrm>
          <a:custGeom>
            <a:avLst/>
            <a:gdLst/>
            <a:ahLst/>
            <a:cxnLst/>
            <a:rect l="l" t="t" r="r" b="b"/>
            <a:pathLst>
              <a:path w="3286125" h="856614">
                <a:moveTo>
                  <a:pt x="0" y="428244"/>
                </a:moveTo>
                <a:lnTo>
                  <a:pt x="428244" y="0"/>
                </a:lnTo>
                <a:lnTo>
                  <a:pt x="428244" y="214122"/>
                </a:lnTo>
                <a:lnTo>
                  <a:pt x="2857500" y="214122"/>
                </a:lnTo>
                <a:lnTo>
                  <a:pt x="2857500" y="0"/>
                </a:lnTo>
                <a:lnTo>
                  <a:pt x="3285744" y="428244"/>
                </a:lnTo>
                <a:lnTo>
                  <a:pt x="2857500" y="856488"/>
                </a:lnTo>
                <a:lnTo>
                  <a:pt x="2857500" y="642366"/>
                </a:lnTo>
                <a:lnTo>
                  <a:pt x="428244" y="642366"/>
                </a:lnTo>
                <a:lnTo>
                  <a:pt x="428244" y="856488"/>
                </a:lnTo>
                <a:lnTo>
                  <a:pt x="0" y="428244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749" y="824759"/>
            <a:ext cx="5566410" cy="149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condui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2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spc="-5" dirty="0">
                <a:latin typeface="Verdana"/>
                <a:cs typeface="Verdana"/>
              </a:rPr>
              <a:t>Resp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20" dirty="0">
                <a:latin typeface="Verdana"/>
                <a:cs typeface="Verdana"/>
              </a:rPr>
              <a:t>ct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la </a:t>
            </a:r>
            <a:r>
              <a:rPr sz="1800" b="1" spc="-20" dirty="0">
                <a:latin typeface="Verdana"/>
                <a:cs typeface="Verdana"/>
              </a:rPr>
              <a:t>«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bull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»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ou</a:t>
            </a:r>
            <a:r>
              <a:rPr sz="1800" b="1" spc="-10" dirty="0">
                <a:latin typeface="Verdana"/>
                <a:cs typeface="Verdana"/>
              </a:rPr>
              <a:t> le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ritoi</a:t>
            </a:r>
            <a:r>
              <a:rPr sz="1800" b="1" spc="-5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2100">
              <a:latin typeface="Times New Roman"/>
              <a:cs typeface="Times New Roman"/>
            </a:endParaRPr>
          </a:p>
          <a:p>
            <a:pPr marL="2755265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ZONE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SO</a:t>
            </a:r>
            <a:r>
              <a:rPr sz="2000" b="1" spc="5" dirty="0">
                <a:latin typeface="Verdana"/>
                <a:cs typeface="Verdana"/>
              </a:rPr>
              <a:t>C</a:t>
            </a:r>
            <a:r>
              <a:rPr sz="2000" b="1" dirty="0">
                <a:latin typeface="Verdana"/>
                <a:cs typeface="Verdana"/>
              </a:rPr>
              <a:t>IALE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9602" y="5513837"/>
            <a:ext cx="24472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Entre 0,5 et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1,5m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77611" y="2286000"/>
            <a:ext cx="2990849" cy="3163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86255" y="2286000"/>
            <a:ext cx="2061845" cy="31638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4455" y="5143500"/>
            <a:ext cx="4857115" cy="858519"/>
          </a:xfrm>
          <a:custGeom>
            <a:avLst/>
            <a:gdLst/>
            <a:ahLst/>
            <a:cxnLst/>
            <a:rect l="l" t="t" r="r" b="b"/>
            <a:pathLst>
              <a:path w="4857115" h="858520">
                <a:moveTo>
                  <a:pt x="429006" y="0"/>
                </a:moveTo>
                <a:lnTo>
                  <a:pt x="0" y="429006"/>
                </a:lnTo>
                <a:lnTo>
                  <a:pt x="429006" y="858012"/>
                </a:lnTo>
                <a:lnTo>
                  <a:pt x="429006" y="643509"/>
                </a:lnTo>
                <a:lnTo>
                  <a:pt x="4642485" y="643509"/>
                </a:lnTo>
                <a:lnTo>
                  <a:pt x="4856988" y="429006"/>
                </a:lnTo>
                <a:lnTo>
                  <a:pt x="4642485" y="214503"/>
                </a:lnTo>
                <a:lnTo>
                  <a:pt x="429006" y="214503"/>
                </a:lnTo>
                <a:lnTo>
                  <a:pt x="429006" y="0"/>
                </a:lnTo>
                <a:close/>
              </a:path>
              <a:path w="4857115" h="858520">
                <a:moveTo>
                  <a:pt x="4642485" y="643509"/>
                </a:moveTo>
                <a:lnTo>
                  <a:pt x="4427982" y="643509"/>
                </a:lnTo>
                <a:lnTo>
                  <a:pt x="4427982" y="858012"/>
                </a:lnTo>
                <a:lnTo>
                  <a:pt x="4642485" y="643509"/>
                </a:lnTo>
                <a:close/>
              </a:path>
              <a:path w="4857115" h="858520">
                <a:moveTo>
                  <a:pt x="4427982" y="0"/>
                </a:moveTo>
                <a:lnTo>
                  <a:pt x="4427982" y="214503"/>
                </a:lnTo>
                <a:lnTo>
                  <a:pt x="4642485" y="214503"/>
                </a:lnTo>
                <a:lnTo>
                  <a:pt x="442798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24455" y="5143500"/>
            <a:ext cx="4857115" cy="858519"/>
          </a:xfrm>
          <a:custGeom>
            <a:avLst/>
            <a:gdLst/>
            <a:ahLst/>
            <a:cxnLst/>
            <a:rect l="l" t="t" r="r" b="b"/>
            <a:pathLst>
              <a:path w="4857115" h="858520">
                <a:moveTo>
                  <a:pt x="0" y="429006"/>
                </a:moveTo>
                <a:lnTo>
                  <a:pt x="429006" y="0"/>
                </a:lnTo>
                <a:lnTo>
                  <a:pt x="429006" y="214503"/>
                </a:lnTo>
                <a:lnTo>
                  <a:pt x="4427982" y="214503"/>
                </a:lnTo>
                <a:lnTo>
                  <a:pt x="4427982" y="0"/>
                </a:lnTo>
                <a:lnTo>
                  <a:pt x="4856988" y="429006"/>
                </a:lnTo>
                <a:lnTo>
                  <a:pt x="4427982" y="858012"/>
                </a:lnTo>
                <a:lnTo>
                  <a:pt x="4427982" y="643509"/>
                </a:lnTo>
                <a:lnTo>
                  <a:pt x="429006" y="643509"/>
                </a:lnTo>
                <a:lnTo>
                  <a:pt x="429006" y="858012"/>
                </a:lnTo>
                <a:lnTo>
                  <a:pt x="0" y="429006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749" y="824759"/>
            <a:ext cx="5566410" cy="149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condui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2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spc="-5" dirty="0">
                <a:latin typeface="Verdana"/>
                <a:cs typeface="Verdana"/>
              </a:rPr>
              <a:t>Resp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20" dirty="0">
                <a:latin typeface="Verdana"/>
                <a:cs typeface="Verdana"/>
              </a:rPr>
              <a:t>ct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la </a:t>
            </a:r>
            <a:r>
              <a:rPr sz="1800" b="1" spc="-20" dirty="0">
                <a:latin typeface="Verdana"/>
                <a:cs typeface="Verdana"/>
              </a:rPr>
              <a:t>«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bull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»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ou</a:t>
            </a:r>
            <a:r>
              <a:rPr sz="1800" b="1" spc="-10" dirty="0">
                <a:latin typeface="Verdana"/>
                <a:cs typeface="Verdana"/>
              </a:rPr>
              <a:t> le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ritoi</a:t>
            </a:r>
            <a:r>
              <a:rPr sz="1800" b="1" spc="-5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2100">
              <a:latin typeface="Times New Roman"/>
              <a:cs typeface="Times New Roman"/>
            </a:endParaRPr>
          </a:p>
          <a:p>
            <a:pPr marL="2693035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ZONE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PUB</a:t>
            </a: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96158" y="5441962"/>
            <a:ext cx="251396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Au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là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1,5 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253638"/>
            <a:ext cx="6439535" cy="2399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 c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ndu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30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b="1" spc="-5" dirty="0">
                <a:latin typeface="Verdana"/>
                <a:cs typeface="Verdana"/>
              </a:rPr>
              <a:t>ECOUT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2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ACTIVE</a:t>
            </a:r>
            <a:endParaRPr sz="20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620"/>
              </a:spcBef>
            </a:pPr>
            <a:r>
              <a:rPr sz="2000" i="1" dirty="0">
                <a:latin typeface="Verdana"/>
                <a:cs typeface="Verdana"/>
              </a:rPr>
              <a:t>d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dirty="0">
                <a:latin typeface="Verdana"/>
                <a:cs typeface="Verdana"/>
              </a:rPr>
              <a:t>passe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le</a:t>
            </a:r>
            <a:r>
              <a:rPr sz="2000" i="1" spc="-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fait</a:t>
            </a:r>
            <a:r>
              <a:rPr sz="2000" i="1" spc="-2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d’ent</a:t>
            </a:r>
            <a:r>
              <a:rPr sz="2000" i="1" spc="-1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ndre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b="1" spc="-5" dirty="0">
                <a:latin typeface="Verdana"/>
                <a:cs typeface="Verdana"/>
              </a:rPr>
              <a:t>QUE</a:t>
            </a:r>
            <a:r>
              <a:rPr sz="2000" b="1" spc="5" dirty="0">
                <a:latin typeface="Verdana"/>
                <a:cs typeface="Verdana"/>
              </a:rPr>
              <a:t>S</a:t>
            </a:r>
            <a:r>
              <a:rPr sz="2000" b="1" dirty="0">
                <a:latin typeface="Verdana"/>
                <a:cs typeface="Verdana"/>
              </a:rPr>
              <a:t>TION</a:t>
            </a:r>
            <a:r>
              <a:rPr sz="2000" b="1" spc="-25" dirty="0">
                <a:latin typeface="Verdana"/>
                <a:cs typeface="Verdana"/>
              </a:rPr>
              <a:t>N</a:t>
            </a:r>
            <a:r>
              <a:rPr sz="2000" b="1" spc="-5" dirty="0">
                <a:latin typeface="Verdana"/>
                <a:cs typeface="Verdana"/>
              </a:rPr>
              <a:t>EME</a:t>
            </a:r>
            <a:r>
              <a:rPr sz="2000" b="1" spc="-10" dirty="0">
                <a:latin typeface="Verdana"/>
                <a:cs typeface="Verdana"/>
              </a:rPr>
              <a:t>N</a:t>
            </a:r>
            <a:r>
              <a:rPr sz="2000" b="1" dirty="0">
                <a:latin typeface="Verdana"/>
                <a:cs typeface="Verdana"/>
              </a:rPr>
              <a:t>T</a:t>
            </a:r>
            <a:r>
              <a:rPr sz="2000" b="1" spc="-4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et</a:t>
            </a:r>
            <a:r>
              <a:rPr sz="2000" b="1" spc="-5" dirty="0">
                <a:latin typeface="Verdana"/>
                <a:cs typeface="Verdana"/>
              </a:rPr>
              <a:t> RE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spc="-5" dirty="0">
                <a:latin typeface="Verdana"/>
                <a:cs typeface="Verdana"/>
              </a:rPr>
              <a:t>ORM</a:t>
            </a:r>
            <a:r>
              <a:rPr sz="2000" b="1" dirty="0">
                <a:latin typeface="Verdana"/>
                <a:cs typeface="Verdana"/>
              </a:rPr>
              <a:t>U</a:t>
            </a: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spc="-1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T</a:t>
            </a:r>
            <a:r>
              <a:rPr sz="2000" b="1" spc="-15" dirty="0">
                <a:latin typeface="Verdana"/>
                <a:cs typeface="Verdana"/>
              </a:rPr>
              <a:t>I</a:t>
            </a:r>
            <a:r>
              <a:rPr sz="2000" b="1" spc="-5" dirty="0">
                <a:latin typeface="Verdana"/>
                <a:cs typeface="Verdana"/>
              </a:rPr>
              <a:t>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6486" y="3752622"/>
            <a:ext cx="5330190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80000"/>
              </a:lnSpc>
              <a:tabLst>
                <a:tab pos="1651000" algn="l"/>
                <a:tab pos="2621915" algn="l"/>
                <a:tab pos="3870325" algn="l"/>
                <a:tab pos="4527550" algn="l"/>
              </a:tabLst>
            </a:pPr>
            <a:r>
              <a:rPr sz="2000" i="1" dirty="0">
                <a:latin typeface="Verdana"/>
                <a:cs typeface="Verdana"/>
              </a:rPr>
              <a:t>d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spc="5" dirty="0">
                <a:latin typeface="Verdana"/>
                <a:cs typeface="Verdana"/>
              </a:rPr>
              <a:t>m</a:t>
            </a:r>
            <a:r>
              <a:rPr sz="2000" i="1" dirty="0">
                <a:latin typeface="Verdana"/>
                <a:cs typeface="Verdana"/>
              </a:rPr>
              <a:t>o</a:t>
            </a:r>
            <a:r>
              <a:rPr sz="2000" i="1" spc="-15" dirty="0">
                <a:latin typeface="Verdana"/>
                <a:cs typeface="Verdana"/>
              </a:rPr>
              <a:t>n</a:t>
            </a:r>
            <a:r>
              <a:rPr sz="2000" i="1" dirty="0">
                <a:latin typeface="Verdana"/>
                <a:cs typeface="Verdana"/>
              </a:rPr>
              <a:t>tre	m</a:t>
            </a:r>
            <a:r>
              <a:rPr sz="2000" i="1" spc="-20" dirty="0">
                <a:latin typeface="Verdana"/>
                <a:cs typeface="Verdana"/>
              </a:rPr>
              <a:t>o</a:t>
            </a:r>
            <a:r>
              <a:rPr sz="2000" i="1" dirty="0">
                <a:latin typeface="Verdana"/>
                <a:cs typeface="Verdana"/>
              </a:rPr>
              <a:t>n	</a:t>
            </a:r>
            <a:r>
              <a:rPr sz="2000" i="1" spc="-15" dirty="0">
                <a:latin typeface="Verdana"/>
                <a:cs typeface="Verdana"/>
              </a:rPr>
              <a:t>i</a:t>
            </a:r>
            <a:r>
              <a:rPr sz="2000" i="1" dirty="0">
                <a:latin typeface="Verdana"/>
                <a:cs typeface="Verdana"/>
              </a:rPr>
              <a:t>ntér</a:t>
            </a:r>
            <a:r>
              <a:rPr sz="2000" i="1" spc="-25" dirty="0">
                <a:latin typeface="Verdana"/>
                <a:cs typeface="Verdana"/>
              </a:rPr>
              <a:t>ê</a:t>
            </a:r>
            <a:r>
              <a:rPr sz="2000" i="1" dirty="0">
                <a:latin typeface="Verdana"/>
                <a:cs typeface="Verdana"/>
              </a:rPr>
              <a:t>t	</a:t>
            </a:r>
            <a:r>
              <a:rPr sz="2000" i="1" spc="-2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t	vé</a:t>
            </a:r>
            <a:r>
              <a:rPr sz="2000" i="1" spc="-10" dirty="0">
                <a:latin typeface="Verdana"/>
                <a:cs typeface="Verdana"/>
              </a:rPr>
              <a:t>r</a:t>
            </a:r>
            <a:r>
              <a:rPr sz="2000" i="1" spc="-15" dirty="0">
                <a:latin typeface="Verdana"/>
                <a:cs typeface="Verdana"/>
              </a:rPr>
              <a:t>i</a:t>
            </a:r>
            <a:r>
              <a:rPr sz="2000" i="1" dirty="0">
                <a:latin typeface="Verdana"/>
                <a:cs typeface="Verdana"/>
              </a:rPr>
              <a:t>fie compr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dirty="0">
                <a:latin typeface="Verdana"/>
                <a:cs typeface="Verdana"/>
              </a:rPr>
              <a:t>hension</a:t>
            </a:r>
            <a:r>
              <a:rPr sz="2000" i="1" spc="-6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de</a:t>
            </a:r>
            <a:r>
              <a:rPr sz="2000" i="1" spc="-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la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pr</a:t>
            </a:r>
            <a:r>
              <a:rPr sz="2000" i="1" spc="-10" dirty="0">
                <a:latin typeface="Verdana"/>
                <a:cs typeface="Verdana"/>
              </a:rPr>
              <a:t>o</a:t>
            </a:r>
            <a:r>
              <a:rPr sz="2000" i="1" dirty="0">
                <a:latin typeface="Verdana"/>
                <a:cs typeface="Verdana"/>
              </a:rPr>
              <a:t>blématique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7804" y="3752622"/>
            <a:ext cx="161925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690" algn="l"/>
              </a:tabLst>
            </a:pPr>
            <a:r>
              <a:rPr sz="2000" i="1" spc="5" dirty="0">
                <a:latin typeface="Verdana"/>
                <a:cs typeface="Verdana"/>
              </a:rPr>
              <a:t>m</a:t>
            </a:r>
            <a:r>
              <a:rPr sz="2000" i="1" dirty="0">
                <a:latin typeface="Verdana"/>
                <a:cs typeface="Verdana"/>
              </a:rPr>
              <a:t>a	b</a:t>
            </a:r>
            <a:r>
              <a:rPr sz="2000" i="1" spc="-20" dirty="0">
                <a:latin typeface="Verdana"/>
                <a:cs typeface="Verdana"/>
              </a:rPr>
              <a:t>o</a:t>
            </a:r>
            <a:r>
              <a:rPr sz="2000" i="1" spc="-10" dirty="0">
                <a:latin typeface="Verdana"/>
                <a:cs typeface="Verdana"/>
              </a:rPr>
              <a:t>n</a:t>
            </a:r>
            <a:r>
              <a:rPr sz="2000" i="1" dirty="0">
                <a:latin typeface="Verdana"/>
                <a:cs typeface="Verdana"/>
              </a:rPr>
              <a:t>ne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949" y="4742489"/>
            <a:ext cx="6551295" cy="723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 SI</a:t>
            </a: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spc="-5" dirty="0">
                <a:latin typeface="Verdana"/>
                <a:cs typeface="Verdana"/>
              </a:rPr>
              <a:t>E</a:t>
            </a:r>
            <a:r>
              <a:rPr sz="2000" b="1" spc="-10" dirty="0">
                <a:latin typeface="Verdana"/>
                <a:cs typeface="Verdana"/>
              </a:rPr>
              <a:t>N</a:t>
            </a:r>
            <a:r>
              <a:rPr sz="2000" b="1" dirty="0">
                <a:latin typeface="Verdana"/>
                <a:cs typeface="Verdana"/>
              </a:rPr>
              <a:t>CE</a:t>
            </a:r>
            <a:endParaRPr sz="20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620"/>
              </a:spcBef>
            </a:pPr>
            <a:r>
              <a:rPr sz="2000" i="1" spc="5" dirty="0">
                <a:latin typeface="Verdana"/>
                <a:cs typeface="Verdana"/>
              </a:rPr>
              <a:t>m</a:t>
            </a:r>
            <a:r>
              <a:rPr sz="2000" i="1" dirty="0">
                <a:latin typeface="Verdana"/>
                <a:cs typeface="Verdana"/>
              </a:rPr>
              <a:t>aîtrise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l’entr</a:t>
            </a:r>
            <a:r>
              <a:rPr sz="2000" i="1" spc="-1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tien,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invite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à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poursuivre</a:t>
            </a:r>
            <a:r>
              <a:rPr sz="2000" i="1" spc="-3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le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pr</a:t>
            </a:r>
            <a:r>
              <a:rPr sz="2000" i="1" spc="-10" dirty="0">
                <a:latin typeface="Verdana"/>
                <a:cs typeface="Verdana"/>
              </a:rPr>
              <a:t>o</a:t>
            </a:r>
            <a:r>
              <a:rPr sz="2000" i="1" dirty="0">
                <a:latin typeface="Verdana"/>
                <a:cs typeface="Verdana"/>
              </a:rPr>
              <a:t>pos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99403" y="908303"/>
            <a:ext cx="2863596" cy="24124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253638"/>
            <a:ext cx="142240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-20" dirty="0">
                <a:latin typeface="Verdana"/>
                <a:cs typeface="Verdana"/>
              </a:rPr>
              <a:t>x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rc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865" y="2523010"/>
            <a:ext cx="7938770" cy="302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2000" spc="-5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RD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30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h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f</a:t>
            </a:r>
            <a:r>
              <a:rPr sz="2000" spc="3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el</a:t>
            </a:r>
            <a:r>
              <a:rPr sz="2000" spc="-2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3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ss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31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ar</a:t>
            </a:r>
            <a:r>
              <a:rPr sz="2000" spc="30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3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re</a:t>
            </a:r>
            <a:r>
              <a:rPr sz="2000" dirty="0">
                <a:latin typeface="Verdana"/>
                <a:cs typeface="Verdana"/>
              </a:rPr>
              <a:t>s,</a:t>
            </a:r>
            <a:r>
              <a:rPr sz="2000" spc="3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2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</a:t>
            </a:r>
            <a:r>
              <a:rPr sz="2000" spc="-2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uvé 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ux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ho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229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2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2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discut</a:t>
            </a:r>
            <a:r>
              <a:rPr sz="2000" spc="-2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2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2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</a:t>
            </a:r>
            <a:r>
              <a:rPr sz="2000" dirty="0">
                <a:latin typeface="Verdana"/>
                <a:cs typeface="Verdana"/>
              </a:rPr>
              <a:t>um</a:t>
            </a:r>
            <a:r>
              <a:rPr sz="2000" spc="-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ne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cig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. L’</a:t>
            </a:r>
            <a:r>
              <a:rPr sz="2000" spc="-1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ux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1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tie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son</a:t>
            </a:r>
            <a:r>
              <a:rPr sz="2000" spc="18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ie</a:t>
            </a:r>
            <a:r>
              <a:rPr sz="2000" spc="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.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RO</a:t>
            </a:r>
            <a:r>
              <a:rPr sz="2000" spc="-15" dirty="0">
                <a:latin typeface="Verdana"/>
                <a:cs typeface="Verdana"/>
              </a:rPr>
              <a:t>B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r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qu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1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2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ni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ur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dance</a:t>
            </a:r>
            <a:r>
              <a:rPr sz="2000" spc="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s’</a:t>
            </a:r>
            <a:r>
              <a:rPr sz="2000" spc="-2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nda</a:t>
            </a:r>
            <a:r>
              <a:rPr sz="2000" spc="-20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t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 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trav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. 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 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gl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ment 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 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2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cise 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 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 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ut 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</a:t>
            </a:r>
            <a:r>
              <a:rPr sz="2000" spc="-15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 dans</a:t>
            </a:r>
            <a:r>
              <a:rPr sz="2000" spc="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</a:t>
            </a:r>
            <a:r>
              <a:rPr sz="2000" spc="-2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re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</a:t>
            </a:r>
            <a:r>
              <a:rPr sz="2000" spc="-1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sig</a:t>
            </a:r>
            <a:r>
              <a:rPr sz="2000" spc="-20" dirty="0">
                <a:latin typeface="Verdana"/>
                <a:cs typeface="Verdana"/>
              </a:rPr>
              <a:t>n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vis</a:t>
            </a:r>
            <a:r>
              <a:rPr sz="2000" spc="-2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spc="-1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urité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ont r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emme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té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5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ulgu</a:t>
            </a:r>
            <a:r>
              <a:rPr sz="2000" spc="-20" dirty="0">
                <a:latin typeface="Verdana"/>
                <a:cs typeface="Verdana"/>
              </a:rPr>
              <a:t>é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018561"/>
            <a:ext cx="363220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2506980" algn="l"/>
              </a:tabLst>
            </a:pP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-20" dirty="0">
                <a:latin typeface="Verdana"/>
                <a:cs typeface="Verdana"/>
              </a:rPr>
              <a:t>x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rc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VRAI	/ FA</a:t>
            </a:r>
            <a:r>
              <a:rPr sz="2000" i="1" spc="-10" dirty="0">
                <a:latin typeface="Verdana"/>
                <a:cs typeface="Verdana"/>
              </a:rPr>
              <a:t>U</a:t>
            </a:r>
            <a:r>
              <a:rPr sz="2000" i="1" dirty="0">
                <a:latin typeface="Verdana"/>
                <a:cs typeface="Verdana"/>
              </a:rPr>
              <a:t>X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1616079"/>
            <a:ext cx="7616825" cy="4669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 </a:t>
            </a:r>
            <a:r>
              <a:rPr sz="1400" spc="-19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br</a:t>
            </a:r>
            <a:r>
              <a:rPr sz="1400" spc="-15" dirty="0">
                <a:latin typeface="Verdana"/>
                <a:cs typeface="Verdana"/>
              </a:rPr>
              <a:t>e</a:t>
            </a:r>
            <a:r>
              <a:rPr sz="1400" spc="-90" dirty="0">
                <a:latin typeface="Verdana"/>
                <a:cs typeface="Verdana"/>
              </a:rPr>
              <a:t>f</a:t>
            </a:r>
            <a:r>
              <a:rPr sz="1400" dirty="0">
                <a:latin typeface="Verdana"/>
                <a:cs typeface="Verdana"/>
              </a:rPr>
              <a:t>, </a:t>
            </a:r>
            <a:r>
              <a:rPr sz="1400" spc="-20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spc="-15" dirty="0">
                <a:latin typeface="Verdana"/>
                <a:cs typeface="Verdana"/>
              </a:rPr>
              <a:t>h</a:t>
            </a:r>
            <a:r>
              <a:rPr sz="1400" dirty="0">
                <a:latin typeface="Verdana"/>
                <a:cs typeface="Verdana"/>
              </a:rPr>
              <a:t>ist</a:t>
            </a:r>
            <a:r>
              <a:rPr sz="1400" spc="-20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5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e </a:t>
            </a:r>
            <a:r>
              <a:rPr sz="1400" spc="-195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c</a:t>
            </a:r>
            <a:r>
              <a:rPr sz="1400" dirty="0">
                <a:latin typeface="Verdana"/>
                <a:cs typeface="Verdana"/>
              </a:rPr>
              <a:t>on</a:t>
            </a:r>
            <a:r>
              <a:rPr sz="1400" spc="-5" dirty="0">
                <a:latin typeface="Verdana"/>
                <a:cs typeface="Verdana"/>
              </a:rPr>
              <a:t>c</a:t>
            </a:r>
            <a:r>
              <a:rPr sz="1400" dirty="0">
                <a:latin typeface="Verdana"/>
                <a:cs typeface="Verdana"/>
              </a:rPr>
              <a:t>er</a:t>
            </a:r>
            <a:r>
              <a:rPr sz="1400" spc="-15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e </a:t>
            </a:r>
            <a:r>
              <a:rPr sz="1400" spc="-19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n </a:t>
            </a:r>
            <a:r>
              <a:rPr sz="1400" spc="-220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c</a:t>
            </a:r>
            <a:r>
              <a:rPr sz="1400" dirty="0">
                <a:latin typeface="Verdana"/>
                <a:cs typeface="Verdana"/>
              </a:rPr>
              <a:t>hef </a:t>
            </a:r>
            <a:r>
              <a:rPr sz="1400" spc="-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10" dirty="0">
                <a:latin typeface="Verdana"/>
                <a:cs typeface="Verdana"/>
              </a:rPr>
              <a:t>’a</a:t>
            </a:r>
            <a:r>
              <a:rPr sz="1400" spc="-15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el</a:t>
            </a:r>
            <a:r>
              <a:rPr sz="1400" spc="1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er </a:t>
            </a:r>
            <a:r>
              <a:rPr sz="1400" spc="-204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</a:t>
            </a:r>
            <a:r>
              <a:rPr sz="1400" spc="-1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i </a:t>
            </a:r>
            <a:r>
              <a:rPr sz="1400" spc="-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tr</a:t>
            </a:r>
            <a:r>
              <a:rPr sz="1400" spc="-5" dirty="0">
                <a:latin typeface="Verdana"/>
                <a:cs typeface="Verdana"/>
              </a:rPr>
              <a:t>o</a:t>
            </a:r>
            <a:r>
              <a:rPr sz="1400" spc="-15" dirty="0">
                <a:latin typeface="Verdana"/>
                <a:cs typeface="Verdana"/>
              </a:rPr>
              <a:t>u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 </a:t>
            </a:r>
            <a:r>
              <a:rPr sz="1400" spc="-200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d</a:t>
            </a:r>
            <a:r>
              <a:rPr sz="1400" dirty="0">
                <a:latin typeface="Verdana"/>
                <a:cs typeface="Verdana"/>
              </a:rPr>
              <a:t>eux </a:t>
            </a:r>
            <a:r>
              <a:rPr sz="1400" spc="-2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</a:t>
            </a:r>
            <a:r>
              <a:rPr sz="1400" spc="-20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mm</a:t>
            </a:r>
            <a:r>
              <a:rPr sz="1400" spc="-10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 </a:t>
            </a:r>
            <a:r>
              <a:rPr sz="1400" spc="-2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</a:t>
            </a:r>
            <a:r>
              <a:rPr sz="1400" spc="-10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m</a:t>
            </a:r>
            <a:r>
              <a:rPr sz="1400" spc="-2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nt</a:t>
            </a:r>
            <a:endParaRPr sz="14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Verdana"/>
                <a:cs typeface="Verdana"/>
              </a:rPr>
              <a:t>dans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20" dirty="0">
                <a:latin typeface="Verdana"/>
                <a:cs typeface="Verdana"/>
              </a:rPr>
              <a:t> v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re</a:t>
            </a:r>
            <a:r>
              <a:rPr sz="1400" spc="-10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11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un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hommes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éta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connu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RO</a:t>
            </a:r>
            <a:r>
              <a:rPr sz="1400" dirty="0">
                <a:latin typeface="Verdana"/>
                <a:cs typeface="Verdana"/>
              </a:rPr>
              <a:t>BA</a:t>
            </a: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spc="-40" dirty="0">
                <a:latin typeface="Verdana"/>
                <a:cs typeface="Verdana"/>
              </a:rPr>
              <a:t>D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spc="-5" dirty="0">
                <a:latin typeface="Verdana"/>
                <a:cs typeface="Verdana"/>
              </a:rPr>
              <a:t>O</a:t>
            </a:r>
            <a:r>
              <a:rPr sz="1400" spc="-10" dirty="0">
                <a:latin typeface="Verdana"/>
                <a:cs typeface="Verdana"/>
              </a:rPr>
              <a:t>B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ss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rd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ns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9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5" dirty="0">
                <a:latin typeface="Verdana"/>
                <a:cs typeface="Verdana"/>
              </a:rPr>
              <a:t>RO</a:t>
            </a:r>
            <a:r>
              <a:rPr sz="1400" dirty="0">
                <a:latin typeface="Verdana"/>
                <a:cs typeface="Verdana"/>
              </a:rPr>
              <a:t>BA</a:t>
            </a: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un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remarque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x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deux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hommes,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11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un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eux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éta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un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tre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10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9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dirty="0">
                <a:latin typeface="Verdana"/>
                <a:cs typeface="Verdana"/>
              </a:rPr>
              <a:t>Les</a:t>
            </a:r>
            <a:r>
              <a:rPr sz="1400" spc="1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</a:t>
            </a:r>
            <a:r>
              <a:rPr sz="1400" spc="-20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g</a:t>
            </a:r>
            <a:r>
              <a:rPr sz="1400" spc="-15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204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spc="-5" dirty="0">
                <a:latin typeface="Verdana"/>
                <a:cs typeface="Verdana"/>
              </a:rPr>
              <a:t>isa</a:t>
            </a:r>
            <a:r>
              <a:rPr sz="1400" dirty="0">
                <a:latin typeface="Verdana"/>
                <a:cs typeface="Verdana"/>
              </a:rPr>
              <a:t>nt</a:t>
            </a:r>
            <a:r>
              <a:rPr sz="1400" spc="19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à</a:t>
            </a:r>
            <a:r>
              <a:rPr sz="1400" spc="185" dirty="0">
                <a:latin typeface="Verdana"/>
                <a:cs typeface="Verdana"/>
              </a:rPr>
              <a:t> 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195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écu</a:t>
            </a:r>
            <a:r>
              <a:rPr sz="1400" spc="-15" dirty="0">
                <a:latin typeface="Verdana"/>
                <a:cs typeface="Verdana"/>
              </a:rPr>
              <a:t>r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spc="-15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é</a:t>
            </a:r>
            <a:r>
              <a:rPr sz="1400" spc="204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on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été</a:t>
            </a:r>
            <a:r>
              <a:rPr sz="1400" spc="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</a:t>
            </a:r>
            <a:r>
              <a:rPr sz="1400" spc="-15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m</a:t>
            </a:r>
            <a:r>
              <a:rPr sz="1400" spc="-15" dirty="0">
                <a:latin typeface="Verdana"/>
                <a:cs typeface="Verdana"/>
              </a:rPr>
              <a:t>u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gué</a:t>
            </a:r>
            <a:r>
              <a:rPr sz="1400" spc="-10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18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c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204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qui</a:t>
            </a:r>
            <a:r>
              <a:rPr sz="1400" spc="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</a:t>
            </a:r>
            <a:r>
              <a:rPr sz="1400" spc="-5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ce</a:t>
            </a:r>
            <a:r>
              <a:rPr sz="1400" spc="-15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ne</a:t>
            </a:r>
            <a:r>
              <a:rPr sz="1400" spc="20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re</a:t>
            </a:r>
            <a:r>
              <a:rPr sz="1400" spc="-10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5" dirty="0">
                <a:latin typeface="Verdana"/>
                <a:cs typeface="Verdana"/>
              </a:rPr>
              <a:t>RO</a:t>
            </a:r>
            <a:r>
              <a:rPr sz="1400" dirty="0">
                <a:latin typeface="Verdana"/>
                <a:cs typeface="Verdana"/>
              </a:rPr>
              <a:t>BA</a:t>
            </a: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forme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ement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opposé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à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qu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on fume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dans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20" dirty="0">
                <a:latin typeface="Verdana"/>
                <a:cs typeface="Verdana"/>
              </a:rPr>
              <a:t> v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re</a:t>
            </a:r>
            <a:r>
              <a:rPr sz="1400" spc="-10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dirty="0">
                <a:latin typeface="Verdana"/>
                <a:cs typeface="Verdana"/>
              </a:rPr>
              <a:t>Les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deux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ho</a:t>
            </a:r>
            <a:r>
              <a:rPr sz="1400" spc="-5" dirty="0">
                <a:latin typeface="Verdana"/>
                <a:cs typeface="Verdana"/>
              </a:rPr>
              <a:t>m</a:t>
            </a:r>
            <a:r>
              <a:rPr sz="1400" dirty="0">
                <a:latin typeface="Verdana"/>
                <a:cs typeface="Verdana"/>
              </a:rPr>
              <a:t>mes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</a:t>
            </a:r>
            <a:r>
              <a:rPr sz="1400" spc="-10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m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ent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pend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nt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heures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d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30" dirty="0">
                <a:latin typeface="Verdana"/>
                <a:cs typeface="Verdana"/>
              </a:rPr>
              <a:t>r</a:t>
            </a:r>
            <a:r>
              <a:rPr sz="1400" spc="-20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il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dirty="0">
                <a:latin typeface="Verdana"/>
                <a:cs typeface="Verdana"/>
              </a:rPr>
              <a:t>F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n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ement,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h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sto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re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passe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entre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chef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et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deux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membr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du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personne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2276855"/>
            <a:ext cx="8569960" cy="1583690"/>
          </a:xfrm>
          <a:custGeom>
            <a:avLst/>
            <a:gdLst/>
            <a:ahLst/>
            <a:cxnLst/>
            <a:rect l="l" t="t" r="r" b="b"/>
            <a:pathLst>
              <a:path w="8569960" h="1583689">
                <a:moveTo>
                  <a:pt x="0" y="1583436"/>
                </a:moveTo>
                <a:lnTo>
                  <a:pt x="8569452" y="1583436"/>
                </a:lnTo>
                <a:lnTo>
                  <a:pt x="8569452" y="0"/>
                </a:lnTo>
                <a:lnTo>
                  <a:pt x="0" y="0"/>
                </a:lnTo>
                <a:lnTo>
                  <a:pt x="0" y="1583436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8540" y="976023"/>
            <a:ext cx="7851775" cy="4857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 Voix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Client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ntr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bue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l’</a:t>
            </a:r>
            <a:r>
              <a:rPr sz="2000" spc="-2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ntif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è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▪"/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▪"/>
            </a:pPr>
            <a:endParaRPr sz="3000">
              <a:latin typeface="Times New Roman"/>
              <a:cs typeface="Times New Roman"/>
            </a:endParaRPr>
          </a:p>
          <a:p>
            <a:pPr marL="1861185" lvl="1" indent="-466090">
              <a:lnSpc>
                <a:spcPct val="100000"/>
              </a:lnSpc>
              <a:spcBef>
                <a:spcPts val="2185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dirty="0">
                <a:latin typeface="Verdana"/>
                <a:cs typeface="Verdana"/>
              </a:rPr>
              <a:t>Une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spc="-5" dirty="0">
                <a:latin typeface="Verdana"/>
                <a:cs typeface="Verdana"/>
              </a:rPr>
              <a:t>blém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tiqu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nci</a:t>
            </a:r>
            <a:r>
              <a:rPr sz="2400" spc="-2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éc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f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cat</a:t>
            </a:r>
            <a:r>
              <a:rPr sz="2400" spc="-15" dirty="0">
                <a:latin typeface="Verdana"/>
                <a:cs typeface="Verdana"/>
              </a:rPr>
              <a:t>io</a:t>
            </a:r>
            <a:r>
              <a:rPr sz="2400" spc="-10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ie</a:t>
            </a:r>
            <a:r>
              <a:rPr sz="2400" spc="-15" dirty="0">
                <a:latin typeface="Verdana"/>
                <a:cs typeface="Verdana"/>
              </a:rPr>
              <a:t>nts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dirty="0">
                <a:latin typeface="Verdana"/>
                <a:cs typeface="Verdana"/>
              </a:rPr>
              <a:t>Une unité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mesu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ant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us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défau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à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co</a:t>
            </a:r>
            <a:r>
              <a:rPr sz="2400" spc="-2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20" dirty="0">
                <a:latin typeface="Verdana"/>
                <a:cs typeface="Verdana"/>
              </a:rPr>
              <a:t>iger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ins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potentiel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spc="-20" dirty="0">
                <a:latin typeface="Verdana"/>
                <a:cs typeface="Verdana"/>
              </a:rPr>
              <a:t>g</a:t>
            </a:r>
            <a:r>
              <a:rPr sz="2400" spc="-15" dirty="0">
                <a:latin typeface="Verdana"/>
                <a:cs typeface="Verdana"/>
              </a:rPr>
              <a:t>n</a:t>
            </a:r>
            <a:r>
              <a:rPr sz="2400" spc="-20" dirty="0">
                <a:latin typeface="Verdana"/>
                <a:cs typeface="Verdana"/>
              </a:rPr>
              <a:t>if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spc="-20" dirty="0">
                <a:latin typeface="Verdana"/>
                <a:cs typeface="Verdana"/>
              </a:rPr>
              <a:t>ifs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80604" y="2421635"/>
            <a:ext cx="394716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35823" y="3794759"/>
            <a:ext cx="643127" cy="6416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51647" y="3197351"/>
            <a:ext cx="504444" cy="5196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80604" y="4625340"/>
            <a:ext cx="579120" cy="4632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08392" y="5228844"/>
            <a:ext cx="720851" cy="720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253638"/>
            <a:ext cx="704723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4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fo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n’est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ple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ndre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…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67300" y="2176272"/>
            <a:ext cx="3332988" cy="2705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6571" y="4663435"/>
            <a:ext cx="4219575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.</a:t>
            </a:r>
            <a:r>
              <a:rPr sz="1800" spc="-5" dirty="0">
                <a:latin typeface="Verdana"/>
                <a:cs typeface="Verdana"/>
              </a:rPr>
              <a:t>.</a:t>
            </a:r>
            <a:r>
              <a:rPr sz="1800" spc="-10" dirty="0">
                <a:latin typeface="Verdana"/>
                <a:cs typeface="Verdana"/>
              </a:rPr>
              <a:t>.et</a:t>
            </a:r>
            <a:r>
              <a:rPr sz="1800" spc="-15" dirty="0">
                <a:latin typeface="Verdana"/>
                <a:cs typeface="Verdana"/>
              </a:rPr>
              <a:t> com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nd</a:t>
            </a:r>
            <a:r>
              <a:rPr sz="1800" spc="-20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em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nde</a:t>
            </a:r>
            <a:endParaRPr sz="1800">
              <a:latin typeface="Verdana"/>
              <a:cs typeface="Verdana"/>
            </a:endParaRPr>
          </a:p>
          <a:p>
            <a:pPr marL="469265">
              <a:lnSpc>
                <a:spcPct val="100000"/>
              </a:lnSpc>
              <a:spcBef>
                <a:spcPts val="1080"/>
              </a:spcBef>
            </a:pPr>
            <a:r>
              <a:rPr sz="1800" spc="-15" dirty="0">
                <a:latin typeface="Verdana"/>
                <a:cs typeface="Verdana"/>
              </a:rPr>
              <a:t>ne si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né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sa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ment</a:t>
            </a:r>
            <a:endParaRPr sz="18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Verdana"/>
                <a:cs typeface="Verdana"/>
              </a:rPr>
              <a:t>comp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n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</a:t>
            </a:r>
            <a:r>
              <a:rPr sz="1800" b="1" dirty="0">
                <a:latin typeface="Verdana"/>
                <a:cs typeface="Verdana"/>
              </a:rPr>
              <a:t>es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5" dirty="0">
                <a:latin typeface="Verdana"/>
                <a:cs typeface="Verdana"/>
              </a:rPr>
              <a:t>soin</a:t>
            </a:r>
            <a:r>
              <a:rPr sz="1800" b="1" dirty="0">
                <a:latin typeface="Verdana"/>
                <a:cs typeface="Verdana"/>
              </a:rPr>
              <a:t>s !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884583"/>
            <a:ext cx="331279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Processus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740" y="1851630"/>
            <a:ext cx="2702560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20" dirty="0">
                <a:latin typeface="Verdana"/>
                <a:cs typeface="Verdana"/>
              </a:rPr>
              <a:t>Ecoute</a:t>
            </a:r>
            <a:r>
              <a:rPr sz="1800" dirty="0">
                <a:latin typeface="Verdana"/>
                <a:cs typeface="Verdana"/>
              </a:rPr>
              <a:t>z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 </a:t>
            </a:r>
            <a:r>
              <a:rPr sz="1800" spc="-10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ssus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4863" y="2810961"/>
            <a:ext cx="4254500" cy="220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0" marR="5080" indent="-177800">
              <a:lnSpc>
                <a:spcPct val="150000"/>
              </a:lnSpc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spc="-5" dirty="0">
                <a:latin typeface="Verdana"/>
                <a:cs typeface="Verdana"/>
              </a:rPr>
              <a:t>Descend</a:t>
            </a:r>
            <a:r>
              <a:rPr sz="1400" b="1" spc="-10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z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ter</a:t>
            </a:r>
            <a:r>
              <a:rPr sz="1400" spc="-2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pou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o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comm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nt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proc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ssus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fonctionne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ré</a:t>
            </a:r>
            <a:r>
              <a:rPr sz="1400" spc="5" dirty="0">
                <a:latin typeface="Verdana"/>
                <a:cs typeface="Verdana"/>
              </a:rPr>
              <a:t>ell</a:t>
            </a:r>
            <a:r>
              <a:rPr sz="1400" dirty="0">
                <a:latin typeface="Verdana"/>
                <a:cs typeface="Verdana"/>
              </a:rPr>
              <a:t>ement</a:t>
            </a:r>
            <a:endParaRPr sz="1400">
              <a:latin typeface="Verdana"/>
              <a:cs typeface="Verdana"/>
            </a:endParaRPr>
          </a:p>
          <a:p>
            <a:pPr marL="190500" marR="36830" indent="-177800">
              <a:lnSpc>
                <a:spcPct val="150100"/>
              </a:lnSpc>
              <a:spcBef>
                <a:spcPts val="334"/>
              </a:spcBef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dirty="0">
                <a:latin typeface="Verdana"/>
                <a:cs typeface="Verdana"/>
              </a:rPr>
              <a:t>Parlez</a:t>
            </a:r>
            <a:r>
              <a:rPr sz="1400" b="1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x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personnes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cont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ct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rect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ec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proc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ssus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pou</a:t>
            </a:r>
            <a:r>
              <a:rPr sz="1400" dirty="0">
                <a:latin typeface="Verdana"/>
                <a:cs typeface="Verdana"/>
              </a:rPr>
              <a:t>r compr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ndre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comm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nt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il</a:t>
            </a:r>
            <a:r>
              <a:rPr sz="1400" dirty="0">
                <a:latin typeface="Verdana"/>
                <a:cs typeface="Verdana"/>
              </a:rPr>
              <a:t>s 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ill</a:t>
            </a:r>
            <a:r>
              <a:rPr sz="1400" dirty="0">
                <a:latin typeface="Verdana"/>
                <a:cs typeface="Verdana"/>
              </a:rPr>
              <a:t>ent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et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qui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gêne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eur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l</a:t>
            </a:r>
            <a:endParaRPr sz="1400">
              <a:latin typeface="Verdana"/>
              <a:cs typeface="Verdana"/>
            </a:endParaRPr>
          </a:p>
          <a:p>
            <a:pPr marL="190500" indent="-177800">
              <a:lnSpc>
                <a:spcPct val="100000"/>
              </a:lnSpc>
              <a:spcBef>
                <a:spcPts val="1175"/>
              </a:spcBef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spc="-5" dirty="0">
                <a:latin typeface="Verdana"/>
                <a:cs typeface="Verdana"/>
              </a:rPr>
              <a:t>De</a:t>
            </a:r>
            <a:r>
              <a:rPr sz="1400" b="1" dirty="0">
                <a:latin typeface="Verdana"/>
                <a:cs typeface="Verdana"/>
              </a:rPr>
              <a:t>ma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spc="-5" dirty="0">
                <a:latin typeface="Verdana"/>
                <a:cs typeface="Verdana"/>
              </a:rPr>
              <a:t>d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z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eur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comm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nt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il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20" dirty="0">
                <a:latin typeface="Verdana"/>
                <a:cs typeface="Verdana"/>
              </a:rPr>
              <a:t>av</a:t>
            </a:r>
            <a:r>
              <a:rPr sz="1400" dirty="0">
                <a:latin typeface="Verdana"/>
                <a:cs typeface="Verdana"/>
              </a:rPr>
              <a:t>ent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spc="0" dirty="0">
                <a:latin typeface="Verdana"/>
                <a:cs typeface="Verdana"/>
              </a:rPr>
              <a:t>il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ont</a:t>
            </a:r>
            <a:endParaRPr sz="1400">
              <a:latin typeface="Verdana"/>
              <a:cs typeface="Verdana"/>
            </a:endParaRPr>
          </a:p>
          <a:p>
            <a:pPr marL="1905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Verdana"/>
                <a:cs typeface="Verdana"/>
              </a:rPr>
              <a:t>f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un </a:t>
            </a:r>
            <a:r>
              <a:rPr sz="1400" spc="-5" dirty="0">
                <a:latin typeface="Verdana"/>
                <a:cs typeface="Verdana"/>
              </a:rPr>
              <a:t>bo</a:t>
            </a:r>
            <a:r>
              <a:rPr sz="1400" dirty="0">
                <a:latin typeface="Verdana"/>
                <a:cs typeface="Verdana"/>
              </a:rPr>
              <a:t>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l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03603" y="2421635"/>
            <a:ext cx="2663952" cy="2663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95928" y="1022603"/>
            <a:ext cx="154876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Voi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20" dirty="0">
                <a:latin typeface="Calibri"/>
                <a:cs typeface="Calibri"/>
              </a:rPr>
              <a:t> O</a:t>
            </a:r>
            <a:r>
              <a:rPr sz="1000" i="1" spc="-5" dirty="0">
                <a:latin typeface="Calibri"/>
                <a:cs typeface="Calibri"/>
              </a:rPr>
              <a:t>f</a:t>
            </a:r>
            <a:r>
              <a:rPr sz="1000" i="1" spc="-1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t</a:t>
            </a:r>
            <a:r>
              <a:rPr sz="1000" i="1" spc="-15" dirty="0">
                <a:latin typeface="Calibri"/>
                <a:cs typeface="Calibri"/>
              </a:rPr>
              <a:t>h</a:t>
            </a:r>
            <a:r>
              <a:rPr sz="1000" i="1" spc="-5" dirty="0">
                <a:latin typeface="Calibri"/>
                <a:cs typeface="Calibri"/>
              </a:rPr>
              <a:t>e </a:t>
            </a:r>
            <a:r>
              <a:rPr sz="1000" i="1" spc="-10" dirty="0">
                <a:latin typeface="Calibri"/>
                <a:cs typeface="Calibri"/>
              </a:rPr>
              <a:t>P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ocess</a:t>
            </a:r>
            <a:r>
              <a:rPr sz="1000" i="1" spc="-1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- </a:t>
            </a: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20" dirty="0">
                <a:latin typeface="Calibri"/>
                <a:cs typeface="Calibri"/>
              </a:rPr>
              <a:t>O</a:t>
            </a:r>
            <a:r>
              <a:rPr sz="1000" i="1" spc="-10" dirty="0">
                <a:latin typeface="Calibri"/>
                <a:cs typeface="Calibri"/>
              </a:rPr>
              <a:t>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89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063" y="6582791"/>
            <a:ext cx="10401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T</a:t>
            </a:r>
            <a:r>
              <a:rPr sz="1000" i="1" spc="-5" dirty="0">
                <a:latin typeface="Calibri"/>
                <a:cs typeface="Calibri"/>
              </a:rPr>
              <a:t>ous d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oits </a:t>
            </a:r>
            <a:r>
              <a:rPr sz="1000" i="1" spc="-10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é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vés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3762755"/>
            <a:ext cx="8569960" cy="1583690"/>
          </a:xfrm>
          <a:custGeom>
            <a:avLst/>
            <a:gdLst/>
            <a:ahLst/>
            <a:cxnLst/>
            <a:rect l="l" t="t" r="r" b="b"/>
            <a:pathLst>
              <a:path w="8569960" h="1583689">
                <a:moveTo>
                  <a:pt x="0" y="1583436"/>
                </a:moveTo>
                <a:lnTo>
                  <a:pt x="8569452" y="1583436"/>
                </a:lnTo>
                <a:lnTo>
                  <a:pt x="8569452" y="0"/>
                </a:lnTo>
                <a:lnTo>
                  <a:pt x="0" y="0"/>
                </a:lnTo>
                <a:lnTo>
                  <a:pt x="0" y="1583436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8540" y="976023"/>
            <a:ext cx="1566545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920750" algn="l"/>
              </a:tabLst>
            </a:pP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	</a:t>
            </a:r>
            <a:r>
              <a:rPr sz="2000" b="1" spc="-10" dirty="0">
                <a:latin typeface="Verdana"/>
                <a:cs typeface="Verdana"/>
              </a:rPr>
              <a:t>V</a:t>
            </a:r>
            <a:r>
              <a:rPr sz="2000" b="1" dirty="0">
                <a:latin typeface="Verdana"/>
                <a:cs typeface="Verdana"/>
              </a:rPr>
              <a:t>oix</a:t>
            </a:r>
            <a:endParaRPr sz="2000">
              <a:latin typeface="Verdana"/>
              <a:cs typeface="Verdana"/>
            </a:endParaRPr>
          </a:p>
          <a:p>
            <a:pPr marL="3549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bl</a:t>
            </a:r>
            <a:r>
              <a:rPr sz="2000" spc="-2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me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4805" y="1074067"/>
            <a:ext cx="2056764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05790" algn="l"/>
              </a:tabLst>
            </a:pPr>
            <a:r>
              <a:rPr sz="2000" b="1" dirty="0">
                <a:latin typeface="Verdana"/>
                <a:cs typeface="Verdana"/>
              </a:rPr>
              <a:t>du	</a:t>
            </a:r>
            <a:r>
              <a:rPr sz="2000" b="1" spc="-10" dirty="0">
                <a:latin typeface="Verdana"/>
                <a:cs typeface="Verdana"/>
              </a:rPr>
              <a:t>P</a:t>
            </a:r>
            <a:r>
              <a:rPr sz="2000" b="1" spc="-5" dirty="0">
                <a:latin typeface="Verdana"/>
                <a:cs typeface="Verdana"/>
              </a:rPr>
              <a:t>roc</a:t>
            </a:r>
            <a:r>
              <a:rPr sz="2000" b="1" spc="-20" dirty="0">
                <a:latin typeface="Verdana"/>
                <a:cs typeface="Verdana"/>
              </a:rPr>
              <a:t>e</a:t>
            </a:r>
            <a:r>
              <a:rPr sz="2000" b="1" spc="-15" dirty="0">
                <a:latin typeface="Verdana"/>
                <a:cs typeface="Verdana"/>
              </a:rPr>
              <a:t>s</a:t>
            </a:r>
            <a:r>
              <a:rPr sz="2000" b="1" spc="-5" dirty="0">
                <a:latin typeface="Verdana"/>
                <a:cs typeface="Verdana"/>
              </a:rPr>
              <a:t>sus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8580" y="1074067"/>
            <a:ext cx="122110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c</a:t>
            </a:r>
            <a:r>
              <a:rPr sz="2000" spc="-2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ntr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bue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6569" y="1074067"/>
            <a:ext cx="273685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8145" algn="l"/>
                <a:tab pos="2407285" algn="l"/>
              </a:tabLst>
            </a:pPr>
            <a:r>
              <a:rPr sz="2000" dirty="0">
                <a:latin typeface="Verdana"/>
                <a:cs typeface="Verdana"/>
              </a:rPr>
              <a:t>à	</a:t>
            </a:r>
            <a:r>
              <a:rPr sz="2000" spc="-10" dirty="0">
                <a:latin typeface="Verdana"/>
                <a:cs typeface="Verdana"/>
              </a:rPr>
              <a:t>l’</a:t>
            </a:r>
            <a:r>
              <a:rPr sz="2000" spc="-25" dirty="0">
                <a:latin typeface="Verdana"/>
                <a:cs typeface="Verdana"/>
              </a:rPr>
              <a:t>i</a:t>
            </a:r>
            <a:r>
              <a:rPr sz="2000" spc="5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ntif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	</a:t>
            </a:r>
            <a:r>
              <a:rPr sz="2000" spc="-15" dirty="0">
                <a:latin typeface="Verdana"/>
                <a:cs typeface="Verdana"/>
              </a:rPr>
              <a:t>du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1139" y="2423701"/>
            <a:ext cx="5525135" cy="340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8790" indent="-46609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✓"/>
              <a:tabLst>
                <a:tab pos="479425" algn="l"/>
              </a:tabLst>
            </a:pPr>
            <a:r>
              <a:rPr sz="2400" dirty="0">
                <a:latin typeface="Verdana"/>
                <a:cs typeface="Verdana"/>
              </a:rPr>
              <a:t>Une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spc="-5" dirty="0">
                <a:latin typeface="Verdana"/>
                <a:cs typeface="Verdana"/>
              </a:rPr>
              <a:t>blém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tiqu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nci</a:t>
            </a:r>
            <a:r>
              <a:rPr sz="2400" spc="-2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478790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479425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éc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f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cat</a:t>
            </a:r>
            <a:r>
              <a:rPr sz="2400" spc="-15" dirty="0">
                <a:latin typeface="Verdana"/>
                <a:cs typeface="Verdana"/>
              </a:rPr>
              <a:t>io</a:t>
            </a:r>
            <a:r>
              <a:rPr sz="2400" spc="-10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ie</a:t>
            </a:r>
            <a:r>
              <a:rPr sz="2400" spc="-15" dirty="0">
                <a:latin typeface="Verdana"/>
                <a:cs typeface="Verdana"/>
              </a:rPr>
              <a:t>nts</a:t>
            </a:r>
            <a:endParaRPr sz="2400">
              <a:latin typeface="Verdana"/>
              <a:cs typeface="Verdana"/>
            </a:endParaRPr>
          </a:p>
          <a:p>
            <a:pPr marL="478790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479425" algn="l"/>
              </a:tabLst>
            </a:pPr>
            <a:r>
              <a:rPr sz="2400" dirty="0">
                <a:latin typeface="Verdana"/>
                <a:cs typeface="Verdana"/>
              </a:rPr>
              <a:t>Une unité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mesu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ant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us</a:t>
            </a:r>
            <a:endParaRPr sz="2400">
              <a:latin typeface="Verdana"/>
              <a:cs typeface="Verdana"/>
            </a:endParaRPr>
          </a:p>
          <a:p>
            <a:pPr marL="478790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479425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défau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à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co</a:t>
            </a:r>
            <a:r>
              <a:rPr sz="2400" spc="-2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20" dirty="0">
                <a:latin typeface="Verdana"/>
                <a:cs typeface="Verdana"/>
              </a:rPr>
              <a:t>iger</a:t>
            </a:r>
            <a:endParaRPr sz="2400">
              <a:latin typeface="Verdana"/>
              <a:cs typeface="Verdana"/>
            </a:endParaRPr>
          </a:p>
          <a:p>
            <a:pPr marL="478790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479425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ins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potentiel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spc="-20" dirty="0">
                <a:latin typeface="Verdana"/>
                <a:cs typeface="Verdana"/>
              </a:rPr>
              <a:t>g</a:t>
            </a:r>
            <a:r>
              <a:rPr sz="2400" spc="-15" dirty="0">
                <a:latin typeface="Verdana"/>
                <a:cs typeface="Verdana"/>
              </a:rPr>
              <a:t>n</a:t>
            </a:r>
            <a:r>
              <a:rPr sz="2400" spc="-20" dirty="0">
                <a:latin typeface="Verdana"/>
                <a:cs typeface="Verdana"/>
              </a:rPr>
              <a:t>if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spc="-20" dirty="0">
                <a:latin typeface="Verdana"/>
                <a:cs typeface="Verdana"/>
              </a:rPr>
              <a:t>ifs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80604" y="2421635"/>
            <a:ext cx="394716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35823" y="3794759"/>
            <a:ext cx="643127" cy="6416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51647" y="3197351"/>
            <a:ext cx="504444" cy="5196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80604" y="4625340"/>
            <a:ext cx="579120" cy="4632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08392" y="5228844"/>
            <a:ext cx="720851" cy="720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884583"/>
            <a:ext cx="321246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Business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740" y="1851630"/>
            <a:ext cx="2571115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20" dirty="0">
                <a:latin typeface="Verdana"/>
                <a:cs typeface="Verdana"/>
              </a:rPr>
              <a:t>Ecoute</a:t>
            </a:r>
            <a:r>
              <a:rPr sz="1800" dirty="0">
                <a:latin typeface="Verdana"/>
                <a:cs typeface="Verdana"/>
              </a:rPr>
              <a:t>z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 </a:t>
            </a:r>
            <a:r>
              <a:rPr sz="1800" spc="-15" dirty="0">
                <a:latin typeface="Verdana"/>
                <a:cs typeface="Verdana"/>
              </a:rPr>
              <a:t>Bus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4863" y="2890209"/>
            <a:ext cx="357251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spc="-5" dirty="0">
                <a:latin typeface="Verdana"/>
                <a:cs typeface="Verdana"/>
              </a:rPr>
              <a:t>As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spc="-5" dirty="0">
                <a:latin typeface="Verdana"/>
                <a:cs typeface="Verdana"/>
              </a:rPr>
              <a:t>u</a:t>
            </a:r>
            <a:r>
              <a:rPr sz="1400" b="1" spc="-10" dirty="0">
                <a:latin typeface="Verdana"/>
                <a:cs typeface="Verdana"/>
              </a:rPr>
              <a:t>r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5" dirty="0">
                <a:latin typeface="Verdana"/>
                <a:cs typeface="Verdana"/>
              </a:rPr>
              <a:t>z</a:t>
            </a:r>
            <a:r>
              <a:rPr sz="1400" b="1" spc="-5" dirty="0">
                <a:latin typeface="Verdana"/>
                <a:cs typeface="Verdana"/>
              </a:rPr>
              <a:t>-</a:t>
            </a:r>
            <a:r>
              <a:rPr sz="1400" b="1" dirty="0">
                <a:latin typeface="Verdana"/>
                <a:cs typeface="Verdana"/>
              </a:rPr>
              <a:t>v</a:t>
            </a:r>
            <a:r>
              <a:rPr sz="1400" b="1" spc="-5" dirty="0">
                <a:latin typeface="Verdana"/>
                <a:cs typeface="Verdana"/>
              </a:rPr>
              <a:t>ou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qu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la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rés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lu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n </a:t>
            </a:r>
            <a:r>
              <a:rPr sz="1400" spc="-5" dirty="0">
                <a:latin typeface="Verdana"/>
                <a:cs typeface="Verdana"/>
              </a:rPr>
              <a:t>du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3171" y="3316929"/>
            <a:ext cx="413194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prob</a:t>
            </a:r>
            <a:r>
              <a:rPr sz="1400" spc="1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ème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répond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à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10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ég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entrepr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4863" y="3786321"/>
            <a:ext cx="4358005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spc="-5" dirty="0">
                <a:latin typeface="Verdana"/>
                <a:cs typeface="Verdana"/>
              </a:rPr>
              <a:t>V</a:t>
            </a:r>
            <a:r>
              <a:rPr sz="1400" b="1" dirty="0">
                <a:latin typeface="Verdana"/>
                <a:cs typeface="Verdana"/>
              </a:rPr>
              <a:t>alidez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qu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les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gain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potent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générés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par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3171" y="4213422"/>
            <a:ext cx="390271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cette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réso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ut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sont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u="sng" dirty="0">
                <a:latin typeface="Verdana"/>
                <a:cs typeface="Verdana"/>
              </a:rPr>
              <a:t>s</a:t>
            </a:r>
            <a:r>
              <a:rPr sz="1400" u="sng" spc="5" dirty="0">
                <a:latin typeface="Verdana"/>
                <a:cs typeface="Verdana"/>
              </a:rPr>
              <a:t>i</a:t>
            </a:r>
            <a:r>
              <a:rPr sz="1400" u="sng" dirty="0">
                <a:latin typeface="Verdana"/>
                <a:cs typeface="Verdana"/>
              </a:rPr>
              <a:t>gn</a:t>
            </a:r>
            <a:r>
              <a:rPr sz="1400" u="sng" spc="5" dirty="0">
                <a:latin typeface="Verdana"/>
                <a:cs typeface="Verdana"/>
              </a:rPr>
              <a:t>i</a:t>
            </a:r>
            <a:r>
              <a:rPr sz="1400" u="sng" dirty="0">
                <a:latin typeface="Verdana"/>
                <a:cs typeface="Verdana"/>
              </a:rPr>
              <a:t>f</a:t>
            </a:r>
            <a:r>
              <a:rPr sz="1400" u="sng" spc="5" dirty="0">
                <a:latin typeface="Verdana"/>
                <a:cs typeface="Verdana"/>
              </a:rPr>
              <a:t>i</a:t>
            </a:r>
            <a:r>
              <a:rPr sz="1400" u="sng" spc="-15" dirty="0">
                <a:latin typeface="Verdana"/>
                <a:cs typeface="Verdana"/>
              </a:rPr>
              <a:t>c</a:t>
            </a:r>
            <a:r>
              <a:rPr sz="1400" u="sng" dirty="0">
                <a:latin typeface="Verdana"/>
                <a:cs typeface="Verdana"/>
              </a:rPr>
              <a:t>a</a:t>
            </a:r>
            <a:r>
              <a:rPr sz="1400" u="sng" spc="-10" dirty="0">
                <a:latin typeface="Verdana"/>
                <a:cs typeface="Verdana"/>
              </a:rPr>
              <a:t>t</a:t>
            </a:r>
            <a:r>
              <a:rPr sz="1400" u="sng" spc="-5" dirty="0">
                <a:latin typeface="Verdana"/>
                <a:cs typeface="Verdana"/>
              </a:rPr>
              <a:t>if</a:t>
            </a:r>
            <a:r>
              <a:rPr sz="1400" u="sng" dirty="0">
                <a:latin typeface="Verdana"/>
                <a:cs typeface="Verdana"/>
              </a:rPr>
              <a:t>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(not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3171" y="4640142"/>
            <a:ext cx="312039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4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etour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spc="-15" dirty="0">
                <a:latin typeface="Verdana"/>
                <a:cs typeface="Verdana"/>
              </a:rPr>
              <a:t>n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15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ement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ou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ROI</a:t>
            </a:r>
            <a:r>
              <a:rPr sz="1400" dirty="0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31975" y="2421635"/>
            <a:ext cx="2663952" cy="2663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95928" y="1022603"/>
            <a:ext cx="1590040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Voi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of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the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Busin</a:t>
            </a:r>
            <a:r>
              <a:rPr sz="1000" i="1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s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- </a:t>
            </a: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20" dirty="0">
                <a:latin typeface="Calibri"/>
                <a:cs typeface="Calibri"/>
              </a:rPr>
              <a:t>O</a:t>
            </a:r>
            <a:r>
              <a:rPr sz="1000" i="1" spc="-10" dirty="0">
                <a:latin typeface="Calibri"/>
                <a:cs typeface="Calibri"/>
              </a:rPr>
              <a:t>B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5274564"/>
            <a:ext cx="8569960" cy="746760"/>
          </a:xfrm>
          <a:custGeom>
            <a:avLst/>
            <a:gdLst/>
            <a:ahLst/>
            <a:cxnLst/>
            <a:rect l="l" t="t" r="r" b="b"/>
            <a:pathLst>
              <a:path w="8569960" h="746760">
                <a:moveTo>
                  <a:pt x="0" y="746760"/>
                </a:moveTo>
                <a:lnTo>
                  <a:pt x="8569452" y="746760"/>
                </a:lnTo>
                <a:lnTo>
                  <a:pt x="8569452" y="0"/>
                </a:lnTo>
                <a:lnTo>
                  <a:pt x="0" y="0"/>
                </a:lnTo>
                <a:lnTo>
                  <a:pt x="0" y="74676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8540" y="976023"/>
            <a:ext cx="8195309" cy="4857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821690" algn="l"/>
                <a:tab pos="1581785" algn="l"/>
                <a:tab pos="2074545" algn="l"/>
                <a:tab pos="3473450" algn="l"/>
                <a:tab pos="4523740" algn="l"/>
                <a:tab pos="4967605" algn="l"/>
                <a:tab pos="5956935" algn="l"/>
              </a:tabLst>
            </a:pP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	</a:t>
            </a:r>
            <a:r>
              <a:rPr sz="2000" b="1" spc="-10" dirty="0">
                <a:latin typeface="Verdana"/>
                <a:cs typeface="Verdana"/>
              </a:rPr>
              <a:t>V</a:t>
            </a:r>
            <a:r>
              <a:rPr sz="2000" b="1" dirty="0">
                <a:latin typeface="Verdana"/>
                <a:cs typeface="Verdana"/>
              </a:rPr>
              <a:t>oix	</a:t>
            </a:r>
            <a:r>
              <a:rPr sz="2000" b="1" spc="-1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u	Bu</a:t>
            </a:r>
            <a:r>
              <a:rPr sz="2000" b="1" spc="-10" dirty="0">
                <a:latin typeface="Verdana"/>
                <a:cs typeface="Verdana"/>
              </a:rPr>
              <a:t>s</a:t>
            </a:r>
            <a:r>
              <a:rPr sz="2000" b="1" dirty="0">
                <a:latin typeface="Verdana"/>
                <a:cs typeface="Verdana"/>
              </a:rPr>
              <a:t>ine</a:t>
            </a:r>
            <a:r>
              <a:rPr sz="2000" b="1" spc="-20" dirty="0">
                <a:latin typeface="Verdana"/>
                <a:cs typeface="Verdana"/>
              </a:rPr>
              <a:t>s</a:t>
            </a:r>
            <a:r>
              <a:rPr sz="2000" b="1" dirty="0">
                <a:latin typeface="Verdana"/>
                <a:cs typeface="Verdana"/>
              </a:rPr>
              <a:t>s	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t	</a:t>
            </a:r>
            <a:r>
              <a:rPr sz="2000" spc="-1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	</a:t>
            </a:r>
            <a:r>
              <a:rPr sz="2000" spc="-4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de</a:t>
            </a:r>
            <a:r>
              <a:rPr sz="2000" dirty="0">
                <a:latin typeface="Verdana"/>
                <a:cs typeface="Verdana"/>
              </a:rPr>
              <a:t>r	l’id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ntif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34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du</a:t>
            </a:r>
            <a:endParaRPr sz="2000">
              <a:latin typeface="Verdana"/>
              <a:cs typeface="Verdana"/>
            </a:endParaRPr>
          </a:p>
          <a:p>
            <a:pPr marL="3549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bl</a:t>
            </a:r>
            <a:r>
              <a:rPr sz="2000" spc="-2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me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Times New Roman"/>
              <a:cs typeface="Times New Roman"/>
            </a:endParaRPr>
          </a:p>
          <a:p>
            <a:pPr marL="1861185" lvl="1" indent="-46609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dirty="0">
                <a:latin typeface="Verdana"/>
                <a:cs typeface="Verdana"/>
              </a:rPr>
              <a:t>Une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spc="-5" dirty="0">
                <a:latin typeface="Verdana"/>
                <a:cs typeface="Verdana"/>
              </a:rPr>
              <a:t>blém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tiqu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nci</a:t>
            </a:r>
            <a:r>
              <a:rPr sz="2400" spc="-2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éc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f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cat</a:t>
            </a:r>
            <a:r>
              <a:rPr sz="2400" spc="-15" dirty="0">
                <a:latin typeface="Verdana"/>
                <a:cs typeface="Verdana"/>
              </a:rPr>
              <a:t>io</a:t>
            </a:r>
            <a:r>
              <a:rPr sz="2400" spc="-10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ie</a:t>
            </a:r>
            <a:r>
              <a:rPr sz="2400" spc="-15" dirty="0">
                <a:latin typeface="Verdana"/>
                <a:cs typeface="Verdana"/>
              </a:rPr>
              <a:t>nts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dirty="0">
                <a:latin typeface="Verdana"/>
                <a:cs typeface="Verdana"/>
              </a:rPr>
              <a:t>Une unité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mesu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ant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us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défau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à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co</a:t>
            </a:r>
            <a:r>
              <a:rPr sz="2400" spc="-2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20" dirty="0">
                <a:latin typeface="Verdana"/>
                <a:cs typeface="Verdana"/>
              </a:rPr>
              <a:t>iger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ins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potentiel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spc="-20" dirty="0">
                <a:latin typeface="Verdana"/>
                <a:cs typeface="Verdana"/>
              </a:rPr>
              <a:t>g</a:t>
            </a:r>
            <a:r>
              <a:rPr sz="2400" spc="-15" dirty="0">
                <a:latin typeface="Verdana"/>
                <a:cs typeface="Verdana"/>
              </a:rPr>
              <a:t>n</a:t>
            </a:r>
            <a:r>
              <a:rPr sz="2400" spc="-20" dirty="0">
                <a:latin typeface="Verdana"/>
                <a:cs typeface="Verdana"/>
              </a:rPr>
              <a:t>if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spc="-20" dirty="0">
                <a:latin typeface="Verdana"/>
                <a:cs typeface="Verdana"/>
              </a:rPr>
              <a:t>ifs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80604" y="2421635"/>
            <a:ext cx="394716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35823" y="3794759"/>
            <a:ext cx="643127" cy="6416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51647" y="3197351"/>
            <a:ext cx="504444" cy="5196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80604" y="4625340"/>
            <a:ext cx="579120" cy="4632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08392" y="5228844"/>
            <a:ext cx="720851" cy="720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1180872"/>
            <a:ext cx="344106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8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3147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ins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potentiels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6488" y="2686811"/>
            <a:ext cx="3139440" cy="2494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28313" y="2705349"/>
            <a:ext cx="4532630" cy="2520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1800" spc="-15" dirty="0">
                <a:latin typeface="Verdana"/>
                <a:cs typeface="Verdana"/>
              </a:rPr>
              <a:t>Quel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est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 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n pour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ntr</a:t>
            </a:r>
            <a:r>
              <a:rPr sz="1800" spc="-10" dirty="0">
                <a:latin typeface="Verdana"/>
                <a:cs typeface="Verdana"/>
              </a:rPr>
              <a:t>epr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se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marL="927100" marR="114300" lvl="1" indent="-457200">
              <a:lnSpc>
                <a:spcPct val="200000"/>
              </a:lnSpc>
              <a:spcBef>
                <a:spcPts val="1280"/>
              </a:spcBef>
              <a:buClr>
                <a:srgbClr val="EE3D42"/>
              </a:buClr>
              <a:buFont typeface="MS Gothic"/>
              <a:buChar char="➢"/>
              <a:tabLst>
                <a:tab pos="927735" algn="l"/>
              </a:tabLst>
            </a:pPr>
            <a:r>
              <a:rPr sz="1600" spc="-10" dirty="0">
                <a:latin typeface="Verdana"/>
                <a:cs typeface="Verdana"/>
              </a:rPr>
              <a:t>Gains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‘D</a:t>
            </a:r>
            <a:r>
              <a:rPr sz="1600" spc="-15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rec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s’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(Har</a:t>
            </a:r>
            <a:r>
              <a:rPr sz="1600" i="1" spc="-10" dirty="0">
                <a:latin typeface="Verdana"/>
                <a:cs typeface="Verdana"/>
              </a:rPr>
              <a:t>d</a:t>
            </a:r>
            <a:r>
              <a:rPr sz="1600" i="1" spc="10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Sa</a:t>
            </a:r>
            <a:r>
              <a:rPr sz="1600" i="1" spc="-5" dirty="0">
                <a:latin typeface="Verdana"/>
                <a:cs typeface="Verdana"/>
              </a:rPr>
              <a:t>v</a:t>
            </a:r>
            <a:r>
              <a:rPr sz="1600" i="1" spc="-10" dirty="0">
                <a:latin typeface="Verdana"/>
                <a:cs typeface="Verdana"/>
              </a:rPr>
              <a:t>ings)</a:t>
            </a:r>
            <a:r>
              <a:rPr sz="1600" i="1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=&gt;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é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ul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at,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Cash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</a:pPr>
            <a:endParaRPr sz="160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spcBef>
                <a:spcPts val="1280"/>
              </a:spcBef>
              <a:buClr>
                <a:srgbClr val="EE3D42"/>
              </a:buClr>
              <a:buFont typeface="MS Gothic"/>
              <a:buChar char="➢"/>
              <a:tabLst>
                <a:tab pos="927735" algn="l"/>
              </a:tabLst>
            </a:pPr>
            <a:r>
              <a:rPr sz="1600" spc="-15" dirty="0">
                <a:latin typeface="Verdana"/>
                <a:cs typeface="Verdana"/>
              </a:rPr>
              <a:t>Gai</a:t>
            </a:r>
            <a:r>
              <a:rPr sz="1600" spc="-10" dirty="0">
                <a:latin typeface="Verdana"/>
                <a:cs typeface="Verdana"/>
              </a:rPr>
              <a:t>ns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‘</a:t>
            </a:r>
            <a:r>
              <a:rPr sz="1600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nd</a:t>
            </a:r>
            <a:r>
              <a:rPr sz="1600" spc="-15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re</a:t>
            </a:r>
            <a:r>
              <a:rPr sz="1600" spc="-20" dirty="0">
                <a:latin typeface="Verdana"/>
                <a:cs typeface="Verdana"/>
              </a:rPr>
              <a:t>ct</a:t>
            </a:r>
            <a:r>
              <a:rPr sz="1600" spc="-10" dirty="0">
                <a:latin typeface="Verdana"/>
                <a:cs typeface="Verdana"/>
              </a:rPr>
              <a:t>s’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i="1" spc="-20" dirty="0">
                <a:latin typeface="Verdana"/>
                <a:cs typeface="Verdana"/>
              </a:rPr>
              <a:t>(</a:t>
            </a:r>
            <a:r>
              <a:rPr sz="1600" i="1" spc="-10" dirty="0">
                <a:latin typeface="Verdana"/>
                <a:cs typeface="Verdana"/>
              </a:rPr>
              <a:t>Soft</a:t>
            </a:r>
            <a:r>
              <a:rPr sz="1600" i="1" spc="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Sav</a:t>
            </a:r>
            <a:r>
              <a:rPr sz="1600" i="1" dirty="0">
                <a:latin typeface="Verdana"/>
                <a:cs typeface="Verdana"/>
              </a:rPr>
              <a:t>i</a:t>
            </a:r>
            <a:r>
              <a:rPr sz="1600" i="1" spc="-10" dirty="0">
                <a:latin typeface="Verdana"/>
                <a:cs typeface="Verdana"/>
              </a:rPr>
              <a:t>ng</a:t>
            </a:r>
            <a:r>
              <a:rPr sz="1600" i="1" spc="-20" dirty="0">
                <a:latin typeface="Verdana"/>
                <a:cs typeface="Verdana"/>
              </a:rPr>
              <a:t>s</a:t>
            </a:r>
            <a:r>
              <a:rPr sz="1600" i="1" spc="-10" dirty="0">
                <a:latin typeface="Verdana"/>
                <a:cs typeface="Verdana"/>
              </a:rPr>
              <a:t>)</a:t>
            </a:r>
            <a:r>
              <a:rPr sz="1600" i="1" spc="3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=&gt;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4"/>
              </a:spcBef>
            </a:pPr>
            <a:endParaRPr sz="165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sa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i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fac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ion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15" dirty="0">
                <a:latin typeface="Verdana"/>
                <a:cs typeface="Verdana"/>
              </a:rPr>
              <a:t>l</a:t>
            </a:r>
            <a:r>
              <a:rPr sz="1600" spc="-5" dirty="0">
                <a:latin typeface="Verdana"/>
                <a:cs typeface="Verdana"/>
              </a:rPr>
              <a:t>i</a:t>
            </a:r>
            <a:r>
              <a:rPr sz="1600" spc="-15" dirty="0">
                <a:latin typeface="Verdana"/>
                <a:cs typeface="Verdana"/>
              </a:rPr>
              <a:t>en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…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95928" y="1336547"/>
            <a:ext cx="972819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Pot</a:t>
            </a:r>
            <a:r>
              <a:rPr sz="1000" i="1" dirty="0">
                <a:latin typeface="Calibri"/>
                <a:cs typeface="Calibri"/>
              </a:rPr>
              <a:t>e</a:t>
            </a:r>
            <a:r>
              <a:rPr sz="1000" i="1" spc="-5" dirty="0">
                <a:latin typeface="Calibri"/>
                <a:cs typeface="Calibri"/>
              </a:rPr>
              <a:t>ntial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G</a:t>
            </a:r>
            <a:r>
              <a:rPr sz="1000" i="1" spc="-5" dirty="0">
                <a:latin typeface="Calibri"/>
                <a:cs typeface="Calibri"/>
              </a:rPr>
              <a:t>ains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420361" y="321463"/>
            <a:ext cx="44437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Sp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</a:t>
            </a:r>
            <a:r>
              <a:rPr sz="2000" spc="-10" dirty="0">
                <a:latin typeface="Verdana"/>
                <a:cs typeface="Verdana"/>
              </a:rPr>
              <a:t>je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288" y="1279262"/>
            <a:ext cx="4329430" cy="465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4285"/>
              </a:lnSpc>
              <a:buClr>
                <a:srgbClr val="EE3D42"/>
              </a:buClr>
              <a:buFont typeface="MS Gothic"/>
              <a:buChar char="▪"/>
              <a:tabLst>
                <a:tab pos="356235" algn="l"/>
              </a:tabLst>
            </a:pPr>
            <a:r>
              <a:rPr sz="3600" spc="-30" dirty="0">
                <a:latin typeface="Verdana"/>
                <a:cs typeface="Verdana"/>
              </a:rPr>
              <a:t>Quelqu</a:t>
            </a:r>
            <a:r>
              <a:rPr sz="3600" spc="-25" dirty="0">
                <a:latin typeface="Verdana"/>
                <a:cs typeface="Verdana"/>
              </a:rPr>
              <a:t>es</a:t>
            </a:r>
            <a:r>
              <a:rPr sz="3600" spc="-15" dirty="0">
                <a:latin typeface="Verdana"/>
                <a:cs typeface="Verdana"/>
              </a:rPr>
              <a:t> </a:t>
            </a:r>
            <a:r>
              <a:rPr sz="3600" spc="-85" dirty="0">
                <a:latin typeface="Verdana"/>
                <a:cs typeface="Verdana"/>
              </a:rPr>
              <a:t>r</a:t>
            </a:r>
            <a:r>
              <a:rPr sz="3600" spc="-20" dirty="0">
                <a:latin typeface="Verdana"/>
                <a:cs typeface="Verdana"/>
              </a:rPr>
              <a:t>appels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4793" y="2214311"/>
            <a:ext cx="4553585" cy="414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9750" indent="-527050">
              <a:lnSpc>
                <a:spcPts val="3810"/>
              </a:lnSpc>
              <a:buClr>
                <a:srgbClr val="EE3D42"/>
              </a:buClr>
              <a:buFont typeface="MS Gothic"/>
              <a:buChar char="✓"/>
              <a:tabLst>
                <a:tab pos="540385" algn="l"/>
              </a:tabLst>
            </a:pPr>
            <a:r>
              <a:rPr sz="3200" dirty="0">
                <a:latin typeface="Verdana"/>
                <a:cs typeface="Verdana"/>
              </a:rPr>
              <a:t>Le Chiffre</a:t>
            </a:r>
            <a:r>
              <a:rPr sz="3200" spc="-1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d</a:t>
            </a:r>
            <a:r>
              <a:rPr sz="3200" spc="-160" dirty="0">
                <a:latin typeface="Verdana"/>
                <a:cs typeface="Verdana"/>
              </a:rPr>
              <a:t>’</a:t>
            </a:r>
            <a:r>
              <a:rPr sz="3200" dirty="0">
                <a:latin typeface="Verdana"/>
                <a:cs typeface="Verdana"/>
              </a:rPr>
              <a:t>Affaires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4793" y="3030415"/>
            <a:ext cx="242443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9750" indent="-52705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540385" algn="l"/>
              </a:tabLst>
            </a:pPr>
            <a:r>
              <a:rPr sz="3200" dirty="0">
                <a:latin typeface="Verdana"/>
                <a:cs typeface="Verdana"/>
              </a:rPr>
              <a:t>La M</a:t>
            </a:r>
            <a:r>
              <a:rPr sz="3200" spc="-15" dirty="0">
                <a:latin typeface="Verdana"/>
                <a:cs typeface="Verdana"/>
              </a:rPr>
              <a:t>a</a:t>
            </a:r>
            <a:r>
              <a:rPr sz="3200" dirty="0">
                <a:latin typeface="Verdana"/>
                <a:cs typeface="Verdana"/>
              </a:rPr>
              <a:t>rge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793" y="3859977"/>
            <a:ext cx="289750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9750" indent="-52705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540385" algn="l"/>
              </a:tabLst>
            </a:pPr>
            <a:r>
              <a:rPr sz="3200" dirty="0">
                <a:latin typeface="Verdana"/>
                <a:cs typeface="Verdana"/>
              </a:rPr>
              <a:t>Le Bénéfice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4793" y="4689287"/>
            <a:ext cx="319849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9750" indent="-52705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540385" algn="l"/>
              </a:tabLst>
            </a:pPr>
            <a:r>
              <a:rPr sz="3200" dirty="0">
                <a:latin typeface="Verdana"/>
                <a:cs typeface="Verdana"/>
              </a:rPr>
              <a:t>La </a:t>
            </a:r>
            <a:r>
              <a:rPr sz="3200" spc="-310" dirty="0">
                <a:latin typeface="Verdana"/>
                <a:cs typeface="Verdana"/>
              </a:rPr>
              <a:t>T</a:t>
            </a:r>
            <a:r>
              <a:rPr sz="3200" dirty="0">
                <a:latin typeface="Verdana"/>
                <a:cs typeface="Verdana"/>
              </a:rPr>
              <a:t>résorerie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5459" y="2276855"/>
            <a:ext cx="65087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T</a:t>
            </a:r>
            <a:r>
              <a:rPr sz="1000" i="1" spc="-10" dirty="0">
                <a:latin typeface="Calibri"/>
                <a:cs typeface="Calibri"/>
              </a:rPr>
              <a:t>u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nover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64635" y="3110483"/>
            <a:ext cx="87947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Gr</a:t>
            </a:r>
            <a:r>
              <a:rPr sz="1000" i="1" spc="-10" dirty="0">
                <a:latin typeface="Calibri"/>
                <a:cs typeface="Calibri"/>
              </a:rPr>
              <a:t>os</a:t>
            </a:r>
            <a:r>
              <a:rPr sz="1000" i="1" spc="-5" dirty="0">
                <a:latin typeface="Calibri"/>
                <a:cs typeface="Calibri"/>
              </a:rPr>
              <a:t>s </a:t>
            </a:r>
            <a:r>
              <a:rPr sz="1000" i="1" spc="-10" dirty="0">
                <a:latin typeface="Calibri"/>
                <a:cs typeface="Calibri"/>
              </a:rPr>
              <a:t>Ma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gin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03547" y="3927347"/>
            <a:ext cx="1080770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EBIT</a:t>
            </a:r>
            <a:r>
              <a:rPr sz="1000" i="1" spc="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or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Net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Prof</a:t>
            </a:r>
            <a:r>
              <a:rPr sz="1000" i="1" spc="-5" dirty="0">
                <a:latin typeface="Calibri"/>
                <a:cs typeface="Calibri"/>
              </a:rPr>
              <a:t>it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83964" y="4744211"/>
            <a:ext cx="433070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ash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72155" y="1412747"/>
            <a:ext cx="1828800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249" y="1784886"/>
            <a:ext cx="1161042" cy="11884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24680">
              <a:lnSpc>
                <a:spcPct val="100000"/>
              </a:lnSpc>
            </a:pPr>
            <a:r>
              <a:rPr sz="2400" b="0" spc="-5" dirty="0">
                <a:latin typeface="Calibri"/>
                <a:cs typeface="Calibri"/>
              </a:rPr>
              <a:t>Sp</a:t>
            </a:r>
            <a:r>
              <a:rPr sz="2400" b="0" spc="5" dirty="0">
                <a:latin typeface="Calibri"/>
                <a:cs typeface="Calibri"/>
              </a:rPr>
              <a:t>é</a:t>
            </a:r>
            <a:r>
              <a:rPr sz="2400" b="0" dirty="0">
                <a:latin typeface="Calibri"/>
                <a:cs typeface="Calibri"/>
              </a:rPr>
              <a:t>cifi</a:t>
            </a:r>
            <a:r>
              <a:rPr sz="2400" b="0" spc="5" dirty="0">
                <a:latin typeface="Calibri"/>
                <a:cs typeface="Calibri"/>
              </a:rPr>
              <a:t>e</a:t>
            </a:r>
            <a:r>
              <a:rPr sz="2400" b="0" spc="-10" dirty="0">
                <a:latin typeface="Calibri"/>
                <a:cs typeface="Calibri"/>
              </a:rPr>
              <a:t>r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u</a:t>
            </a:r>
            <a:r>
              <a:rPr sz="2400" b="0" dirty="0">
                <a:latin typeface="Calibri"/>
                <a:cs typeface="Calibri"/>
              </a:rPr>
              <a:t>n </a:t>
            </a:r>
            <a:r>
              <a:rPr sz="2400" b="0" spc="-25" dirty="0">
                <a:latin typeface="Calibri"/>
                <a:cs typeface="Calibri"/>
              </a:rPr>
              <a:t>P</a:t>
            </a:r>
            <a:r>
              <a:rPr sz="2400" b="0" spc="-45" dirty="0">
                <a:latin typeface="Calibri"/>
                <a:cs typeface="Calibri"/>
              </a:rPr>
              <a:t>r</a:t>
            </a:r>
            <a:r>
              <a:rPr sz="2400" b="0" spc="-5" dirty="0">
                <a:latin typeface="Calibri"/>
                <a:cs typeface="Calibri"/>
              </a:rPr>
              <a:t>oj</a:t>
            </a:r>
            <a:r>
              <a:rPr sz="2400" b="0" spc="-10" dirty="0">
                <a:latin typeface="Calibri"/>
                <a:cs typeface="Calibri"/>
              </a:rPr>
              <a:t>et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20" dirty="0">
                <a:latin typeface="Calibri"/>
                <a:cs typeface="Calibri"/>
              </a:rPr>
              <a:t>Le</a:t>
            </a:r>
            <a:r>
              <a:rPr sz="2400" b="0" spc="-10" dirty="0">
                <a:latin typeface="Calibri"/>
                <a:cs typeface="Calibri"/>
              </a:rPr>
              <a:t>a</a:t>
            </a:r>
            <a:r>
              <a:rPr sz="2400" b="0" dirty="0">
                <a:latin typeface="Calibri"/>
                <a:cs typeface="Calibri"/>
              </a:rPr>
              <a:t>n</a:t>
            </a:r>
            <a:r>
              <a:rPr sz="2400" b="0" spc="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</a:t>
            </a:r>
            <a:r>
              <a:rPr sz="2400" b="0" dirty="0">
                <a:latin typeface="Calibri"/>
                <a:cs typeface="Calibri"/>
              </a:rPr>
              <a:t>x</a:t>
            </a:r>
            <a:r>
              <a:rPr sz="2400" b="0" spc="-20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Sigma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288" y="884583"/>
            <a:ext cx="438150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dirty="0">
                <a:latin typeface="Verdana"/>
                <a:cs typeface="Verdana"/>
              </a:rPr>
              <a:t>Le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n’est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gal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 </a:t>
            </a:r>
            <a:r>
              <a:rPr sz="2000" spc="-10" dirty="0">
                <a:latin typeface="Verdana"/>
                <a:cs typeface="Verdana"/>
              </a:rPr>
              <a:t>la </a:t>
            </a:r>
            <a:r>
              <a:rPr sz="2000" dirty="0">
                <a:latin typeface="Verdana"/>
                <a:cs typeface="Verdana"/>
              </a:rPr>
              <a:t>Marge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27988" y="1786127"/>
            <a:ext cx="1143000" cy="1143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55748" y="4975859"/>
            <a:ext cx="725424" cy="1167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85488" y="3011423"/>
            <a:ext cx="2241804" cy="22418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42872" y="4997196"/>
            <a:ext cx="858012" cy="11673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4805" y="5001005"/>
            <a:ext cx="5815965" cy="10795"/>
          </a:xfrm>
          <a:custGeom>
            <a:avLst/>
            <a:gdLst/>
            <a:ahLst/>
            <a:cxnLst/>
            <a:rect l="l" t="t" r="r" b="b"/>
            <a:pathLst>
              <a:path w="5815965" h="10795">
                <a:moveTo>
                  <a:pt x="0" y="10795"/>
                </a:moveTo>
                <a:lnTo>
                  <a:pt x="5815711" y="0"/>
                </a:lnTo>
              </a:path>
            </a:pathLst>
          </a:custGeom>
          <a:ln w="2895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8871" y="4783775"/>
            <a:ext cx="60452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Verdana"/>
                <a:cs typeface="Verdana"/>
              </a:rPr>
              <a:t>0€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88136" y="2209787"/>
            <a:ext cx="1506474" cy="78563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37792" y="2300601"/>
            <a:ext cx="7562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A</a:t>
            </a:r>
            <a:r>
              <a:rPr sz="1800" b="1" spc="-10" dirty="0">
                <a:latin typeface="Verdana"/>
                <a:cs typeface="Verdana"/>
              </a:rPr>
              <a:t>c</a:t>
            </a:r>
            <a:r>
              <a:rPr sz="1800" b="1" spc="-20" dirty="0">
                <a:latin typeface="Verdana"/>
                <a:cs typeface="Verdana"/>
              </a:rPr>
              <a:t>hat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85872" y="2535923"/>
            <a:ext cx="1506474" cy="7856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26129" y="2627371"/>
            <a:ext cx="77152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Verdana"/>
                <a:cs typeface="Verdana"/>
              </a:rPr>
              <a:t>V</a:t>
            </a:r>
            <a:r>
              <a:rPr sz="1800" b="1" spc="-10" dirty="0">
                <a:latin typeface="Verdana"/>
                <a:cs typeface="Verdana"/>
              </a:rPr>
              <a:t>e</a:t>
            </a:r>
            <a:r>
              <a:rPr sz="1800" b="1" spc="-5" dirty="0">
                <a:latin typeface="Verdana"/>
                <a:cs typeface="Verdana"/>
              </a:rPr>
              <a:t>nte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60164" y="2189975"/>
            <a:ext cx="1648206" cy="63933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854702" y="2258226"/>
            <a:ext cx="10083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Verdana"/>
                <a:cs typeface="Verdana"/>
              </a:rPr>
              <a:t>Fa</a:t>
            </a:r>
            <a:r>
              <a:rPr sz="1200" b="1" dirty="0">
                <a:latin typeface="Verdana"/>
                <a:cs typeface="Verdana"/>
              </a:rPr>
              <a:t>c</a:t>
            </a:r>
            <a:r>
              <a:rPr sz="1200" b="1" spc="-10" dirty="0">
                <a:latin typeface="Verdana"/>
                <a:cs typeface="Verdana"/>
              </a:rPr>
              <a:t>t</a:t>
            </a:r>
            <a:r>
              <a:rPr sz="1200" b="1" spc="-5" dirty="0">
                <a:latin typeface="Verdana"/>
                <a:cs typeface="Verdana"/>
              </a:rPr>
              <a:t>ur</a:t>
            </a:r>
            <a:r>
              <a:rPr sz="1200" b="1" dirty="0">
                <a:latin typeface="Verdana"/>
                <a:cs typeface="Verdana"/>
              </a:rPr>
              <a:t>a</a:t>
            </a:r>
            <a:r>
              <a:rPr sz="1200" b="1" spc="-10" dirty="0">
                <a:latin typeface="Verdana"/>
                <a:cs typeface="Verdana"/>
              </a:rPr>
              <a:t>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70626" y="3429761"/>
            <a:ext cx="803275" cy="1643380"/>
          </a:xfrm>
          <a:custGeom>
            <a:avLst/>
            <a:gdLst/>
            <a:ahLst/>
            <a:cxnLst/>
            <a:rect l="l" t="t" r="r" b="b"/>
            <a:pathLst>
              <a:path w="803275" h="1643379">
                <a:moveTo>
                  <a:pt x="0" y="1642872"/>
                </a:moveTo>
                <a:lnTo>
                  <a:pt x="803148" y="1642872"/>
                </a:lnTo>
                <a:lnTo>
                  <a:pt x="803148" y="0"/>
                </a:lnTo>
                <a:lnTo>
                  <a:pt x="0" y="0"/>
                </a:lnTo>
                <a:lnTo>
                  <a:pt x="0" y="1642872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02983" y="3215767"/>
            <a:ext cx="696595" cy="1099820"/>
          </a:xfrm>
          <a:custGeom>
            <a:avLst/>
            <a:gdLst/>
            <a:ahLst/>
            <a:cxnLst/>
            <a:rect l="l" t="t" r="r" b="b"/>
            <a:pathLst>
              <a:path w="696595" h="1099820">
                <a:moveTo>
                  <a:pt x="696341" y="0"/>
                </a:moveTo>
                <a:lnTo>
                  <a:pt x="0" y="109982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430261" y="3001517"/>
            <a:ext cx="1571625" cy="11430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3195">
              <a:lnSpc>
                <a:spcPct val="100000"/>
              </a:lnSpc>
            </a:pPr>
            <a:r>
              <a:rPr sz="2400" b="1" dirty="0">
                <a:latin typeface="Verdana"/>
                <a:cs typeface="Verdana"/>
              </a:rPr>
              <a:t>MARGE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4259" y="1714500"/>
            <a:ext cx="1825752" cy="1520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24680">
              <a:lnSpc>
                <a:spcPct val="100000"/>
              </a:lnSpc>
            </a:pPr>
            <a:r>
              <a:rPr sz="2400" b="0" spc="-5" dirty="0">
                <a:latin typeface="Calibri"/>
                <a:cs typeface="Calibri"/>
              </a:rPr>
              <a:t>Sp</a:t>
            </a:r>
            <a:r>
              <a:rPr sz="2400" b="0" spc="5" dirty="0">
                <a:latin typeface="Calibri"/>
                <a:cs typeface="Calibri"/>
              </a:rPr>
              <a:t>é</a:t>
            </a:r>
            <a:r>
              <a:rPr sz="2400" b="0" dirty="0">
                <a:latin typeface="Calibri"/>
                <a:cs typeface="Calibri"/>
              </a:rPr>
              <a:t>cifi</a:t>
            </a:r>
            <a:r>
              <a:rPr sz="2400" b="0" spc="5" dirty="0">
                <a:latin typeface="Calibri"/>
                <a:cs typeface="Calibri"/>
              </a:rPr>
              <a:t>e</a:t>
            </a:r>
            <a:r>
              <a:rPr sz="2400" b="0" spc="-10" dirty="0">
                <a:latin typeface="Calibri"/>
                <a:cs typeface="Calibri"/>
              </a:rPr>
              <a:t>r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u</a:t>
            </a:r>
            <a:r>
              <a:rPr sz="2400" b="0" dirty="0">
                <a:latin typeface="Calibri"/>
                <a:cs typeface="Calibri"/>
              </a:rPr>
              <a:t>n </a:t>
            </a:r>
            <a:r>
              <a:rPr sz="2400" b="0" spc="-25" dirty="0">
                <a:latin typeface="Calibri"/>
                <a:cs typeface="Calibri"/>
              </a:rPr>
              <a:t>P</a:t>
            </a:r>
            <a:r>
              <a:rPr sz="2400" b="0" spc="-45" dirty="0">
                <a:latin typeface="Calibri"/>
                <a:cs typeface="Calibri"/>
              </a:rPr>
              <a:t>r</a:t>
            </a:r>
            <a:r>
              <a:rPr sz="2400" b="0" spc="-5" dirty="0">
                <a:latin typeface="Calibri"/>
                <a:cs typeface="Calibri"/>
              </a:rPr>
              <a:t>oj</a:t>
            </a:r>
            <a:r>
              <a:rPr sz="2400" b="0" spc="-10" dirty="0">
                <a:latin typeface="Calibri"/>
                <a:cs typeface="Calibri"/>
              </a:rPr>
              <a:t>et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20" dirty="0">
                <a:latin typeface="Calibri"/>
                <a:cs typeface="Calibri"/>
              </a:rPr>
              <a:t>Le</a:t>
            </a:r>
            <a:r>
              <a:rPr sz="2400" b="0" spc="-10" dirty="0">
                <a:latin typeface="Calibri"/>
                <a:cs typeface="Calibri"/>
              </a:rPr>
              <a:t>a</a:t>
            </a:r>
            <a:r>
              <a:rPr sz="2400" b="0" dirty="0">
                <a:latin typeface="Calibri"/>
                <a:cs typeface="Calibri"/>
              </a:rPr>
              <a:t>n</a:t>
            </a:r>
            <a:r>
              <a:rPr sz="2400" b="0" spc="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</a:t>
            </a:r>
            <a:r>
              <a:rPr sz="2400" b="0" dirty="0">
                <a:latin typeface="Calibri"/>
                <a:cs typeface="Calibri"/>
              </a:rPr>
              <a:t>x</a:t>
            </a:r>
            <a:r>
              <a:rPr sz="2400" b="0" spc="-20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Sigma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288" y="929033"/>
            <a:ext cx="510921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dirty="0">
                <a:latin typeface="Verdana"/>
                <a:cs typeface="Verdana"/>
              </a:rPr>
              <a:t>La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ge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n’e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é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le au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Bé</a:t>
            </a:r>
            <a:r>
              <a:rPr sz="2000" dirty="0">
                <a:latin typeface="Verdana"/>
                <a:cs typeface="Verdana"/>
              </a:rPr>
              <a:t>néf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42872" y="1571244"/>
            <a:ext cx="742188" cy="15011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03191" y="4975859"/>
            <a:ext cx="725424" cy="11673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14805" y="5001005"/>
            <a:ext cx="5815965" cy="10795"/>
          </a:xfrm>
          <a:custGeom>
            <a:avLst/>
            <a:gdLst/>
            <a:ahLst/>
            <a:cxnLst/>
            <a:rect l="l" t="t" r="r" b="b"/>
            <a:pathLst>
              <a:path w="5815965" h="10795">
                <a:moveTo>
                  <a:pt x="0" y="10795"/>
                </a:moveTo>
                <a:lnTo>
                  <a:pt x="5815711" y="0"/>
                </a:lnTo>
              </a:path>
            </a:pathLst>
          </a:custGeom>
          <a:ln w="2895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6783" y="4801870"/>
            <a:ext cx="4889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spc="-5" dirty="0">
                <a:latin typeface="Calibri"/>
                <a:cs typeface="Calibri"/>
              </a:rPr>
              <a:t>0€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88136" y="2208263"/>
            <a:ext cx="1506474" cy="7856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40839" y="2304542"/>
            <a:ext cx="7473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MA</a:t>
            </a:r>
            <a:r>
              <a:rPr sz="1800" b="1" spc="-35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02407" y="2194560"/>
            <a:ext cx="3577590" cy="7840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44773" y="2289708"/>
            <a:ext cx="264033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ha</a:t>
            </a:r>
            <a:r>
              <a:rPr sz="1800" b="1" spc="-30" dirty="0">
                <a:latin typeface="Calibri"/>
                <a:cs typeface="Calibri"/>
              </a:rPr>
              <a:t>rg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ctio</a:t>
            </a:r>
            <a:r>
              <a:rPr sz="1800" b="1" spc="1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ne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42872" y="3500628"/>
            <a:ext cx="742188" cy="1499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14871" y="4072128"/>
            <a:ext cx="742187" cy="8473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85153" y="4001261"/>
            <a:ext cx="803275" cy="1071880"/>
          </a:xfrm>
          <a:custGeom>
            <a:avLst/>
            <a:gdLst/>
            <a:ahLst/>
            <a:cxnLst/>
            <a:rect l="l" t="t" r="r" b="b"/>
            <a:pathLst>
              <a:path w="803275" h="1071879">
                <a:moveTo>
                  <a:pt x="0" y="1071371"/>
                </a:moveTo>
                <a:lnTo>
                  <a:pt x="803148" y="1071371"/>
                </a:lnTo>
                <a:lnTo>
                  <a:pt x="803148" y="0"/>
                </a:lnTo>
                <a:lnTo>
                  <a:pt x="0" y="0"/>
                </a:lnTo>
                <a:lnTo>
                  <a:pt x="0" y="107137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82714" y="3215767"/>
            <a:ext cx="316865" cy="1184275"/>
          </a:xfrm>
          <a:custGeom>
            <a:avLst/>
            <a:gdLst/>
            <a:ahLst/>
            <a:cxnLst/>
            <a:rect l="l" t="t" r="r" b="b"/>
            <a:pathLst>
              <a:path w="316865" h="1184275">
                <a:moveTo>
                  <a:pt x="316610" y="0"/>
                </a:moveTo>
                <a:lnTo>
                  <a:pt x="0" y="118414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30261" y="3001517"/>
            <a:ext cx="1571625" cy="11430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ct val="100000"/>
              </a:lnSpc>
            </a:pPr>
            <a:r>
              <a:rPr sz="2400" b="1" spc="-15" dirty="0">
                <a:latin typeface="Calibri"/>
                <a:cs typeface="Calibri"/>
              </a:rPr>
              <a:t>BEN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FICE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2875" y="3000755"/>
            <a:ext cx="742188" cy="847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24680">
              <a:lnSpc>
                <a:spcPct val="100000"/>
              </a:lnSpc>
            </a:pPr>
            <a:r>
              <a:rPr sz="2400" b="0" spc="-5" dirty="0">
                <a:latin typeface="Calibri"/>
                <a:cs typeface="Calibri"/>
              </a:rPr>
              <a:t>Sp</a:t>
            </a:r>
            <a:r>
              <a:rPr sz="2400" b="0" spc="5" dirty="0">
                <a:latin typeface="Calibri"/>
                <a:cs typeface="Calibri"/>
              </a:rPr>
              <a:t>é</a:t>
            </a:r>
            <a:r>
              <a:rPr sz="2400" b="0" dirty="0">
                <a:latin typeface="Calibri"/>
                <a:cs typeface="Calibri"/>
              </a:rPr>
              <a:t>cifi</a:t>
            </a:r>
            <a:r>
              <a:rPr sz="2400" b="0" spc="5" dirty="0">
                <a:latin typeface="Calibri"/>
                <a:cs typeface="Calibri"/>
              </a:rPr>
              <a:t>e</a:t>
            </a:r>
            <a:r>
              <a:rPr sz="2400" b="0" spc="-10" dirty="0">
                <a:latin typeface="Calibri"/>
                <a:cs typeface="Calibri"/>
              </a:rPr>
              <a:t>r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u</a:t>
            </a:r>
            <a:r>
              <a:rPr sz="2400" b="0" dirty="0">
                <a:latin typeface="Calibri"/>
                <a:cs typeface="Calibri"/>
              </a:rPr>
              <a:t>n </a:t>
            </a:r>
            <a:r>
              <a:rPr sz="2400" b="0" spc="-25" dirty="0">
                <a:latin typeface="Calibri"/>
                <a:cs typeface="Calibri"/>
              </a:rPr>
              <a:t>P</a:t>
            </a:r>
            <a:r>
              <a:rPr sz="2400" b="0" spc="-45" dirty="0">
                <a:latin typeface="Calibri"/>
                <a:cs typeface="Calibri"/>
              </a:rPr>
              <a:t>r</a:t>
            </a:r>
            <a:r>
              <a:rPr sz="2400" b="0" spc="-5" dirty="0">
                <a:latin typeface="Calibri"/>
                <a:cs typeface="Calibri"/>
              </a:rPr>
              <a:t>oj</a:t>
            </a:r>
            <a:r>
              <a:rPr sz="2400" b="0" spc="-10" dirty="0">
                <a:latin typeface="Calibri"/>
                <a:cs typeface="Calibri"/>
              </a:rPr>
              <a:t>et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20" dirty="0">
                <a:latin typeface="Calibri"/>
                <a:cs typeface="Calibri"/>
              </a:rPr>
              <a:t>Le</a:t>
            </a:r>
            <a:r>
              <a:rPr sz="2400" b="0" spc="-10" dirty="0">
                <a:latin typeface="Calibri"/>
                <a:cs typeface="Calibri"/>
              </a:rPr>
              <a:t>a</a:t>
            </a:r>
            <a:r>
              <a:rPr sz="2400" b="0" dirty="0">
                <a:latin typeface="Calibri"/>
                <a:cs typeface="Calibri"/>
              </a:rPr>
              <a:t>n</a:t>
            </a:r>
            <a:r>
              <a:rPr sz="2400" b="0" spc="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</a:t>
            </a:r>
            <a:r>
              <a:rPr sz="2400" b="0" dirty="0">
                <a:latin typeface="Calibri"/>
                <a:cs typeface="Calibri"/>
              </a:rPr>
              <a:t>x</a:t>
            </a:r>
            <a:r>
              <a:rPr sz="2400" b="0" spc="-20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Sigma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288" y="963189"/>
            <a:ext cx="558863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dirty="0">
                <a:latin typeface="Verdana"/>
                <a:cs typeface="Verdana"/>
              </a:rPr>
              <a:t>Le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Bé</a:t>
            </a:r>
            <a:r>
              <a:rPr sz="2000" dirty="0">
                <a:latin typeface="Verdana"/>
                <a:cs typeface="Verdana"/>
              </a:rPr>
              <a:t>néfice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n’est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gal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 </a:t>
            </a:r>
            <a:r>
              <a:rPr sz="2000" spc="-10" dirty="0">
                <a:latin typeface="Verdana"/>
                <a:cs typeface="Verdana"/>
              </a:rPr>
              <a:t>la </a:t>
            </a:r>
            <a:r>
              <a:rPr sz="2000" spc="-190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so</a:t>
            </a:r>
            <a:r>
              <a:rPr sz="2000" spc="-10" dirty="0">
                <a:latin typeface="Verdana"/>
                <a:cs typeface="Verdana"/>
              </a:rPr>
              <a:t>rer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72255" y="3142488"/>
            <a:ext cx="1143000" cy="1144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9663" y="3878567"/>
            <a:ext cx="1504950" cy="6393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8664" y="3947707"/>
            <a:ext cx="87503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latin typeface="Verdana"/>
                <a:cs typeface="Verdana"/>
              </a:rPr>
              <a:t>B</a:t>
            </a:r>
            <a:r>
              <a:rPr sz="1200" b="1" spc="-20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NEFI</a:t>
            </a:r>
            <a:r>
              <a:rPr sz="1200" b="1" spc="-15" dirty="0">
                <a:latin typeface="Verdana"/>
                <a:cs typeface="Verdana"/>
              </a:rPr>
              <a:t>C</a:t>
            </a:r>
            <a:r>
              <a:rPr sz="1200" b="1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73011" y="3072383"/>
            <a:ext cx="1327403" cy="1327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00755" y="3142488"/>
            <a:ext cx="500380" cy="1144905"/>
          </a:xfrm>
          <a:custGeom>
            <a:avLst/>
            <a:gdLst/>
            <a:ahLst/>
            <a:cxnLst/>
            <a:rect l="l" t="t" r="r" b="b"/>
            <a:pathLst>
              <a:path w="500379" h="1144904">
                <a:moveTo>
                  <a:pt x="499872" y="894588"/>
                </a:moveTo>
                <a:lnTo>
                  <a:pt x="0" y="894588"/>
                </a:lnTo>
                <a:lnTo>
                  <a:pt x="249936" y="1144524"/>
                </a:lnTo>
                <a:lnTo>
                  <a:pt x="499872" y="894588"/>
                </a:lnTo>
                <a:close/>
              </a:path>
              <a:path w="500379" h="1144904">
                <a:moveTo>
                  <a:pt x="374904" y="0"/>
                </a:moveTo>
                <a:lnTo>
                  <a:pt x="124968" y="0"/>
                </a:lnTo>
                <a:lnTo>
                  <a:pt x="124968" y="894588"/>
                </a:lnTo>
                <a:lnTo>
                  <a:pt x="374904" y="894588"/>
                </a:lnTo>
                <a:lnTo>
                  <a:pt x="37490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58511" y="3142488"/>
            <a:ext cx="500380" cy="1144905"/>
          </a:xfrm>
          <a:custGeom>
            <a:avLst/>
            <a:gdLst/>
            <a:ahLst/>
            <a:cxnLst/>
            <a:rect l="l" t="t" r="r" b="b"/>
            <a:pathLst>
              <a:path w="500379" h="1144904">
                <a:moveTo>
                  <a:pt x="374904" y="249936"/>
                </a:moveTo>
                <a:lnTo>
                  <a:pt x="124968" y="249936"/>
                </a:lnTo>
                <a:lnTo>
                  <a:pt x="124968" y="1144524"/>
                </a:lnTo>
                <a:lnTo>
                  <a:pt x="374904" y="1144524"/>
                </a:lnTo>
                <a:lnTo>
                  <a:pt x="374904" y="249936"/>
                </a:lnTo>
                <a:close/>
              </a:path>
              <a:path w="500379" h="1144904">
                <a:moveTo>
                  <a:pt x="249936" y="0"/>
                </a:moveTo>
                <a:lnTo>
                  <a:pt x="0" y="249936"/>
                </a:lnTo>
                <a:lnTo>
                  <a:pt x="499872" y="249936"/>
                </a:lnTo>
                <a:lnTo>
                  <a:pt x="249936" y="0"/>
                </a:lnTo>
                <a:close/>
              </a:path>
            </a:pathLst>
          </a:custGeom>
          <a:solidFill>
            <a:srgbClr val="05F8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15895" y="4561319"/>
            <a:ext cx="1792985" cy="8984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18561" y="4635570"/>
            <a:ext cx="1134745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" marR="5080" indent="-635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Je p</a:t>
            </a:r>
            <a:r>
              <a:rPr sz="1400" spc="-20" dirty="0">
                <a:latin typeface="Verdana"/>
                <a:cs typeface="Verdana"/>
              </a:rPr>
              <a:t>ay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mes fourn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sseurs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02023" y="2273795"/>
            <a:ext cx="1792986" cy="9761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01641" y="2353148"/>
            <a:ext cx="1144270" cy="472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 marR="5080" indent="-17145">
              <a:lnSpc>
                <a:spcPct val="100000"/>
              </a:lnSpc>
            </a:pPr>
            <a:r>
              <a:rPr sz="1600" spc="-15" dirty="0">
                <a:latin typeface="Verdana"/>
                <a:cs typeface="Verdana"/>
              </a:rPr>
              <a:t>Mes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5" dirty="0">
                <a:latin typeface="Verdana"/>
                <a:cs typeface="Verdana"/>
              </a:rPr>
              <a:t>ien</a:t>
            </a:r>
            <a:r>
              <a:rPr sz="1600" spc="-10" dirty="0">
                <a:latin typeface="Verdana"/>
                <a:cs typeface="Verdana"/>
              </a:rPr>
              <a:t>ts 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</a:t>
            </a:r>
            <a:r>
              <a:rPr sz="1600" spc="-20" dirty="0">
                <a:latin typeface="Verdana"/>
                <a:cs typeface="Verdana"/>
              </a:rPr>
              <a:t>ay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02146" y="3073145"/>
            <a:ext cx="1499870" cy="1428115"/>
          </a:xfrm>
          <a:custGeom>
            <a:avLst/>
            <a:gdLst/>
            <a:ahLst/>
            <a:cxnLst/>
            <a:rect l="l" t="t" r="r" b="b"/>
            <a:pathLst>
              <a:path w="1499870" h="1428114">
                <a:moveTo>
                  <a:pt x="0" y="1427987"/>
                </a:moveTo>
                <a:lnTo>
                  <a:pt x="1499616" y="1427987"/>
                </a:lnTo>
                <a:lnTo>
                  <a:pt x="1499616" y="0"/>
                </a:lnTo>
                <a:lnTo>
                  <a:pt x="0" y="0"/>
                </a:lnTo>
                <a:lnTo>
                  <a:pt x="0" y="142798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38950" y="1857882"/>
            <a:ext cx="317500" cy="1184275"/>
          </a:xfrm>
          <a:custGeom>
            <a:avLst/>
            <a:gdLst/>
            <a:ahLst/>
            <a:cxnLst/>
            <a:rect l="l" t="t" r="r" b="b"/>
            <a:pathLst>
              <a:path w="317500" h="1184275">
                <a:moveTo>
                  <a:pt x="316992" y="0"/>
                </a:moveTo>
                <a:lnTo>
                  <a:pt x="0" y="118414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87006" y="1643633"/>
            <a:ext cx="1572895" cy="11430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1445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T</a:t>
            </a:r>
            <a:r>
              <a:rPr sz="1400" b="1" spc="5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5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</a:t>
            </a:r>
            <a:r>
              <a:rPr sz="1400" b="1" spc="10" dirty="0">
                <a:latin typeface="Verdana"/>
                <a:cs typeface="Verdana"/>
              </a:rPr>
              <a:t>R</a:t>
            </a:r>
            <a:r>
              <a:rPr sz="1400" b="1" dirty="0">
                <a:latin typeface="Verdana"/>
                <a:cs typeface="Verdana"/>
              </a:rPr>
              <a:t>IE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976023"/>
            <a:ext cx="4383405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 algn="ctr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869950" algn="l"/>
                <a:tab pos="1696085" algn="l"/>
                <a:tab pos="2212975" algn="l"/>
                <a:tab pos="3165475" algn="l"/>
                <a:tab pos="3964304" algn="l"/>
              </a:tabLst>
            </a:pP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u	fin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,	</a:t>
            </a:r>
            <a:r>
              <a:rPr sz="2000" spc="-1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	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5" dirty="0">
                <a:latin typeface="Verdana"/>
                <a:cs typeface="Verdana"/>
              </a:rPr>
              <a:t>j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	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	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endParaRPr sz="2000">
              <a:latin typeface="Verdana"/>
              <a:cs typeface="Verdana"/>
            </a:endParaRPr>
          </a:p>
          <a:p>
            <a:pPr marL="44450" algn="ct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Prob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me</a:t>
            </a:r>
            <a:r>
              <a:rPr sz="2000" spc="-10" dirty="0">
                <a:latin typeface="Verdana"/>
                <a:cs typeface="Verdana"/>
              </a:rPr>
              <a:t> e</a:t>
            </a:r>
            <a:r>
              <a:rPr sz="2000" dirty="0">
                <a:latin typeface="Verdana"/>
                <a:cs typeface="Verdana"/>
              </a:rPr>
              <a:t>st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fic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pour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71313" y="1074067"/>
            <a:ext cx="826769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6484" y="1074067"/>
            <a:ext cx="162242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90550" algn="l"/>
              </a:tabLst>
            </a:pPr>
            <a:r>
              <a:rPr sz="2000" dirty="0">
                <a:latin typeface="Verdana"/>
                <a:cs typeface="Verdana"/>
              </a:rPr>
              <a:t>est	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de</a:t>
            </a:r>
            <a:r>
              <a:rPr sz="2000" dirty="0">
                <a:latin typeface="Verdana"/>
                <a:cs typeface="Verdana"/>
              </a:rPr>
              <a:t>ntif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é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7566" y="1074067"/>
            <a:ext cx="64135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8940" algn="l"/>
              </a:tabLst>
            </a:pPr>
            <a:r>
              <a:rPr sz="2000" dirty="0">
                <a:latin typeface="Verdana"/>
                <a:cs typeface="Verdana"/>
              </a:rPr>
              <a:t>si	</a:t>
            </a:r>
            <a:r>
              <a:rPr sz="2000" spc="-15" dirty="0">
                <a:latin typeface="Verdana"/>
                <a:cs typeface="Verdana"/>
              </a:rPr>
              <a:t>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2494" y="2162526"/>
            <a:ext cx="3756660" cy="3424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7815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Clien</a:t>
            </a:r>
            <a:r>
              <a:rPr sz="1800" i="1" dirty="0">
                <a:latin typeface="Verdana"/>
                <a:cs typeface="Verdana"/>
              </a:rPr>
              <a:t>t</a:t>
            </a:r>
            <a:r>
              <a:rPr sz="1800" i="1" spc="2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(</a:t>
            </a:r>
            <a:r>
              <a:rPr sz="1800" i="1" spc="-25" dirty="0">
                <a:latin typeface="Verdana"/>
                <a:cs typeface="Verdana"/>
              </a:rPr>
              <a:t>V</a:t>
            </a:r>
            <a:r>
              <a:rPr sz="1800" i="1" spc="-5" dirty="0">
                <a:latin typeface="Verdana"/>
                <a:cs typeface="Verdana"/>
              </a:rPr>
              <a:t>OC)</a:t>
            </a:r>
            <a:endParaRPr sz="1800">
              <a:latin typeface="Verdana"/>
              <a:cs typeface="Verdana"/>
            </a:endParaRPr>
          </a:p>
          <a:p>
            <a:pPr marL="741045" lvl="1" indent="-22860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741680" algn="l"/>
              </a:tabLst>
            </a:pPr>
            <a:r>
              <a:rPr sz="1400" i="1" dirty="0">
                <a:latin typeface="Verdana"/>
                <a:cs typeface="Verdana"/>
              </a:rPr>
              <a:t>Une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problém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tiq</a:t>
            </a:r>
            <a:r>
              <a:rPr sz="1400" i="1" spc="-10" dirty="0">
                <a:latin typeface="Verdana"/>
                <a:cs typeface="Verdana"/>
              </a:rPr>
              <a:t>u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2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co</a:t>
            </a:r>
            <a:r>
              <a:rPr sz="1400" i="1" spc="-5" dirty="0">
                <a:latin typeface="Verdana"/>
                <a:cs typeface="Verdana"/>
              </a:rPr>
              <a:t>n</a:t>
            </a:r>
            <a:r>
              <a:rPr sz="1400" i="1" dirty="0">
                <a:latin typeface="Verdana"/>
                <a:cs typeface="Verdana"/>
              </a:rPr>
              <a:t>cise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EE3D42"/>
              </a:buClr>
              <a:buFont typeface="MS Gothic"/>
              <a:buChar char="✓"/>
            </a:pPr>
            <a:endParaRPr sz="1250">
              <a:latin typeface="Times New Roman"/>
              <a:cs typeface="Times New Roman"/>
            </a:endParaRPr>
          </a:p>
          <a:p>
            <a:pPr marL="803275" lvl="1" indent="-29083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803910" algn="l"/>
              </a:tabLst>
            </a:pPr>
            <a:r>
              <a:rPr sz="1400" i="1" dirty="0">
                <a:latin typeface="Verdana"/>
                <a:cs typeface="Verdana"/>
              </a:rPr>
              <a:t>Des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spécific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tions</a:t>
            </a:r>
            <a:r>
              <a:rPr sz="1400" i="1" spc="-4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clients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2"/>
              </a:spcBef>
              <a:buClr>
                <a:srgbClr val="EE3D42"/>
              </a:buClr>
              <a:buFont typeface="MS Gothic"/>
              <a:buChar char="✓"/>
            </a:pPr>
            <a:endParaRPr sz="185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7815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Proc</a:t>
            </a:r>
            <a:r>
              <a:rPr sz="1800" i="1" spc="-25" dirty="0">
                <a:latin typeface="Verdana"/>
                <a:cs typeface="Verdana"/>
              </a:rPr>
              <a:t>e</a:t>
            </a:r>
            <a:r>
              <a:rPr sz="1800" i="1" spc="-10" dirty="0">
                <a:latin typeface="Verdana"/>
                <a:cs typeface="Verdana"/>
              </a:rPr>
              <a:t>ssus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(</a:t>
            </a:r>
            <a:r>
              <a:rPr sz="1800" i="1" spc="-25" dirty="0">
                <a:latin typeface="Verdana"/>
                <a:cs typeface="Verdana"/>
              </a:rPr>
              <a:t>V</a:t>
            </a:r>
            <a:r>
              <a:rPr sz="1800" i="1" spc="-5" dirty="0">
                <a:latin typeface="Verdana"/>
                <a:cs typeface="Verdana"/>
              </a:rPr>
              <a:t>O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803275" lvl="1" indent="-29083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803910" algn="l"/>
              </a:tabLst>
            </a:pPr>
            <a:r>
              <a:rPr sz="1400" i="1" dirty="0">
                <a:latin typeface="Verdana"/>
                <a:cs typeface="Verdana"/>
              </a:rPr>
              <a:t>Une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unit</a:t>
            </a:r>
            <a:r>
              <a:rPr sz="1400" i="1" dirty="0">
                <a:latin typeface="Verdana"/>
                <a:cs typeface="Verdana"/>
              </a:rPr>
              <a:t>é </a:t>
            </a:r>
            <a:r>
              <a:rPr sz="1400" i="1" spc="-5" dirty="0">
                <a:latin typeface="Verdana"/>
                <a:cs typeface="Verdana"/>
              </a:rPr>
              <a:t>m</a:t>
            </a:r>
            <a:r>
              <a:rPr sz="1400" i="1" dirty="0">
                <a:latin typeface="Verdana"/>
                <a:cs typeface="Verdana"/>
              </a:rPr>
              <a:t>esura</a:t>
            </a:r>
            <a:r>
              <a:rPr sz="1400" i="1" spc="-5" dirty="0">
                <a:latin typeface="Verdana"/>
                <a:cs typeface="Verdana"/>
              </a:rPr>
              <a:t>n</a:t>
            </a:r>
            <a:r>
              <a:rPr sz="1400" i="1" dirty="0">
                <a:latin typeface="Verdana"/>
                <a:cs typeface="Verdana"/>
              </a:rPr>
              <a:t>t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l</a:t>
            </a:r>
            <a:r>
              <a:rPr sz="1400" i="1" dirty="0">
                <a:latin typeface="Verdana"/>
                <a:cs typeface="Verdana"/>
              </a:rPr>
              <a:t>e proc</a:t>
            </a:r>
            <a:r>
              <a:rPr sz="1400" i="1" spc="5" dirty="0">
                <a:latin typeface="Verdana"/>
                <a:cs typeface="Verdana"/>
              </a:rPr>
              <a:t>e</a:t>
            </a:r>
            <a:r>
              <a:rPr sz="1400" i="1" dirty="0">
                <a:latin typeface="Verdana"/>
                <a:cs typeface="Verdana"/>
              </a:rPr>
              <a:t>ssus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"/>
              </a:spcBef>
              <a:buClr>
                <a:srgbClr val="EE3D42"/>
              </a:buClr>
              <a:buFont typeface="MS Gothic"/>
              <a:buChar char="✓"/>
            </a:pPr>
            <a:endParaRPr sz="1250">
              <a:latin typeface="Times New Roman"/>
              <a:cs typeface="Times New Roman"/>
            </a:endParaRPr>
          </a:p>
          <a:p>
            <a:pPr marL="803275" lvl="1" indent="-29083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803910" algn="l"/>
              </a:tabLst>
            </a:pPr>
            <a:r>
              <a:rPr sz="1400" i="1" dirty="0">
                <a:latin typeface="Verdana"/>
                <a:cs typeface="Verdana"/>
              </a:rPr>
              <a:t>Un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déf</a:t>
            </a:r>
            <a:r>
              <a:rPr sz="1400" i="1" spc="-5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ut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à</a:t>
            </a:r>
            <a:r>
              <a:rPr sz="1400" i="1" spc="-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corrig</a:t>
            </a:r>
            <a:r>
              <a:rPr sz="1400" i="1" spc="5" dirty="0">
                <a:latin typeface="Verdana"/>
                <a:cs typeface="Verdana"/>
              </a:rPr>
              <a:t>e</a:t>
            </a:r>
            <a:r>
              <a:rPr sz="1400" i="1" dirty="0">
                <a:latin typeface="Verdana"/>
                <a:cs typeface="Verdana"/>
              </a:rPr>
              <a:t>r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2"/>
              </a:spcBef>
              <a:buClr>
                <a:srgbClr val="EE3D42"/>
              </a:buClr>
              <a:buFont typeface="MS Gothic"/>
              <a:buChar char="✓"/>
            </a:pPr>
            <a:endParaRPr sz="185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7815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Busin</a:t>
            </a:r>
            <a:r>
              <a:rPr sz="1800" i="1" spc="-25" dirty="0">
                <a:latin typeface="Verdana"/>
                <a:cs typeface="Verdana"/>
              </a:rPr>
              <a:t>e</a:t>
            </a:r>
            <a:r>
              <a:rPr sz="1800" i="1" spc="-10" dirty="0">
                <a:latin typeface="Verdana"/>
                <a:cs typeface="Verdana"/>
              </a:rPr>
              <a:t>ss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(</a:t>
            </a:r>
            <a:r>
              <a:rPr sz="1800" i="1" spc="-25" dirty="0">
                <a:latin typeface="Verdana"/>
                <a:cs typeface="Verdana"/>
              </a:rPr>
              <a:t>V</a:t>
            </a:r>
            <a:r>
              <a:rPr sz="1800" i="1" spc="-20" dirty="0">
                <a:latin typeface="Verdana"/>
                <a:cs typeface="Verdana"/>
              </a:rPr>
              <a:t>OB)</a:t>
            </a:r>
            <a:endParaRPr sz="1800">
              <a:latin typeface="Verdana"/>
              <a:cs typeface="Verdana"/>
            </a:endParaRPr>
          </a:p>
          <a:p>
            <a:pPr marL="803275" lvl="1" indent="-29083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803910" algn="l"/>
              </a:tabLst>
            </a:pPr>
            <a:r>
              <a:rPr sz="1400" i="1" dirty="0">
                <a:latin typeface="Verdana"/>
                <a:cs typeface="Verdana"/>
              </a:rPr>
              <a:t>Des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gains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potentiels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signific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tifs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42416" y="2636520"/>
            <a:ext cx="576072" cy="576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2416" y="5228844"/>
            <a:ext cx="649223" cy="647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2416" y="4005071"/>
            <a:ext cx="635508" cy="6339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0564">
              <a:lnSpc>
                <a:spcPct val="100000"/>
              </a:lnSpc>
            </a:pPr>
            <a:r>
              <a:rPr dirty="0"/>
              <a:t>Où</a:t>
            </a:r>
            <a:r>
              <a:rPr spc="-15" dirty="0"/>
              <a:t> </a:t>
            </a:r>
            <a:r>
              <a:rPr spc="-5" dirty="0"/>
              <a:t>e</a:t>
            </a:r>
            <a:r>
              <a:rPr dirty="0"/>
              <a:t>n</a:t>
            </a:r>
            <a:r>
              <a:rPr spc="10" dirty="0"/>
              <a:t> </a:t>
            </a:r>
            <a:r>
              <a:rPr spc="-20" dirty="0"/>
              <a:t>som</a:t>
            </a:r>
            <a:r>
              <a:rPr spc="-15" dirty="0"/>
              <a:t>m</a:t>
            </a:r>
            <a:r>
              <a:rPr spc="-5" dirty="0"/>
              <a:t>e</a:t>
            </a:r>
            <a:r>
              <a:rPr spc="10" dirty="0"/>
              <a:t>s</a:t>
            </a:r>
            <a:r>
              <a:rPr spc="-10" dirty="0"/>
              <a:t>-</a:t>
            </a:r>
            <a:r>
              <a:rPr spc="-5" dirty="0"/>
              <a:t>nou</a:t>
            </a:r>
            <a:r>
              <a:rPr dirty="0"/>
              <a:t>s</a:t>
            </a:r>
            <a:r>
              <a:rPr spc="-25" dirty="0"/>
              <a:t> </a:t>
            </a:r>
            <a:r>
              <a:rPr spc="-5" dirty="0"/>
              <a:t>dan</a:t>
            </a:r>
            <a:r>
              <a:rPr dirty="0"/>
              <a:t>s </a:t>
            </a:r>
            <a:r>
              <a:rPr spc="-10" dirty="0"/>
              <a:t>la </a:t>
            </a:r>
            <a:r>
              <a:rPr spc="-5" dirty="0"/>
              <a:t>m</a:t>
            </a:r>
            <a:r>
              <a:rPr spc="5" dirty="0"/>
              <a:t>é</a:t>
            </a:r>
            <a:r>
              <a:rPr spc="-15" dirty="0"/>
              <a:t>thodo</a:t>
            </a:r>
            <a:r>
              <a:rPr spc="-20" dirty="0"/>
              <a:t>l</a:t>
            </a:r>
            <a:r>
              <a:rPr spc="-15" dirty="0"/>
              <a:t>ogie</a:t>
            </a:r>
            <a:r>
              <a:rPr dirty="0"/>
              <a:t> DM</a:t>
            </a:r>
            <a:r>
              <a:rPr spc="-10" dirty="0"/>
              <a:t>A</a:t>
            </a:r>
            <a:r>
              <a:rPr spc="-15" dirty="0"/>
              <a:t>IC</a:t>
            </a:r>
            <a:r>
              <a:rPr dirty="0"/>
              <a:t> </a:t>
            </a:r>
            <a:r>
              <a:rPr spc="-15" dirty="0"/>
              <a:t>?</a:t>
            </a:r>
          </a:p>
        </p:txBody>
      </p:sp>
      <p:sp>
        <p:nvSpPr>
          <p:cNvPr id="5" name="object 5"/>
          <p:cNvSpPr/>
          <p:nvPr/>
        </p:nvSpPr>
        <p:spPr>
          <a:xfrm>
            <a:off x="1241297" y="1661922"/>
            <a:ext cx="1797050" cy="637540"/>
          </a:xfrm>
          <a:custGeom>
            <a:avLst/>
            <a:gdLst/>
            <a:ahLst/>
            <a:cxnLst/>
            <a:rect l="l" t="t" r="r" b="b"/>
            <a:pathLst>
              <a:path w="1797050" h="637539">
                <a:moveTo>
                  <a:pt x="0" y="0"/>
                </a:moveTo>
                <a:lnTo>
                  <a:pt x="1617472" y="0"/>
                </a:lnTo>
                <a:lnTo>
                  <a:pt x="1796795" y="318516"/>
                </a:lnTo>
                <a:lnTo>
                  <a:pt x="1617472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5716" y="1783150"/>
            <a:ext cx="896619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47394" y="2606801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51813" y="2729046"/>
            <a:ext cx="10668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SU</a:t>
            </a:r>
            <a:r>
              <a:rPr sz="1400" b="1" spc="10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as</a:t>
            </a:r>
            <a:r>
              <a:rPr sz="1400" b="1" i="1" spc="-10" dirty="0">
                <a:latin typeface="Verdana"/>
                <a:cs typeface="Verdana"/>
              </a:rPr>
              <a:t>u</a:t>
            </a:r>
            <a:r>
              <a:rPr sz="1400" b="1" i="1" dirty="0">
                <a:latin typeface="Verdana"/>
                <a:cs typeface="Verdana"/>
              </a:rPr>
              <a:t>re)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47394" y="3551682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1813" y="3674434"/>
            <a:ext cx="108839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ANALYSER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(A</a:t>
            </a:r>
            <a:r>
              <a:rPr sz="1400" b="1" i="1" spc="-5" dirty="0">
                <a:latin typeface="Verdana"/>
                <a:cs typeface="Verdana"/>
              </a:rPr>
              <a:t>nalyz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3489" y="4498085"/>
            <a:ext cx="1800225" cy="637540"/>
          </a:xfrm>
          <a:custGeom>
            <a:avLst/>
            <a:gdLst/>
            <a:ahLst/>
            <a:cxnLst/>
            <a:rect l="l" t="t" r="r" b="b"/>
            <a:pathLst>
              <a:path w="1800225" h="637539">
                <a:moveTo>
                  <a:pt x="0" y="0"/>
                </a:moveTo>
                <a:lnTo>
                  <a:pt x="1620393" y="0"/>
                </a:lnTo>
                <a:lnTo>
                  <a:pt x="1799844" y="318516"/>
                </a:lnTo>
                <a:lnTo>
                  <a:pt x="1620393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58289" y="4619949"/>
            <a:ext cx="12192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AM</a:t>
            </a:r>
            <a:r>
              <a:rPr sz="1400" b="1" dirty="0">
                <a:latin typeface="Verdana"/>
                <a:cs typeface="Verdana"/>
              </a:rPr>
              <a:t>ELIORER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(Im</a:t>
            </a:r>
            <a:r>
              <a:rPr sz="1400" b="1" i="1" spc="5" dirty="0">
                <a:latin typeface="Verdana"/>
                <a:cs typeface="Verdana"/>
              </a:rPr>
              <a:t>p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ve)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47394" y="5442965"/>
            <a:ext cx="1797050" cy="640080"/>
          </a:xfrm>
          <a:custGeom>
            <a:avLst/>
            <a:gdLst/>
            <a:ahLst/>
            <a:cxnLst/>
            <a:rect l="l" t="t" r="r" b="b"/>
            <a:pathLst>
              <a:path w="1797050" h="640079">
                <a:moveTo>
                  <a:pt x="0" y="0"/>
                </a:moveTo>
                <a:lnTo>
                  <a:pt x="1617091" y="0"/>
                </a:lnTo>
                <a:lnTo>
                  <a:pt x="1796795" y="320040"/>
                </a:lnTo>
                <a:lnTo>
                  <a:pt x="1617091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51813" y="5566378"/>
            <a:ext cx="96393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rol)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" y="1513332"/>
            <a:ext cx="1082802" cy="11193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815" y="2455164"/>
            <a:ext cx="1143762" cy="1119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6011" y="3384803"/>
            <a:ext cx="1056894" cy="11193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3923" y="4326635"/>
            <a:ext cx="939546" cy="11193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9728" y="5298947"/>
            <a:ext cx="1029462" cy="11193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3059" y="1746550"/>
            <a:ext cx="506730" cy="432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480" algn="just">
              <a:lnSpc>
                <a:spcPct val="155300"/>
              </a:lnSpc>
            </a:pPr>
            <a:r>
              <a:rPr sz="4000" b="1" spc="-25" dirty="0">
                <a:latin typeface="Verdana"/>
                <a:cs typeface="Verdana"/>
              </a:rPr>
              <a:t>D M A I 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50683" y="1185286"/>
            <a:ext cx="12687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25" dirty="0">
                <a:latin typeface="Verdana"/>
                <a:cs typeface="Verdana"/>
              </a:rPr>
              <a:t>Y</a:t>
            </a:r>
            <a:r>
              <a:rPr sz="1800" dirty="0">
                <a:latin typeface="Verdana"/>
                <a:cs typeface="Verdana"/>
              </a:rPr>
              <a:t>el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ow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Bel</a:t>
            </a:r>
            <a:r>
              <a:rPr sz="1800" dirty="0">
                <a:latin typeface="Verdana"/>
                <a:cs typeface="Verdana"/>
              </a:rPr>
              <a:t>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1261999" y="0"/>
                </a:moveTo>
                <a:lnTo>
                  <a:pt x="0" y="0"/>
                </a:lnTo>
                <a:lnTo>
                  <a:pt x="0" y="638556"/>
                </a:lnTo>
                <a:lnTo>
                  <a:pt x="1261999" y="638556"/>
                </a:lnTo>
                <a:lnTo>
                  <a:pt x="1441704" y="319278"/>
                </a:lnTo>
                <a:lnTo>
                  <a:pt x="1261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0" y="0"/>
                </a:moveTo>
                <a:lnTo>
                  <a:pt x="1261999" y="0"/>
                </a:lnTo>
                <a:lnTo>
                  <a:pt x="1441704" y="319278"/>
                </a:lnTo>
                <a:lnTo>
                  <a:pt x="1261999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212330" y="1778324"/>
            <a:ext cx="896619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1272413" y="0"/>
                </a:moveTo>
                <a:lnTo>
                  <a:pt x="0" y="0"/>
                </a:lnTo>
                <a:lnTo>
                  <a:pt x="0" y="623316"/>
                </a:lnTo>
                <a:lnTo>
                  <a:pt x="1272413" y="623316"/>
                </a:lnTo>
                <a:lnTo>
                  <a:pt x="1447800" y="311658"/>
                </a:lnTo>
                <a:lnTo>
                  <a:pt x="1272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0" y="0"/>
                </a:moveTo>
                <a:lnTo>
                  <a:pt x="1272413" y="0"/>
                </a:lnTo>
                <a:lnTo>
                  <a:pt x="1447800" y="311658"/>
                </a:lnTo>
                <a:lnTo>
                  <a:pt x="1272413" y="623316"/>
                </a:lnTo>
                <a:lnTo>
                  <a:pt x="0" y="62331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15631" y="2687646"/>
            <a:ext cx="1064895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ME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URER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(Mea</a:t>
            </a:r>
            <a:r>
              <a:rPr sz="1400" b="1" i="1" spc="-10" dirty="0">
                <a:latin typeface="Verdana"/>
                <a:cs typeface="Verdana"/>
              </a:rPr>
              <a:t>s</a:t>
            </a:r>
            <a:r>
              <a:rPr sz="1400" b="1" i="1" spc="-5" dirty="0">
                <a:latin typeface="Verdana"/>
                <a:cs typeface="Verdana"/>
              </a:rPr>
              <a:t>u</a:t>
            </a:r>
            <a:r>
              <a:rPr sz="1400" b="1" i="1" spc="-10" dirty="0">
                <a:latin typeface="Verdana"/>
                <a:cs typeface="Verdana"/>
              </a:rPr>
              <a:t>r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1040257" y="0"/>
                </a:moveTo>
                <a:lnTo>
                  <a:pt x="0" y="0"/>
                </a:lnTo>
                <a:lnTo>
                  <a:pt x="0" y="2532888"/>
                </a:lnTo>
                <a:lnTo>
                  <a:pt x="1040257" y="2532888"/>
                </a:lnTo>
                <a:lnTo>
                  <a:pt x="1447800" y="1266444"/>
                </a:lnTo>
                <a:lnTo>
                  <a:pt x="10402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0" y="0"/>
                </a:moveTo>
                <a:lnTo>
                  <a:pt x="1040257" y="0"/>
                </a:lnTo>
                <a:lnTo>
                  <a:pt x="1447800" y="1266444"/>
                </a:lnTo>
                <a:lnTo>
                  <a:pt x="1040257" y="2532888"/>
                </a:lnTo>
                <a:lnTo>
                  <a:pt x="0" y="2532888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205218" y="4621473"/>
            <a:ext cx="963294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61538" y="3772066"/>
            <a:ext cx="26676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rec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erche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ca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</a:t>
            </a:r>
            <a:r>
              <a:rPr sz="1200" spc="-15" dirty="0">
                <a:latin typeface="Verdana"/>
                <a:cs typeface="Verdana"/>
              </a:rPr>
              <a:t>in</a:t>
            </a:r>
            <a:r>
              <a:rPr sz="1200" spc="-1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55442" y="4639857"/>
            <a:ext cx="292036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Ré</a:t>
            </a:r>
            <a:r>
              <a:rPr sz="1200" spc="-5" dirty="0">
                <a:latin typeface="Verdana"/>
                <a:cs typeface="Verdana"/>
              </a:rPr>
              <a:t>du</a:t>
            </a:r>
            <a:r>
              <a:rPr sz="1200" spc="-10" dirty="0">
                <a:latin typeface="Verdana"/>
                <a:cs typeface="Verdana"/>
              </a:rPr>
              <a:t>ire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’i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act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aci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15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55442" y="5574095"/>
            <a:ext cx="305498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La </a:t>
            </a:r>
            <a:r>
              <a:rPr sz="1200" spc="-1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con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ô</a:t>
            </a: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pla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lo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156197" y="2007870"/>
            <a:ext cx="721360" cy="365760"/>
          </a:xfrm>
          <a:custGeom>
            <a:avLst/>
            <a:gdLst/>
            <a:ahLst/>
            <a:cxnLst/>
            <a:rect l="l" t="t" r="r" b="b"/>
            <a:pathLst>
              <a:path w="721359" h="365760">
                <a:moveTo>
                  <a:pt x="182879" y="0"/>
                </a:moveTo>
                <a:lnTo>
                  <a:pt x="0" y="182879"/>
                </a:lnTo>
                <a:lnTo>
                  <a:pt x="182879" y="365759"/>
                </a:lnTo>
                <a:lnTo>
                  <a:pt x="182879" y="274319"/>
                </a:lnTo>
                <a:lnTo>
                  <a:pt x="720851" y="274319"/>
                </a:lnTo>
                <a:lnTo>
                  <a:pt x="720851" y="91439"/>
                </a:lnTo>
                <a:lnTo>
                  <a:pt x="182879" y="91439"/>
                </a:lnTo>
                <a:lnTo>
                  <a:pt x="1828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56197" y="2007870"/>
            <a:ext cx="721360" cy="365760"/>
          </a:xfrm>
          <a:custGeom>
            <a:avLst/>
            <a:gdLst/>
            <a:ahLst/>
            <a:cxnLst/>
            <a:rect l="l" t="t" r="r" b="b"/>
            <a:pathLst>
              <a:path w="721359" h="365760">
                <a:moveTo>
                  <a:pt x="720851" y="91439"/>
                </a:moveTo>
                <a:lnTo>
                  <a:pt x="182879" y="91439"/>
                </a:lnTo>
                <a:lnTo>
                  <a:pt x="182879" y="0"/>
                </a:lnTo>
                <a:lnTo>
                  <a:pt x="0" y="182879"/>
                </a:lnTo>
                <a:lnTo>
                  <a:pt x="182879" y="365759"/>
                </a:lnTo>
                <a:lnTo>
                  <a:pt x="182879" y="274319"/>
                </a:lnTo>
                <a:lnTo>
                  <a:pt x="720851" y="274319"/>
                </a:lnTo>
                <a:lnTo>
                  <a:pt x="720851" y="91439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483477" y="2125751"/>
            <a:ext cx="16065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5" dirty="0">
                <a:latin typeface="Calibri"/>
                <a:cs typeface="Calibri"/>
              </a:rPr>
              <a:t>ICI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141726" y="2061210"/>
            <a:ext cx="2735580" cy="233679"/>
          </a:xfrm>
          <a:custGeom>
            <a:avLst/>
            <a:gdLst/>
            <a:ahLst/>
            <a:cxnLst/>
            <a:rect l="l" t="t" r="r" b="b"/>
            <a:pathLst>
              <a:path w="2735579" h="233680">
                <a:moveTo>
                  <a:pt x="0" y="233172"/>
                </a:moveTo>
                <a:lnTo>
                  <a:pt x="2735579" y="233172"/>
                </a:lnTo>
                <a:lnTo>
                  <a:pt x="2735579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163316" y="1722032"/>
            <a:ext cx="285559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Présenta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f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99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163316" y="2087792"/>
            <a:ext cx="270192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63316" y="2571535"/>
            <a:ext cx="3518535" cy="729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Déco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vrir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Les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isti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ase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ly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è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(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Calc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bi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é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976023"/>
            <a:ext cx="628713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10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ous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v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z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ide</a:t>
            </a:r>
            <a:r>
              <a:rPr sz="2000" dirty="0">
                <a:latin typeface="Verdana"/>
                <a:cs typeface="Verdana"/>
              </a:rPr>
              <a:t>ntifié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5" dirty="0">
                <a:latin typeface="Verdana"/>
                <a:cs typeface="Verdana"/>
              </a:rPr>
              <a:t>j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spc="-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…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3955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1165225" algn="l"/>
              </a:tabLst>
            </a:pPr>
            <a:r>
              <a:rPr i="0" spc="-5" dirty="0">
                <a:latin typeface="Verdana"/>
                <a:cs typeface="Verdana"/>
              </a:rPr>
              <a:t>L</a:t>
            </a:r>
            <a:r>
              <a:rPr i="0" spc="-15" dirty="0">
                <a:latin typeface="Verdana"/>
                <a:cs typeface="Verdana"/>
              </a:rPr>
              <a:t>e</a:t>
            </a:r>
            <a:r>
              <a:rPr i="0" spc="-5" dirty="0">
                <a:latin typeface="Verdana"/>
                <a:cs typeface="Verdana"/>
              </a:rPr>
              <a:t> </a:t>
            </a:r>
            <a:r>
              <a:rPr spc="-5" dirty="0"/>
              <a:t>Clien</a:t>
            </a:r>
            <a:r>
              <a:rPr dirty="0"/>
              <a:t>t</a:t>
            </a:r>
            <a:r>
              <a:rPr spc="25" dirty="0"/>
              <a:t> </a:t>
            </a:r>
            <a:r>
              <a:rPr spc="-15" dirty="0"/>
              <a:t>(</a:t>
            </a:r>
            <a:r>
              <a:rPr spc="-25" dirty="0"/>
              <a:t>V</a:t>
            </a:r>
            <a:r>
              <a:rPr spc="-5" dirty="0"/>
              <a:t>OC)</a:t>
            </a:r>
          </a:p>
          <a:p>
            <a:pPr marL="1607820" lvl="1" indent="-22860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1609090" algn="l"/>
              </a:tabLst>
            </a:pPr>
            <a:r>
              <a:rPr sz="1400" i="1" dirty="0">
                <a:latin typeface="Verdana"/>
                <a:cs typeface="Verdana"/>
              </a:rPr>
              <a:t>Une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problé</a:t>
            </a:r>
            <a:r>
              <a:rPr sz="1400" i="1" spc="-5" dirty="0">
                <a:latin typeface="Verdana"/>
                <a:cs typeface="Verdana"/>
              </a:rPr>
              <a:t>matiqu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2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concise</a:t>
            </a:r>
            <a:endParaRPr sz="1400">
              <a:latin typeface="Verdana"/>
              <a:cs typeface="Verdana"/>
            </a:endParaRPr>
          </a:p>
          <a:p>
            <a:pPr marL="866775" lvl="1">
              <a:lnSpc>
                <a:spcPct val="100000"/>
              </a:lnSpc>
              <a:spcBef>
                <a:spcPts val="2"/>
              </a:spcBef>
              <a:buClr>
                <a:srgbClr val="EE3D42"/>
              </a:buClr>
              <a:buFont typeface="MS Gothic"/>
              <a:buChar char="✓"/>
            </a:pPr>
            <a:endParaRPr sz="1250">
              <a:latin typeface="Times New Roman"/>
              <a:cs typeface="Times New Roman"/>
            </a:endParaRPr>
          </a:p>
          <a:p>
            <a:pPr marL="1670050" lvl="1" indent="-29083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671320" algn="l"/>
              </a:tabLst>
            </a:pPr>
            <a:r>
              <a:rPr sz="1400" i="1" dirty="0">
                <a:latin typeface="Verdana"/>
                <a:cs typeface="Verdana"/>
              </a:rPr>
              <a:t>Des</a:t>
            </a:r>
            <a:r>
              <a:rPr sz="1400" i="1" spc="-2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spéci</a:t>
            </a:r>
            <a:r>
              <a:rPr sz="1400" i="1" spc="-5" dirty="0">
                <a:latin typeface="Verdana"/>
                <a:cs typeface="Verdana"/>
              </a:rPr>
              <a:t>fic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</a:t>
            </a:r>
            <a:r>
              <a:rPr sz="1400" i="1" spc="-10" dirty="0">
                <a:latin typeface="Verdana"/>
                <a:cs typeface="Verdana"/>
              </a:rPr>
              <a:t>o</a:t>
            </a:r>
            <a:r>
              <a:rPr sz="1400" i="1" dirty="0">
                <a:latin typeface="Verdana"/>
                <a:cs typeface="Verdana"/>
              </a:rPr>
              <a:t>ns</a:t>
            </a:r>
            <a:r>
              <a:rPr sz="1400" i="1" spc="-4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clien</a:t>
            </a:r>
            <a:r>
              <a:rPr sz="1400" i="1" spc="-10" dirty="0">
                <a:latin typeface="Verdana"/>
                <a:cs typeface="Verdana"/>
              </a:rPr>
              <a:t>t</a:t>
            </a:r>
            <a:r>
              <a:rPr sz="1400" i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866775"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850">
              <a:latin typeface="Times New Roman"/>
              <a:cs typeface="Times New Roman"/>
            </a:endParaRPr>
          </a:p>
          <a:p>
            <a:pPr marL="1163955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1165225" algn="l"/>
              </a:tabLst>
            </a:pPr>
            <a:r>
              <a:rPr i="0" spc="-5" dirty="0">
                <a:latin typeface="Verdana"/>
                <a:cs typeface="Verdana"/>
              </a:rPr>
              <a:t>L</a:t>
            </a:r>
            <a:r>
              <a:rPr i="0" spc="-15" dirty="0">
                <a:latin typeface="Verdana"/>
                <a:cs typeface="Verdana"/>
              </a:rPr>
              <a:t>e</a:t>
            </a:r>
            <a:r>
              <a:rPr i="0" spc="-5" dirty="0">
                <a:latin typeface="Verdana"/>
                <a:cs typeface="Verdana"/>
              </a:rPr>
              <a:t> </a:t>
            </a:r>
            <a:r>
              <a:rPr spc="-15" dirty="0"/>
              <a:t>Proc</a:t>
            </a:r>
            <a:r>
              <a:rPr spc="-25" dirty="0"/>
              <a:t>e</a:t>
            </a:r>
            <a:r>
              <a:rPr spc="-10" dirty="0"/>
              <a:t>ssus</a:t>
            </a:r>
            <a:r>
              <a:rPr spc="10" dirty="0"/>
              <a:t> </a:t>
            </a:r>
            <a:r>
              <a:rPr spc="-15" dirty="0"/>
              <a:t>(</a:t>
            </a:r>
            <a:r>
              <a:rPr spc="-25" dirty="0"/>
              <a:t>V</a:t>
            </a:r>
            <a:r>
              <a:rPr spc="-5" dirty="0"/>
              <a:t>O</a:t>
            </a:r>
            <a:r>
              <a:rPr spc="-10" dirty="0"/>
              <a:t>P</a:t>
            </a:r>
            <a:r>
              <a:rPr dirty="0"/>
              <a:t>)</a:t>
            </a:r>
          </a:p>
          <a:p>
            <a:pPr marL="1670050" lvl="1" indent="-29083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1671320" algn="l"/>
              </a:tabLst>
            </a:pPr>
            <a:r>
              <a:rPr sz="1400" i="1" dirty="0">
                <a:latin typeface="Verdana"/>
                <a:cs typeface="Verdana"/>
              </a:rPr>
              <a:t>Une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unit</a:t>
            </a:r>
            <a:r>
              <a:rPr sz="1400" i="1" dirty="0">
                <a:latin typeface="Verdana"/>
                <a:cs typeface="Verdana"/>
              </a:rPr>
              <a:t>é </a:t>
            </a:r>
            <a:r>
              <a:rPr sz="1400" i="1" spc="-5" dirty="0">
                <a:latin typeface="Verdana"/>
                <a:cs typeface="Verdana"/>
              </a:rPr>
              <a:t>m</a:t>
            </a:r>
            <a:r>
              <a:rPr sz="1400" i="1" dirty="0">
                <a:latin typeface="Verdana"/>
                <a:cs typeface="Verdana"/>
              </a:rPr>
              <a:t>esura</a:t>
            </a:r>
            <a:r>
              <a:rPr sz="1400" i="1" spc="-5" dirty="0">
                <a:latin typeface="Verdana"/>
                <a:cs typeface="Verdana"/>
              </a:rPr>
              <a:t>n</a:t>
            </a:r>
            <a:r>
              <a:rPr sz="1400" i="1" dirty="0">
                <a:latin typeface="Verdana"/>
                <a:cs typeface="Verdana"/>
              </a:rPr>
              <a:t>t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l</a:t>
            </a:r>
            <a:r>
              <a:rPr sz="1400" i="1" dirty="0">
                <a:latin typeface="Verdana"/>
                <a:cs typeface="Verdana"/>
              </a:rPr>
              <a:t>e proc</a:t>
            </a:r>
            <a:r>
              <a:rPr sz="1400" i="1" spc="5" dirty="0">
                <a:latin typeface="Verdana"/>
                <a:cs typeface="Verdana"/>
              </a:rPr>
              <a:t>e</a:t>
            </a:r>
            <a:r>
              <a:rPr sz="1400" i="1" dirty="0">
                <a:latin typeface="Verdana"/>
                <a:cs typeface="Verdana"/>
              </a:rPr>
              <a:t>ssus</a:t>
            </a:r>
            <a:endParaRPr sz="1400">
              <a:latin typeface="Verdana"/>
              <a:cs typeface="Verdana"/>
            </a:endParaRPr>
          </a:p>
          <a:p>
            <a:pPr marL="866775" lvl="1">
              <a:lnSpc>
                <a:spcPct val="100000"/>
              </a:lnSpc>
              <a:spcBef>
                <a:spcPts val="2"/>
              </a:spcBef>
              <a:buClr>
                <a:srgbClr val="EE3D42"/>
              </a:buClr>
              <a:buFont typeface="MS Gothic"/>
              <a:buChar char="✓"/>
            </a:pPr>
            <a:endParaRPr sz="1250">
              <a:latin typeface="Times New Roman"/>
              <a:cs typeface="Times New Roman"/>
            </a:endParaRPr>
          </a:p>
          <a:p>
            <a:pPr marL="1670050" lvl="1" indent="-29083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671320" algn="l"/>
              </a:tabLst>
            </a:pPr>
            <a:r>
              <a:rPr sz="1400" i="1" dirty="0">
                <a:latin typeface="Verdana"/>
                <a:cs typeface="Verdana"/>
              </a:rPr>
              <a:t>Un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déf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ut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à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corr</a:t>
            </a:r>
            <a:r>
              <a:rPr sz="1400" i="1" spc="-5" dirty="0">
                <a:latin typeface="Verdana"/>
                <a:cs typeface="Verdana"/>
              </a:rPr>
              <a:t>i</a:t>
            </a:r>
            <a:r>
              <a:rPr sz="1400" i="1" dirty="0">
                <a:latin typeface="Verdana"/>
                <a:cs typeface="Verdana"/>
              </a:rPr>
              <a:t>ger</a:t>
            </a:r>
            <a:endParaRPr sz="1400">
              <a:latin typeface="Verdana"/>
              <a:cs typeface="Verdana"/>
            </a:endParaRPr>
          </a:p>
          <a:p>
            <a:pPr marL="866775" lvl="1">
              <a:lnSpc>
                <a:spcPct val="100000"/>
              </a:lnSpc>
              <a:spcBef>
                <a:spcPts val="54"/>
              </a:spcBef>
              <a:buClr>
                <a:srgbClr val="EE3D42"/>
              </a:buClr>
              <a:buFont typeface="MS Gothic"/>
              <a:buChar char="✓"/>
            </a:pPr>
            <a:endParaRPr sz="1850">
              <a:latin typeface="Times New Roman"/>
              <a:cs typeface="Times New Roman"/>
            </a:endParaRPr>
          </a:p>
          <a:p>
            <a:pPr marL="1163955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1165225" algn="l"/>
              </a:tabLst>
            </a:pPr>
            <a:r>
              <a:rPr i="0" spc="-5" dirty="0">
                <a:latin typeface="Verdana"/>
                <a:cs typeface="Verdana"/>
              </a:rPr>
              <a:t>L</a:t>
            </a:r>
            <a:r>
              <a:rPr i="0" spc="-15" dirty="0">
                <a:latin typeface="Verdana"/>
                <a:cs typeface="Verdana"/>
              </a:rPr>
              <a:t>e</a:t>
            </a:r>
            <a:r>
              <a:rPr i="0" spc="-5" dirty="0">
                <a:latin typeface="Verdana"/>
                <a:cs typeface="Verdana"/>
              </a:rPr>
              <a:t> </a:t>
            </a:r>
            <a:r>
              <a:rPr spc="-10" dirty="0"/>
              <a:t>Busin</a:t>
            </a:r>
            <a:r>
              <a:rPr spc="-25" dirty="0"/>
              <a:t>e</a:t>
            </a:r>
            <a:r>
              <a:rPr spc="-10" dirty="0"/>
              <a:t>ss</a:t>
            </a:r>
            <a:r>
              <a:rPr spc="10" dirty="0"/>
              <a:t> </a:t>
            </a:r>
            <a:r>
              <a:rPr spc="-15" dirty="0"/>
              <a:t>(</a:t>
            </a:r>
            <a:r>
              <a:rPr spc="-25" dirty="0"/>
              <a:t>V</a:t>
            </a:r>
            <a:r>
              <a:rPr spc="-20" dirty="0"/>
              <a:t>OB)</a:t>
            </a:r>
          </a:p>
          <a:p>
            <a:pPr marL="1670050" lvl="1" indent="-29083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1671320" algn="l"/>
              </a:tabLst>
            </a:pPr>
            <a:r>
              <a:rPr sz="1400" i="1" dirty="0">
                <a:latin typeface="Verdana"/>
                <a:cs typeface="Verdana"/>
              </a:rPr>
              <a:t>Des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gains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potentiels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signific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tifs</a:t>
            </a:r>
            <a:endParaRPr sz="1400">
              <a:latin typeface="Verdana"/>
              <a:cs typeface="Verdana"/>
            </a:endParaRPr>
          </a:p>
          <a:p>
            <a:pPr marL="866775"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866775">
              <a:lnSpc>
                <a:spcPct val="100000"/>
              </a:lnSpc>
              <a:spcBef>
                <a:spcPts val="54"/>
              </a:spcBef>
            </a:pPr>
            <a:endParaRPr sz="1550">
              <a:latin typeface="Times New Roman"/>
              <a:cs typeface="Times New Roman"/>
            </a:endParaRPr>
          </a:p>
          <a:p>
            <a:pPr marL="2059305">
              <a:lnSpc>
                <a:spcPct val="100000"/>
              </a:lnSpc>
            </a:pPr>
            <a:r>
              <a:rPr sz="2000" i="0" dirty="0">
                <a:latin typeface="Verdana"/>
                <a:cs typeface="Verdana"/>
              </a:rPr>
              <a:t>… </a:t>
            </a:r>
            <a:r>
              <a:rPr sz="2000" i="0" spc="-25" dirty="0">
                <a:latin typeface="Verdana"/>
                <a:cs typeface="Verdana"/>
              </a:rPr>
              <a:t>a</a:t>
            </a:r>
            <a:r>
              <a:rPr sz="2000" i="0" spc="-10" dirty="0">
                <a:latin typeface="Verdana"/>
                <a:cs typeface="Verdana"/>
              </a:rPr>
              <a:t>ve</a:t>
            </a:r>
            <a:r>
              <a:rPr sz="2000" i="0" spc="-20" dirty="0">
                <a:latin typeface="Verdana"/>
                <a:cs typeface="Verdana"/>
              </a:rPr>
              <a:t>z</a:t>
            </a:r>
            <a:r>
              <a:rPr sz="2000" i="0" spc="-35" dirty="0">
                <a:latin typeface="Verdana"/>
                <a:cs typeface="Verdana"/>
              </a:rPr>
              <a:t>-</a:t>
            </a:r>
            <a:r>
              <a:rPr sz="2000" i="0" spc="-10" dirty="0">
                <a:latin typeface="Verdana"/>
                <a:cs typeface="Verdana"/>
              </a:rPr>
              <a:t>v</a:t>
            </a:r>
            <a:r>
              <a:rPr sz="2000" i="0" dirty="0">
                <a:latin typeface="Verdana"/>
                <a:cs typeface="Verdana"/>
              </a:rPr>
              <a:t>ous</a:t>
            </a:r>
            <a:r>
              <a:rPr sz="2000" i="0" spc="-45" dirty="0">
                <a:latin typeface="Verdana"/>
                <a:cs typeface="Verdana"/>
              </a:rPr>
              <a:t> </a:t>
            </a:r>
            <a:r>
              <a:rPr sz="2000" i="0" spc="-5" dirty="0">
                <a:latin typeface="Verdana"/>
                <a:cs typeface="Verdana"/>
              </a:rPr>
              <a:t>l</a:t>
            </a:r>
            <a:r>
              <a:rPr sz="2000" i="0" spc="-15" dirty="0">
                <a:latin typeface="Verdana"/>
                <a:cs typeface="Verdana"/>
              </a:rPr>
              <a:t>e</a:t>
            </a:r>
            <a:r>
              <a:rPr sz="2000" i="0" dirty="0">
                <a:latin typeface="Verdana"/>
                <a:cs typeface="Verdana"/>
              </a:rPr>
              <a:t>s m</a:t>
            </a:r>
            <a:r>
              <a:rPr sz="2000" i="0" spc="-20" dirty="0">
                <a:latin typeface="Verdana"/>
                <a:cs typeface="Verdana"/>
              </a:rPr>
              <a:t>o</a:t>
            </a:r>
            <a:r>
              <a:rPr sz="2000" i="0" spc="-10" dirty="0">
                <a:latin typeface="Verdana"/>
                <a:cs typeface="Verdana"/>
              </a:rPr>
              <a:t>ye</a:t>
            </a:r>
            <a:r>
              <a:rPr sz="2000" i="0" dirty="0">
                <a:latin typeface="Verdana"/>
                <a:cs typeface="Verdana"/>
              </a:rPr>
              <a:t>ns</a:t>
            </a:r>
            <a:r>
              <a:rPr sz="2000" i="0" spc="-20" dirty="0">
                <a:latin typeface="Verdana"/>
                <a:cs typeface="Verdana"/>
              </a:rPr>
              <a:t> </a:t>
            </a:r>
            <a:r>
              <a:rPr sz="2000" i="0" dirty="0">
                <a:latin typeface="Verdana"/>
                <a:cs typeface="Verdana"/>
              </a:rPr>
              <a:t>de</a:t>
            </a:r>
            <a:r>
              <a:rPr sz="2000" i="0" spc="-15" dirty="0">
                <a:latin typeface="Verdana"/>
                <a:cs typeface="Verdana"/>
              </a:rPr>
              <a:t> </a:t>
            </a:r>
            <a:r>
              <a:rPr sz="2000" i="0" dirty="0">
                <a:latin typeface="Verdana"/>
                <a:cs typeface="Verdana"/>
              </a:rPr>
              <a:t>r</a:t>
            </a:r>
            <a:r>
              <a:rPr sz="2000" i="0" spc="-10" dirty="0">
                <a:latin typeface="Verdana"/>
                <a:cs typeface="Verdana"/>
              </a:rPr>
              <a:t>é</a:t>
            </a:r>
            <a:r>
              <a:rPr sz="2000" i="0" dirty="0">
                <a:latin typeface="Verdana"/>
                <a:cs typeface="Verdana"/>
              </a:rPr>
              <a:t>a</a:t>
            </a:r>
            <a:r>
              <a:rPr sz="2000" i="0" spc="-15" dirty="0">
                <a:latin typeface="Verdana"/>
                <a:cs typeface="Verdana"/>
              </a:rPr>
              <a:t>l</a:t>
            </a:r>
            <a:r>
              <a:rPr sz="2000" i="0" spc="-5" dirty="0">
                <a:latin typeface="Verdana"/>
                <a:cs typeface="Verdana"/>
              </a:rPr>
              <a:t>is</a:t>
            </a:r>
            <a:r>
              <a:rPr sz="2000" i="0" spc="-10" dirty="0">
                <a:latin typeface="Verdana"/>
                <a:cs typeface="Verdana"/>
              </a:rPr>
              <a:t>e</a:t>
            </a:r>
            <a:r>
              <a:rPr sz="2000" i="0" dirty="0">
                <a:latin typeface="Verdana"/>
                <a:cs typeface="Verdana"/>
              </a:rPr>
              <a:t>r ce</a:t>
            </a:r>
            <a:r>
              <a:rPr sz="2000" i="0" spc="-20" dirty="0">
                <a:latin typeface="Verdana"/>
                <a:cs typeface="Verdana"/>
              </a:rPr>
              <a:t> </a:t>
            </a:r>
            <a:r>
              <a:rPr sz="2000" i="0" dirty="0">
                <a:latin typeface="Verdana"/>
                <a:cs typeface="Verdana"/>
              </a:rPr>
              <a:t>pr</a:t>
            </a:r>
            <a:r>
              <a:rPr sz="2000" i="0" spc="-10" dirty="0">
                <a:latin typeface="Verdana"/>
                <a:cs typeface="Verdana"/>
              </a:rPr>
              <a:t>o</a:t>
            </a:r>
            <a:r>
              <a:rPr sz="2000" i="0" spc="-5" dirty="0">
                <a:latin typeface="Verdana"/>
                <a:cs typeface="Verdana"/>
              </a:rPr>
              <a:t>j</a:t>
            </a:r>
            <a:r>
              <a:rPr sz="2000" i="0" spc="-15" dirty="0">
                <a:latin typeface="Verdana"/>
                <a:cs typeface="Verdana"/>
              </a:rPr>
              <a:t>e</a:t>
            </a:r>
            <a:r>
              <a:rPr sz="2000" i="0" dirty="0">
                <a:latin typeface="Verdana"/>
                <a:cs typeface="Verdana"/>
              </a:rPr>
              <a:t>t</a:t>
            </a:r>
            <a:r>
              <a:rPr sz="2000" i="0" spc="-5" dirty="0">
                <a:latin typeface="Verdana"/>
                <a:cs typeface="Verdana"/>
              </a:rPr>
              <a:t> </a:t>
            </a:r>
            <a:r>
              <a:rPr sz="2000" i="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15567" y="2060448"/>
            <a:ext cx="574548" cy="576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15567" y="4652771"/>
            <a:ext cx="647700" cy="6492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15567" y="3429000"/>
            <a:ext cx="633983" cy="6339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74540" y="6565344"/>
            <a:ext cx="19494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100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795147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15" dirty="0">
                <a:latin typeface="Verdana"/>
                <a:cs typeface="Verdana"/>
              </a:rPr>
              <a:t>Moye</a:t>
            </a:r>
            <a:r>
              <a:rPr sz="1800" b="1" spc="-5" dirty="0">
                <a:latin typeface="Verdana"/>
                <a:cs typeface="Verdana"/>
              </a:rPr>
              <a:t>n</a:t>
            </a:r>
            <a:r>
              <a:rPr sz="1800" b="1" dirty="0">
                <a:latin typeface="Verdana"/>
                <a:cs typeface="Verdana"/>
              </a:rPr>
              <a:t>s </a:t>
            </a:r>
            <a:r>
              <a:rPr sz="1800" b="1" spc="-5" dirty="0">
                <a:latin typeface="Verdana"/>
                <a:cs typeface="Verdana"/>
              </a:rPr>
              <a:t>n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cessair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pou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15" dirty="0">
                <a:latin typeface="Verdana"/>
                <a:cs typeface="Verdana"/>
              </a:rPr>
              <a:t>al</a:t>
            </a:r>
            <a:r>
              <a:rPr sz="1800" b="1" dirty="0">
                <a:latin typeface="Verdana"/>
                <a:cs typeface="Verdana"/>
              </a:rPr>
              <a:t>iser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un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Sigma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2548112"/>
            <a:ext cx="16027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O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gani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at</a:t>
            </a:r>
            <a:r>
              <a:rPr sz="1600" spc="-20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3965812"/>
            <a:ext cx="99695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15" dirty="0">
                <a:latin typeface="Verdana"/>
                <a:cs typeface="Verdana"/>
              </a:rPr>
              <a:t>Equipe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949" y="5383386"/>
            <a:ext cx="26111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9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olonté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reprise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6971" y="4480559"/>
            <a:ext cx="1828800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38600" y="1917192"/>
            <a:ext cx="1828800" cy="1828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67555" y="3500628"/>
            <a:ext cx="1624584" cy="9403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8507" y="1629155"/>
            <a:ext cx="5337175" cy="4803775"/>
          </a:xfrm>
          <a:custGeom>
            <a:avLst/>
            <a:gdLst/>
            <a:ahLst/>
            <a:cxnLst/>
            <a:rect l="l" t="t" r="r" b="b"/>
            <a:pathLst>
              <a:path w="5337175" h="4803775">
                <a:moveTo>
                  <a:pt x="2668524" y="0"/>
                </a:moveTo>
                <a:lnTo>
                  <a:pt x="2449656" y="7961"/>
                </a:lnTo>
                <a:lnTo>
                  <a:pt x="2235663" y="31435"/>
                </a:lnTo>
                <a:lnTo>
                  <a:pt x="2027230" y="69802"/>
                </a:lnTo>
                <a:lnTo>
                  <a:pt x="1825044" y="122444"/>
                </a:lnTo>
                <a:lnTo>
                  <a:pt x="1629792" y="188743"/>
                </a:lnTo>
                <a:lnTo>
                  <a:pt x="1442161" y="268082"/>
                </a:lnTo>
                <a:lnTo>
                  <a:pt x="1262837" y="359842"/>
                </a:lnTo>
                <a:lnTo>
                  <a:pt x="1092506" y="463405"/>
                </a:lnTo>
                <a:lnTo>
                  <a:pt x="931856" y="578153"/>
                </a:lnTo>
                <a:lnTo>
                  <a:pt x="781573" y="703468"/>
                </a:lnTo>
                <a:lnTo>
                  <a:pt x="642344" y="838732"/>
                </a:lnTo>
                <a:lnTo>
                  <a:pt x="514855" y="983327"/>
                </a:lnTo>
                <a:lnTo>
                  <a:pt x="399794" y="1136634"/>
                </a:lnTo>
                <a:lnTo>
                  <a:pt x="297846" y="1298036"/>
                </a:lnTo>
                <a:lnTo>
                  <a:pt x="209698" y="1466915"/>
                </a:lnTo>
                <a:lnTo>
                  <a:pt x="136038" y="1642652"/>
                </a:lnTo>
                <a:lnTo>
                  <a:pt x="77551" y="1824630"/>
                </a:lnTo>
                <a:lnTo>
                  <a:pt x="34925" y="2012229"/>
                </a:lnTo>
                <a:lnTo>
                  <a:pt x="8845" y="2204833"/>
                </a:lnTo>
                <a:lnTo>
                  <a:pt x="0" y="2401824"/>
                </a:lnTo>
                <a:lnTo>
                  <a:pt x="8845" y="2598814"/>
                </a:lnTo>
                <a:lnTo>
                  <a:pt x="34925" y="2791418"/>
                </a:lnTo>
                <a:lnTo>
                  <a:pt x="77551" y="2979017"/>
                </a:lnTo>
                <a:lnTo>
                  <a:pt x="136038" y="3160995"/>
                </a:lnTo>
                <a:lnTo>
                  <a:pt x="209698" y="3336732"/>
                </a:lnTo>
                <a:lnTo>
                  <a:pt x="297846" y="3505611"/>
                </a:lnTo>
                <a:lnTo>
                  <a:pt x="399794" y="3667013"/>
                </a:lnTo>
                <a:lnTo>
                  <a:pt x="514855" y="3820320"/>
                </a:lnTo>
                <a:lnTo>
                  <a:pt x="642344" y="3964915"/>
                </a:lnTo>
                <a:lnTo>
                  <a:pt x="781573" y="4100179"/>
                </a:lnTo>
                <a:lnTo>
                  <a:pt x="931856" y="4225494"/>
                </a:lnTo>
                <a:lnTo>
                  <a:pt x="1092506" y="4340242"/>
                </a:lnTo>
                <a:lnTo>
                  <a:pt x="1262837" y="4443805"/>
                </a:lnTo>
                <a:lnTo>
                  <a:pt x="1442161" y="4535565"/>
                </a:lnTo>
                <a:lnTo>
                  <a:pt x="1629792" y="4614904"/>
                </a:lnTo>
                <a:lnTo>
                  <a:pt x="1825044" y="4681203"/>
                </a:lnTo>
                <a:lnTo>
                  <a:pt x="2027230" y="4733845"/>
                </a:lnTo>
                <a:lnTo>
                  <a:pt x="2235663" y="4772212"/>
                </a:lnTo>
                <a:lnTo>
                  <a:pt x="2449656" y="4795686"/>
                </a:lnTo>
                <a:lnTo>
                  <a:pt x="2668524" y="4803648"/>
                </a:lnTo>
                <a:lnTo>
                  <a:pt x="2887391" y="4795686"/>
                </a:lnTo>
                <a:lnTo>
                  <a:pt x="3101384" y="4772212"/>
                </a:lnTo>
                <a:lnTo>
                  <a:pt x="3309817" y="4733845"/>
                </a:lnTo>
                <a:lnTo>
                  <a:pt x="3512003" y="4681203"/>
                </a:lnTo>
                <a:lnTo>
                  <a:pt x="3707255" y="4614904"/>
                </a:lnTo>
                <a:lnTo>
                  <a:pt x="3894886" y="4535565"/>
                </a:lnTo>
                <a:lnTo>
                  <a:pt x="4074210" y="4443805"/>
                </a:lnTo>
                <a:lnTo>
                  <a:pt x="4244541" y="4340242"/>
                </a:lnTo>
                <a:lnTo>
                  <a:pt x="4405191" y="4225494"/>
                </a:lnTo>
                <a:lnTo>
                  <a:pt x="4555474" y="4100179"/>
                </a:lnTo>
                <a:lnTo>
                  <a:pt x="4694703" y="3964915"/>
                </a:lnTo>
                <a:lnTo>
                  <a:pt x="4822192" y="3820320"/>
                </a:lnTo>
                <a:lnTo>
                  <a:pt x="4937253" y="3667013"/>
                </a:lnTo>
                <a:lnTo>
                  <a:pt x="5039201" y="3505611"/>
                </a:lnTo>
                <a:lnTo>
                  <a:pt x="5127349" y="3336732"/>
                </a:lnTo>
                <a:lnTo>
                  <a:pt x="5201009" y="3160995"/>
                </a:lnTo>
                <a:lnTo>
                  <a:pt x="5259496" y="2979017"/>
                </a:lnTo>
                <a:lnTo>
                  <a:pt x="5302122" y="2791418"/>
                </a:lnTo>
                <a:lnTo>
                  <a:pt x="5328202" y="2598814"/>
                </a:lnTo>
                <a:lnTo>
                  <a:pt x="5337048" y="2401824"/>
                </a:lnTo>
                <a:lnTo>
                  <a:pt x="5328202" y="2204833"/>
                </a:lnTo>
                <a:lnTo>
                  <a:pt x="5302122" y="2012229"/>
                </a:lnTo>
                <a:lnTo>
                  <a:pt x="5259496" y="1824630"/>
                </a:lnTo>
                <a:lnTo>
                  <a:pt x="5201009" y="1642652"/>
                </a:lnTo>
                <a:lnTo>
                  <a:pt x="5127349" y="1466915"/>
                </a:lnTo>
                <a:lnTo>
                  <a:pt x="5039201" y="1298036"/>
                </a:lnTo>
                <a:lnTo>
                  <a:pt x="4937253" y="1136634"/>
                </a:lnTo>
                <a:lnTo>
                  <a:pt x="4822192" y="983327"/>
                </a:lnTo>
                <a:lnTo>
                  <a:pt x="4694703" y="838732"/>
                </a:lnTo>
                <a:lnTo>
                  <a:pt x="4555474" y="703468"/>
                </a:lnTo>
                <a:lnTo>
                  <a:pt x="4405191" y="578153"/>
                </a:lnTo>
                <a:lnTo>
                  <a:pt x="4244541" y="463405"/>
                </a:lnTo>
                <a:lnTo>
                  <a:pt x="4074210" y="359842"/>
                </a:lnTo>
                <a:lnTo>
                  <a:pt x="3894886" y="268082"/>
                </a:lnTo>
                <a:lnTo>
                  <a:pt x="3707255" y="188743"/>
                </a:lnTo>
                <a:lnTo>
                  <a:pt x="3512003" y="122444"/>
                </a:lnTo>
                <a:lnTo>
                  <a:pt x="3309817" y="69802"/>
                </a:lnTo>
                <a:lnTo>
                  <a:pt x="3101384" y="31435"/>
                </a:lnTo>
                <a:lnTo>
                  <a:pt x="2887391" y="7961"/>
                </a:lnTo>
                <a:lnTo>
                  <a:pt x="2668524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40685" y="2113026"/>
            <a:ext cx="4003675" cy="3787140"/>
          </a:xfrm>
          <a:custGeom>
            <a:avLst/>
            <a:gdLst/>
            <a:ahLst/>
            <a:cxnLst/>
            <a:rect l="l" t="t" r="r" b="b"/>
            <a:pathLst>
              <a:path w="4003675" h="3787140">
                <a:moveTo>
                  <a:pt x="2001774" y="0"/>
                </a:moveTo>
                <a:lnTo>
                  <a:pt x="1837599" y="6276"/>
                </a:lnTo>
                <a:lnTo>
                  <a:pt x="1677079" y="24782"/>
                </a:lnTo>
                <a:lnTo>
                  <a:pt x="1520729" y="55029"/>
                </a:lnTo>
                <a:lnTo>
                  <a:pt x="1369064" y="96530"/>
                </a:lnTo>
                <a:lnTo>
                  <a:pt x="1222599" y="148798"/>
                </a:lnTo>
                <a:lnTo>
                  <a:pt x="1081849" y="211346"/>
                </a:lnTo>
                <a:lnTo>
                  <a:pt x="947331" y="283687"/>
                </a:lnTo>
                <a:lnTo>
                  <a:pt x="819558" y="365333"/>
                </a:lnTo>
                <a:lnTo>
                  <a:pt x="699046" y="455797"/>
                </a:lnTo>
                <a:lnTo>
                  <a:pt x="586311" y="554593"/>
                </a:lnTo>
                <a:lnTo>
                  <a:pt x="481867" y="661232"/>
                </a:lnTo>
                <a:lnTo>
                  <a:pt x="386230" y="775228"/>
                </a:lnTo>
                <a:lnTo>
                  <a:pt x="299915" y="896093"/>
                </a:lnTo>
                <a:lnTo>
                  <a:pt x="223437" y="1023341"/>
                </a:lnTo>
                <a:lnTo>
                  <a:pt x="157311" y="1156483"/>
                </a:lnTo>
                <a:lnTo>
                  <a:pt x="102053" y="1295034"/>
                </a:lnTo>
                <a:lnTo>
                  <a:pt x="58177" y="1438505"/>
                </a:lnTo>
                <a:lnTo>
                  <a:pt x="26200" y="1586409"/>
                </a:lnTo>
                <a:lnTo>
                  <a:pt x="6635" y="1738260"/>
                </a:lnTo>
                <a:lnTo>
                  <a:pt x="0" y="1893570"/>
                </a:lnTo>
                <a:lnTo>
                  <a:pt x="6635" y="2048879"/>
                </a:lnTo>
                <a:lnTo>
                  <a:pt x="26200" y="2200730"/>
                </a:lnTo>
                <a:lnTo>
                  <a:pt x="58177" y="2348634"/>
                </a:lnTo>
                <a:lnTo>
                  <a:pt x="102053" y="2492105"/>
                </a:lnTo>
                <a:lnTo>
                  <a:pt x="157311" y="2630656"/>
                </a:lnTo>
                <a:lnTo>
                  <a:pt x="223437" y="2763798"/>
                </a:lnTo>
                <a:lnTo>
                  <a:pt x="299915" y="2891046"/>
                </a:lnTo>
                <a:lnTo>
                  <a:pt x="386230" y="3011911"/>
                </a:lnTo>
                <a:lnTo>
                  <a:pt x="481867" y="3125907"/>
                </a:lnTo>
                <a:lnTo>
                  <a:pt x="586311" y="3232546"/>
                </a:lnTo>
                <a:lnTo>
                  <a:pt x="699046" y="3331342"/>
                </a:lnTo>
                <a:lnTo>
                  <a:pt x="819558" y="3421806"/>
                </a:lnTo>
                <a:lnTo>
                  <a:pt x="947331" y="3503452"/>
                </a:lnTo>
                <a:lnTo>
                  <a:pt x="1081849" y="3575793"/>
                </a:lnTo>
                <a:lnTo>
                  <a:pt x="1222599" y="3638341"/>
                </a:lnTo>
                <a:lnTo>
                  <a:pt x="1369064" y="3690609"/>
                </a:lnTo>
                <a:lnTo>
                  <a:pt x="1520729" y="3732110"/>
                </a:lnTo>
                <a:lnTo>
                  <a:pt x="1677079" y="3762357"/>
                </a:lnTo>
                <a:lnTo>
                  <a:pt x="1837599" y="3780863"/>
                </a:lnTo>
                <a:lnTo>
                  <a:pt x="2001774" y="3787140"/>
                </a:lnTo>
                <a:lnTo>
                  <a:pt x="2165948" y="3780863"/>
                </a:lnTo>
                <a:lnTo>
                  <a:pt x="2326468" y="3762357"/>
                </a:lnTo>
                <a:lnTo>
                  <a:pt x="2482818" y="3732110"/>
                </a:lnTo>
                <a:lnTo>
                  <a:pt x="2634483" y="3690609"/>
                </a:lnTo>
                <a:lnTo>
                  <a:pt x="2780948" y="3638341"/>
                </a:lnTo>
                <a:lnTo>
                  <a:pt x="2921698" y="3575793"/>
                </a:lnTo>
                <a:lnTo>
                  <a:pt x="3056216" y="3503452"/>
                </a:lnTo>
                <a:lnTo>
                  <a:pt x="3183989" y="3421806"/>
                </a:lnTo>
                <a:lnTo>
                  <a:pt x="3304501" y="3331342"/>
                </a:lnTo>
                <a:lnTo>
                  <a:pt x="3417236" y="3232546"/>
                </a:lnTo>
                <a:lnTo>
                  <a:pt x="3521680" y="3125907"/>
                </a:lnTo>
                <a:lnTo>
                  <a:pt x="3617317" y="3011911"/>
                </a:lnTo>
                <a:lnTo>
                  <a:pt x="3703632" y="2891046"/>
                </a:lnTo>
                <a:lnTo>
                  <a:pt x="3780110" y="2763798"/>
                </a:lnTo>
                <a:lnTo>
                  <a:pt x="3846236" y="2630656"/>
                </a:lnTo>
                <a:lnTo>
                  <a:pt x="3901494" y="2492105"/>
                </a:lnTo>
                <a:lnTo>
                  <a:pt x="3945370" y="2348634"/>
                </a:lnTo>
                <a:lnTo>
                  <a:pt x="3977347" y="2200730"/>
                </a:lnTo>
                <a:lnTo>
                  <a:pt x="3996912" y="2048879"/>
                </a:lnTo>
                <a:lnTo>
                  <a:pt x="4003548" y="1893570"/>
                </a:lnTo>
                <a:lnTo>
                  <a:pt x="3996912" y="1738260"/>
                </a:lnTo>
                <a:lnTo>
                  <a:pt x="3977347" y="1586409"/>
                </a:lnTo>
                <a:lnTo>
                  <a:pt x="3945370" y="1438505"/>
                </a:lnTo>
                <a:lnTo>
                  <a:pt x="3901494" y="1295034"/>
                </a:lnTo>
                <a:lnTo>
                  <a:pt x="3846236" y="1156483"/>
                </a:lnTo>
                <a:lnTo>
                  <a:pt x="3780110" y="1023341"/>
                </a:lnTo>
                <a:lnTo>
                  <a:pt x="3703632" y="896093"/>
                </a:lnTo>
                <a:lnTo>
                  <a:pt x="3617317" y="775228"/>
                </a:lnTo>
                <a:lnTo>
                  <a:pt x="3521680" y="661232"/>
                </a:lnTo>
                <a:lnTo>
                  <a:pt x="3417236" y="554593"/>
                </a:lnTo>
                <a:lnTo>
                  <a:pt x="3304501" y="455797"/>
                </a:lnTo>
                <a:lnTo>
                  <a:pt x="3183989" y="365333"/>
                </a:lnTo>
                <a:lnTo>
                  <a:pt x="3056216" y="283687"/>
                </a:lnTo>
                <a:lnTo>
                  <a:pt x="2921698" y="211346"/>
                </a:lnTo>
                <a:lnTo>
                  <a:pt x="2780948" y="148798"/>
                </a:lnTo>
                <a:lnTo>
                  <a:pt x="2634483" y="96530"/>
                </a:lnTo>
                <a:lnTo>
                  <a:pt x="2482818" y="55029"/>
                </a:lnTo>
                <a:lnTo>
                  <a:pt x="2326468" y="24782"/>
                </a:lnTo>
                <a:lnTo>
                  <a:pt x="2165948" y="6276"/>
                </a:lnTo>
                <a:lnTo>
                  <a:pt x="2001774" y="0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40685" y="2113026"/>
            <a:ext cx="4003675" cy="3787140"/>
          </a:xfrm>
          <a:custGeom>
            <a:avLst/>
            <a:gdLst/>
            <a:ahLst/>
            <a:cxnLst/>
            <a:rect l="l" t="t" r="r" b="b"/>
            <a:pathLst>
              <a:path w="4003675" h="3787140">
                <a:moveTo>
                  <a:pt x="0" y="1893570"/>
                </a:moveTo>
                <a:lnTo>
                  <a:pt x="6635" y="1738260"/>
                </a:lnTo>
                <a:lnTo>
                  <a:pt x="26200" y="1586409"/>
                </a:lnTo>
                <a:lnTo>
                  <a:pt x="58177" y="1438505"/>
                </a:lnTo>
                <a:lnTo>
                  <a:pt x="102053" y="1295034"/>
                </a:lnTo>
                <a:lnTo>
                  <a:pt x="157311" y="1156483"/>
                </a:lnTo>
                <a:lnTo>
                  <a:pt x="223437" y="1023341"/>
                </a:lnTo>
                <a:lnTo>
                  <a:pt x="299915" y="896093"/>
                </a:lnTo>
                <a:lnTo>
                  <a:pt x="386230" y="775228"/>
                </a:lnTo>
                <a:lnTo>
                  <a:pt x="481867" y="661232"/>
                </a:lnTo>
                <a:lnTo>
                  <a:pt x="586311" y="554593"/>
                </a:lnTo>
                <a:lnTo>
                  <a:pt x="699046" y="455797"/>
                </a:lnTo>
                <a:lnTo>
                  <a:pt x="819558" y="365333"/>
                </a:lnTo>
                <a:lnTo>
                  <a:pt x="947331" y="283687"/>
                </a:lnTo>
                <a:lnTo>
                  <a:pt x="1081849" y="211346"/>
                </a:lnTo>
                <a:lnTo>
                  <a:pt x="1222599" y="148798"/>
                </a:lnTo>
                <a:lnTo>
                  <a:pt x="1369064" y="96530"/>
                </a:lnTo>
                <a:lnTo>
                  <a:pt x="1520729" y="55029"/>
                </a:lnTo>
                <a:lnTo>
                  <a:pt x="1677079" y="24782"/>
                </a:lnTo>
                <a:lnTo>
                  <a:pt x="1837599" y="6276"/>
                </a:lnTo>
                <a:lnTo>
                  <a:pt x="2001774" y="0"/>
                </a:lnTo>
                <a:lnTo>
                  <a:pt x="2165948" y="6276"/>
                </a:lnTo>
                <a:lnTo>
                  <a:pt x="2326468" y="24782"/>
                </a:lnTo>
                <a:lnTo>
                  <a:pt x="2482818" y="55029"/>
                </a:lnTo>
                <a:lnTo>
                  <a:pt x="2634483" y="96530"/>
                </a:lnTo>
                <a:lnTo>
                  <a:pt x="2780948" y="148798"/>
                </a:lnTo>
                <a:lnTo>
                  <a:pt x="2921698" y="211346"/>
                </a:lnTo>
                <a:lnTo>
                  <a:pt x="3056216" y="283687"/>
                </a:lnTo>
                <a:lnTo>
                  <a:pt x="3183989" y="365333"/>
                </a:lnTo>
                <a:lnTo>
                  <a:pt x="3304501" y="455797"/>
                </a:lnTo>
                <a:lnTo>
                  <a:pt x="3417236" y="554593"/>
                </a:lnTo>
                <a:lnTo>
                  <a:pt x="3521680" y="661232"/>
                </a:lnTo>
                <a:lnTo>
                  <a:pt x="3617317" y="775228"/>
                </a:lnTo>
                <a:lnTo>
                  <a:pt x="3703632" y="896093"/>
                </a:lnTo>
                <a:lnTo>
                  <a:pt x="3780110" y="1023341"/>
                </a:lnTo>
                <a:lnTo>
                  <a:pt x="3846236" y="1156483"/>
                </a:lnTo>
                <a:lnTo>
                  <a:pt x="3901494" y="1295034"/>
                </a:lnTo>
                <a:lnTo>
                  <a:pt x="3945370" y="1438505"/>
                </a:lnTo>
                <a:lnTo>
                  <a:pt x="3977347" y="1586409"/>
                </a:lnTo>
                <a:lnTo>
                  <a:pt x="3996912" y="1738260"/>
                </a:lnTo>
                <a:lnTo>
                  <a:pt x="4003548" y="1893570"/>
                </a:lnTo>
                <a:lnTo>
                  <a:pt x="3996912" y="2048879"/>
                </a:lnTo>
                <a:lnTo>
                  <a:pt x="3977347" y="2200730"/>
                </a:lnTo>
                <a:lnTo>
                  <a:pt x="3945370" y="2348634"/>
                </a:lnTo>
                <a:lnTo>
                  <a:pt x="3901494" y="2492105"/>
                </a:lnTo>
                <a:lnTo>
                  <a:pt x="3846236" y="2630656"/>
                </a:lnTo>
                <a:lnTo>
                  <a:pt x="3780110" y="2763798"/>
                </a:lnTo>
                <a:lnTo>
                  <a:pt x="3703632" y="2891046"/>
                </a:lnTo>
                <a:lnTo>
                  <a:pt x="3617317" y="3011911"/>
                </a:lnTo>
                <a:lnTo>
                  <a:pt x="3521680" y="3125907"/>
                </a:lnTo>
                <a:lnTo>
                  <a:pt x="3417236" y="3232546"/>
                </a:lnTo>
                <a:lnTo>
                  <a:pt x="3304501" y="3331342"/>
                </a:lnTo>
                <a:lnTo>
                  <a:pt x="3183989" y="3421806"/>
                </a:lnTo>
                <a:lnTo>
                  <a:pt x="3056216" y="3503452"/>
                </a:lnTo>
                <a:lnTo>
                  <a:pt x="2921698" y="3575793"/>
                </a:lnTo>
                <a:lnTo>
                  <a:pt x="2780948" y="3638341"/>
                </a:lnTo>
                <a:lnTo>
                  <a:pt x="2634483" y="3690609"/>
                </a:lnTo>
                <a:lnTo>
                  <a:pt x="2482818" y="3732110"/>
                </a:lnTo>
                <a:lnTo>
                  <a:pt x="2326468" y="3762357"/>
                </a:lnTo>
                <a:lnTo>
                  <a:pt x="2165948" y="3780863"/>
                </a:lnTo>
                <a:lnTo>
                  <a:pt x="2001774" y="3787140"/>
                </a:lnTo>
                <a:lnTo>
                  <a:pt x="1837599" y="3780863"/>
                </a:lnTo>
                <a:lnTo>
                  <a:pt x="1677079" y="3762357"/>
                </a:lnTo>
                <a:lnTo>
                  <a:pt x="1520729" y="3732110"/>
                </a:lnTo>
                <a:lnTo>
                  <a:pt x="1369064" y="3690609"/>
                </a:lnTo>
                <a:lnTo>
                  <a:pt x="1222599" y="3638341"/>
                </a:lnTo>
                <a:lnTo>
                  <a:pt x="1081849" y="3575793"/>
                </a:lnTo>
                <a:lnTo>
                  <a:pt x="947331" y="3503452"/>
                </a:lnTo>
                <a:lnTo>
                  <a:pt x="819558" y="3421806"/>
                </a:lnTo>
                <a:lnTo>
                  <a:pt x="699046" y="3331342"/>
                </a:lnTo>
                <a:lnTo>
                  <a:pt x="586311" y="3232546"/>
                </a:lnTo>
                <a:lnTo>
                  <a:pt x="481867" y="3125907"/>
                </a:lnTo>
                <a:lnTo>
                  <a:pt x="386230" y="3011911"/>
                </a:lnTo>
                <a:lnTo>
                  <a:pt x="299915" y="2891046"/>
                </a:lnTo>
                <a:lnTo>
                  <a:pt x="223437" y="2763798"/>
                </a:lnTo>
                <a:lnTo>
                  <a:pt x="157311" y="2630656"/>
                </a:lnTo>
                <a:lnTo>
                  <a:pt x="102053" y="2492105"/>
                </a:lnTo>
                <a:lnTo>
                  <a:pt x="58177" y="2348634"/>
                </a:lnTo>
                <a:lnTo>
                  <a:pt x="26200" y="2200730"/>
                </a:lnTo>
                <a:lnTo>
                  <a:pt x="6635" y="2048879"/>
                </a:lnTo>
                <a:lnTo>
                  <a:pt x="0" y="1893570"/>
                </a:lnTo>
                <a:close/>
              </a:path>
            </a:pathLst>
          </a:custGeom>
          <a:ln w="38100">
            <a:solidFill>
              <a:srgbClr val="8EB4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03448" y="2831592"/>
            <a:ext cx="2520950" cy="2377440"/>
          </a:xfrm>
          <a:custGeom>
            <a:avLst/>
            <a:gdLst/>
            <a:ahLst/>
            <a:cxnLst/>
            <a:rect l="l" t="t" r="r" b="b"/>
            <a:pathLst>
              <a:path w="2520950" h="2377440">
                <a:moveTo>
                  <a:pt x="1260348" y="0"/>
                </a:moveTo>
                <a:lnTo>
                  <a:pt x="1156977" y="3940"/>
                </a:lnTo>
                <a:lnTo>
                  <a:pt x="1055909" y="15559"/>
                </a:lnTo>
                <a:lnTo>
                  <a:pt x="957466" y="34550"/>
                </a:lnTo>
                <a:lnTo>
                  <a:pt x="861974" y="60606"/>
                </a:lnTo>
                <a:lnTo>
                  <a:pt x="769756" y="93422"/>
                </a:lnTo>
                <a:lnTo>
                  <a:pt x="681138" y="132692"/>
                </a:lnTo>
                <a:lnTo>
                  <a:pt x="596443" y="178109"/>
                </a:lnTo>
                <a:lnTo>
                  <a:pt x="515995" y="229368"/>
                </a:lnTo>
                <a:lnTo>
                  <a:pt x="440120" y="286162"/>
                </a:lnTo>
                <a:lnTo>
                  <a:pt x="369141" y="348186"/>
                </a:lnTo>
                <a:lnTo>
                  <a:pt x="303382" y="415133"/>
                </a:lnTo>
                <a:lnTo>
                  <a:pt x="243169" y="486698"/>
                </a:lnTo>
                <a:lnTo>
                  <a:pt x="188825" y="562574"/>
                </a:lnTo>
                <a:lnTo>
                  <a:pt x="140674" y="642456"/>
                </a:lnTo>
                <a:lnTo>
                  <a:pt x="99042" y="726037"/>
                </a:lnTo>
                <a:lnTo>
                  <a:pt x="64251" y="813011"/>
                </a:lnTo>
                <a:lnTo>
                  <a:pt x="36628" y="903072"/>
                </a:lnTo>
                <a:lnTo>
                  <a:pt x="16495" y="995915"/>
                </a:lnTo>
                <a:lnTo>
                  <a:pt x="4177" y="1091233"/>
                </a:lnTo>
                <a:lnTo>
                  <a:pt x="0" y="1188719"/>
                </a:lnTo>
                <a:lnTo>
                  <a:pt x="4177" y="1286206"/>
                </a:lnTo>
                <a:lnTo>
                  <a:pt x="16495" y="1381524"/>
                </a:lnTo>
                <a:lnTo>
                  <a:pt x="36628" y="1474367"/>
                </a:lnTo>
                <a:lnTo>
                  <a:pt x="64251" y="1564428"/>
                </a:lnTo>
                <a:lnTo>
                  <a:pt x="99042" y="1651402"/>
                </a:lnTo>
                <a:lnTo>
                  <a:pt x="140674" y="1734983"/>
                </a:lnTo>
                <a:lnTo>
                  <a:pt x="188825" y="1814865"/>
                </a:lnTo>
                <a:lnTo>
                  <a:pt x="243169" y="1890741"/>
                </a:lnTo>
                <a:lnTo>
                  <a:pt x="303382" y="1962306"/>
                </a:lnTo>
                <a:lnTo>
                  <a:pt x="369141" y="2029253"/>
                </a:lnTo>
                <a:lnTo>
                  <a:pt x="440120" y="2091277"/>
                </a:lnTo>
                <a:lnTo>
                  <a:pt x="515995" y="2148071"/>
                </a:lnTo>
                <a:lnTo>
                  <a:pt x="596443" y="2199330"/>
                </a:lnTo>
                <a:lnTo>
                  <a:pt x="681138" y="2244747"/>
                </a:lnTo>
                <a:lnTo>
                  <a:pt x="769756" y="2284017"/>
                </a:lnTo>
                <a:lnTo>
                  <a:pt x="861974" y="2316833"/>
                </a:lnTo>
                <a:lnTo>
                  <a:pt x="957466" y="2342889"/>
                </a:lnTo>
                <a:lnTo>
                  <a:pt x="1055909" y="2361880"/>
                </a:lnTo>
                <a:lnTo>
                  <a:pt x="1156977" y="2373499"/>
                </a:lnTo>
                <a:lnTo>
                  <a:pt x="1260348" y="2377439"/>
                </a:lnTo>
                <a:lnTo>
                  <a:pt x="1363718" y="2373499"/>
                </a:lnTo>
                <a:lnTo>
                  <a:pt x="1464786" y="2361880"/>
                </a:lnTo>
                <a:lnTo>
                  <a:pt x="1563229" y="2342889"/>
                </a:lnTo>
                <a:lnTo>
                  <a:pt x="1658721" y="2316833"/>
                </a:lnTo>
                <a:lnTo>
                  <a:pt x="1750939" y="2284017"/>
                </a:lnTo>
                <a:lnTo>
                  <a:pt x="1839557" y="2244747"/>
                </a:lnTo>
                <a:lnTo>
                  <a:pt x="1924252" y="2199330"/>
                </a:lnTo>
                <a:lnTo>
                  <a:pt x="2004700" y="2148071"/>
                </a:lnTo>
                <a:lnTo>
                  <a:pt x="2080575" y="2091277"/>
                </a:lnTo>
                <a:lnTo>
                  <a:pt x="2151554" y="2029253"/>
                </a:lnTo>
                <a:lnTo>
                  <a:pt x="2217313" y="1962306"/>
                </a:lnTo>
                <a:lnTo>
                  <a:pt x="2277526" y="1890741"/>
                </a:lnTo>
                <a:lnTo>
                  <a:pt x="2331870" y="1814865"/>
                </a:lnTo>
                <a:lnTo>
                  <a:pt x="2380021" y="1734983"/>
                </a:lnTo>
                <a:lnTo>
                  <a:pt x="2421653" y="1651402"/>
                </a:lnTo>
                <a:lnTo>
                  <a:pt x="2456444" y="1564428"/>
                </a:lnTo>
                <a:lnTo>
                  <a:pt x="2484067" y="1474367"/>
                </a:lnTo>
                <a:lnTo>
                  <a:pt x="2504200" y="1381524"/>
                </a:lnTo>
                <a:lnTo>
                  <a:pt x="2516518" y="1286206"/>
                </a:lnTo>
                <a:lnTo>
                  <a:pt x="2520696" y="1188719"/>
                </a:lnTo>
                <a:lnTo>
                  <a:pt x="2516518" y="1091233"/>
                </a:lnTo>
                <a:lnTo>
                  <a:pt x="2504200" y="995915"/>
                </a:lnTo>
                <a:lnTo>
                  <a:pt x="2484067" y="903072"/>
                </a:lnTo>
                <a:lnTo>
                  <a:pt x="2456444" y="813011"/>
                </a:lnTo>
                <a:lnTo>
                  <a:pt x="2421653" y="726037"/>
                </a:lnTo>
                <a:lnTo>
                  <a:pt x="2380021" y="642456"/>
                </a:lnTo>
                <a:lnTo>
                  <a:pt x="2331870" y="562574"/>
                </a:lnTo>
                <a:lnTo>
                  <a:pt x="2277526" y="486698"/>
                </a:lnTo>
                <a:lnTo>
                  <a:pt x="2217313" y="415133"/>
                </a:lnTo>
                <a:lnTo>
                  <a:pt x="2151554" y="348186"/>
                </a:lnTo>
                <a:lnTo>
                  <a:pt x="2080575" y="286162"/>
                </a:lnTo>
                <a:lnTo>
                  <a:pt x="2004700" y="229368"/>
                </a:lnTo>
                <a:lnTo>
                  <a:pt x="1924252" y="178109"/>
                </a:lnTo>
                <a:lnTo>
                  <a:pt x="1839557" y="132692"/>
                </a:lnTo>
                <a:lnTo>
                  <a:pt x="1750939" y="93422"/>
                </a:lnTo>
                <a:lnTo>
                  <a:pt x="1658721" y="60606"/>
                </a:lnTo>
                <a:lnTo>
                  <a:pt x="1563229" y="34550"/>
                </a:lnTo>
                <a:lnTo>
                  <a:pt x="1464786" y="15559"/>
                </a:lnTo>
                <a:lnTo>
                  <a:pt x="1363718" y="3940"/>
                </a:lnTo>
                <a:lnTo>
                  <a:pt x="12603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749" y="1054373"/>
            <a:ext cx="686625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Une </a:t>
            </a:r>
            <a:r>
              <a:rPr sz="1800" b="1" spc="-15" dirty="0">
                <a:latin typeface="Verdana"/>
                <a:cs typeface="Verdana"/>
              </a:rPr>
              <a:t>o</a:t>
            </a:r>
            <a:r>
              <a:rPr sz="1800" b="1" spc="-5" dirty="0">
                <a:latin typeface="Verdana"/>
                <a:cs typeface="Verdana"/>
              </a:rPr>
              <a:t>rga</a:t>
            </a:r>
            <a:r>
              <a:rPr sz="1800" b="1" spc="5" dirty="0">
                <a:latin typeface="Verdana"/>
                <a:cs typeface="Verdana"/>
              </a:rPr>
              <a:t>n</a:t>
            </a:r>
            <a:r>
              <a:rPr sz="1800" b="1" spc="-10" dirty="0">
                <a:latin typeface="Verdana"/>
                <a:cs typeface="Verdana"/>
              </a:rPr>
              <a:t>isa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spc="-15" dirty="0">
                <a:latin typeface="Verdana"/>
                <a:cs typeface="Verdana"/>
              </a:rPr>
              <a:t>ion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aut</a:t>
            </a:r>
            <a:r>
              <a:rPr sz="1800" b="1" spc="-20" dirty="0">
                <a:latin typeface="Verdana"/>
                <a:cs typeface="Verdana"/>
              </a:rPr>
              <a:t>o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du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/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che</a:t>
            </a:r>
            <a:r>
              <a:rPr sz="1800" b="1" dirty="0">
                <a:latin typeface="Verdana"/>
                <a:cs typeface="Verdana"/>
              </a:rPr>
              <a:t>f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de 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95344" y="3384803"/>
            <a:ext cx="1107948" cy="1109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67739" y="1748027"/>
            <a:ext cx="5841492" cy="3381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86383" y="2476508"/>
            <a:ext cx="5492115" cy="2002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15180" marR="5080" indent="-155575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O</a:t>
            </a:r>
            <a:r>
              <a:rPr sz="1000" b="1" spc="-15" dirty="0">
                <a:latin typeface="Verdana"/>
                <a:cs typeface="Verdana"/>
              </a:rPr>
              <a:t>péra</a:t>
            </a:r>
            <a:r>
              <a:rPr sz="1000" b="1" spc="-10" dirty="0">
                <a:latin typeface="Verdana"/>
                <a:cs typeface="Verdana"/>
              </a:rPr>
              <a:t>teu</a:t>
            </a:r>
            <a:r>
              <a:rPr sz="1000" b="1" spc="-15" dirty="0">
                <a:latin typeface="Verdana"/>
                <a:cs typeface="Verdana"/>
              </a:rPr>
              <a:t>r</a:t>
            </a:r>
            <a:r>
              <a:rPr sz="1000" b="1" spc="-10" dirty="0">
                <a:latin typeface="Verdana"/>
                <a:cs typeface="Verdana"/>
              </a:rPr>
              <a:t>s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du pr</a:t>
            </a:r>
            <a:r>
              <a:rPr sz="1000" b="1" spc="-10" dirty="0">
                <a:latin typeface="Verdana"/>
                <a:cs typeface="Verdana"/>
              </a:rPr>
              <a:t>oces</a:t>
            </a:r>
            <a:r>
              <a:rPr sz="1000" b="1" spc="-20" dirty="0">
                <a:latin typeface="Verdana"/>
                <a:cs typeface="Verdana"/>
              </a:rPr>
              <a:t>s</a:t>
            </a:r>
            <a:r>
              <a:rPr sz="1000" b="1" spc="-15" dirty="0">
                <a:latin typeface="Verdana"/>
                <a:cs typeface="Verdana"/>
              </a:rPr>
              <a:t>us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00">
              <a:latin typeface="Times New Roman"/>
              <a:cs typeface="Times New Roman"/>
            </a:endParaRPr>
          </a:p>
          <a:p>
            <a:pPr marL="3045460" marR="1901825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Ch</a:t>
            </a:r>
            <a:r>
              <a:rPr sz="1000" b="1" spc="-15" dirty="0">
                <a:latin typeface="Verdana"/>
                <a:cs typeface="Verdana"/>
              </a:rPr>
              <a:t>e</a:t>
            </a:r>
            <a:r>
              <a:rPr sz="1000" b="1" spc="-5" dirty="0">
                <a:latin typeface="Verdana"/>
                <a:cs typeface="Verdana"/>
              </a:rPr>
              <a:t>f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de</a:t>
            </a:r>
            <a:r>
              <a:rPr sz="1000" b="1" spc="-10" dirty="0">
                <a:latin typeface="Verdana"/>
                <a:cs typeface="Verdana"/>
              </a:rPr>
              <a:t> Pro</a:t>
            </a:r>
            <a:r>
              <a:rPr sz="1000" b="1" spc="-15" dirty="0">
                <a:latin typeface="Verdana"/>
                <a:cs typeface="Verdana"/>
              </a:rPr>
              <a:t>j</a:t>
            </a:r>
            <a:r>
              <a:rPr sz="1000" b="1" spc="-10" dirty="0">
                <a:latin typeface="Verdana"/>
                <a:cs typeface="Verdana"/>
              </a:rPr>
              <a:t>et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4630420" indent="77470">
              <a:lnSpc>
                <a:spcPct val="100000"/>
              </a:lnSpc>
            </a:pPr>
            <a:r>
              <a:rPr sz="1000" b="1" spc="-15" dirty="0">
                <a:latin typeface="Verdana"/>
                <a:cs typeface="Verdana"/>
              </a:rPr>
              <a:t>Fonc</a:t>
            </a:r>
            <a:r>
              <a:rPr sz="1000" b="1" spc="-5" dirty="0">
                <a:latin typeface="Verdana"/>
                <a:cs typeface="Verdana"/>
              </a:rPr>
              <a:t>t</a:t>
            </a:r>
            <a:r>
              <a:rPr sz="1000" b="1" spc="-10" dirty="0">
                <a:latin typeface="Verdana"/>
                <a:cs typeface="Verdana"/>
              </a:rPr>
              <a:t>ions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suppor</a:t>
            </a:r>
            <a:r>
              <a:rPr sz="1000" b="1" spc="-10" dirty="0">
                <a:latin typeface="Verdana"/>
                <a:cs typeface="Verdana"/>
              </a:rPr>
              <a:t>ts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de</a:t>
            </a:r>
            <a:r>
              <a:rPr sz="1000" b="1" spc="-10" dirty="0">
                <a:latin typeface="Verdana"/>
                <a:cs typeface="Verdana"/>
              </a:rPr>
              <a:t> l’entreprise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"/>
              </a:spcBef>
            </a:pPr>
            <a:endParaRPr sz="1000">
              <a:latin typeface="Times New Roman"/>
              <a:cs typeface="Times New Roman"/>
            </a:endParaRPr>
          </a:p>
          <a:p>
            <a:pPr marL="1077595" algn="ctr">
              <a:lnSpc>
                <a:spcPct val="100000"/>
              </a:lnSpc>
            </a:pPr>
            <a:r>
              <a:rPr sz="1000" b="1" i="1" spc="-10" dirty="0">
                <a:latin typeface="Verdana"/>
                <a:cs typeface="Verdana"/>
              </a:rPr>
              <a:t>Pro</a:t>
            </a:r>
            <a:r>
              <a:rPr sz="1000" b="1" i="1" spc="-15" dirty="0">
                <a:latin typeface="Verdana"/>
                <a:cs typeface="Verdana"/>
              </a:rPr>
              <a:t>j</a:t>
            </a:r>
            <a:r>
              <a:rPr sz="1000" b="1" i="1" spc="-10" dirty="0">
                <a:latin typeface="Verdana"/>
                <a:cs typeface="Verdana"/>
              </a:rPr>
              <a:t>et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43350" y="4637286"/>
            <a:ext cx="96964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-15" dirty="0">
                <a:latin typeface="Verdana"/>
                <a:cs typeface="Verdana"/>
              </a:rPr>
              <a:t>Le</a:t>
            </a:r>
            <a:r>
              <a:rPr sz="1000" b="1" spc="-10" dirty="0">
                <a:latin typeface="Verdana"/>
                <a:cs typeface="Verdana"/>
              </a:rPr>
              <a:t>s </a:t>
            </a:r>
            <a:r>
              <a:rPr sz="1000" b="1" spc="-15" dirty="0">
                <a:latin typeface="Verdana"/>
                <a:cs typeface="Verdana"/>
              </a:rPr>
              <a:t>membr</a:t>
            </a:r>
            <a:r>
              <a:rPr sz="1000" b="1" spc="-10" dirty="0">
                <a:latin typeface="Verdana"/>
                <a:cs typeface="Verdana"/>
              </a:rPr>
              <a:t>es</a:t>
            </a:r>
            <a:endParaRPr sz="1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de l’équ</a:t>
            </a:r>
            <a:r>
              <a:rPr sz="1000" b="1" spc="-15" dirty="0">
                <a:latin typeface="Verdana"/>
                <a:cs typeface="Verdana"/>
              </a:rPr>
              <a:t>i</a:t>
            </a:r>
            <a:r>
              <a:rPr sz="1000" b="1" spc="-10" dirty="0">
                <a:latin typeface="Verdana"/>
                <a:cs typeface="Verdana"/>
              </a:rPr>
              <a:t>pe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6203" y="4781050"/>
            <a:ext cx="922019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" marR="5080" indent="-33655">
              <a:lnSpc>
                <a:spcPct val="100000"/>
              </a:lnSpc>
            </a:pPr>
            <a:r>
              <a:rPr sz="1000" b="1" spc="-15" dirty="0">
                <a:latin typeface="Verdana"/>
                <a:cs typeface="Verdana"/>
              </a:rPr>
              <a:t>Resp</a:t>
            </a:r>
            <a:r>
              <a:rPr sz="1000" b="1" spc="-10" dirty="0">
                <a:latin typeface="Verdana"/>
                <a:cs typeface="Verdana"/>
              </a:rPr>
              <a:t>on</a:t>
            </a:r>
            <a:r>
              <a:rPr sz="1000" b="1" spc="-20" dirty="0">
                <a:latin typeface="Verdana"/>
                <a:cs typeface="Verdana"/>
              </a:rPr>
              <a:t>s</a:t>
            </a:r>
            <a:r>
              <a:rPr sz="1000" b="1" spc="-15" dirty="0">
                <a:latin typeface="Verdana"/>
                <a:cs typeface="Verdana"/>
              </a:rPr>
              <a:t>abl</a:t>
            </a:r>
            <a:r>
              <a:rPr sz="1000" b="1" spc="-10" dirty="0">
                <a:latin typeface="Verdana"/>
                <a:cs typeface="Verdana"/>
              </a:rPr>
              <a:t>e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Fonc</a:t>
            </a:r>
            <a:r>
              <a:rPr sz="1000" b="1" spc="-5" dirty="0">
                <a:latin typeface="Verdana"/>
                <a:cs typeface="Verdana"/>
              </a:rPr>
              <a:t>t</a:t>
            </a:r>
            <a:r>
              <a:rPr sz="1000" b="1" spc="-10" dirty="0">
                <a:latin typeface="Verdana"/>
                <a:cs typeface="Verdana"/>
              </a:rPr>
              <a:t>ionn</a:t>
            </a:r>
            <a:r>
              <a:rPr sz="1000" b="1" spc="-20" dirty="0">
                <a:latin typeface="Verdana"/>
                <a:cs typeface="Verdana"/>
              </a:rPr>
              <a:t>e</a:t>
            </a:r>
            <a:r>
              <a:rPr sz="1000" b="1" spc="-5" dirty="0">
                <a:latin typeface="Verdana"/>
                <a:cs typeface="Verdana"/>
              </a:rPr>
              <a:t>l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8902" y="1807472"/>
            <a:ext cx="73342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3500">
              <a:lnSpc>
                <a:spcPct val="100000"/>
              </a:lnSpc>
            </a:pPr>
            <a:r>
              <a:rPr sz="1000" b="1" spc="-15" dirty="0">
                <a:latin typeface="Verdana"/>
                <a:cs typeface="Verdana"/>
              </a:rPr>
              <a:t>Spons</a:t>
            </a:r>
            <a:r>
              <a:rPr sz="1000" b="1" spc="-10" dirty="0">
                <a:latin typeface="Verdana"/>
                <a:cs typeface="Verdana"/>
              </a:rPr>
              <a:t>or Ch</a:t>
            </a:r>
            <a:r>
              <a:rPr sz="1000" b="1" spc="-20" dirty="0">
                <a:latin typeface="Verdana"/>
                <a:cs typeface="Verdana"/>
              </a:rPr>
              <a:t>a</a:t>
            </a:r>
            <a:r>
              <a:rPr sz="1000" b="1" spc="-15" dirty="0">
                <a:latin typeface="Verdana"/>
                <a:cs typeface="Verdana"/>
              </a:rPr>
              <a:t>mpion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77770" y="1900182"/>
            <a:ext cx="73215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B</a:t>
            </a:r>
            <a:r>
              <a:rPr sz="1000" b="1" spc="-15" dirty="0">
                <a:latin typeface="Verdana"/>
                <a:cs typeface="Verdana"/>
              </a:rPr>
              <a:t>lac</a:t>
            </a:r>
            <a:r>
              <a:rPr sz="1000" b="1" spc="-10" dirty="0">
                <a:latin typeface="Verdana"/>
                <a:cs typeface="Verdana"/>
              </a:rPr>
              <a:t>k</a:t>
            </a:r>
            <a:r>
              <a:rPr sz="1000" b="1" spc="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Bel</a:t>
            </a:r>
            <a:r>
              <a:rPr sz="1000" b="1" spc="-5" dirty="0">
                <a:latin typeface="Verdana"/>
                <a:cs typeface="Verdana"/>
              </a:rPr>
              <a:t>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35167" y="5204459"/>
            <a:ext cx="94678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Pro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s</a:t>
            </a:r>
            <a:r>
              <a:rPr sz="1000" i="1" spc="-15" dirty="0">
                <a:latin typeface="Calibri"/>
                <a:cs typeface="Calibri"/>
              </a:rPr>
              <a:t> Ow</a:t>
            </a:r>
            <a:r>
              <a:rPr sz="1000" i="1" spc="-5" dirty="0">
                <a:latin typeface="Calibri"/>
                <a:cs typeface="Calibri"/>
              </a:rPr>
              <a:t>ner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36669"/>
            <a:ext cx="4321810" cy="1246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5" dirty="0">
                <a:latin typeface="Verdana"/>
                <a:cs typeface="Verdana"/>
              </a:rPr>
              <a:t>L</a:t>
            </a:r>
            <a:r>
              <a:rPr sz="1800" b="1" dirty="0">
                <a:latin typeface="Verdana"/>
                <a:cs typeface="Verdana"/>
              </a:rPr>
              <a:t>e </a:t>
            </a:r>
            <a:r>
              <a:rPr sz="1800" b="1" spc="-5" dirty="0">
                <a:latin typeface="Verdana"/>
                <a:cs typeface="Verdana"/>
              </a:rPr>
              <a:t>che</a:t>
            </a:r>
            <a:r>
              <a:rPr sz="1800" b="1" dirty="0">
                <a:latin typeface="Verdana"/>
                <a:cs typeface="Verdana"/>
              </a:rPr>
              <a:t>f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du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(</a:t>
            </a:r>
            <a:r>
              <a:rPr sz="1800" b="1" spc="-15" dirty="0">
                <a:latin typeface="Verdana"/>
                <a:cs typeface="Verdana"/>
              </a:rPr>
              <a:t>Yello</a:t>
            </a:r>
            <a:r>
              <a:rPr sz="1800" b="1" spc="-20" dirty="0">
                <a:latin typeface="Verdana"/>
                <a:cs typeface="Verdana"/>
              </a:rPr>
              <a:t>w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Bel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▪"/>
            </a:pPr>
            <a:endParaRPr sz="27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9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âc</a:t>
            </a:r>
            <a:r>
              <a:rPr sz="1600" spc="-25" dirty="0">
                <a:latin typeface="Verdana"/>
                <a:cs typeface="Verdana"/>
              </a:rPr>
              <a:t>h</a:t>
            </a:r>
            <a:r>
              <a:rPr sz="1600" spc="-10" dirty="0">
                <a:latin typeface="Verdana"/>
                <a:cs typeface="Verdana"/>
              </a:rPr>
              <a:t>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7175" y="2556549"/>
            <a:ext cx="4702175" cy="1232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n </a:t>
            </a:r>
            <a:r>
              <a:rPr sz="1200" spc="-5" dirty="0">
                <a:latin typeface="Verdana"/>
                <a:cs typeface="Verdana"/>
              </a:rPr>
              <a:t>pla</a:t>
            </a:r>
            <a:r>
              <a:rPr sz="1200" spc="-10" dirty="0">
                <a:latin typeface="Verdana"/>
                <a:cs typeface="Verdana"/>
              </a:rPr>
              <a:t>ce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logi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IC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as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iés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ère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5" dirty="0">
                <a:latin typeface="Verdana"/>
                <a:cs typeface="Verdana"/>
              </a:rPr>
              <a:t>ion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’é</a:t>
            </a:r>
            <a:r>
              <a:rPr sz="1200" spc="-5" dirty="0">
                <a:latin typeface="Verdana"/>
                <a:cs typeface="Verdana"/>
              </a:rPr>
              <a:t>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n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qu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fa</a:t>
            </a:r>
            <a:r>
              <a:rPr sz="1200" spc="-15" dirty="0">
                <a:latin typeface="Verdana"/>
                <a:cs typeface="Verdana"/>
              </a:rPr>
              <a:t>c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ère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et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a</a:t>
            </a:r>
            <a:r>
              <a:rPr sz="1200" spc="-4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l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Su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orte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og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4389485"/>
            <a:ext cx="22682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l’Equipe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7175" y="4842930"/>
            <a:ext cx="4876800" cy="1583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lec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15" dirty="0">
                <a:latin typeface="Verdana"/>
                <a:cs typeface="Verdana"/>
              </a:rPr>
              <a:t>ion</a:t>
            </a:r>
            <a:r>
              <a:rPr sz="1200" spc="-10" dirty="0">
                <a:latin typeface="Verdana"/>
                <a:cs typeface="Verdana"/>
              </a:rPr>
              <a:t>ne</a:t>
            </a:r>
            <a:r>
              <a:rPr sz="1200" spc="-5" dirty="0">
                <a:latin typeface="Verdana"/>
                <a:cs typeface="Verdana"/>
              </a:rPr>
              <a:t>/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b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ormes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(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ègle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ase)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seil</a:t>
            </a:r>
            <a:r>
              <a:rPr sz="1200" spc="-1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ère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erfaces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orga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tion</a:t>
            </a:r>
            <a:r>
              <a:rPr sz="1200" spc="-10" dirty="0">
                <a:latin typeface="Verdana"/>
                <a:cs typeface="Verdana"/>
              </a:rPr>
              <a:t>ne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les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’ass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re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qu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st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for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ée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pée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son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a</a:t>
            </a:r>
            <a:r>
              <a:rPr sz="1200" spc="-4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l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76288" y="908303"/>
            <a:ext cx="1979676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36669"/>
            <a:ext cx="3564254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5" dirty="0">
                <a:latin typeface="Verdana"/>
                <a:cs typeface="Verdana"/>
              </a:rPr>
              <a:t>Le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m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m</a:t>
            </a:r>
            <a:r>
              <a:rPr sz="1800" b="1" spc="-5" dirty="0">
                <a:latin typeface="Verdana"/>
                <a:cs typeface="Verdana"/>
              </a:rPr>
              <a:t>b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de l’éq</a:t>
            </a:r>
            <a:r>
              <a:rPr sz="1800" b="1" spc="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ipe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2102603"/>
            <a:ext cx="4090035" cy="2037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âc</a:t>
            </a:r>
            <a:r>
              <a:rPr sz="1600" spc="-25" dirty="0">
                <a:latin typeface="Verdana"/>
                <a:cs typeface="Verdana"/>
              </a:rPr>
              <a:t>h</a:t>
            </a:r>
            <a:r>
              <a:rPr sz="1600" spc="-10" dirty="0">
                <a:latin typeface="Verdana"/>
                <a:cs typeface="Verdana"/>
              </a:rPr>
              <a:t>es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3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art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t</a:t>
            </a:r>
            <a:r>
              <a:rPr sz="1200" spc="-10" dirty="0">
                <a:latin typeface="Verdana"/>
                <a:cs typeface="Verdana"/>
              </a:rPr>
              <a:t>âc</a:t>
            </a:r>
            <a:r>
              <a:rPr sz="1200" spc="-20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tt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n 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pl</a:t>
            </a:r>
            <a:r>
              <a:rPr sz="1200" spc="-10" dirty="0">
                <a:latin typeface="Verdana"/>
                <a:cs typeface="Verdana"/>
              </a:rPr>
              <a:t>ica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3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leur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con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iss</a:t>
            </a: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spc="-10" dirty="0">
                <a:latin typeface="Verdana"/>
                <a:cs typeface="Verdana"/>
              </a:rPr>
              <a:t>ces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pp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IC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rgbClr val="EE3D42"/>
              </a:buClr>
              <a:buFont typeface="MS Gothic"/>
              <a:buChar char="✓"/>
            </a:pPr>
            <a:endParaRPr sz="11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0" dirty="0">
                <a:latin typeface="Verdana"/>
                <a:cs typeface="Verdana"/>
              </a:rPr>
              <a:t>Pre</a:t>
            </a:r>
            <a:r>
              <a:rPr sz="1200" spc="-15" dirty="0">
                <a:latin typeface="Verdana"/>
                <a:cs typeface="Verdana"/>
              </a:rPr>
              <a:t>nn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d</a:t>
            </a:r>
            <a:r>
              <a:rPr sz="1200" dirty="0">
                <a:latin typeface="Verdana"/>
                <a:cs typeface="Verdana"/>
              </a:rPr>
              <a:t>’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3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ceme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a</a:t>
            </a:r>
            <a:r>
              <a:rPr sz="1200" spc="-4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l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4740005"/>
            <a:ext cx="5762625" cy="1335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l’Equipe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3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art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ppl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ormes</a:t>
            </a:r>
            <a:r>
              <a:rPr sz="1200" spc="-1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20" dirty="0">
                <a:latin typeface="Verdana"/>
                <a:cs typeface="Verdana"/>
              </a:rPr>
              <a:t>mm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og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fonc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orga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76288" y="908303"/>
            <a:ext cx="1979676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3570604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5" dirty="0">
                <a:latin typeface="Verdana"/>
                <a:cs typeface="Verdana"/>
              </a:rPr>
              <a:t>Respon</a:t>
            </a:r>
            <a:r>
              <a:rPr sz="1800" b="1" dirty="0">
                <a:latin typeface="Verdana"/>
                <a:cs typeface="Verdana"/>
              </a:rPr>
              <a:t>sable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F</a:t>
            </a:r>
            <a:r>
              <a:rPr sz="1800" b="1" spc="-15" dirty="0">
                <a:latin typeface="Verdana"/>
                <a:cs typeface="Verdana"/>
              </a:rPr>
              <a:t>onc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ionne</a:t>
            </a:r>
            <a:r>
              <a:rPr sz="1800" b="1" spc="-10" dirty="0">
                <a:latin typeface="Verdana"/>
                <a:cs typeface="Verdana"/>
              </a:rPr>
              <a:t>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5649" y="1493516"/>
            <a:ext cx="4021454" cy="981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Verdana"/>
                <a:cs typeface="Verdana"/>
              </a:rPr>
              <a:t>et les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O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rate</a:t>
            </a:r>
            <a:r>
              <a:rPr sz="1800" b="1" dirty="0">
                <a:latin typeface="Verdana"/>
                <a:cs typeface="Verdana"/>
              </a:rPr>
              <a:t>u</a:t>
            </a:r>
            <a:r>
              <a:rPr sz="1800" b="1" spc="-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du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Pr</a:t>
            </a:r>
            <a:r>
              <a:rPr sz="1800" b="1" dirty="0">
                <a:latin typeface="Verdana"/>
                <a:cs typeface="Verdana"/>
              </a:rPr>
              <a:t>ocess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00">
              <a:latin typeface="Times New Roman"/>
              <a:cs typeface="Times New Roman"/>
            </a:endParaRPr>
          </a:p>
          <a:p>
            <a:pPr marL="413384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414020" algn="l"/>
              </a:tabLst>
            </a:pPr>
            <a:r>
              <a:rPr sz="1600" spc="-20" dirty="0">
                <a:latin typeface="Verdana"/>
                <a:cs typeface="Verdana"/>
              </a:rPr>
              <a:t>Ge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ion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â</a:t>
            </a:r>
            <a:r>
              <a:rPr sz="1600" spc="-15" dirty="0">
                <a:latin typeface="Verdana"/>
                <a:cs typeface="Verdana"/>
              </a:rPr>
              <a:t>ch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7175" y="2647989"/>
            <a:ext cx="7155180" cy="150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40" dirty="0">
                <a:latin typeface="Verdana"/>
                <a:cs typeface="Verdana"/>
              </a:rPr>
              <a:t>F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rni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sent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ex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rt</a:t>
            </a:r>
            <a:r>
              <a:rPr sz="1200" spc="-10" dirty="0">
                <a:latin typeface="Verdana"/>
                <a:cs typeface="Verdana"/>
              </a:rPr>
              <a:t>ise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on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pp</a:t>
            </a:r>
            <a:r>
              <a:rPr sz="1200" spc="-10" dirty="0">
                <a:latin typeface="Verdana"/>
                <a:cs typeface="Verdana"/>
              </a:rPr>
              <a:t>ortent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leur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con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iss</a:t>
            </a: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spc="-10" dirty="0">
                <a:latin typeface="Verdana"/>
                <a:cs typeface="Verdana"/>
              </a:rPr>
              <a:t>ces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à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n a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3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av</a:t>
            </a:r>
            <a:r>
              <a:rPr sz="1200" spc="-10" dirty="0">
                <a:latin typeface="Verdana"/>
                <a:cs typeface="Verdana"/>
              </a:rPr>
              <a:t>ec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sol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tions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’a</a:t>
            </a:r>
            <a:r>
              <a:rPr sz="1200" spc="-5" dirty="0">
                <a:latin typeface="Verdana"/>
                <a:cs typeface="Verdana"/>
              </a:rPr>
              <a:t>s</a:t>
            </a:r>
            <a:r>
              <a:rPr sz="1200" spc="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re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à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5" dirty="0">
                <a:latin typeface="Verdana"/>
                <a:cs typeface="Verdana"/>
              </a:rPr>
              <a:t>f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u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ro</a:t>
            </a:r>
            <a:r>
              <a:rPr sz="1200" spc="-10" dirty="0">
                <a:latin typeface="Verdana"/>
                <a:cs typeface="Verdana"/>
              </a:rPr>
              <a:t>j</a:t>
            </a:r>
            <a:r>
              <a:rPr sz="1200" dirty="0">
                <a:latin typeface="Verdana"/>
                <a:cs typeface="Verdana"/>
              </a:rPr>
              <a:t>et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1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dirty="0">
                <a:latin typeface="Verdana"/>
                <a:cs typeface="Verdana"/>
              </a:rPr>
              <a:t>on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en</a:t>
            </a:r>
            <a:r>
              <a:rPr sz="1200" spc="1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pl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ce</a:t>
            </a:r>
            <a:r>
              <a:rPr sz="1200" spc="10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et</a:t>
            </a:r>
            <a:r>
              <a:rPr sz="1200" spc="1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ce</a:t>
            </a:r>
            <a:r>
              <a:rPr sz="1200" spc="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ol</a:t>
            </a:r>
            <a:r>
              <a:rPr sz="1200" spc="-10" dirty="0">
                <a:latin typeface="Verdana"/>
                <a:cs typeface="Verdana"/>
              </a:rPr>
              <a:t>ut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au</a:t>
            </a:r>
            <a:endParaRPr sz="120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sz="1200" spc="-10" dirty="0">
                <a:latin typeface="Verdana"/>
                <a:cs typeface="Verdana"/>
              </a:rPr>
              <a:t>sein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ervice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949" y="4755245"/>
            <a:ext cx="5762625" cy="1335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l’Equipe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3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art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ppl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ormes</a:t>
            </a:r>
            <a:r>
              <a:rPr sz="1200" spc="-1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20" dirty="0">
                <a:latin typeface="Verdana"/>
                <a:cs typeface="Verdana"/>
              </a:rPr>
              <a:t>mm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og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fonc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orga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76288" y="908303"/>
            <a:ext cx="1979676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25111" y="1114044"/>
            <a:ext cx="94678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Pro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s</a:t>
            </a:r>
            <a:r>
              <a:rPr sz="1000" i="1" spc="-15" dirty="0">
                <a:latin typeface="Calibri"/>
                <a:cs typeface="Calibri"/>
              </a:rPr>
              <a:t> Ow</a:t>
            </a:r>
            <a:r>
              <a:rPr sz="1000" i="1" spc="-5" dirty="0">
                <a:latin typeface="Calibri"/>
                <a:cs typeface="Calibri"/>
              </a:rPr>
              <a:t>ner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3012440" cy="1069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5" dirty="0">
                <a:latin typeface="Verdana"/>
                <a:cs typeface="Verdana"/>
              </a:rPr>
              <a:t>ponso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/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Champion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  <a:buClr>
                <a:srgbClr val="EE3D42"/>
              </a:buClr>
              <a:buFont typeface="MS Gothic"/>
              <a:buChar char="▪"/>
            </a:pPr>
            <a:endParaRPr sz="32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âc</a:t>
            </a:r>
            <a:r>
              <a:rPr sz="1600" spc="-25" dirty="0">
                <a:latin typeface="Verdana"/>
                <a:cs typeface="Verdana"/>
              </a:rPr>
              <a:t>h</a:t>
            </a:r>
            <a:r>
              <a:rPr sz="1600" spc="-10" dirty="0">
                <a:latin typeface="Verdana"/>
                <a:cs typeface="Verdana"/>
              </a:rPr>
              <a:t>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7175" y="2297215"/>
            <a:ext cx="5318125" cy="2284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0" dirty="0">
                <a:latin typeface="Verdana"/>
                <a:cs typeface="Verdana"/>
              </a:rPr>
              <a:t>Détermi</a:t>
            </a:r>
            <a:r>
              <a:rPr sz="1200" spc="-20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e 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ir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gi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0" dirty="0">
                <a:latin typeface="Verdana"/>
                <a:cs typeface="Verdana"/>
              </a:rPr>
              <a:t>Défi</a:t>
            </a:r>
            <a:r>
              <a:rPr sz="1200" spc="-2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ces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ccès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ésout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ob</a:t>
            </a:r>
            <a:r>
              <a:rPr sz="1200" spc="-15" dirty="0">
                <a:latin typeface="Verdana"/>
                <a:cs typeface="Verdana"/>
              </a:rPr>
              <a:t>lèm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ssources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p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rio</a:t>
            </a:r>
            <a:r>
              <a:rPr sz="1200" spc="-5" dirty="0">
                <a:latin typeface="Verdana"/>
                <a:cs typeface="Verdana"/>
              </a:rPr>
              <a:t>di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3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ceme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à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e en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pl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ce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sol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</a:t>
            </a:r>
            <a:r>
              <a:rPr sz="1200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EE3D42"/>
              </a:buClr>
              <a:buFont typeface="MS Gothic"/>
              <a:buChar char="✓"/>
            </a:pPr>
            <a:endParaRPr sz="11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ss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l’i</a:t>
            </a:r>
            <a:r>
              <a:rPr sz="1200" spc="-2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erface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av</a:t>
            </a:r>
            <a:r>
              <a:rPr sz="1200" spc="-10" dirty="0">
                <a:latin typeface="Verdana"/>
                <a:cs typeface="Verdana"/>
              </a:rPr>
              <a:t>ec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l’ent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rise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5" dirty="0">
                <a:latin typeface="Verdana"/>
                <a:cs typeface="Verdana"/>
              </a:rPr>
              <a:t>ien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 et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fonc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pp</a:t>
            </a:r>
            <a:r>
              <a:rPr sz="1200" spc="-10" dirty="0">
                <a:latin typeface="Verdana"/>
                <a:cs typeface="Verdana"/>
              </a:rPr>
              <a:t>orts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5182218"/>
            <a:ext cx="3437254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l’Equipe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de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à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séle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20" dirty="0">
                <a:latin typeface="Verdana"/>
                <a:cs typeface="Verdana"/>
              </a:rPr>
              <a:t>mm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av</a:t>
            </a:r>
            <a:r>
              <a:rPr sz="1200" spc="-10" dirty="0">
                <a:latin typeface="Verdana"/>
                <a:cs typeface="Verdana"/>
              </a:rPr>
              <a:t>ec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10" dirty="0">
                <a:latin typeface="Verdana"/>
                <a:cs typeface="Verdana"/>
              </a:rPr>
              <a:t>c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ef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76288" y="908303"/>
            <a:ext cx="1979676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164846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15" dirty="0">
                <a:latin typeface="Verdana"/>
                <a:cs typeface="Verdana"/>
              </a:rPr>
              <a:t>B</a:t>
            </a:r>
            <a:r>
              <a:rPr sz="1800" b="1" spc="-20" dirty="0">
                <a:latin typeface="Verdana"/>
                <a:cs typeface="Verdana"/>
              </a:rPr>
              <a:t>l</a:t>
            </a:r>
            <a:r>
              <a:rPr sz="1800" b="1" dirty="0">
                <a:latin typeface="Verdana"/>
                <a:cs typeface="Verdana"/>
              </a:rPr>
              <a:t>ack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Belt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1843770"/>
            <a:ext cx="6485255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âc</a:t>
            </a:r>
            <a:r>
              <a:rPr sz="1600" spc="-25" dirty="0">
                <a:latin typeface="Verdana"/>
                <a:cs typeface="Verdana"/>
              </a:rPr>
              <a:t>h</a:t>
            </a:r>
            <a:r>
              <a:rPr sz="1600" spc="-10" dirty="0">
                <a:latin typeface="Verdana"/>
                <a:cs typeface="Verdana"/>
              </a:rPr>
              <a:t>es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3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art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son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ex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rt</a:t>
            </a:r>
            <a:r>
              <a:rPr sz="1200" spc="-10" dirty="0">
                <a:latin typeface="Verdana"/>
                <a:cs typeface="Verdana"/>
              </a:rPr>
              <a:t>ise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tion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IC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7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rio</a:t>
            </a:r>
            <a:r>
              <a:rPr sz="1200" spc="-5" dirty="0">
                <a:latin typeface="Verdana"/>
                <a:cs typeface="Verdana"/>
              </a:rPr>
              <a:t>di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0" dirty="0">
                <a:latin typeface="Verdana"/>
                <a:cs typeface="Verdana"/>
              </a:rPr>
              <a:t>cessus</a:t>
            </a:r>
            <a:r>
              <a:rPr sz="1200" spc="-5" dirty="0">
                <a:latin typeface="Verdana"/>
                <a:cs typeface="Verdana"/>
              </a:rPr>
              <a:t> et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og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</a:t>
            </a:r>
            <a:r>
              <a:rPr sz="1200" spc="-10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3428737"/>
            <a:ext cx="7615555" cy="1257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l’Equipe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ccom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gn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conseil</a:t>
            </a:r>
            <a:r>
              <a:rPr sz="1200" spc="-1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-10" dirty="0">
                <a:latin typeface="Verdana"/>
                <a:cs typeface="Verdana"/>
              </a:rPr>
              <a:t> 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sor</a:t>
            </a:r>
            <a:endParaRPr sz="1200">
              <a:latin typeface="Verdana"/>
              <a:cs typeface="Verdana"/>
            </a:endParaRPr>
          </a:p>
          <a:p>
            <a:pPr marL="698500" marR="5080" lvl="1" indent="-228600">
              <a:lnSpc>
                <a:spcPct val="15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ncou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7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17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org</a:t>
            </a:r>
            <a:r>
              <a:rPr sz="1200" spc="-5" dirty="0">
                <a:latin typeface="Verdana"/>
                <a:cs typeface="Verdana"/>
              </a:rPr>
              <a:t>anis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7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70" dirty="0">
                <a:latin typeface="Verdana"/>
                <a:cs typeface="Verdana"/>
              </a:rPr>
              <a:t> </a:t>
            </a:r>
            <a:r>
              <a:rPr sz="1200" spc="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art</a:t>
            </a:r>
            <a:r>
              <a:rPr sz="1200" spc="-5" dirty="0">
                <a:latin typeface="Verdana"/>
                <a:cs typeface="Verdana"/>
              </a:rPr>
              <a:t>ag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8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17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con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is</a:t>
            </a:r>
            <a:r>
              <a:rPr sz="1200" spc="-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ces</a:t>
            </a:r>
            <a:r>
              <a:rPr sz="1200" spc="18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18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15" dirty="0">
                <a:latin typeface="Verdana"/>
                <a:cs typeface="Verdana"/>
              </a:rPr>
              <a:t>leur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17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18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re</a:t>
            </a:r>
            <a:r>
              <a:rPr sz="1200" spc="18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les 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pes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27747" y="836675"/>
            <a:ext cx="1981200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107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022340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2670175" algn="l"/>
                <a:tab pos="3713479" algn="l"/>
                <a:tab pos="4500880" algn="l"/>
              </a:tabLst>
            </a:pPr>
            <a:r>
              <a:rPr sz="1800" b="1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’</a:t>
            </a:r>
            <a:r>
              <a:rPr sz="1800" b="1" dirty="0">
                <a:latin typeface="Verdana"/>
                <a:cs typeface="Verdana"/>
              </a:rPr>
              <a:t>or</a:t>
            </a:r>
            <a:r>
              <a:rPr sz="1800" b="1" spc="5" dirty="0">
                <a:latin typeface="Verdana"/>
                <a:cs typeface="Verdana"/>
              </a:rPr>
              <a:t>g</a:t>
            </a:r>
            <a:r>
              <a:rPr sz="1800" b="1" dirty="0">
                <a:latin typeface="Verdana"/>
                <a:cs typeface="Verdana"/>
              </a:rPr>
              <a:t>anis</a:t>
            </a:r>
            <a:r>
              <a:rPr sz="1800" b="1" spc="-10" dirty="0">
                <a:latin typeface="Verdana"/>
                <a:cs typeface="Verdana"/>
              </a:rPr>
              <a:t>a</a:t>
            </a:r>
            <a:r>
              <a:rPr sz="1800" b="1" dirty="0">
                <a:latin typeface="Verdana"/>
                <a:cs typeface="Verdana"/>
              </a:rPr>
              <a:t>tion	</a:t>
            </a:r>
            <a:r>
              <a:rPr sz="1800" b="1" spc="-15" dirty="0">
                <a:latin typeface="Verdana"/>
                <a:cs typeface="Verdana"/>
              </a:rPr>
              <a:t>type</a:t>
            </a:r>
            <a:r>
              <a:rPr sz="1800" b="1" dirty="0">
                <a:latin typeface="Verdana"/>
                <a:cs typeface="Verdana"/>
              </a:rPr>
              <a:t>	de	l</a:t>
            </a:r>
            <a:r>
              <a:rPr sz="1800" b="1" spc="5" dirty="0">
                <a:latin typeface="Verdana"/>
                <a:cs typeface="Verdana"/>
              </a:rPr>
              <a:t>’</a:t>
            </a:r>
            <a:r>
              <a:rPr sz="1800" b="1" spc="-10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x</a:t>
            </a:r>
            <a:r>
              <a:rPr sz="1800" b="1" spc="-10" dirty="0">
                <a:latin typeface="Verdana"/>
                <a:cs typeface="Verdana"/>
              </a:rPr>
              <a:t>c</a:t>
            </a:r>
            <a:r>
              <a:rPr sz="1800" b="1" dirty="0">
                <a:latin typeface="Verdana"/>
                <a:cs typeface="Verdana"/>
              </a:rPr>
              <a:t>elle</a:t>
            </a:r>
            <a:r>
              <a:rPr sz="1800" b="1" spc="10" dirty="0">
                <a:latin typeface="Verdana"/>
                <a:cs typeface="Verdana"/>
              </a:rPr>
              <a:t>n</a:t>
            </a:r>
            <a:r>
              <a:rPr sz="1800" b="1" dirty="0">
                <a:latin typeface="Verdana"/>
                <a:cs typeface="Verdana"/>
              </a:rPr>
              <a:t>ce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O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15" dirty="0">
                <a:latin typeface="Verdana"/>
                <a:cs typeface="Verdana"/>
              </a:rPr>
              <a:t>ratio</a:t>
            </a:r>
            <a:r>
              <a:rPr sz="1800" b="1" spc="-5" dirty="0">
                <a:latin typeface="Verdana"/>
                <a:cs typeface="Verdana"/>
              </a:rPr>
              <a:t>nn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20" dirty="0">
                <a:latin typeface="Verdana"/>
                <a:cs typeface="Verdana"/>
              </a:rPr>
              <a:t>l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en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m</a:t>
            </a:r>
            <a:r>
              <a:rPr sz="1800" b="1" spc="-15" dirty="0">
                <a:latin typeface="Verdana"/>
                <a:cs typeface="Verdana"/>
              </a:rPr>
              <a:t>ode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spc="5" dirty="0">
                <a:latin typeface="Verdana"/>
                <a:cs typeface="Verdana"/>
              </a:rPr>
              <a:t>S</a:t>
            </a:r>
            <a:r>
              <a:rPr sz="1800" b="1" dirty="0">
                <a:latin typeface="Verdana"/>
                <a:cs typeface="Verdana"/>
              </a:rPr>
              <a:t>igm</a:t>
            </a:r>
            <a:r>
              <a:rPr sz="1800" b="1" spc="-15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59427" y="3675728"/>
            <a:ext cx="840599" cy="523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8021" y="2825351"/>
            <a:ext cx="756899" cy="4766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09700" y="1950714"/>
            <a:ext cx="714358" cy="5403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72867" y="4373879"/>
            <a:ext cx="580644" cy="5562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72867" y="5009388"/>
            <a:ext cx="580644" cy="556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42616" y="3073907"/>
            <a:ext cx="3787140" cy="277495"/>
          </a:xfrm>
          <a:custGeom>
            <a:avLst/>
            <a:gdLst/>
            <a:ahLst/>
            <a:cxnLst/>
            <a:rect l="l" t="t" r="r" b="b"/>
            <a:pathLst>
              <a:path w="3787140" h="277495">
                <a:moveTo>
                  <a:pt x="0" y="277367"/>
                </a:moveTo>
                <a:lnTo>
                  <a:pt x="3787139" y="277367"/>
                </a:lnTo>
                <a:lnTo>
                  <a:pt x="3787139" y="0"/>
                </a:lnTo>
                <a:lnTo>
                  <a:pt x="0" y="0"/>
                </a:lnTo>
                <a:lnTo>
                  <a:pt x="0" y="2773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91588" y="1979240"/>
            <a:ext cx="3622040" cy="495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34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Di</a:t>
            </a:r>
            <a:r>
              <a:rPr sz="1400" b="1" dirty="0">
                <a:latin typeface="Verdana"/>
                <a:cs typeface="Verdana"/>
              </a:rPr>
              <a:t>rec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eur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E</a:t>
            </a:r>
            <a:r>
              <a:rPr sz="1400" b="1" spc="-10" dirty="0">
                <a:latin typeface="Verdana"/>
                <a:cs typeface="Verdana"/>
              </a:rPr>
              <a:t>x</a:t>
            </a:r>
            <a:r>
              <a:rPr sz="1400" b="1" spc="-5" dirty="0">
                <a:latin typeface="Verdana"/>
                <a:cs typeface="Verdana"/>
              </a:rPr>
              <a:t>cellenc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spc="-5" dirty="0">
                <a:latin typeface="Verdana"/>
                <a:cs typeface="Verdana"/>
              </a:rPr>
              <a:t>péra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10" dirty="0">
                <a:latin typeface="Verdana"/>
                <a:cs typeface="Verdana"/>
              </a:rPr>
              <a:t>onn</a:t>
            </a:r>
            <a:r>
              <a:rPr sz="1400" b="1" dirty="0">
                <a:latin typeface="Verdana"/>
                <a:cs typeface="Verdana"/>
              </a:rPr>
              <a:t>elle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200" i="1" dirty="0">
                <a:latin typeface="Verdana"/>
                <a:cs typeface="Verdana"/>
              </a:rPr>
              <a:t>Dé</a:t>
            </a:r>
            <a:r>
              <a:rPr sz="1200" i="1" spc="-5" dirty="0">
                <a:latin typeface="Verdana"/>
                <a:cs typeface="Verdana"/>
              </a:rPr>
              <a:t>pl</a:t>
            </a:r>
            <a:r>
              <a:rPr sz="1200" i="1" dirty="0">
                <a:latin typeface="Verdana"/>
                <a:cs typeface="Verdana"/>
              </a:rPr>
              <a:t>o</a:t>
            </a:r>
            <a:r>
              <a:rPr sz="1200" i="1" spc="-5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e</a:t>
            </a:r>
            <a:r>
              <a:rPr sz="1200" i="1" spc="-5" dirty="0">
                <a:latin typeface="Verdana"/>
                <a:cs typeface="Verdana"/>
              </a:rPr>
              <a:t>m</a:t>
            </a:r>
            <a:r>
              <a:rPr sz="1200" i="1" dirty="0">
                <a:latin typeface="Verdana"/>
                <a:cs typeface="Verdana"/>
              </a:rPr>
              <a:t>e</a:t>
            </a:r>
            <a:r>
              <a:rPr sz="1200" i="1" spc="-5" dirty="0">
                <a:latin typeface="Verdana"/>
                <a:cs typeface="Verdana"/>
              </a:rPr>
              <a:t>n</a:t>
            </a:r>
            <a:r>
              <a:rPr sz="1200" i="1" dirty="0">
                <a:latin typeface="Verdana"/>
                <a:cs typeface="Verdana"/>
              </a:rPr>
              <a:t>t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d</a:t>
            </a:r>
            <a:r>
              <a:rPr sz="1200" i="1" dirty="0">
                <a:latin typeface="Verdana"/>
                <a:cs typeface="Verdana"/>
              </a:rPr>
              <a:t>e </a:t>
            </a:r>
            <a:r>
              <a:rPr sz="1200" i="1" spc="-10" dirty="0">
                <a:latin typeface="Verdana"/>
                <a:cs typeface="Verdana"/>
              </a:rPr>
              <a:t>l</a:t>
            </a:r>
            <a:r>
              <a:rPr sz="1200" i="1" dirty="0">
                <a:latin typeface="Verdana"/>
                <a:cs typeface="Verdana"/>
              </a:rPr>
              <a:t>’i</a:t>
            </a:r>
            <a:r>
              <a:rPr sz="1200" i="1" spc="-10" dirty="0">
                <a:latin typeface="Verdana"/>
                <a:cs typeface="Verdana"/>
              </a:rPr>
              <a:t>n</a:t>
            </a:r>
            <a:r>
              <a:rPr sz="1200" i="1" spc="-5" dirty="0">
                <a:latin typeface="Verdana"/>
                <a:cs typeface="Verdana"/>
              </a:rPr>
              <a:t>iti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10" dirty="0">
                <a:latin typeface="Verdana"/>
                <a:cs typeface="Verdana"/>
              </a:rPr>
              <a:t>t</a:t>
            </a:r>
            <a:r>
              <a:rPr sz="1200" i="1" spc="-5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ve</a:t>
            </a:r>
            <a:r>
              <a:rPr sz="1200" i="1" spc="30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Lean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S</a:t>
            </a:r>
            <a:r>
              <a:rPr sz="1200" i="1" spc="-5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x</a:t>
            </a:r>
            <a:r>
              <a:rPr sz="1200" i="1" spc="5" dirty="0">
                <a:latin typeface="Verdana"/>
                <a:cs typeface="Verdana"/>
              </a:rPr>
              <a:t> </a:t>
            </a:r>
            <a:r>
              <a:rPr sz="1200" i="1" spc="-5" dirty="0">
                <a:latin typeface="Verdana"/>
                <a:cs typeface="Verdana"/>
              </a:rPr>
              <a:t>Si</a:t>
            </a:r>
            <a:r>
              <a:rPr sz="1200" i="1" dirty="0">
                <a:latin typeface="Verdana"/>
                <a:cs typeface="Verdana"/>
              </a:rPr>
              <a:t>g</a:t>
            </a:r>
            <a:r>
              <a:rPr sz="1200" i="1" spc="-10" dirty="0">
                <a:latin typeface="Verdana"/>
                <a:cs typeface="Verdana"/>
              </a:rPr>
              <a:t>m</a:t>
            </a:r>
            <a:r>
              <a:rPr sz="1200" i="1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2245" y="2843854"/>
            <a:ext cx="4184650" cy="1977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Spo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spc="-5" dirty="0">
                <a:latin typeface="Verdana"/>
                <a:cs typeface="Verdana"/>
              </a:rPr>
              <a:t>so</a:t>
            </a:r>
            <a:r>
              <a:rPr sz="1400" b="1" dirty="0">
                <a:latin typeface="Verdana"/>
                <a:cs typeface="Verdana"/>
              </a:rPr>
              <a:t>rs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/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Champio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i="1" spc="-5" dirty="0">
                <a:latin typeface="Verdana"/>
                <a:cs typeface="Verdana"/>
              </a:rPr>
              <a:t>S</a:t>
            </a:r>
            <a:r>
              <a:rPr sz="1200" i="1" dirty="0">
                <a:latin typeface="Verdana"/>
                <a:cs typeface="Verdana"/>
              </a:rPr>
              <a:t>o</a:t>
            </a:r>
            <a:r>
              <a:rPr sz="1200" i="1" spc="-5" dirty="0">
                <a:latin typeface="Verdana"/>
                <a:cs typeface="Verdana"/>
              </a:rPr>
              <a:t>uti</a:t>
            </a:r>
            <a:r>
              <a:rPr sz="1200" i="1" dirty="0">
                <a:latin typeface="Verdana"/>
                <a:cs typeface="Verdana"/>
              </a:rPr>
              <a:t>en</a:t>
            </a:r>
            <a:r>
              <a:rPr sz="1200" i="1" spc="15" dirty="0">
                <a:latin typeface="Verdana"/>
                <a:cs typeface="Verdana"/>
              </a:rPr>
              <a:t> </a:t>
            </a:r>
            <a:r>
              <a:rPr sz="1200" i="1" spc="-5" dirty="0">
                <a:latin typeface="Verdana"/>
                <a:cs typeface="Verdana"/>
              </a:rPr>
              <a:t>d</a:t>
            </a:r>
            <a:r>
              <a:rPr sz="1200" i="1" dirty="0">
                <a:latin typeface="Verdana"/>
                <a:cs typeface="Verdana"/>
              </a:rPr>
              <a:t>e </a:t>
            </a:r>
            <a:r>
              <a:rPr sz="1200" i="1" spc="-10" dirty="0">
                <a:latin typeface="Verdana"/>
                <a:cs typeface="Verdana"/>
              </a:rPr>
              <a:t>l</a:t>
            </a:r>
            <a:r>
              <a:rPr sz="1200" i="1" dirty="0">
                <a:latin typeface="Verdana"/>
                <a:cs typeface="Verdana"/>
              </a:rPr>
              <a:t>’i</a:t>
            </a:r>
            <a:r>
              <a:rPr sz="1200" i="1" spc="-10" dirty="0">
                <a:latin typeface="Verdana"/>
                <a:cs typeface="Verdana"/>
              </a:rPr>
              <a:t>n</a:t>
            </a:r>
            <a:r>
              <a:rPr sz="1200" i="1" spc="-5" dirty="0">
                <a:latin typeface="Verdana"/>
                <a:cs typeface="Verdana"/>
              </a:rPr>
              <a:t>iti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10" dirty="0">
                <a:latin typeface="Verdana"/>
                <a:cs typeface="Verdana"/>
              </a:rPr>
              <a:t>t</a:t>
            </a:r>
            <a:r>
              <a:rPr sz="1200" i="1" spc="-5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ve</a:t>
            </a:r>
            <a:r>
              <a:rPr sz="1200" i="1" spc="30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Lean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S</a:t>
            </a:r>
            <a:r>
              <a:rPr sz="1200" i="1" spc="-5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x</a:t>
            </a:r>
            <a:r>
              <a:rPr sz="1200" i="1" spc="5" dirty="0">
                <a:latin typeface="Verdana"/>
                <a:cs typeface="Verdana"/>
              </a:rPr>
              <a:t> </a:t>
            </a:r>
            <a:r>
              <a:rPr sz="1200" i="1" spc="-5" dirty="0">
                <a:latin typeface="Verdana"/>
                <a:cs typeface="Verdana"/>
              </a:rPr>
              <a:t>Si</a:t>
            </a:r>
            <a:r>
              <a:rPr sz="1200" i="1" dirty="0">
                <a:latin typeface="Verdana"/>
                <a:cs typeface="Verdana"/>
              </a:rPr>
              <a:t>g</a:t>
            </a:r>
            <a:r>
              <a:rPr sz="1200" i="1" spc="-10" dirty="0">
                <a:latin typeface="Verdana"/>
                <a:cs typeface="Verdana"/>
              </a:rPr>
              <a:t>m</a:t>
            </a:r>
            <a:r>
              <a:rPr sz="1200" i="1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680"/>
              </a:lnSpc>
              <a:spcBef>
                <a:spcPts val="960"/>
              </a:spcBef>
            </a:pPr>
            <a:r>
              <a:rPr sz="1400" b="1" dirty="0">
                <a:latin typeface="Verdana"/>
                <a:cs typeface="Verdana"/>
              </a:rPr>
              <a:t>Ma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spc="-5" dirty="0">
                <a:latin typeface="Verdana"/>
                <a:cs typeface="Verdana"/>
              </a:rPr>
              <a:t>te</a:t>
            </a:r>
            <a:r>
              <a:rPr sz="1400" b="1" dirty="0">
                <a:latin typeface="Verdana"/>
                <a:cs typeface="Verdana"/>
              </a:rPr>
              <a:t>r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Black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Bel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MBB</a:t>
            </a:r>
            <a:endParaRPr sz="1400">
              <a:latin typeface="Verdana"/>
              <a:cs typeface="Verdana"/>
            </a:endParaRPr>
          </a:p>
          <a:p>
            <a:pPr marL="369570" indent="-357505">
              <a:lnSpc>
                <a:spcPts val="1440"/>
              </a:lnSpc>
            </a:pPr>
            <a:r>
              <a:rPr sz="1200" i="1" spc="-20" dirty="0">
                <a:latin typeface="Verdana"/>
                <a:cs typeface="Verdana"/>
              </a:rPr>
              <a:t>F</a:t>
            </a:r>
            <a:r>
              <a:rPr sz="1200" i="1" spc="-10" dirty="0">
                <a:latin typeface="Verdana"/>
                <a:cs typeface="Verdana"/>
              </a:rPr>
              <a:t>orma</a:t>
            </a:r>
            <a:r>
              <a:rPr sz="1200" i="1" spc="-1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io</a:t>
            </a:r>
            <a:r>
              <a:rPr sz="1200" i="1" spc="-15" dirty="0">
                <a:latin typeface="Verdana"/>
                <a:cs typeface="Verdana"/>
              </a:rPr>
              <a:t>n</a:t>
            </a:r>
            <a:r>
              <a:rPr sz="1200" i="1" spc="-5" dirty="0">
                <a:latin typeface="Verdana"/>
                <a:cs typeface="Verdana"/>
              </a:rPr>
              <a:t>,</a:t>
            </a:r>
            <a:r>
              <a:rPr sz="1200" i="1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coach</a:t>
            </a:r>
            <a:r>
              <a:rPr sz="1200" i="1" spc="-15" dirty="0">
                <a:latin typeface="Verdana"/>
                <a:cs typeface="Verdana"/>
              </a:rPr>
              <a:t>in</a:t>
            </a:r>
            <a:r>
              <a:rPr sz="1200" i="1" spc="-10" dirty="0">
                <a:latin typeface="Verdana"/>
                <a:cs typeface="Verdana"/>
              </a:rPr>
              <a:t>g</a:t>
            </a:r>
            <a:r>
              <a:rPr sz="1200" i="1" spc="1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BB</a:t>
            </a:r>
            <a:r>
              <a:rPr sz="1200" i="1" dirty="0">
                <a:latin typeface="Verdana"/>
                <a:cs typeface="Verdana"/>
              </a:rPr>
              <a:t> / G</a:t>
            </a:r>
            <a:r>
              <a:rPr sz="1200" i="1" spc="-10" dirty="0">
                <a:latin typeface="Verdana"/>
                <a:cs typeface="Verdana"/>
              </a:rPr>
              <a:t>B</a:t>
            </a:r>
            <a:r>
              <a:rPr sz="1200" i="1" dirty="0">
                <a:latin typeface="Verdana"/>
                <a:cs typeface="Verdana"/>
              </a:rPr>
              <a:t> / Y</a:t>
            </a:r>
            <a:r>
              <a:rPr sz="1200" i="1" spc="-10" dirty="0">
                <a:latin typeface="Verdana"/>
                <a:cs typeface="Verdana"/>
              </a:rPr>
              <a:t>B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369570">
              <a:lnSpc>
                <a:spcPct val="100000"/>
              </a:lnSpc>
              <a:spcBef>
                <a:spcPts val="910"/>
              </a:spcBef>
            </a:pPr>
            <a:r>
              <a:rPr sz="1200" b="1" spc="-10" dirty="0">
                <a:latin typeface="Verdana"/>
                <a:cs typeface="Verdana"/>
              </a:rPr>
              <a:t>Bl</a:t>
            </a:r>
            <a:r>
              <a:rPr sz="1200" b="1" dirty="0">
                <a:latin typeface="Verdana"/>
                <a:cs typeface="Verdana"/>
              </a:rPr>
              <a:t>ac</a:t>
            </a:r>
            <a:r>
              <a:rPr sz="1200" b="1" spc="-10" dirty="0">
                <a:latin typeface="Verdana"/>
                <a:cs typeface="Verdana"/>
              </a:rPr>
              <a:t>k</a:t>
            </a:r>
            <a:r>
              <a:rPr sz="1200" b="1" spc="-15" dirty="0">
                <a:latin typeface="Verdana"/>
                <a:cs typeface="Verdana"/>
              </a:rPr>
              <a:t> </a:t>
            </a:r>
            <a:r>
              <a:rPr sz="1200" b="1" spc="-10" dirty="0">
                <a:latin typeface="Verdana"/>
                <a:cs typeface="Verdana"/>
              </a:rPr>
              <a:t>B</a:t>
            </a:r>
            <a:r>
              <a:rPr sz="1200" b="1" spc="-2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lt</a:t>
            </a:r>
            <a:r>
              <a:rPr sz="1200" b="1" spc="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– </a:t>
            </a:r>
            <a:r>
              <a:rPr sz="1200" i="1" spc="-5" dirty="0">
                <a:latin typeface="Verdana"/>
                <a:cs typeface="Verdana"/>
              </a:rPr>
              <a:t>BB</a:t>
            </a:r>
            <a:endParaRPr sz="1200">
              <a:latin typeface="Verdana"/>
              <a:cs typeface="Verdana"/>
            </a:endParaRPr>
          </a:p>
          <a:p>
            <a:pPr marL="369570">
              <a:lnSpc>
                <a:spcPct val="100000"/>
              </a:lnSpc>
              <a:spcBef>
                <a:spcPts val="5"/>
              </a:spcBef>
            </a:pPr>
            <a:r>
              <a:rPr sz="1100" i="1" spc="-10" dirty="0">
                <a:latin typeface="Verdana"/>
                <a:cs typeface="Verdana"/>
              </a:rPr>
              <a:t>100</a:t>
            </a:r>
            <a:r>
              <a:rPr sz="1100" i="1" dirty="0">
                <a:latin typeface="Verdana"/>
                <a:cs typeface="Verdana"/>
              </a:rPr>
              <a:t>%</a:t>
            </a:r>
            <a:r>
              <a:rPr sz="1100" i="1" spc="5" dirty="0">
                <a:latin typeface="Verdana"/>
                <a:cs typeface="Verdana"/>
              </a:rPr>
              <a:t> </a:t>
            </a:r>
            <a:r>
              <a:rPr sz="1100" i="1" spc="-5" dirty="0">
                <a:latin typeface="Verdana"/>
                <a:cs typeface="Verdana"/>
              </a:rPr>
              <a:t>d</a:t>
            </a:r>
            <a:r>
              <a:rPr sz="1100" i="1" dirty="0">
                <a:latin typeface="Verdana"/>
                <a:cs typeface="Verdana"/>
              </a:rPr>
              <a:t>éd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és</a:t>
            </a:r>
            <a:r>
              <a:rPr sz="1100" i="1" spc="-15" dirty="0">
                <a:latin typeface="Verdana"/>
                <a:cs typeface="Verdana"/>
              </a:rPr>
              <a:t> </a:t>
            </a:r>
            <a:r>
              <a:rPr sz="1100" i="1" spc="-5" dirty="0">
                <a:latin typeface="Verdana"/>
                <a:cs typeface="Verdana"/>
              </a:rPr>
              <a:t>pr</a:t>
            </a:r>
            <a:r>
              <a:rPr sz="1100" i="1" dirty="0">
                <a:latin typeface="Verdana"/>
                <a:cs typeface="Verdana"/>
              </a:rPr>
              <a:t>o</a:t>
            </a:r>
            <a:r>
              <a:rPr sz="1100" i="1" spc="5" dirty="0">
                <a:latin typeface="Verdana"/>
                <a:cs typeface="Verdana"/>
              </a:rPr>
              <a:t>j</a:t>
            </a:r>
            <a:r>
              <a:rPr sz="1100" i="1" dirty="0">
                <a:latin typeface="Verdana"/>
                <a:cs typeface="Verdana"/>
              </a:rPr>
              <a:t>ets</a:t>
            </a:r>
            <a:r>
              <a:rPr sz="1100" i="1" spc="-5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+</a:t>
            </a:r>
            <a:r>
              <a:rPr sz="1100" i="1" spc="-10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coach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ng</a:t>
            </a:r>
            <a:r>
              <a:rPr sz="1100" i="1" spc="-10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et</a:t>
            </a:r>
            <a:r>
              <a:rPr sz="1100" i="1" spc="-5" dirty="0">
                <a:latin typeface="Verdana"/>
                <a:cs typeface="Verdana"/>
              </a:rPr>
              <a:t> f</a:t>
            </a:r>
            <a:r>
              <a:rPr sz="1100" i="1" dirty="0">
                <a:latin typeface="Verdana"/>
                <a:cs typeface="Verdana"/>
              </a:rPr>
              <a:t>orm</a:t>
            </a:r>
            <a:r>
              <a:rPr sz="1100" i="1" spc="-5" dirty="0">
                <a:latin typeface="Verdana"/>
                <a:cs typeface="Verdana"/>
              </a:rPr>
              <a:t>a</a:t>
            </a:r>
            <a:r>
              <a:rPr sz="1100" i="1" dirty="0">
                <a:latin typeface="Verdana"/>
                <a:cs typeface="Verdana"/>
              </a:rPr>
              <a:t>t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on</a:t>
            </a:r>
            <a:r>
              <a:rPr sz="1100" i="1" spc="-5" dirty="0">
                <a:latin typeface="Verdana"/>
                <a:cs typeface="Verdana"/>
              </a:rPr>
              <a:t> G</a:t>
            </a:r>
            <a:r>
              <a:rPr sz="1100" i="1" dirty="0">
                <a:latin typeface="Verdana"/>
                <a:cs typeface="Verdana"/>
              </a:rPr>
              <a:t>B</a:t>
            </a:r>
            <a:r>
              <a:rPr sz="1100" i="1" spc="-5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/ </a:t>
            </a:r>
            <a:r>
              <a:rPr sz="1100" i="1" spc="-5" dirty="0">
                <a:latin typeface="Verdana"/>
                <a:cs typeface="Verdana"/>
              </a:rPr>
              <a:t>YB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9495" y="5096707"/>
            <a:ext cx="2193925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80"/>
              </a:lnSpc>
            </a:pPr>
            <a:r>
              <a:rPr sz="1400" b="1" dirty="0">
                <a:latin typeface="Verdana"/>
                <a:cs typeface="Verdana"/>
              </a:rPr>
              <a:t>Gre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n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Belt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GB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440"/>
              </a:lnSpc>
            </a:pPr>
            <a:r>
              <a:rPr sz="1200" i="1" spc="-10" dirty="0">
                <a:latin typeface="Verdana"/>
                <a:cs typeface="Verdana"/>
              </a:rPr>
              <a:t>Dé</a:t>
            </a:r>
            <a:r>
              <a:rPr sz="1200" i="1" spc="-5" dirty="0">
                <a:latin typeface="Verdana"/>
                <a:cs typeface="Verdana"/>
              </a:rPr>
              <a:t>d</a:t>
            </a:r>
            <a:r>
              <a:rPr sz="1200" i="1" spc="-10" dirty="0">
                <a:latin typeface="Verdana"/>
                <a:cs typeface="Verdana"/>
              </a:rPr>
              <a:t>iés</a:t>
            </a:r>
            <a:r>
              <a:rPr sz="1200" i="1" spc="-5" dirty="0">
                <a:latin typeface="Verdana"/>
                <a:cs typeface="Verdana"/>
              </a:rPr>
              <a:t> p</a:t>
            </a:r>
            <a:r>
              <a:rPr sz="1200" i="1" spc="-10" dirty="0">
                <a:latin typeface="Verdana"/>
                <a:cs typeface="Verdana"/>
              </a:rPr>
              <a:t>r</a:t>
            </a:r>
            <a:r>
              <a:rPr sz="1200" i="1" spc="-5" dirty="0">
                <a:latin typeface="Verdana"/>
                <a:cs typeface="Verdana"/>
              </a:rPr>
              <a:t>oj</a:t>
            </a:r>
            <a:r>
              <a:rPr sz="1200" i="1" spc="-10" dirty="0">
                <a:latin typeface="Verdana"/>
                <a:cs typeface="Verdana"/>
              </a:rPr>
              <a:t>e</a:t>
            </a:r>
            <a:r>
              <a:rPr sz="1200" i="1" spc="-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s</a:t>
            </a:r>
            <a:r>
              <a:rPr sz="1200" i="1" spc="-5" dirty="0">
                <a:latin typeface="Verdana"/>
                <a:cs typeface="Verdana"/>
              </a:rPr>
              <a:t> p</a:t>
            </a:r>
            <a:r>
              <a:rPr sz="1200" i="1" spc="-10" dirty="0">
                <a:latin typeface="Verdana"/>
                <a:cs typeface="Verdana"/>
              </a:rPr>
              <a:t>art</a:t>
            </a:r>
            <a:r>
              <a:rPr sz="1200" i="1" spc="-15" dirty="0">
                <a:latin typeface="Verdana"/>
                <a:cs typeface="Verdana"/>
              </a:rPr>
              <a:t>i</a:t>
            </a:r>
            <a:r>
              <a:rPr sz="1200" i="1" spc="-10" dirty="0">
                <a:latin typeface="Verdana"/>
                <a:cs typeface="Verdana"/>
              </a:rPr>
              <a:t>elle</a:t>
            </a:r>
            <a:r>
              <a:rPr sz="1200" i="1" spc="-5" dirty="0">
                <a:latin typeface="Verdana"/>
                <a:cs typeface="Verdana"/>
              </a:rPr>
              <a:t>m</a:t>
            </a:r>
            <a:r>
              <a:rPr sz="1200" i="1" spc="-10" dirty="0">
                <a:latin typeface="Verdana"/>
                <a:cs typeface="Verdana"/>
              </a:rPr>
              <a:t>e</a:t>
            </a:r>
            <a:r>
              <a:rPr sz="1200" i="1" spc="-15" dirty="0">
                <a:latin typeface="Verdana"/>
                <a:cs typeface="Verdana"/>
              </a:rPr>
              <a:t>n</a:t>
            </a:r>
            <a:r>
              <a:rPr sz="1200" i="1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72867" y="5615940"/>
            <a:ext cx="580644" cy="5562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79495" y="5707292"/>
            <a:ext cx="389382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latin typeface="Verdana"/>
                <a:cs typeface="Verdana"/>
              </a:rPr>
              <a:t>Y</a:t>
            </a:r>
            <a:r>
              <a:rPr sz="1200" b="1" spc="-5" dirty="0">
                <a:latin typeface="Verdana"/>
                <a:cs typeface="Verdana"/>
              </a:rPr>
              <a:t>el</a:t>
            </a:r>
            <a:r>
              <a:rPr sz="1200" b="1" spc="-10" dirty="0">
                <a:latin typeface="Verdana"/>
                <a:cs typeface="Verdana"/>
              </a:rPr>
              <a:t>lo</a:t>
            </a:r>
            <a:r>
              <a:rPr sz="1200" b="1" dirty="0">
                <a:latin typeface="Verdana"/>
                <a:cs typeface="Verdana"/>
              </a:rPr>
              <a:t>w</a:t>
            </a:r>
            <a:r>
              <a:rPr sz="1200" b="1" spc="5" dirty="0">
                <a:latin typeface="Verdana"/>
                <a:cs typeface="Verdana"/>
              </a:rPr>
              <a:t> </a:t>
            </a:r>
            <a:r>
              <a:rPr sz="1200" b="1" spc="-10" dirty="0">
                <a:latin typeface="Verdana"/>
                <a:cs typeface="Verdana"/>
              </a:rPr>
              <a:t>B</a:t>
            </a:r>
            <a:r>
              <a:rPr sz="1200" b="1" spc="-2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lt</a:t>
            </a:r>
            <a:r>
              <a:rPr sz="1200" b="1" spc="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– </a:t>
            </a:r>
            <a:r>
              <a:rPr sz="1200" i="1" spc="-5" dirty="0">
                <a:latin typeface="Verdana"/>
                <a:cs typeface="Verdana"/>
              </a:rPr>
              <a:t>YB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i="1" spc="-10" dirty="0">
                <a:latin typeface="Verdana"/>
                <a:cs typeface="Verdana"/>
              </a:rPr>
              <a:t>D</a:t>
            </a:r>
            <a:r>
              <a:rPr sz="1100" i="1" dirty="0">
                <a:latin typeface="Verdana"/>
                <a:cs typeface="Verdana"/>
              </a:rPr>
              <a:t>éd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és</a:t>
            </a:r>
            <a:r>
              <a:rPr sz="1100" i="1" spc="-15" dirty="0">
                <a:latin typeface="Verdana"/>
                <a:cs typeface="Verdana"/>
              </a:rPr>
              <a:t> </a:t>
            </a:r>
            <a:r>
              <a:rPr sz="1100" i="1" spc="-5" dirty="0">
                <a:latin typeface="Verdana"/>
                <a:cs typeface="Verdana"/>
              </a:rPr>
              <a:t>pr</a:t>
            </a:r>
            <a:r>
              <a:rPr sz="1100" i="1" dirty="0">
                <a:latin typeface="Verdana"/>
                <a:cs typeface="Verdana"/>
              </a:rPr>
              <a:t>o</a:t>
            </a:r>
            <a:r>
              <a:rPr sz="1100" i="1" spc="5" dirty="0">
                <a:latin typeface="Verdana"/>
                <a:cs typeface="Verdana"/>
              </a:rPr>
              <a:t>j</a:t>
            </a:r>
            <a:r>
              <a:rPr sz="1100" i="1" dirty="0">
                <a:latin typeface="Verdana"/>
                <a:cs typeface="Verdana"/>
              </a:rPr>
              <a:t>ets</a:t>
            </a:r>
            <a:r>
              <a:rPr sz="1100" i="1" spc="-20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sa</a:t>
            </a:r>
            <a:r>
              <a:rPr sz="1100" i="1" spc="-5" dirty="0">
                <a:latin typeface="Verdana"/>
                <a:cs typeface="Verdana"/>
              </a:rPr>
              <a:t>n</a:t>
            </a:r>
            <a:r>
              <a:rPr sz="1100" i="1" dirty="0">
                <a:latin typeface="Verdana"/>
                <a:cs typeface="Verdana"/>
              </a:rPr>
              <a:t>s</a:t>
            </a:r>
            <a:r>
              <a:rPr sz="1100" i="1" spc="-5" dirty="0">
                <a:latin typeface="Verdana"/>
                <a:cs typeface="Verdana"/>
              </a:rPr>
              <a:t> a</a:t>
            </a:r>
            <a:r>
              <a:rPr sz="1100" i="1" dirty="0">
                <a:latin typeface="Verdana"/>
                <a:cs typeface="Verdana"/>
              </a:rPr>
              <a:t>n</a:t>
            </a:r>
            <a:r>
              <a:rPr sz="1100" i="1" spc="-10" dirty="0">
                <a:latin typeface="Verdana"/>
                <a:cs typeface="Verdana"/>
              </a:rPr>
              <a:t>a</a:t>
            </a:r>
            <a:r>
              <a:rPr sz="1100" i="1" spc="-5" dirty="0">
                <a:latin typeface="Verdana"/>
                <a:cs typeface="Verdana"/>
              </a:rPr>
              <a:t>l</a:t>
            </a:r>
            <a:r>
              <a:rPr sz="1100" i="1" spc="-10" dirty="0">
                <a:latin typeface="Verdana"/>
                <a:cs typeface="Verdana"/>
              </a:rPr>
              <a:t>y</a:t>
            </a:r>
            <a:r>
              <a:rPr sz="1100" i="1" dirty="0">
                <a:latin typeface="Verdana"/>
                <a:cs typeface="Verdana"/>
              </a:rPr>
              <a:t>ses</a:t>
            </a:r>
            <a:r>
              <a:rPr sz="1100" i="1" spc="10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st</a:t>
            </a:r>
            <a:r>
              <a:rPr sz="1100" i="1" spc="-10" dirty="0">
                <a:latin typeface="Verdana"/>
                <a:cs typeface="Verdana"/>
              </a:rPr>
              <a:t>a</a:t>
            </a:r>
            <a:r>
              <a:rPr sz="1100" i="1" dirty="0">
                <a:latin typeface="Verdana"/>
                <a:cs typeface="Verdana"/>
              </a:rPr>
              <a:t>t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st</a:t>
            </a:r>
            <a:r>
              <a:rPr sz="1100" i="1" spc="-5" dirty="0">
                <a:latin typeface="Verdana"/>
                <a:cs typeface="Verdana"/>
              </a:rPr>
              <a:t>iq</a:t>
            </a:r>
            <a:r>
              <a:rPr sz="1100" i="1" dirty="0">
                <a:latin typeface="Verdana"/>
                <a:cs typeface="Verdana"/>
              </a:rPr>
              <a:t>ues</a:t>
            </a:r>
            <a:r>
              <a:rPr sz="1100" i="1" spc="5" dirty="0">
                <a:latin typeface="Verdana"/>
                <a:cs typeface="Verdana"/>
              </a:rPr>
              <a:t> </a:t>
            </a:r>
            <a:r>
              <a:rPr sz="1100" i="1" spc="-5" dirty="0">
                <a:latin typeface="Verdana"/>
                <a:cs typeface="Verdana"/>
              </a:rPr>
              <a:t>par</a:t>
            </a:r>
            <a:r>
              <a:rPr sz="1100" i="1" dirty="0">
                <a:latin typeface="Verdana"/>
                <a:cs typeface="Verdana"/>
              </a:rPr>
              <a:t>t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ellement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16011" y="4447032"/>
            <a:ext cx="842772" cy="8427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15378" y="3679697"/>
            <a:ext cx="358140" cy="2557780"/>
          </a:xfrm>
          <a:custGeom>
            <a:avLst/>
            <a:gdLst/>
            <a:ahLst/>
            <a:cxnLst/>
            <a:rect l="l" t="t" r="r" b="b"/>
            <a:pathLst>
              <a:path w="358140" h="2557779">
                <a:moveTo>
                  <a:pt x="0" y="0"/>
                </a:moveTo>
                <a:lnTo>
                  <a:pt x="43044" y="7246"/>
                </a:lnTo>
                <a:lnTo>
                  <a:pt x="82308" y="27829"/>
                </a:lnTo>
                <a:lnTo>
                  <a:pt x="116551" y="60016"/>
                </a:lnTo>
                <a:lnTo>
                  <a:pt x="144530" y="102074"/>
                </a:lnTo>
                <a:lnTo>
                  <a:pt x="165002" y="152269"/>
                </a:lnTo>
                <a:lnTo>
                  <a:pt x="173867" y="189396"/>
                </a:lnTo>
                <a:lnTo>
                  <a:pt x="178476" y="228856"/>
                </a:lnTo>
                <a:lnTo>
                  <a:pt x="179070" y="249301"/>
                </a:lnTo>
                <a:lnTo>
                  <a:pt x="179070" y="1029335"/>
                </a:lnTo>
                <a:lnTo>
                  <a:pt x="179663" y="1049779"/>
                </a:lnTo>
                <a:lnTo>
                  <a:pt x="184272" y="1089239"/>
                </a:lnTo>
                <a:lnTo>
                  <a:pt x="193137" y="1126366"/>
                </a:lnTo>
                <a:lnTo>
                  <a:pt x="213609" y="1176561"/>
                </a:lnTo>
                <a:lnTo>
                  <a:pt x="241588" y="1218619"/>
                </a:lnTo>
                <a:lnTo>
                  <a:pt x="275831" y="1250806"/>
                </a:lnTo>
                <a:lnTo>
                  <a:pt x="315095" y="1271389"/>
                </a:lnTo>
                <a:lnTo>
                  <a:pt x="358140" y="1278636"/>
                </a:lnTo>
                <a:lnTo>
                  <a:pt x="343448" y="1279462"/>
                </a:lnTo>
                <a:lnTo>
                  <a:pt x="301526" y="1291347"/>
                </a:lnTo>
                <a:lnTo>
                  <a:pt x="263797" y="1315991"/>
                </a:lnTo>
                <a:lnTo>
                  <a:pt x="231505" y="1351661"/>
                </a:lnTo>
                <a:lnTo>
                  <a:pt x="205890" y="1396623"/>
                </a:lnTo>
                <a:lnTo>
                  <a:pt x="188195" y="1449145"/>
                </a:lnTo>
                <a:lnTo>
                  <a:pt x="181412" y="1487503"/>
                </a:lnTo>
                <a:lnTo>
                  <a:pt x="179070" y="1527937"/>
                </a:lnTo>
                <a:lnTo>
                  <a:pt x="179070" y="2308021"/>
                </a:lnTo>
                <a:lnTo>
                  <a:pt x="178476" y="2328463"/>
                </a:lnTo>
                <a:lnTo>
                  <a:pt x="173867" y="2367918"/>
                </a:lnTo>
                <a:lnTo>
                  <a:pt x="165002" y="2405040"/>
                </a:lnTo>
                <a:lnTo>
                  <a:pt x="144530" y="2455224"/>
                </a:lnTo>
                <a:lnTo>
                  <a:pt x="116551" y="2497272"/>
                </a:lnTo>
                <a:lnTo>
                  <a:pt x="82308" y="2529450"/>
                </a:lnTo>
                <a:lnTo>
                  <a:pt x="43044" y="2550028"/>
                </a:lnTo>
                <a:lnTo>
                  <a:pt x="14691" y="2556445"/>
                </a:lnTo>
                <a:lnTo>
                  <a:pt x="0" y="255727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718297" y="5362868"/>
            <a:ext cx="944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i="1" spc="-15" dirty="0">
                <a:latin typeface="Verdana"/>
                <a:cs typeface="Verdana"/>
              </a:rPr>
              <a:t>C</a:t>
            </a:r>
            <a:r>
              <a:rPr sz="1200" i="1" spc="-5" dirty="0">
                <a:latin typeface="Verdana"/>
                <a:cs typeface="Verdana"/>
              </a:rPr>
              <a:t>e</a:t>
            </a:r>
            <a:r>
              <a:rPr sz="1200" i="1" dirty="0">
                <a:latin typeface="Verdana"/>
                <a:cs typeface="Verdana"/>
              </a:rPr>
              <a:t>rt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spc="-5" dirty="0">
                <a:latin typeface="Verdana"/>
                <a:cs typeface="Verdana"/>
              </a:rPr>
              <a:t>f</a:t>
            </a:r>
            <a:r>
              <a:rPr sz="1200" i="1" spc="-15" dirty="0">
                <a:latin typeface="Verdana"/>
                <a:cs typeface="Verdana"/>
              </a:rPr>
              <a:t>i</a:t>
            </a:r>
            <a:r>
              <a:rPr sz="1200" i="1" spc="-10" dirty="0">
                <a:latin typeface="Verdana"/>
                <a:cs typeface="Verdana"/>
              </a:rPr>
              <a:t>ca</a:t>
            </a:r>
            <a:r>
              <a:rPr sz="1200" i="1" spc="-1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27747" y="836675"/>
            <a:ext cx="1981200" cy="136855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49696" y="1955292"/>
            <a:ext cx="1361440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O</a:t>
            </a:r>
            <a:r>
              <a:rPr sz="1000" i="1" spc="-5" dirty="0">
                <a:latin typeface="Calibri"/>
                <a:cs typeface="Calibri"/>
              </a:rPr>
              <a:t>pe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ational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x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ellen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108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85946" y="6271862"/>
            <a:ext cx="116649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Yello</a:t>
            </a:r>
            <a:r>
              <a:rPr sz="1100" dirty="0">
                <a:latin typeface="Verdana"/>
                <a:cs typeface="Verdana"/>
              </a:rPr>
              <a:t>w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Belt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– </a:t>
            </a:r>
            <a:r>
              <a:rPr sz="1100" i="1" dirty="0">
                <a:latin typeface="Verdana"/>
                <a:cs typeface="Verdana"/>
              </a:rPr>
              <a:t>YB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054373"/>
            <a:ext cx="6022340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2670175" algn="l"/>
                <a:tab pos="3713479" algn="l"/>
                <a:tab pos="4500880" algn="l"/>
              </a:tabLst>
            </a:pPr>
            <a:r>
              <a:rPr sz="1800" b="1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’</a:t>
            </a:r>
            <a:r>
              <a:rPr sz="1800" b="1" dirty="0">
                <a:latin typeface="Verdana"/>
                <a:cs typeface="Verdana"/>
              </a:rPr>
              <a:t>or</a:t>
            </a:r>
            <a:r>
              <a:rPr sz="1800" b="1" spc="5" dirty="0">
                <a:latin typeface="Verdana"/>
                <a:cs typeface="Verdana"/>
              </a:rPr>
              <a:t>g</a:t>
            </a:r>
            <a:r>
              <a:rPr sz="1800" b="1" dirty="0">
                <a:latin typeface="Verdana"/>
                <a:cs typeface="Verdana"/>
              </a:rPr>
              <a:t>anis</a:t>
            </a:r>
            <a:r>
              <a:rPr sz="1800" b="1" spc="-10" dirty="0">
                <a:latin typeface="Verdana"/>
                <a:cs typeface="Verdana"/>
              </a:rPr>
              <a:t>a</a:t>
            </a:r>
            <a:r>
              <a:rPr sz="1800" b="1" dirty="0">
                <a:latin typeface="Verdana"/>
                <a:cs typeface="Verdana"/>
              </a:rPr>
              <a:t>tion	</a:t>
            </a:r>
            <a:r>
              <a:rPr sz="1800" b="1" spc="-15" dirty="0">
                <a:latin typeface="Verdana"/>
                <a:cs typeface="Verdana"/>
              </a:rPr>
              <a:t>type</a:t>
            </a:r>
            <a:r>
              <a:rPr sz="1800" b="1" dirty="0">
                <a:latin typeface="Verdana"/>
                <a:cs typeface="Verdana"/>
              </a:rPr>
              <a:t>	de	l</a:t>
            </a:r>
            <a:r>
              <a:rPr sz="1800" b="1" spc="5" dirty="0">
                <a:latin typeface="Verdana"/>
                <a:cs typeface="Verdana"/>
              </a:rPr>
              <a:t>’</a:t>
            </a:r>
            <a:r>
              <a:rPr sz="1800" b="1" spc="-10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x</a:t>
            </a:r>
            <a:r>
              <a:rPr sz="1800" b="1" spc="-10" dirty="0">
                <a:latin typeface="Verdana"/>
                <a:cs typeface="Verdana"/>
              </a:rPr>
              <a:t>c</a:t>
            </a:r>
            <a:r>
              <a:rPr sz="1800" b="1" dirty="0">
                <a:latin typeface="Verdana"/>
                <a:cs typeface="Verdana"/>
              </a:rPr>
              <a:t>elle</a:t>
            </a:r>
            <a:r>
              <a:rPr sz="1800" b="1" spc="10" dirty="0">
                <a:latin typeface="Verdana"/>
                <a:cs typeface="Verdana"/>
              </a:rPr>
              <a:t>n</a:t>
            </a:r>
            <a:r>
              <a:rPr sz="1800" b="1" dirty="0">
                <a:latin typeface="Verdana"/>
                <a:cs typeface="Verdana"/>
              </a:rPr>
              <a:t>ce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O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15" dirty="0">
                <a:latin typeface="Verdana"/>
                <a:cs typeface="Verdana"/>
              </a:rPr>
              <a:t>ratio</a:t>
            </a:r>
            <a:r>
              <a:rPr sz="1800" b="1" spc="-5" dirty="0">
                <a:latin typeface="Verdana"/>
                <a:cs typeface="Verdana"/>
              </a:rPr>
              <a:t>nn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20" dirty="0">
                <a:latin typeface="Verdana"/>
                <a:cs typeface="Verdana"/>
              </a:rPr>
              <a:t>l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en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m</a:t>
            </a:r>
            <a:r>
              <a:rPr sz="1800" b="1" spc="-15" dirty="0">
                <a:latin typeface="Verdana"/>
                <a:cs typeface="Verdana"/>
              </a:rPr>
              <a:t>ode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spc="5" dirty="0">
                <a:latin typeface="Verdana"/>
                <a:cs typeface="Verdana"/>
              </a:rPr>
              <a:t>S</a:t>
            </a:r>
            <a:r>
              <a:rPr sz="1800" b="1" dirty="0">
                <a:latin typeface="Verdana"/>
                <a:cs typeface="Verdana"/>
              </a:rPr>
              <a:t>igm</a:t>
            </a:r>
            <a:r>
              <a:rPr sz="1800" b="1" spc="-15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27747" y="836675"/>
            <a:ext cx="1981200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86355" y="3304032"/>
            <a:ext cx="1932432" cy="10424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29819" y="4273095"/>
            <a:ext cx="1073675" cy="6761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91155" y="5423915"/>
            <a:ext cx="789432" cy="7574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82746" y="2550506"/>
            <a:ext cx="182245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4675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r</a:t>
            </a:r>
            <a:r>
              <a:rPr sz="1100" dirty="0">
                <a:latin typeface="Verdana"/>
                <a:cs typeface="Verdana"/>
              </a:rPr>
              <a:t>ecteur </a:t>
            </a:r>
            <a:r>
              <a:rPr sz="1100" spc="-5" dirty="0">
                <a:latin typeface="Verdana"/>
                <a:cs typeface="Verdana"/>
              </a:rPr>
              <a:t>E</a:t>
            </a:r>
            <a:r>
              <a:rPr sz="1100" spc="-10" dirty="0">
                <a:latin typeface="Verdana"/>
                <a:cs typeface="Verdana"/>
              </a:rPr>
              <a:t>x</a:t>
            </a:r>
            <a:r>
              <a:rPr sz="1100" dirty="0">
                <a:latin typeface="Verdana"/>
                <a:cs typeface="Verdana"/>
              </a:rPr>
              <a:t>ce</a:t>
            </a:r>
            <a:r>
              <a:rPr sz="1100" spc="-15" dirty="0">
                <a:latin typeface="Verdana"/>
                <a:cs typeface="Verdana"/>
              </a:rPr>
              <a:t>ll</a:t>
            </a:r>
            <a:r>
              <a:rPr sz="1100" dirty="0">
                <a:latin typeface="Verdana"/>
                <a:cs typeface="Verdana"/>
              </a:rPr>
              <a:t>ence </a:t>
            </a:r>
            <a:r>
              <a:rPr sz="1100" spc="-10" dirty="0">
                <a:latin typeface="Verdana"/>
                <a:cs typeface="Verdana"/>
              </a:rPr>
              <a:t>O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ér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dirty="0">
                <a:latin typeface="Verdana"/>
                <a:cs typeface="Verdana"/>
              </a:rPr>
              <a:t>t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on</a:t>
            </a:r>
            <a:r>
              <a:rPr sz="1100" spc="-5" dirty="0">
                <a:latin typeface="Verdana"/>
                <a:cs typeface="Verdana"/>
              </a:rPr>
              <a:t>n</a:t>
            </a:r>
            <a:r>
              <a:rPr sz="1100" dirty="0">
                <a:latin typeface="Verdana"/>
                <a:cs typeface="Verdana"/>
              </a:rPr>
              <a:t>e</a:t>
            </a:r>
            <a:r>
              <a:rPr sz="1100" spc="-15" dirty="0">
                <a:latin typeface="Verdana"/>
                <a:cs typeface="Verdana"/>
              </a:rPr>
              <a:t>ll</a:t>
            </a:r>
            <a:r>
              <a:rPr sz="1100" dirty="0">
                <a:latin typeface="Verdana"/>
                <a:cs typeface="Verdana"/>
              </a:rPr>
              <a:t>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7445" y="2702652"/>
            <a:ext cx="124206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M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dirty="0">
                <a:latin typeface="Verdana"/>
                <a:cs typeface="Verdana"/>
              </a:rPr>
              <a:t>ster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dirty="0">
                <a:latin typeface="Verdana"/>
                <a:cs typeface="Verdana"/>
              </a:rPr>
              <a:t>ck Be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08994" y="4098772"/>
            <a:ext cx="472440" cy="12814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51130" marR="5080" indent="-139065">
              <a:lnSpc>
                <a:spcPct val="100000"/>
              </a:lnSpc>
            </a:pPr>
            <a:r>
              <a:rPr sz="1600" b="1" dirty="0">
                <a:latin typeface="Verdana"/>
                <a:cs typeface="Verdana"/>
              </a:rPr>
              <a:t>Cham</a:t>
            </a:r>
            <a:r>
              <a:rPr sz="1600" b="1" spc="-5" dirty="0">
                <a:latin typeface="Verdana"/>
                <a:cs typeface="Verdana"/>
              </a:rPr>
              <a:t>pi</a:t>
            </a:r>
            <a:r>
              <a:rPr sz="1600" b="1" dirty="0">
                <a:latin typeface="Verdana"/>
                <a:cs typeface="Verdana"/>
              </a:rPr>
              <a:t>ons </a:t>
            </a:r>
            <a:r>
              <a:rPr sz="1600" b="1" spc="-5" dirty="0">
                <a:latin typeface="Verdana"/>
                <a:cs typeface="Verdana"/>
              </a:rPr>
              <a:t>Spon</a:t>
            </a:r>
            <a:r>
              <a:rPr sz="1600" b="1" spc="5" dirty="0">
                <a:latin typeface="Verdana"/>
                <a:cs typeface="Verdana"/>
              </a:rPr>
              <a:t>s</a:t>
            </a:r>
            <a:r>
              <a:rPr sz="1600" b="1" dirty="0">
                <a:latin typeface="Verdana"/>
                <a:cs typeface="Verdana"/>
              </a:rPr>
              <a:t>ors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59714" y="3273351"/>
            <a:ext cx="1072121" cy="6761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29819" y="5416095"/>
            <a:ext cx="1073675" cy="6761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6655" y="5423915"/>
            <a:ext cx="789432" cy="7574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05655" y="5423915"/>
            <a:ext cx="790955" cy="7574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62144" y="5423915"/>
            <a:ext cx="790955" cy="75742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58261" y="4824221"/>
            <a:ext cx="247015" cy="463550"/>
          </a:xfrm>
          <a:custGeom>
            <a:avLst/>
            <a:gdLst/>
            <a:ahLst/>
            <a:cxnLst/>
            <a:rect l="l" t="t" r="r" b="b"/>
            <a:pathLst>
              <a:path w="247014" h="463550">
                <a:moveTo>
                  <a:pt x="0" y="339851"/>
                </a:moveTo>
                <a:lnTo>
                  <a:pt x="61722" y="339851"/>
                </a:lnTo>
                <a:lnTo>
                  <a:pt x="61722" y="0"/>
                </a:lnTo>
                <a:lnTo>
                  <a:pt x="185166" y="0"/>
                </a:lnTo>
                <a:lnTo>
                  <a:pt x="185166" y="339851"/>
                </a:lnTo>
                <a:lnTo>
                  <a:pt x="246888" y="339851"/>
                </a:lnTo>
                <a:lnTo>
                  <a:pt x="123444" y="463295"/>
                </a:lnTo>
                <a:lnTo>
                  <a:pt x="0" y="3398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04388" y="4818888"/>
            <a:ext cx="2577465" cy="338455"/>
          </a:xfrm>
          <a:custGeom>
            <a:avLst/>
            <a:gdLst/>
            <a:ahLst/>
            <a:cxnLst/>
            <a:rect l="l" t="t" r="r" b="b"/>
            <a:pathLst>
              <a:path w="2577465" h="338454">
                <a:moveTo>
                  <a:pt x="0" y="338328"/>
                </a:moveTo>
                <a:lnTo>
                  <a:pt x="2577084" y="338328"/>
                </a:lnTo>
                <a:lnTo>
                  <a:pt x="2577084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460498" y="4520403"/>
            <a:ext cx="1997710" cy="598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B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dirty="0">
                <a:latin typeface="Verdana"/>
                <a:cs typeface="Verdana"/>
              </a:rPr>
              <a:t>ck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Be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t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– </a:t>
            </a:r>
            <a:r>
              <a:rPr sz="1100" i="1" spc="-5" dirty="0">
                <a:latin typeface="Verdana"/>
                <a:cs typeface="Verdana"/>
              </a:rPr>
              <a:t>BB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"/>
              </a:spcBef>
            </a:pPr>
            <a:endParaRPr sz="1250">
              <a:latin typeface="Times New Roman"/>
              <a:cs typeface="Times New Roman"/>
            </a:endParaRPr>
          </a:p>
          <a:p>
            <a:pPr marL="735330" marR="5080">
              <a:lnSpc>
                <a:spcPct val="100000"/>
              </a:lnSpc>
            </a:pPr>
            <a:r>
              <a:rPr sz="800" dirty="0">
                <a:latin typeface="Verdana"/>
                <a:cs typeface="Verdana"/>
              </a:rPr>
              <a:t>S</a:t>
            </a:r>
            <a:r>
              <a:rPr sz="800" spc="5" dirty="0">
                <a:latin typeface="Verdana"/>
                <a:cs typeface="Verdana"/>
              </a:rPr>
              <a:t>o</a:t>
            </a:r>
            <a:r>
              <a:rPr sz="800" spc="-5" dirty="0">
                <a:latin typeface="Verdana"/>
                <a:cs typeface="Verdana"/>
              </a:rPr>
              <a:t>uti</a:t>
            </a:r>
            <a:r>
              <a:rPr sz="800" dirty="0">
                <a:latin typeface="Verdana"/>
                <a:cs typeface="Verdana"/>
              </a:rPr>
              <a:t>en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mé</a:t>
            </a:r>
            <a:r>
              <a:rPr sz="800" spc="-10" dirty="0">
                <a:latin typeface="Verdana"/>
                <a:cs typeface="Verdana"/>
              </a:rPr>
              <a:t>t</a:t>
            </a:r>
            <a:r>
              <a:rPr sz="800" spc="-5" dirty="0">
                <a:latin typeface="Verdana"/>
                <a:cs typeface="Verdana"/>
              </a:rPr>
              <a:t>h</a:t>
            </a:r>
            <a:r>
              <a:rPr sz="800" dirty="0">
                <a:latin typeface="Verdana"/>
                <a:cs typeface="Verdana"/>
              </a:rPr>
              <a:t>odo</a:t>
            </a:r>
            <a:r>
              <a:rPr sz="800" spc="-5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og</a:t>
            </a:r>
            <a:r>
              <a:rPr sz="800" spc="-5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q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dirty="0">
                <a:latin typeface="Verdana"/>
                <a:cs typeface="Verdana"/>
              </a:rPr>
              <a:t>e Co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c</a:t>
            </a:r>
            <a:r>
              <a:rPr sz="800" spc="-5" dirty="0">
                <a:latin typeface="Verdana"/>
                <a:cs typeface="Verdana"/>
              </a:rPr>
              <a:t>hin</a:t>
            </a:r>
            <a:r>
              <a:rPr sz="800" dirty="0">
                <a:latin typeface="Verdana"/>
                <a:cs typeface="Verdana"/>
              </a:rPr>
              <a:t>g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/ </a:t>
            </a:r>
            <a:r>
              <a:rPr sz="800" spc="5" dirty="0">
                <a:latin typeface="Verdana"/>
                <a:cs typeface="Verdana"/>
              </a:rPr>
              <a:t>F</a:t>
            </a:r>
            <a:r>
              <a:rPr sz="800" dirty="0">
                <a:latin typeface="Verdana"/>
                <a:cs typeface="Verdana"/>
              </a:rPr>
              <a:t>orm</a:t>
            </a:r>
            <a:r>
              <a:rPr sz="800" spc="-10" dirty="0">
                <a:latin typeface="Verdana"/>
                <a:cs typeface="Verdana"/>
              </a:rPr>
              <a:t>a</a:t>
            </a:r>
            <a:r>
              <a:rPr sz="800" spc="-5" dirty="0">
                <a:latin typeface="Verdana"/>
                <a:cs typeface="Verdana"/>
              </a:rPr>
              <a:t>ti</a:t>
            </a:r>
            <a:r>
              <a:rPr sz="800" dirty="0">
                <a:latin typeface="Verdana"/>
                <a:cs typeface="Verdana"/>
              </a:rPr>
              <a:t>on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7288" y="3448928"/>
            <a:ext cx="1131570" cy="372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800" dirty="0">
                <a:latin typeface="Verdana"/>
                <a:cs typeface="Verdana"/>
              </a:rPr>
              <a:t>So</a:t>
            </a:r>
            <a:r>
              <a:rPr sz="800" spc="-10" dirty="0">
                <a:latin typeface="Verdana"/>
                <a:cs typeface="Verdana"/>
              </a:rPr>
              <a:t>uti</a:t>
            </a:r>
            <a:r>
              <a:rPr sz="800" dirty="0">
                <a:latin typeface="Verdana"/>
                <a:cs typeface="Verdana"/>
              </a:rPr>
              <a:t>en </a:t>
            </a:r>
            <a:r>
              <a:rPr sz="800" spc="-10" dirty="0">
                <a:latin typeface="Verdana"/>
                <a:cs typeface="Verdana"/>
              </a:rPr>
              <a:t>M</a:t>
            </a:r>
            <a:r>
              <a:rPr sz="800" dirty="0">
                <a:latin typeface="Verdana"/>
                <a:cs typeface="Verdana"/>
              </a:rPr>
              <a:t>é</a:t>
            </a:r>
            <a:r>
              <a:rPr sz="800" spc="-5" dirty="0">
                <a:latin typeface="Verdana"/>
                <a:cs typeface="Verdana"/>
              </a:rPr>
              <a:t>th</a:t>
            </a:r>
            <a:r>
              <a:rPr sz="800" dirty="0">
                <a:latin typeface="Verdana"/>
                <a:cs typeface="Verdana"/>
              </a:rPr>
              <a:t>odo</a:t>
            </a:r>
            <a:r>
              <a:rPr sz="800" spc="-5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og</a:t>
            </a:r>
            <a:r>
              <a:rPr sz="800" spc="-5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q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dirty="0">
                <a:latin typeface="Verdana"/>
                <a:cs typeface="Verdana"/>
              </a:rPr>
              <a:t>e Co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c</a:t>
            </a:r>
            <a:r>
              <a:rPr sz="800" spc="-5" dirty="0">
                <a:latin typeface="Verdana"/>
                <a:cs typeface="Verdana"/>
              </a:rPr>
              <a:t>hin</a:t>
            </a:r>
            <a:r>
              <a:rPr sz="800" dirty="0">
                <a:latin typeface="Verdana"/>
                <a:cs typeface="Verdana"/>
              </a:rPr>
              <a:t>g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/ </a:t>
            </a:r>
            <a:r>
              <a:rPr sz="800" spc="5" dirty="0">
                <a:latin typeface="Verdana"/>
                <a:cs typeface="Verdana"/>
              </a:rPr>
              <a:t>F</a:t>
            </a:r>
            <a:r>
              <a:rPr sz="800" dirty="0">
                <a:latin typeface="Verdana"/>
                <a:cs typeface="Verdana"/>
              </a:rPr>
              <a:t>orm</a:t>
            </a:r>
            <a:r>
              <a:rPr sz="800" spc="-10" dirty="0">
                <a:latin typeface="Verdana"/>
                <a:cs typeface="Verdana"/>
              </a:rPr>
              <a:t>a</a:t>
            </a:r>
            <a:r>
              <a:rPr sz="800" spc="-5" dirty="0">
                <a:latin typeface="Verdana"/>
                <a:cs typeface="Verdana"/>
              </a:rPr>
              <a:t>ti</a:t>
            </a:r>
            <a:r>
              <a:rPr sz="800" dirty="0">
                <a:latin typeface="Verdana"/>
                <a:cs typeface="Verdana"/>
              </a:rPr>
              <a:t>on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89145" y="3572118"/>
            <a:ext cx="67310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dirty="0">
                <a:latin typeface="Verdana"/>
                <a:cs typeface="Verdana"/>
              </a:rPr>
              <a:t>S</a:t>
            </a:r>
            <a:r>
              <a:rPr sz="800" spc="-10" dirty="0">
                <a:latin typeface="Verdana"/>
                <a:cs typeface="Verdana"/>
              </a:rPr>
              <a:t>u</a:t>
            </a:r>
            <a:r>
              <a:rPr sz="800" dirty="0">
                <a:latin typeface="Verdana"/>
                <a:cs typeface="Verdana"/>
              </a:rPr>
              <a:t>pér</a:t>
            </a:r>
            <a:r>
              <a:rPr sz="800" spc="-10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e</a:t>
            </a:r>
            <a:r>
              <a:rPr sz="800" spc="-10" dirty="0">
                <a:latin typeface="Verdana"/>
                <a:cs typeface="Verdana"/>
              </a:rPr>
              <a:t>u</a:t>
            </a:r>
            <a:r>
              <a:rPr sz="800" dirty="0">
                <a:latin typeface="Verdana"/>
                <a:cs typeface="Verdana"/>
              </a:rPr>
              <a:t>r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800" spc="-5" dirty="0">
                <a:latin typeface="Verdana"/>
                <a:cs typeface="Verdana"/>
              </a:rPr>
              <a:t>Hi</a:t>
            </a:r>
            <a:r>
              <a:rPr sz="800" dirty="0">
                <a:latin typeface="Verdana"/>
                <a:cs typeface="Verdana"/>
              </a:rPr>
              <a:t>é</a:t>
            </a:r>
            <a:r>
              <a:rPr sz="800" spc="5" dirty="0">
                <a:latin typeface="Verdana"/>
                <a:cs typeface="Verdana"/>
              </a:rPr>
              <a:t>r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rc</a:t>
            </a:r>
            <a:r>
              <a:rPr sz="800" spc="-5" dirty="0">
                <a:latin typeface="Verdana"/>
                <a:cs typeface="Verdana"/>
              </a:rPr>
              <a:t>hi</a:t>
            </a:r>
            <a:r>
              <a:rPr sz="800" dirty="0">
                <a:latin typeface="Verdana"/>
                <a:cs typeface="Verdana"/>
              </a:rPr>
              <a:t>q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dirty="0"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13814" y="6271862"/>
            <a:ext cx="115951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Verdana"/>
                <a:cs typeface="Verdana"/>
              </a:rPr>
              <a:t>G</a:t>
            </a:r>
            <a:r>
              <a:rPr sz="1100" spc="-5" dirty="0">
                <a:latin typeface="Verdana"/>
                <a:cs typeface="Verdana"/>
              </a:rPr>
              <a:t>r</a:t>
            </a:r>
            <a:r>
              <a:rPr sz="1100" dirty="0">
                <a:latin typeface="Verdana"/>
                <a:cs typeface="Verdana"/>
              </a:rPr>
              <a:t>een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Be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t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–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GB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80126" y="2004822"/>
            <a:ext cx="791210" cy="4497705"/>
          </a:xfrm>
          <a:custGeom>
            <a:avLst/>
            <a:gdLst/>
            <a:ahLst/>
            <a:cxnLst/>
            <a:rect l="l" t="t" r="r" b="b"/>
            <a:pathLst>
              <a:path w="791210" h="4497705">
                <a:moveTo>
                  <a:pt x="0" y="4497324"/>
                </a:moveTo>
                <a:lnTo>
                  <a:pt x="64154" y="4490782"/>
                </a:lnTo>
                <a:lnTo>
                  <a:pt x="125010" y="4471843"/>
                </a:lnTo>
                <a:lnTo>
                  <a:pt x="181755" y="4441536"/>
                </a:lnTo>
                <a:lnTo>
                  <a:pt x="233574" y="4400890"/>
                </a:lnTo>
                <a:lnTo>
                  <a:pt x="279653" y="4350934"/>
                </a:lnTo>
                <a:lnTo>
                  <a:pt x="319180" y="4292697"/>
                </a:lnTo>
                <a:lnTo>
                  <a:pt x="351339" y="4227209"/>
                </a:lnTo>
                <a:lnTo>
                  <a:pt x="375318" y="4155499"/>
                </a:lnTo>
                <a:lnTo>
                  <a:pt x="383985" y="4117632"/>
                </a:lnTo>
                <a:lnTo>
                  <a:pt x="390302" y="4078595"/>
                </a:lnTo>
                <a:lnTo>
                  <a:pt x="394167" y="4038518"/>
                </a:lnTo>
                <a:lnTo>
                  <a:pt x="395478" y="3997528"/>
                </a:lnTo>
                <a:lnTo>
                  <a:pt x="395478" y="2798826"/>
                </a:lnTo>
                <a:lnTo>
                  <a:pt x="396788" y="2757843"/>
                </a:lnTo>
                <a:lnTo>
                  <a:pt x="400653" y="2717772"/>
                </a:lnTo>
                <a:lnTo>
                  <a:pt x="406970" y="2678741"/>
                </a:lnTo>
                <a:lnTo>
                  <a:pt x="415637" y="2640879"/>
                </a:lnTo>
                <a:lnTo>
                  <a:pt x="426553" y="2604315"/>
                </a:lnTo>
                <a:lnTo>
                  <a:pt x="454724" y="2535595"/>
                </a:lnTo>
                <a:lnTo>
                  <a:pt x="490668" y="2473609"/>
                </a:lnTo>
                <a:lnTo>
                  <a:pt x="533573" y="2419388"/>
                </a:lnTo>
                <a:lnTo>
                  <a:pt x="582624" y="2373961"/>
                </a:lnTo>
                <a:lnTo>
                  <a:pt x="637008" y="2338357"/>
                </a:lnTo>
                <a:lnTo>
                  <a:pt x="695910" y="2313606"/>
                </a:lnTo>
                <a:lnTo>
                  <a:pt x="758517" y="2300737"/>
                </a:lnTo>
                <a:lnTo>
                  <a:pt x="790956" y="2299081"/>
                </a:lnTo>
                <a:lnTo>
                  <a:pt x="758517" y="2297424"/>
                </a:lnTo>
                <a:lnTo>
                  <a:pt x="695910" y="2284554"/>
                </a:lnTo>
                <a:lnTo>
                  <a:pt x="637008" y="2259802"/>
                </a:lnTo>
                <a:lnTo>
                  <a:pt x="582624" y="2224194"/>
                </a:lnTo>
                <a:lnTo>
                  <a:pt x="533573" y="2178761"/>
                </a:lnTo>
                <a:lnTo>
                  <a:pt x="490668" y="2124531"/>
                </a:lnTo>
                <a:lnTo>
                  <a:pt x="454724" y="2062531"/>
                </a:lnTo>
                <a:lnTo>
                  <a:pt x="426553" y="1993792"/>
                </a:lnTo>
                <a:lnTo>
                  <a:pt x="415637" y="1957217"/>
                </a:lnTo>
                <a:lnTo>
                  <a:pt x="406970" y="1919342"/>
                </a:lnTo>
                <a:lnTo>
                  <a:pt x="400653" y="1880297"/>
                </a:lnTo>
                <a:lnTo>
                  <a:pt x="396788" y="1840209"/>
                </a:lnTo>
                <a:lnTo>
                  <a:pt x="395478" y="1799209"/>
                </a:lnTo>
                <a:lnTo>
                  <a:pt x="395478" y="499745"/>
                </a:lnTo>
                <a:lnTo>
                  <a:pt x="394167" y="458762"/>
                </a:lnTo>
                <a:lnTo>
                  <a:pt x="390302" y="418691"/>
                </a:lnTo>
                <a:lnTo>
                  <a:pt x="383985" y="379660"/>
                </a:lnTo>
                <a:lnTo>
                  <a:pt x="375318" y="341798"/>
                </a:lnTo>
                <a:lnTo>
                  <a:pt x="364402" y="305234"/>
                </a:lnTo>
                <a:lnTo>
                  <a:pt x="336231" y="236514"/>
                </a:lnTo>
                <a:lnTo>
                  <a:pt x="300287" y="174528"/>
                </a:lnTo>
                <a:lnTo>
                  <a:pt x="257382" y="120307"/>
                </a:lnTo>
                <a:lnTo>
                  <a:pt x="208331" y="74880"/>
                </a:lnTo>
                <a:lnTo>
                  <a:pt x="153947" y="39276"/>
                </a:lnTo>
                <a:lnTo>
                  <a:pt x="95045" y="14525"/>
                </a:lnTo>
                <a:lnTo>
                  <a:pt x="32438" y="1656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960869" y="2376772"/>
            <a:ext cx="1113155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So</a:t>
            </a:r>
            <a:r>
              <a:rPr sz="1100" spc="-5" dirty="0">
                <a:latin typeface="Verdana"/>
                <a:cs typeface="Verdana"/>
              </a:rPr>
              <a:t>ut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en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spc="-5" dirty="0">
                <a:latin typeface="Verdana"/>
                <a:cs typeface="Verdana"/>
              </a:rPr>
              <a:t>’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n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t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spc="5" dirty="0">
                <a:latin typeface="Verdana"/>
                <a:cs typeface="Verdana"/>
              </a:rPr>
              <a:t>t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dirty="0">
                <a:latin typeface="Verdana"/>
                <a:cs typeface="Verdana"/>
              </a:rPr>
              <a:t>e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Le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dirty="0">
                <a:latin typeface="Verdana"/>
                <a:cs typeface="Verdana"/>
              </a:rPr>
              <a:t>n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S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x S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gm</a:t>
            </a:r>
            <a:r>
              <a:rPr sz="1100" dirty="0">
                <a:latin typeface="Verdana"/>
                <a:cs typeface="Verdana"/>
              </a:rPr>
              <a:t>a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33144" y="5417820"/>
            <a:ext cx="790956" cy="7559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47644" y="5417820"/>
            <a:ext cx="790955" cy="7559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59911" y="2081624"/>
            <a:ext cx="839073" cy="52362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174235" y="1952238"/>
            <a:ext cx="714358" cy="54033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49324" y="2908173"/>
            <a:ext cx="675640" cy="1064260"/>
          </a:xfrm>
          <a:custGeom>
            <a:avLst/>
            <a:gdLst/>
            <a:ahLst/>
            <a:cxnLst/>
            <a:rect l="l" t="t" r="r" b="b"/>
            <a:pathLst>
              <a:path w="675639" h="1064260">
                <a:moveTo>
                  <a:pt x="559446" y="1025209"/>
                </a:moveTo>
                <a:lnTo>
                  <a:pt x="552704" y="1063752"/>
                </a:lnTo>
                <a:lnTo>
                  <a:pt x="667506" y="1029335"/>
                </a:lnTo>
                <a:lnTo>
                  <a:pt x="576961" y="1029335"/>
                </a:lnTo>
                <a:lnTo>
                  <a:pt x="559446" y="1025209"/>
                </a:lnTo>
                <a:close/>
              </a:path>
              <a:path w="675639" h="1064260">
                <a:moveTo>
                  <a:pt x="566022" y="987619"/>
                </a:moveTo>
                <a:lnTo>
                  <a:pt x="559446" y="1025209"/>
                </a:lnTo>
                <a:lnTo>
                  <a:pt x="576961" y="1029335"/>
                </a:lnTo>
                <a:lnTo>
                  <a:pt x="585597" y="992251"/>
                </a:lnTo>
                <a:lnTo>
                  <a:pt x="566022" y="987619"/>
                </a:lnTo>
                <a:close/>
              </a:path>
              <a:path w="675639" h="1064260">
                <a:moveTo>
                  <a:pt x="572389" y="951230"/>
                </a:moveTo>
                <a:lnTo>
                  <a:pt x="566022" y="987619"/>
                </a:lnTo>
                <a:lnTo>
                  <a:pt x="585597" y="992251"/>
                </a:lnTo>
                <a:lnTo>
                  <a:pt x="576961" y="1029335"/>
                </a:lnTo>
                <a:lnTo>
                  <a:pt x="667506" y="1029335"/>
                </a:lnTo>
                <a:lnTo>
                  <a:pt x="675132" y="1027049"/>
                </a:lnTo>
                <a:lnTo>
                  <a:pt x="572389" y="951230"/>
                </a:lnTo>
                <a:close/>
              </a:path>
              <a:path w="675639" h="1064260">
                <a:moveTo>
                  <a:pt x="38100" y="0"/>
                </a:moveTo>
                <a:lnTo>
                  <a:pt x="0" y="762"/>
                </a:lnTo>
                <a:lnTo>
                  <a:pt x="1016" y="48895"/>
                </a:lnTo>
                <a:lnTo>
                  <a:pt x="3810" y="97663"/>
                </a:lnTo>
                <a:lnTo>
                  <a:pt x="8509" y="146177"/>
                </a:lnTo>
                <a:lnTo>
                  <a:pt x="14986" y="194437"/>
                </a:lnTo>
                <a:lnTo>
                  <a:pt x="22987" y="242316"/>
                </a:lnTo>
                <a:lnTo>
                  <a:pt x="32893" y="289687"/>
                </a:lnTo>
                <a:lnTo>
                  <a:pt x="44196" y="336423"/>
                </a:lnTo>
                <a:lnTo>
                  <a:pt x="57150" y="382524"/>
                </a:lnTo>
                <a:lnTo>
                  <a:pt x="71501" y="427863"/>
                </a:lnTo>
                <a:lnTo>
                  <a:pt x="87249" y="472313"/>
                </a:lnTo>
                <a:lnTo>
                  <a:pt x="104267" y="515874"/>
                </a:lnTo>
                <a:lnTo>
                  <a:pt x="122682" y="558419"/>
                </a:lnTo>
                <a:lnTo>
                  <a:pt x="142240" y="599821"/>
                </a:lnTo>
                <a:lnTo>
                  <a:pt x="162941" y="639953"/>
                </a:lnTo>
                <a:lnTo>
                  <a:pt x="184912" y="678815"/>
                </a:lnTo>
                <a:lnTo>
                  <a:pt x="207772" y="716280"/>
                </a:lnTo>
                <a:lnTo>
                  <a:pt x="231775" y="752221"/>
                </a:lnTo>
                <a:lnTo>
                  <a:pt x="256540" y="786511"/>
                </a:lnTo>
                <a:lnTo>
                  <a:pt x="282448" y="819150"/>
                </a:lnTo>
                <a:lnTo>
                  <a:pt x="308864" y="850011"/>
                </a:lnTo>
                <a:lnTo>
                  <a:pt x="336296" y="879094"/>
                </a:lnTo>
                <a:lnTo>
                  <a:pt x="364363" y="906145"/>
                </a:lnTo>
                <a:lnTo>
                  <a:pt x="422529" y="953897"/>
                </a:lnTo>
                <a:lnTo>
                  <a:pt x="467995" y="983996"/>
                </a:lnTo>
                <a:lnTo>
                  <a:pt x="514350" y="1008634"/>
                </a:lnTo>
                <a:lnTo>
                  <a:pt x="545719" y="1021715"/>
                </a:lnTo>
                <a:lnTo>
                  <a:pt x="546608" y="1022096"/>
                </a:lnTo>
                <a:lnTo>
                  <a:pt x="548386" y="1022604"/>
                </a:lnTo>
                <a:lnTo>
                  <a:pt x="559446" y="1025209"/>
                </a:lnTo>
                <a:lnTo>
                  <a:pt x="566022" y="987619"/>
                </a:lnTo>
                <a:lnTo>
                  <a:pt x="560369" y="986282"/>
                </a:lnTo>
                <a:lnTo>
                  <a:pt x="559816" y="986282"/>
                </a:lnTo>
                <a:lnTo>
                  <a:pt x="557149" y="985520"/>
                </a:lnTo>
                <a:lnTo>
                  <a:pt x="557885" y="985520"/>
                </a:lnTo>
                <a:lnTo>
                  <a:pt x="545338" y="980567"/>
                </a:lnTo>
                <a:lnTo>
                  <a:pt x="530987" y="974344"/>
                </a:lnTo>
                <a:lnTo>
                  <a:pt x="487934" y="951611"/>
                </a:lnTo>
                <a:lnTo>
                  <a:pt x="445897" y="923798"/>
                </a:lnTo>
                <a:lnTo>
                  <a:pt x="390779" y="878713"/>
                </a:lnTo>
                <a:lnTo>
                  <a:pt x="337820" y="825246"/>
                </a:lnTo>
                <a:lnTo>
                  <a:pt x="312293" y="795528"/>
                </a:lnTo>
                <a:lnTo>
                  <a:pt x="287528" y="764159"/>
                </a:lnTo>
                <a:lnTo>
                  <a:pt x="263525" y="731012"/>
                </a:lnTo>
                <a:lnTo>
                  <a:pt x="240284" y="696341"/>
                </a:lnTo>
                <a:lnTo>
                  <a:pt x="218059" y="660019"/>
                </a:lnTo>
                <a:lnTo>
                  <a:pt x="196850" y="622427"/>
                </a:lnTo>
                <a:lnTo>
                  <a:pt x="176657" y="583438"/>
                </a:lnTo>
                <a:lnTo>
                  <a:pt x="157607" y="543306"/>
                </a:lnTo>
                <a:lnTo>
                  <a:pt x="139700" y="501904"/>
                </a:lnTo>
                <a:lnTo>
                  <a:pt x="123063" y="459613"/>
                </a:lnTo>
                <a:lnTo>
                  <a:pt x="107823" y="416433"/>
                </a:lnTo>
                <a:lnTo>
                  <a:pt x="93726" y="372237"/>
                </a:lnTo>
                <a:lnTo>
                  <a:pt x="81153" y="327533"/>
                </a:lnTo>
                <a:lnTo>
                  <a:pt x="70231" y="281813"/>
                </a:lnTo>
                <a:lnTo>
                  <a:pt x="60578" y="235839"/>
                </a:lnTo>
                <a:lnTo>
                  <a:pt x="52705" y="189357"/>
                </a:lnTo>
                <a:lnTo>
                  <a:pt x="46355" y="142494"/>
                </a:lnTo>
                <a:lnTo>
                  <a:pt x="41910" y="95377"/>
                </a:lnTo>
                <a:lnTo>
                  <a:pt x="38989" y="48133"/>
                </a:lnTo>
                <a:lnTo>
                  <a:pt x="38100" y="0"/>
                </a:lnTo>
                <a:close/>
              </a:path>
              <a:path w="675639" h="1064260">
                <a:moveTo>
                  <a:pt x="557149" y="985520"/>
                </a:moveTo>
                <a:lnTo>
                  <a:pt x="559816" y="986282"/>
                </a:lnTo>
                <a:lnTo>
                  <a:pt x="558987" y="985955"/>
                </a:lnTo>
                <a:lnTo>
                  <a:pt x="557149" y="985520"/>
                </a:lnTo>
                <a:close/>
              </a:path>
              <a:path w="675639" h="1064260">
                <a:moveTo>
                  <a:pt x="558987" y="985955"/>
                </a:moveTo>
                <a:lnTo>
                  <a:pt x="559816" y="986282"/>
                </a:lnTo>
                <a:lnTo>
                  <a:pt x="560369" y="986282"/>
                </a:lnTo>
                <a:lnTo>
                  <a:pt x="558987" y="985955"/>
                </a:lnTo>
                <a:close/>
              </a:path>
              <a:path w="675639" h="1064260">
                <a:moveTo>
                  <a:pt x="557885" y="985520"/>
                </a:moveTo>
                <a:lnTo>
                  <a:pt x="557149" y="985520"/>
                </a:lnTo>
                <a:lnTo>
                  <a:pt x="558987" y="985955"/>
                </a:lnTo>
                <a:lnTo>
                  <a:pt x="557885" y="98552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81450" y="2924936"/>
            <a:ext cx="631825" cy="1077595"/>
          </a:xfrm>
          <a:custGeom>
            <a:avLst/>
            <a:gdLst/>
            <a:ahLst/>
            <a:cxnLst/>
            <a:rect l="l" t="t" r="r" b="b"/>
            <a:pathLst>
              <a:path w="631825" h="1077595">
                <a:moveTo>
                  <a:pt x="100711" y="965327"/>
                </a:moveTo>
                <a:lnTo>
                  <a:pt x="0" y="1043940"/>
                </a:lnTo>
                <a:lnTo>
                  <a:pt x="123317" y="1077341"/>
                </a:lnTo>
                <a:lnTo>
                  <a:pt x="116524" y="1043686"/>
                </a:lnTo>
                <a:lnTo>
                  <a:pt x="97409" y="1043686"/>
                </a:lnTo>
                <a:lnTo>
                  <a:pt x="89281" y="1006475"/>
                </a:lnTo>
                <a:lnTo>
                  <a:pt x="108178" y="1002326"/>
                </a:lnTo>
                <a:lnTo>
                  <a:pt x="100711" y="965327"/>
                </a:lnTo>
                <a:close/>
              </a:path>
              <a:path w="631825" h="1077595">
                <a:moveTo>
                  <a:pt x="108178" y="1002326"/>
                </a:moveTo>
                <a:lnTo>
                  <a:pt x="89281" y="1006475"/>
                </a:lnTo>
                <a:lnTo>
                  <a:pt x="97409" y="1043686"/>
                </a:lnTo>
                <a:lnTo>
                  <a:pt x="115717" y="1039687"/>
                </a:lnTo>
                <a:lnTo>
                  <a:pt x="108323" y="1003046"/>
                </a:lnTo>
                <a:lnTo>
                  <a:pt x="106680" y="1003046"/>
                </a:lnTo>
                <a:lnTo>
                  <a:pt x="108190" y="1002390"/>
                </a:lnTo>
                <a:close/>
              </a:path>
              <a:path w="631825" h="1077595">
                <a:moveTo>
                  <a:pt x="115717" y="1039687"/>
                </a:moveTo>
                <a:lnTo>
                  <a:pt x="97409" y="1043686"/>
                </a:lnTo>
                <a:lnTo>
                  <a:pt x="116524" y="1043686"/>
                </a:lnTo>
                <a:lnTo>
                  <a:pt x="115717" y="1039687"/>
                </a:lnTo>
                <a:close/>
              </a:path>
              <a:path w="631825" h="1077595">
                <a:moveTo>
                  <a:pt x="190816" y="1001903"/>
                </a:moveTo>
                <a:lnTo>
                  <a:pt x="110109" y="1001903"/>
                </a:lnTo>
                <a:lnTo>
                  <a:pt x="108219" y="1002532"/>
                </a:lnTo>
                <a:lnTo>
                  <a:pt x="115717" y="1039687"/>
                </a:lnTo>
                <a:lnTo>
                  <a:pt x="119507" y="1038860"/>
                </a:lnTo>
                <a:lnTo>
                  <a:pt x="120650" y="1038479"/>
                </a:lnTo>
                <a:lnTo>
                  <a:pt x="121793" y="1037971"/>
                </a:lnTo>
                <a:lnTo>
                  <a:pt x="136525" y="1031621"/>
                </a:lnTo>
                <a:lnTo>
                  <a:pt x="151257" y="1024509"/>
                </a:lnTo>
                <a:lnTo>
                  <a:pt x="165862" y="1016889"/>
                </a:lnTo>
                <a:lnTo>
                  <a:pt x="180213" y="1008507"/>
                </a:lnTo>
                <a:lnTo>
                  <a:pt x="190816" y="1001903"/>
                </a:lnTo>
                <a:close/>
              </a:path>
              <a:path w="631825" h="1077595">
                <a:moveTo>
                  <a:pt x="108190" y="1002390"/>
                </a:moveTo>
                <a:lnTo>
                  <a:pt x="106680" y="1003046"/>
                </a:lnTo>
                <a:lnTo>
                  <a:pt x="108219" y="1002532"/>
                </a:lnTo>
                <a:lnTo>
                  <a:pt x="108190" y="1002390"/>
                </a:lnTo>
                <a:close/>
              </a:path>
              <a:path w="631825" h="1077595">
                <a:moveTo>
                  <a:pt x="108219" y="1002532"/>
                </a:moveTo>
                <a:lnTo>
                  <a:pt x="106680" y="1003046"/>
                </a:lnTo>
                <a:lnTo>
                  <a:pt x="108323" y="1003046"/>
                </a:lnTo>
                <a:lnTo>
                  <a:pt x="108219" y="1002532"/>
                </a:lnTo>
                <a:close/>
              </a:path>
              <a:path w="631825" h="1077595">
                <a:moveTo>
                  <a:pt x="110109" y="1001903"/>
                </a:moveTo>
                <a:lnTo>
                  <a:pt x="108499" y="1002256"/>
                </a:lnTo>
                <a:lnTo>
                  <a:pt x="108337" y="1002326"/>
                </a:lnTo>
                <a:lnTo>
                  <a:pt x="108219" y="1002532"/>
                </a:lnTo>
                <a:lnTo>
                  <a:pt x="110109" y="1001903"/>
                </a:lnTo>
                <a:close/>
              </a:path>
              <a:path w="631825" h="1077595">
                <a:moveTo>
                  <a:pt x="108499" y="1002256"/>
                </a:moveTo>
                <a:lnTo>
                  <a:pt x="108178" y="1002326"/>
                </a:lnTo>
                <a:lnTo>
                  <a:pt x="108499" y="1002256"/>
                </a:lnTo>
                <a:close/>
              </a:path>
              <a:path w="631825" h="1077595">
                <a:moveTo>
                  <a:pt x="593344" y="0"/>
                </a:moveTo>
                <a:lnTo>
                  <a:pt x="592455" y="48895"/>
                </a:lnTo>
                <a:lnTo>
                  <a:pt x="589788" y="97028"/>
                </a:lnTo>
                <a:lnTo>
                  <a:pt x="585597" y="145034"/>
                </a:lnTo>
                <a:lnTo>
                  <a:pt x="579755" y="192786"/>
                </a:lnTo>
                <a:lnTo>
                  <a:pt x="572262" y="240030"/>
                </a:lnTo>
                <a:lnTo>
                  <a:pt x="563372" y="286893"/>
                </a:lnTo>
                <a:lnTo>
                  <a:pt x="552958" y="333248"/>
                </a:lnTo>
                <a:lnTo>
                  <a:pt x="541274" y="378841"/>
                </a:lnTo>
                <a:lnTo>
                  <a:pt x="528193" y="423672"/>
                </a:lnTo>
                <a:lnTo>
                  <a:pt x="513842" y="467614"/>
                </a:lnTo>
                <a:lnTo>
                  <a:pt x="498348" y="510921"/>
                </a:lnTo>
                <a:lnTo>
                  <a:pt x="481711" y="552831"/>
                </a:lnTo>
                <a:lnTo>
                  <a:pt x="463804" y="593725"/>
                </a:lnTo>
                <a:lnTo>
                  <a:pt x="445008" y="633349"/>
                </a:lnTo>
                <a:lnTo>
                  <a:pt x="425196" y="671576"/>
                </a:lnTo>
                <a:lnTo>
                  <a:pt x="404368" y="708406"/>
                </a:lnTo>
                <a:lnTo>
                  <a:pt x="382778" y="743712"/>
                </a:lnTo>
                <a:lnTo>
                  <a:pt x="360426" y="777494"/>
                </a:lnTo>
                <a:lnTo>
                  <a:pt x="337185" y="809371"/>
                </a:lnTo>
                <a:lnTo>
                  <a:pt x="313436" y="839597"/>
                </a:lnTo>
                <a:lnTo>
                  <a:pt x="264033" y="893826"/>
                </a:lnTo>
                <a:lnTo>
                  <a:pt x="225806" y="928878"/>
                </a:lnTo>
                <a:lnTo>
                  <a:pt x="186563" y="959104"/>
                </a:lnTo>
                <a:lnTo>
                  <a:pt x="146812" y="983742"/>
                </a:lnTo>
                <a:lnTo>
                  <a:pt x="108499" y="1002256"/>
                </a:lnTo>
                <a:lnTo>
                  <a:pt x="110109" y="1001903"/>
                </a:lnTo>
                <a:lnTo>
                  <a:pt x="190816" y="1001903"/>
                </a:lnTo>
                <a:lnTo>
                  <a:pt x="194691" y="999490"/>
                </a:lnTo>
                <a:lnTo>
                  <a:pt x="236982" y="968883"/>
                </a:lnTo>
                <a:lnTo>
                  <a:pt x="291465" y="920115"/>
                </a:lnTo>
                <a:lnTo>
                  <a:pt x="343281" y="863092"/>
                </a:lnTo>
                <a:lnTo>
                  <a:pt x="368046" y="831723"/>
                </a:lnTo>
                <a:lnTo>
                  <a:pt x="392049" y="798576"/>
                </a:lnTo>
                <a:lnTo>
                  <a:pt x="415290" y="763651"/>
                </a:lnTo>
                <a:lnTo>
                  <a:pt x="437642" y="727202"/>
                </a:lnTo>
                <a:lnTo>
                  <a:pt x="458978" y="689102"/>
                </a:lnTo>
                <a:lnTo>
                  <a:pt x="479298" y="649732"/>
                </a:lnTo>
                <a:lnTo>
                  <a:pt x="498729" y="608965"/>
                </a:lnTo>
                <a:lnTo>
                  <a:pt x="517144" y="566928"/>
                </a:lnTo>
                <a:lnTo>
                  <a:pt x="534162" y="523748"/>
                </a:lnTo>
                <a:lnTo>
                  <a:pt x="550037" y="479552"/>
                </a:lnTo>
                <a:lnTo>
                  <a:pt x="564896" y="434340"/>
                </a:lnTo>
                <a:lnTo>
                  <a:pt x="578231" y="388239"/>
                </a:lnTo>
                <a:lnTo>
                  <a:pt x="590169" y="341503"/>
                </a:lnTo>
                <a:lnTo>
                  <a:pt x="600837" y="294005"/>
                </a:lnTo>
                <a:lnTo>
                  <a:pt x="609981" y="245999"/>
                </a:lnTo>
                <a:lnTo>
                  <a:pt x="617601" y="197358"/>
                </a:lnTo>
                <a:lnTo>
                  <a:pt x="623570" y="148336"/>
                </a:lnTo>
                <a:lnTo>
                  <a:pt x="627888" y="99187"/>
                </a:lnTo>
                <a:lnTo>
                  <a:pt x="630555" y="49530"/>
                </a:lnTo>
                <a:lnTo>
                  <a:pt x="631444" y="762"/>
                </a:lnTo>
                <a:lnTo>
                  <a:pt x="593344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672332" y="6555663"/>
            <a:ext cx="698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5" dirty="0">
                <a:latin typeface="Calibri"/>
                <a:cs typeface="Calibri"/>
              </a:rPr>
              <a:t>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109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03694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Une 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q</a:t>
            </a:r>
            <a:r>
              <a:rPr sz="1800" b="1" spc="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ipe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dié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au</a:t>
            </a:r>
            <a:r>
              <a:rPr sz="1800" b="1" spc="-5" dirty="0">
                <a:latin typeface="Verdana"/>
                <a:cs typeface="Verdana"/>
              </a:rPr>
              <a:t> 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Sigma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8472" y="1629155"/>
            <a:ext cx="3110483" cy="1799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24705" y="2211670"/>
            <a:ext cx="3898265" cy="3407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 indent="-5080" algn="just">
              <a:lnSpc>
                <a:spcPct val="100000"/>
              </a:lnSpc>
            </a:pPr>
            <a:r>
              <a:rPr sz="1600" spc="-15" dirty="0">
                <a:latin typeface="Verdana"/>
                <a:cs typeface="Verdana"/>
              </a:rPr>
              <a:t>« U</a:t>
            </a:r>
            <a:r>
              <a:rPr sz="1600" spc="-25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équ</a:t>
            </a:r>
            <a:r>
              <a:rPr sz="1600" spc="-20" dirty="0">
                <a:latin typeface="Verdana"/>
                <a:cs typeface="Verdana"/>
              </a:rPr>
              <a:t>i</a:t>
            </a:r>
            <a:r>
              <a:rPr sz="1600" spc="-15" dirty="0">
                <a:latin typeface="Verdana"/>
                <a:cs typeface="Verdana"/>
              </a:rPr>
              <a:t>p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un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pe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it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nombre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de</a:t>
            </a:r>
            <a:endParaRPr sz="1600">
              <a:latin typeface="Verdana"/>
              <a:cs typeface="Verdana"/>
            </a:endParaRPr>
          </a:p>
          <a:p>
            <a:pPr marL="17145" marR="40005" algn="just">
              <a:lnSpc>
                <a:spcPct val="200000"/>
              </a:lnSpc>
            </a:pPr>
            <a:r>
              <a:rPr sz="1600" spc="-10" dirty="0">
                <a:latin typeface="Verdana"/>
                <a:cs typeface="Verdana"/>
              </a:rPr>
              <a:t>personn</a:t>
            </a:r>
            <a:r>
              <a:rPr sz="1600" spc="-15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</a:t>
            </a:r>
            <a:r>
              <a:rPr sz="1600" spc="-2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ec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pé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 co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plé</a:t>
            </a:r>
            <a:r>
              <a:rPr sz="1600" spc="-3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15" dirty="0">
                <a:latin typeface="Verdana"/>
                <a:cs typeface="Verdana"/>
              </a:rPr>
              <a:t>nt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-15" dirty="0">
                <a:latin typeface="Verdana"/>
                <a:cs typeface="Verdana"/>
              </a:rPr>
              <a:t>ir</a:t>
            </a:r>
            <a:r>
              <a:rPr sz="160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qu</a:t>
            </a:r>
            <a:r>
              <a:rPr sz="1600" spc="-5" dirty="0">
                <a:latin typeface="Verdana"/>
                <a:cs typeface="Verdana"/>
              </a:rPr>
              <a:t>i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sont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gagées</a:t>
            </a:r>
            <a:endParaRPr sz="1600">
              <a:latin typeface="Verdana"/>
              <a:cs typeface="Verdana"/>
            </a:endParaRPr>
          </a:p>
          <a:p>
            <a:pPr marL="17145" marR="40005" algn="just">
              <a:lnSpc>
                <a:spcPct val="200000"/>
              </a:lnSpc>
            </a:pPr>
            <a:r>
              <a:rPr sz="1600" spc="-15" dirty="0">
                <a:latin typeface="Verdana"/>
                <a:cs typeface="Verdana"/>
              </a:rPr>
              <a:t>dan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une perfo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an</a:t>
            </a: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e,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une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approche et </a:t>
            </a:r>
            <a:r>
              <a:rPr sz="1600" spc="-15" dirty="0">
                <a:latin typeface="Verdana"/>
                <a:cs typeface="Verdana"/>
              </a:rPr>
              <a:t>un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but </a:t>
            </a:r>
            <a:r>
              <a:rPr sz="1600" spc="-15" dirty="0">
                <a:latin typeface="Verdana"/>
                <a:cs typeface="Verdana"/>
              </a:rPr>
              <a:t>com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uns,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pour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le</a:t>
            </a:r>
            <a:r>
              <a:rPr sz="1600" spc="-10" dirty="0">
                <a:latin typeface="Verdana"/>
                <a:cs typeface="Verdana"/>
              </a:rPr>
              <a:t>squ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ls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ils </a:t>
            </a:r>
            <a:r>
              <a:rPr sz="1600" spc="-10" dirty="0">
                <a:latin typeface="Verdana"/>
                <a:cs typeface="Verdana"/>
              </a:rPr>
              <a:t>so</a:t>
            </a:r>
            <a:r>
              <a:rPr sz="1600" spc="-25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u="heavy" spc="-30" dirty="0">
                <a:latin typeface="Verdana"/>
                <a:cs typeface="Verdana"/>
              </a:rPr>
              <a:t>m</a:t>
            </a:r>
            <a:r>
              <a:rPr sz="1600" u="heavy" spc="-15" dirty="0">
                <a:latin typeface="Verdana"/>
                <a:cs typeface="Verdana"/>
              </a:rPr>
              <a:t>u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5" dirty="0">
                <a:latin typeface="Verdana"/>
                <a:cs typeface="Verdana"/>
              </a:rPr>
              <a:t>u</a:t>
            </a:r>
            <a:r>
              <a:rPr sz="1600" u="heavy" spc="-20" dirty="0">
                <a:latin typeface="Verdana"/>
                <a:cs typeface="Verdana"/>
              </a:rPr>
              <a:t>e</a:t>
            </a:r>
            <a:r>
              <a:rPr sz="1600" u="heavy" spc="-5" dirty="0">
                <a:latin typeface="Verdana"/>
                <a:cs typeface="Verdana"/>
              </a:rPr>
              <a:t>l</a:t>
            </a:r>
            <a:r>
              <a:rPr sz="1600" u="heavy" spc="-10" dirty="0">
                <a:latin typeface="Verdana"/>
                <a:cs typeface="Verdana"/>
              </a:rPr>
              <a:t>le</a:t>
            </a:r>
            <a:r>
              <a:rPr sz="1600" u="heavy" spc="-35" dirty="0">
                <a:latin typeface="Verdana"/>
                <a:cs typeface="Verdana"/>
              </a:rPr>
              <a:t>m</a:t>
            </a:r>
            <a:r>
              <a:rPr sz="1600" u="heavy" spc="-10" dirty="0">
                <a:latin typeface="Verdana"/>
                <a:cs typeface="Verdana"/>
              </a:rPr>
              <a:t>ent</a:t>
            </a:r>
            <a:r>
              <a:rPr sz="1600" u="heavy" spc="30" dirty="0">
                <a:latin typeface="Verdana"/>
                <a:cs typeface="Verdana"/>
              </a:rPr>
              <a:t> </a:t>
            </a:r>
            <a:r>
              <a:rPr sz="1600" u="heavy" spc="-10" dirty="0">
                <a:latin typeface="Verdana"/>
                <a:cs typeface="Verdana"/>
              </a:rPr>
              <a:t>re</a:t>
            </a:r>
            <a:r>
              <a:rPr sz="1600" u="heavy" spc="-2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pon</a:t>
            </a:r>
            <a:r>
              <a:rPr sz="1600" u="heavy" spc="-2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abl</a:t>
            </a:r>
            <a:r>
              <a:rPr sz="1600" u="heavy" spc="-25" dirty="0">
                <a:latin typeface="Verdana"/>
                <a:cs typeface="Verdana"/>
              </a:rPr>
              <a:t>e</a:t>
            </a:r>
            <a:r>
              <a:rPr sz="1600" u="heavy" spc="-10" dirty="0">
                <a:latin typeface="Verdana"/>
                <a:cs typeface="Verdana"/>
              </a:rPr>
              <a:t>s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00">
              <a:latin typeface="Times New Roman"/>
              <a:cs typeface="Times New Roman"/>
            </a:endParaRPr>
          </a:p>
          <a:p>
            <a:pPr marL="2061845">
              <a:lnSpc>
                <a:spcPct val="100000"/>
              </a:lnSpc>
            </a:pPr>
            <a:r>
              <a:rPr sz="1200" dirty="0">
                <a:latin typeface="Verdana"/>
                <a:cs typeface="Verdana"/>
              </a:rPr>
              <a:t>“</a:t>
            </a:r>
            <a:r>
              <a:rPr sz="1200" u="sng" dirty="0">
                <a:latin typeface="Verdana"/>
                <a:cs typeface="Verdana"/>
              </a:rPr>
              <a:t>T</a:t>
            </a:r>
            <a:r>
              <a:rPr sz="1200" u="sng" spc="-15" dirty="0">
                <a:latin typeface="Verdana"/>
                <a:cs typeface="Verdana"/>
              </a:rPr>
              <a:t>h</a:t>
            </a:r>
            <a:r>
              <a:rPr sz="1200" u="sng" spc="-10" dirty="0">
                <a:latin typeface="Verdana"/>
                <a:cs typeface="Verdana"/>
              </a:rPr>
              <a:t>e </a:t>
            </a:r>
            <a:r>
              <a:rPr sz="1200" u="sng" dirty="0">
                <a:latin typeface="Verdana"/>
                <a:cs typeface="Verdana"/>
              </a:rPr>
              <a:t>Wis</a:t>
            </a:r>
            <a:r>
              <a:rPr sz="1200" u="sng" spc="-10" dirty="0">
                <a:latin typeface="Verdana"/>
                <a:cs typeface="Verdana"/>
              </a:rPr>
              <a:t>dom of </a:t>
            </a:r>
            <a:r>
              <a:rPr sz="1200" u="sng" spc="-130" dirty="0">
                <a:latin typeface="Verdana"/>
                <a:cs typeface="Verdana"/>
              </a:rPr>
              <a:t>T</a:t>
            </a:r>
            <a:r>
              <a:rPr sz="1200" u="sng" spc="-10" dirty="0">
                <a:latin typeface="Verdana"/>
                <a:cs typeface="Verdana"/>
              </a:rPr>
              <a:t>ea</a:t>
            </a:r>
            <a:r>
              <a:rPr sz="1200" u="sng" spc="-20" dirty="0">
                <a:latin typeface="Verdana"/>
                <a:cs typeface="Verdana"/>
              </a:rPr>
              <a:t>m</a:t>
            </a:r>
            <a:r>
              <a:rPr sz="1200" u="sng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”</a:t>
            </a:r>
            <a:endParaRPr sz="1200">
              <a:latin typeface="Verdana"/>
              <a:cs typeface="Verdana"/>
            </a:endParaRPr>
          </a:p>
          <a:p>
            <a:pPr marL="2332990">
              <a:lnSpc>
                <a:spcPct val="100000"/>
              </a:lnSpc>
              <a:spcBef>
                <a:spcPts val="600"/>
              </a:spcBef>
            </a:pPr>
            <a:r>
              <a:rPr sz="1200" spc="-50" dirty="0">
                <a:latin typeface="Verdana"/>
                <a:cs typeface="Verdana"/>
              </a:rPr>
              <a:t>K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ze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ach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&amp;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th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03694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Une 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q</a:t>
            </a:r>
            <a:r>
              <a:rPr sz="1800" b="1" spc="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ipe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dié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au</a:t>
            </a:r>
            <a:r>
              <a:rPr sz="1800" b="1" spc="-5" dirty="0">
                <a:latin typeface="Verdana"/>
                <a:cs typeface="Verdana"/>
              </a:rPr>
              <a:t> 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Sigma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3339" y="2417410"/>
            <a:ext cx="4147185" cy="310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La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créa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l’équipe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repose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5" dirty="0">
                <a:latin typeface="Verdana"/>
                <a:cs typeface="Verdana"/>
              </a:rPr>
              <a:t>u</a:t>
            </a:r>
            <a:r>
              <a:rPr sz="1600" spc="-10" dirty="0">
                <a:latin typeface="Verdana"/>
                <a:cs typeface="Verdana"/>
              </a:rPr>
              <a:t>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"/>
              </a:spcBef>
            </a:pPr>
            <a:endParaRPr sz="2050">
              <a:latin typeface="Times New Roman"/>
              <a:cs typeface="Times New Roman"/>
            </a:endParaRPr>
          </a:p>
          <a:p>
            <a:pPr marL="377190" indent="-191135">
              <a:lnSpc>
                <a:spcPct val="100000"/>
              </a:lnSpc>
              <a:buFont typeface="Verdana"/>
              <a:buChar char="-"/>
              <a:tabLst>
                <a:tab pos="377190" algn="l"/>
              </a:tabLst>
            </a:pP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problè</a:t>
            </a:r>
            <a:r>
              <a:rPr sz="1400" b="1" spc="5" dirty="0">
                <a:latin typeface="Verdana"/>
                <a:cs typeface="Verdana"/>
              </a:rPr>
              <a:t>m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à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résoudre</a:t>
            </a:r>
            <a:endParaRPr sz="1400">
              <a:latin typeface="Verdana"/>
              <a:cs typeface="Verdana"/>
            </a:endParaRPr>
          </a:p>
          <a:p>
            <a:pPr marL="377190" marR="718185" indent="-191135">
              <a:lnSpc>
                <a:spcPct val="200199"/>
              </a:lnSpc>
              <a:spcBef>
                <a:spcPts val="595"/>
              </a:spcBef>
              <a:buFont typeface="Verdana"/>
              <a:buChar char="-"/>
              <a:tabLst>
                <a:tab pos="377190" algn="l"/>
              </a:tabLst>
            </a:pP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comp</a:t>
            </a:r>
            <a:r>
              <a:rPr sz="1400" b="1" spc="5" dirty="0">
                <a:latin typeface="Verdana"/>
                <a:cs typeface="Verdana"/>
              </a:rPr>
              <a:t>é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ences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suscept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bles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 répondre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à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prob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ème</a:t>
            </a:r>
            <a:endParaRPr sz="1400">
              <a:latin typeface="Verdana"/>
              <a:cs typeface="Verdana"/>
            </a:endParaRPr>
          </a:p>
          <a:p>
            <a:pPr marL="377190" marR="5080" indent="-191135">
              <a:lnSpc>
                <a:spcPct val="200000"/>
              </a:lnSpc>
              <a:spcBef>
                <a:spcPts val="600"/>
              </a:spcBef>
              <a:buFont typeface="Verdana"/>
              <a:buChar char="-"/>
              <a:tabLst>
                <a:tab pos="377190" algn="l"/>
              </a:tabLst>
            </a:pP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conn</a:t>
            </a:r>
            <a:r>
              <a:rPr sz="1400" b="1" spc="-10" dirty="0">
                <a:latin typeface="Verdana"/>
                <a:cs typeface="Verdana"/>
              </a:rPr>
              <a:t>a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spc="-5" dirty="0">
                <a:latin typeface="Verdana"/>
                <a:cs typeface="Verdana"/>
              </a:rPr>
              <a:t>c</a:t>
            </a:r>
            <a:r>
              <a:rPr sz="1400" b="1" dirty="0">
                <a:latin typeface="Verdana"/>
                <a:cs typeface="Verdana"/>
              </a:rPr>
              <a:t>es </a:t>
            </a:r>
            <a:r>
              <a:rPr sz="1400" dirty="0">
                <a:latin typeface="Verdana"/>
                <a:cs typeface="Verdana"/>
              </a:rPr>
              <a:t>requ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ses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pou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réa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ser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l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Font typeface="Verdana"/>
              <a:buChar char="-"/>
            </a:pPr>
            <a:endParaRPr sz="1950">
              <a:latin typeface="Times New Roman"/>
              <a:cs typeface="Times New Roman"/>
            </a:endParaRPr>
          </a:p>
          <a:p>
            <a:pPr marL="377190" indent="-191135">
              <a:lnSpc>
                <a:spcPct val="100000"/>
              </a:lnSpc>
              <a:buFont typeface="Verdana"/>
              <a:buChar char="-"/>
              <a:tabLst>
                <a:tab pos="377190" algn="l"/>
              </a:tabLst>
            </a:pPr>
            <a:r>
              <a:rPr sz="1400" dirty="0">
                <a:latin typeface="Verdana"/>
                <a:cs typeface="Verdana"/>
              </a:rPr>
              <a:t>Une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aille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ad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ptée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8472" y="1629155"/>
            <a:ext cx="3110483" cy="1799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111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03694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Une 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q</a:t>
            </a:r>
            <a:r>
              <a:rPr sz="1800" b="1" spc="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ipe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dié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au</a:t>
            </a:r>
            <a:r>
              <a:rPr sz="1800" b="1" spc="-5" dirty="0">
                <a:latin typeface="Verdana"/>
                <a:cs typeface="Verdana"/>
              </a:rPr>
              <a:t> 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Sigma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2311" y="1629155"/>
            <a:ext cx="2866643" cy="1659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63339" y="2417410"/>
            <a:ext cx="3471545" cy="71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La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cons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ruc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ion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l’équipe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un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us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en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4</a:t>
            </a:r>
            <a:r>
              <a:rPr sz="1600" spc="-10" dirty="0">
                <a:latin typeface="Verdana"/>
                <a:cs typeface="Verdana"/>
              </a:rPr>
              <a:t> é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apes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7075" y="3443421"/>
            <a:ext cx="3710940" cy="481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- 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rencontre</a:t>
            </a:r>
            <a:endParaRPr sz="14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855"/>
              </a:spcBef>
            </a:pP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m</a:t>
            </a:r>
            <a:r>
              <a:rPr sz="1100" dirty="0">
                <a:latin typeface="Verdana"/>
                <a:cs typeface="Verdana"/>
              </a:rPr>
              <a:t>e</a:t>
            </a:r>
            <a:r>
              <a:rPr sz="1100" spc="-5" dirty="0">
                <a:latin typeface="Verdana"/>
                <a:cs typeface="Verdana"/>
              </a:rPr>
              <a:t>mbr</a:t>
            </a:r>
            <a:r>
              <a:rPr sz="1100" dirty="0">
                <a:latin typeface="Verdana"/>
                <a:cs typeface="Verdana"/>
              </a:rPr>
              <a:t>es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’é</a:t>
            </a:r>
            <a:r>
              <a:rPr sz="1100" spc="-5" dirty="0">
                <a:latin typeface="Verdana"/>
                <a:cs typeface="Verdana"/>
              </a:rPr>
              <a:t>q</a:t>
            </a:r>
            <a:r>
              <a:rPr sz="1100" dirty="0">
                <a:latin typeface="Verdana"/>
                <a:cs typeface="Verdana"/>
              </a:rPr>
              <a:t>u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e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r</a:t>
            </a:r>
            <a:r>
              <a:rPr sz="1100" dirty="0">
                <a:latin typeface="Verdana"/>
                <a:cs typeface="Verdana"/>
              </a:rPr>
              <a:t>echerc</a:t>
            </a:r>
            <a:r>
              <a:rPr sz="1100" spc="-5" dirty="0">
                <a:latin typeface="Verdana"/>
                <a:cs typeface="Verdana"/>
              </a:rPr>
              <a:t>h</a:t>
            </a:r>
            <a:r>
              <a:rPr sz="1100" dirty="0">
                <a:latin typeface="Verdana"/>
                <a:cs typeface="Verdana"/>
              </a:rPr>
              <a:t>ent 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es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aff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n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tés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37075" y="4160082"/>
            <a:ext cx="331470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- 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Le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pos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onnem</a:t>
            </a:r>
            <a:r>
              <a:rPr sz="1400" spc="-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nt</a:t>
            </a:r>
            <a:endParaRPr sz="14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555"/>
              </a:spcBef>
            </a:pP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membr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de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10" dirty="0">
                <a:latin typeface="Verdana"/>
                <a:cs typeface="Verdana"/>
              </a:rPr>
              <a:t>’</a:t>
            </a:r>
            <a:r>
              <a:rPr sz="1000" spc="-20" dirty="0">
                <a:latin typeface="Verdana"/>
                <a:cs typeface="Verdana"/>
              </a:rPr>
              <a:t>é</a:t>
            </a:r>
            <a:r>
              <a:rPr sz="1000" spc="-10" dirty="0">
                <a:latin typeface="Verdana"/>
                <a:cs typeface="Verdana"/>
              </a:rPr>
              <a:t>q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pe </a:t>
            </a:r>
            <a:r>
              <a:rPr sz="1000" spc="-20" dirty="0">
                <a:latin typeface="Verdana"/>
                <a:cs typeface="Verdana"/>
              </a:rPr>
              <a:t>c</a:t>
            </a:r>
            <a:r>
              <a:rPr sz="1000" spc="-5" dirty="0">
                <a:latin typeface="Verdana"/>
                <a:cs typeface="Verdana"/>
              </a:rPr>
              <a:t>h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rch</a:t>
            </a:r>
            <a:r>
              <a:rPr sz="1000" spc="-15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nt</a:t>
            </a:r>
            <a:r>
              <a:rPr sz="1000" spc="5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à</a:t>
            </a:r>
            <a:r>
              <a:rPr sz="1000" spc="-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s’orga</a:t>
            </a:r>
            <a:r>
              <a:rPr sz="1000" spc="-5" dirty="0">
                <a:latin typeface="Verdana"/>
                <a:cs typeface="Verdana"/>
              </a:rPr>
              <a:t>n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7075" y="4815402"/>
            <a:ext cx="3494404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- 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étab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15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ement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règ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endParaRPr sz="14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555"/>
              </a:spcBef>
            </a:pP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membr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de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10" dirty="0">
                <a:latin typeface="Verdana"/>
                <a:cs typeface="Verdana"/>
              </a:rPr>
              <a:t>’</a:t>
            </a:r>
            <a:r>
              <a:rPr sz="1000" spc="-20" dirty="0">
                <a:latin typeface="Verdana"/>
                <a:cs typeface="Verdana"/>
              </a:rPr>
              <a:t>é</a:t>
            </a:r>
            <a:r>
              <a:rPr sz="1000" spc="-10" dirty="0">
                <a:latin typeface="Verdana"/>
                <a:cs typeface="Verdana"/>
              </a:rPr>
              <a:t>q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pe </a:t>
            </a:r>
            <a:r>
              <a:rPr sz="1000" spc="-20" dirty="0">
                <a:latin typeface="Verdana"/>
                <a:cs typeface="Verdana"/>
              </a:rPr>
              <a:t>c</a:t>
            </a:r>
            <a:r>
              <a:rPr sz="1000" spc="-5" dirty="0">
                <a:latin typeface="Verdana"/>
                <a:cs typeface="Verdana"/>
              </a:rPr>
              <a:t>h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rch</a:t>
            </a:r>
            <a:r>
              <a:rPr sz="1000" spc="-15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nt</a:t>
            </a:r>
            <a:r>
              <a:rPr sz="1000" spc="5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à</a:t>
            </a:r>
            <a:r>
              <a:rPr sz="1000" spc="-5" dirty="0">
                <a:latin typeface="Verdana"/>
                <a:cs typeface="Verdana"/>
              </a:rPr>
              <a:t> </a:t>
            </a:r>
            <a:r>
              <a:rPr sz="1000" spc="-15" dirty="0">
                <a:latin typeface="Verdana"/>
                <a:cs typeface="Verdana"/>
              </a:rPr>
              <a:t>co</a:t>
            </a:r>
            <a:r>
              <a:rPr sz="1000" spc="-10" dirty="0">
                <a:latin typeface="Verdana"/>
                <a:cs typeface="Verdana"/>
              </a:rPr>
              <a:t>m</a:t>
            </a:r>
            <a:r>
              <a:rPr sz="1000" spc="-5" dirty="0">
                <a:latin typeface="Verdana"/>
                <a:cs typeface="Verdana"/>
              </a:rPr>
              <a:t>mun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q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7075" y="5470976"/>
            <a:ext cx="307213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- 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exécut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endParaRPr sz="14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555"/>
              </a:spcBef>
            </a:pP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membr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de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10" dirty="0">
                <a:latin typeface="Verdana"/>
                <a:cs typeface="Verdana"/>
              </a:rPr>
              <a:t>’</a:t>
            </a:r>
            <a:r>
              <a:rPr sz="1000" spc="-20" dirty="0">
                <a:latin typeface="Verdana"/>
                <a:cs typeface="Verdana"/>
              </a:rPr>
              <a:t>é</a:t>
            </a:r>
            <a:r>
              <a:rPr sz="1000" spc="-10" dirty="0">
                <a:latin typeface="Verdana"/>
                <a:cs typeface="Verdana"/>
              </a:rPr>
              <a:t>q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pe </a:t>
            </a:r>
            <a:r>
              <a:rPr sz="1000" spc="-20" dirty="0">
                <a:latin typeface="Verdana"/>
                <a:cs typeface="Verdana"/>
              </a:rPr>
              <a:t>c</a:t>
            </a:r>
            <a:r>
              <a:rPr sz="1000" spc="-5" dirty="0">
                <a:latin typeface="Verdana"/>
                <a:cs typeface="Verdana"/>
              </a:rPr>
              <a:t>h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rch</a:t>
            </a:r>
            <a:r>
              <a:rPr sz="1000" spc="-15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nt</a:t>
            </a:r>
            <a:r>
              <a:rPr sz="1000" spc="55" dirty="0">
                <a:latin typeface="Verdana"/>
                <a:cs typeface="Verdana"/>
              </a:rPr>
              <a:t> </a:t>
            </a: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10" dirty="0">
                <a:latin typeface="Verdana"/>
                <a:cs typeface="Verdana"/>
              </a:rPr>
              <a:t>e </a:t>
            </a:r>
            <a:r>
              <a:rPr sz="1000" spc="-20" dirty="0">
                <a:latin typeface="Verdana"/>
                <a:cs typeface="Verdana"/>
              </a:rPr>
              <a:t>s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-10" dirty="0">
                <a:latin typeface="Verdana"/>
                <a:cs typeface="Verdana"/>
              </a:rPr>
              <a:t>c</a:t>
            </a:r>
            <a:r>
              <a:rPr sz="1000" spc="-20" dirty="0">
                <a:latin typeface="Verdana"/>
                <a:cs typeface="Verdana"/>
              </a:rPr>
              <a:t>cè</a:t>
            </a:r>
            <a:r>
              <a:rPr sz="1000" spc="-10" dirty="0">
                <a:latin typeface="Verdana"/>
                <a:cs typeface="Verdana"/>
              </a:rPr>
              <a:t>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96690" y="3429761"/>
            <a:ext cx="433070" cy="2447925"/>
          </a:xfrm>
          <a:custGeom>
            <a:avLst/>
            <a:gdLst/>
            <a:ahLst/>
            <a:cxnLst/>
            <a:rect l="l" t="t" r="r" b="b"/>
            <a:pathLst>
              <a:path w="433070" h="2447925">
                <a:moveTo>
                  <a:pt x="432815" y="2447544"/>
                </a:moveTo>
                <a:lnTo>
                  <a:pt x="380814" y="2441581"/>
                </a:lnTo>
                <a:lnTo>
                  <a:pt x="333369" y="2424642"/>
                </a:lnTo>
                <a:lnTo>
                  <a:pt x="291984" y="2398154"/>
                </a:lnTo>
                <a:lnTo>
                  <a:pt x="258165" y="2363541"/>
                </a:lnTo>
                <a:lnTo>
                  <a:pt x="233416" y="2322230"/>
                </a:lnTo>
                <a:lnTo>
                  <a:pt x="219240" y="2275645"/>
                </a:lnTo>
                <a:lnTo>
                  <a:pt x="216407" y="2242362"/>
                </a:lnTo>
                <a:lnTo>
                  <a:pt x="216407" y="1429004"/>
                </a:lnTo>
                <a:lnTo>
                  <a:pt x="215690" y="1412163"/>
                </a:lnTo>
                <a:lnTo>
                  <a:pt x="205374" y="1364110"/>
                </a:lnTo>
                <a:lnTo>
                  <a:pt x="183982" y="1320867"/>
                </a:lnTo>
                <a:lnTo>
                  <a:pt x="153019" y="1283858"/>
                </a:lnTo>
                <a:lnTo>
                  <a:pt x="113989" y="1254505"/>
                </a:lnTo>
                <a:lnTo>
                  <a:pt x="68397" y="1234228"/>
                </a:lnTo>
                <a:lnTo>
                  <a:pt x="17747" y="1224451"/>
                </a:lnTo>
                <a:lnTo>
                  <a:pt x="0" y="1223772"/>
                </a:lnTo>
                <a:lnTo>
                  <a:pt x="17747" y="1223092"/>
                </a:lnTo>
                <a:lnTo>
                  <a:pt x="68397" y="1213315"/>
                </a:lnTo>
                <a:lnTo>
                  <a:pt x="113989" y="1193038"/>
                </a:lnTo>
                <a:lnTo>
                  <a:pt x="153019" y="1163685"/>
                </a:lnTo>
                <a:lnTo>
                  <a:pt x="183982" y="1126676"/>
                </a:lnTo>
                <a:lnTo>
                  <a:pt x="205374" y="1083433"/>
                </a:lnTo>
                <a:lnTo>
                  <a:pt x="215690" y="1035380"/>
                </a:lnTo>
                <a:lnTo>
                  <a:pt x="216407" y="1018540"/>
                </a:lnTo>
                <a:lnTo>
                  <a:pt x="216407" y="205231"/>
                </a:lnTo>
                <a:lnTo>
                  <a:pt x="217125" y="188391"/>
                </a:lnTo>
                <a:lnTo>
                  <a:pt x="227441" y="140338"/>
                </a:lnTo>
                <a:lnTo>
                  <a:pt x="248833" y="97095"/>
                </a:lnTo>
                <a:lnTo>
                  <a:pt x="279796" y="60086"/>
                </a:lnTo>
                <a:lnTo>
                  <a:pt x="318826" y="30733"/>
                </a:lnTo>
                <a:lnTo>
                  <a:pt x="364418" y="10456"/>
                </a:lnTo>
                <a:lnTo>
                  <a:pt x="415068" y="679"/>
                </a:lnTo>
                <a:lnTo>
                  <a:pt x="432815" y="0"/>
                </a:lnTo>
              </a:path>
            </a:pathLst>
          </a:custGeom>
          <a:ln w="28956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0473" y="3557616"/>
            <a:ext cx="3152775" cy="188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Le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chef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10" dirty="0">
                <a:latin typeface="Verdana"/>
                <a:cs typeface="Verdana"/>
              </a:rPr>
              <a:t>p</a:t>
            </a:r>
            <a:r>
              <a:rPr sz="1100" spc="-5" dirty="0">
                <a:latin typeface="Verdana"/>
                <a:cs typeface="Verdana"/>
              </a:rPr>
              <a:t>r</a:t>
            </a:r>
            <a:r>
              <a:rPr sz="1100" dirty="0">
                <a:latin typeface="Verdana"/>
                <a:cs typeface="Verdana"/>
              </a:rPr>
              <a:t>o</a:t>
            </a:r>
            <a:r>
              <a:rPr sz="1100" spc="5" dirty="0">
                <a:latin typeface="Verdana"/>
                <a:cs typeface="Verdana"/>
              </a:rPr>
              <a:t>j</a:t>
            </a:r>
            <a:r>
              <a:rPr sz="1100" dirty="0">
                <a:latin typeface="Verdana"/>
                <a:cs typeface="Verdana"/>
              </a:rPr>
              <a:t>et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coo</a:t>
            </a:r>
            <a:r>
              <a:rPr sz="1100" spc="-5" dirty="0">
                <a:latin typeface="Verdana"/>
                <a:cs typeface="Verdana"/>
              </a:rPr>
              <a:t>rd</a:t>
            </a:r>
            <a:r>
              <a:rPr sz="1100" dirty="0">
                <a:latin typeface="Verdana"/>
                <a:cs typeface="Verdana"/>
              </a:rPr>
              <a:t>on</a:t>
            </a:r>
            <a:r>
              <a:rPr sz="1100" spc="-5" dirty="0">
                <a:latin typeface="Verdana"/>
                <a:cs typeface="Verdana"/>
              </a:rPr>
              <a:t>n</a:t>
            </a:r>
            <a:r>
              <a:rPr sz="1100" dirty="0">
                <a:latin typeface="Verdana"/>
                <a:cs typeface="Verdana"/>
              </a:rPr>
              <a:t>e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ce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pr</a:t>
            </a:r>
            <a:r>
              <a:rPr sz="1100" dirty="0">
                <a:latin typeface="Verdana"/>
                <a:cs typeface="Verdana"/>
              </a:rPr>
              <a:t>ocessus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:</a:t>
            </a:r>
            <a:endParaRPr sz="1100">
              <a:latin typeface="Verdana"/>
              <a:cs typeface="Verdana"/>
            </a:endParaRPr>
          </a:p>
          <a:p>
            <a:pPr marL="378460" indent="-182880">
              <a:lnSpc>
                <a:spcPct val="100000"/>
              </a:lnSpc>
              <a:spcBef>
                <a:spcPts val="600"/>
              </a:spcBef>
              <a:buFont typeface="MS Gothic"/>
              <a:buChar char="✓"/>
              <a:tabLst>
                <a:tab pos="378460" algn="l"/>
              </a:tabLst>
            </a:pPr>
            <a:r>
              <a:rPr sz="1100" b="1" spc="-5" dirty="0">
                <a:latin typeface="Verdana"/>
                <a:cs typeface="Verdana"/>
              </a:rPr>
              <a:t>Eco</a:t>
            </a:r>
            <a:r>
              <a:rPr sz="1100" b="1" dirty="0">
                <a:latin typeface="Verdana"/>
                <a:cs typeface="Verdana"/>
              </a:rPr>
              <a:t>uter</a:t>
            </a:r>
            <a:r>
              <a:rPr sz="1100" b="1" spc="-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to</a:t>
            </a:r>
            <a:r>
              <a:rPr sz="1100" spc="-5" dirty="0">
                <a:latin typeface="Verdana"/>
                <a:cs typeface="Verdana"/>
              </a:rPr>
              <a:t>u</a:t>
            </a:r>
            <a:r>
              <a:rPr sz="1100" dirty="0">
                <a:latin typeface="Verdana"/>
                <a:cs typeface="Verdana"/>
              </a:rPr>
              <a:t>tes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ers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ect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dirty="0">
                <a:latin typeface="Verdana"/>
                <a:cs typeface="Verdana"/>
              </a:rPr>
              <a:t>es</a:t>
            </a:r>
            <a:endParaRPr sz="1100">
              <a:latin typeface="Verdana"/>
              <a:cs typeface="Verdana"/>
            </a:endParaRPr>
          </a:p>
          <a:p>
            <a:pPr marL="378460" marR="81280" indent="-182880">
              <a:lnSpc>
                <a:spcPct val="100000"/>
              </a:lnSpc>
              <a:spcBef>
                <a:spcPts val="600"/>
              </a:spcBef>
              <a:buFont typeface="MS Gothic"/>
              <a:buChar char="✓"/>
              <a:tabLst>
                <a:tab pos="378460" algn="l"/>
              </a:tabLst>
            </a:pPr>
            <a:r>
              <a:rPr sz="1100" b="1" dirty="0">
                <a:latin typeface="Verdana"/>
                <a:cs typeface="Verdana"/>
              </a:rPr>
              <a:t>Co</a:t>
            </a:r>
            <a:r>
              <a:rPr sz="1100" b="1" spc="-10" dirty="0">
                <a:latin typeface="Verdana"/>
                <a:cs typeface="Verdana"/>
              </a:rPr>
              <a:t>m</a:t>
            </a:r>
            <a:r>
              <a:rPr sz="1100" b="1" spc="-5" dirty="0">
                <a:latin typeface="Verdana"/>
                <a:cs typeface="Verdana"/>
              </a:rPr>
              <a:t>p</a:t>
            </a:r>
            <a:r>
              <a:rPr sz="1100" b="1" dirty="0">
                <a:latin typeface="Verdana"/>
                <a:cs typeface="Verdana"/>
              </a:rPr>
              <a:t>re</a:t>
            </a:r>
            <a:r>
              <a:rPr sz="1100" b="1" spc="5" dirty="0">
                <a:latin typeface="Verdana"/>
                <a:cs typeface="Verdana"/>
              </a:rPr>
              <a:t>n</a:t>
            </a:r>
            <a:r>
              <a:rPr sz="1100" b="1" spc="-5" dirty="0">
                <a:latin typeface="Verdana"/>
                <a:cs typeface="Verdana"/>
              </a:rPr>
              <a:t>d</a:t>
            </a:r>
            <a:r>
              <a:rPr sz="1100" b="1" dirty="0">
                <a:latin typeface="Verdana"/>
                <a:cs typeface="Verdana"/>
              </a:rPr>
              <a:t>re </a:t>
            </a:r>
            <a:r>
              <a:rPr sz="1100" spc="-5" dirty="0">
                <a:latin typeface="Verdana"/>
                <a:cs typeface="Verdana"/>
              </a:rPr>
              <a:t>q</a:t>
            </a:r>
            <a:r>
              <a:rPr sz="1100" dirty="0">
                <a:latin typeface="Verdana"/>
                <a:cs typeface="Verdana"/>
              </a:rPr>
              <a:t>ue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ff</a:t>
            </a:r>
            <a:r>
              <a:rPr sz="1100" dirty="0">
                <a:latin typeface="Verdana"/>
                <a:cs typeface="Verdana"/>
              </a:rPr>
              <a:t>érences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sont no</a:t>
            </a:r>
            <a:r>
              <a:rPr sz="1100" spc="-5" dirty="0">
                <a:latin typeface="Verdana"/>
                <a:cs typeface="Verdana"/>
              </a:rPr>
              <a:t>r</a:t>
            </a:r>
            <a:r>
              <a:rPr sz="1100" spc="-10" dirty="0">
                <a:latin typeface="Verdana"/>
                <a:cs typeface="Verdana"/>
              </a:rPr>
              <a:t>m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</a:t>
            </a:r>
            <a:endParaRPr sz="1100">
              <a:latin typeface="Verdana"/>
              <a:cs typeface="Verdana"/>
            </a:endParaRPr>
          </a:p>
          <a:p>
            <a:pPr marL="378460" indent="-182880">
              <a:lnSpc>
                <a:spcPct val="100000"/>
              </a:lnSpc>
              <a:spcBef>
                <a:spcPts val="600"/>
              </a:spcBef>
              <a:buFont typeface="MS Gothic"/>
              <a:buChar char="✓"/>
              <a:tabLst>
                <a:tab pos="378460" algn="l"/>
              </a:tabLst>
            </a:pPr>
            <a:r>
              <a:rPr sz="1100" b="1" dirty="0">
                <a:latin typeface="Verdana"/>
                <a:cs typeface="Verdana"/>
              </a:rPr>
              <a:t>C</a:t>
            </a:r>
            <a:r>
              <a:rPr sz="1100" b="1" spc="-10" dirty="0">
                <a:latin typeface="Verdana"/>
                <a:cs typeface="Verdana"/>
              </a:rPr>
              <a:t>la</a:t>
            </a:r>
            <a:r>
              <a:rPr sz="1100" b="1" dirty="0">
                <a:latin typeface="Verdana"/>
                <a:cs typeface="Verdana"/>
              </a:rPr>
              <a:t>rif</a:t>
            </a:r>
            <a:r>
              <a:rPr sz="1100" b="1" spc="-10" dirty="0">
                <a:latin typeface="Verdana"/>
                <a:cs typeface="Verdana"/>
              </a:rPr>
              <a:t>i</a:t>
            </a:r>
            <a:r>
              <a:rPr sz="1100" b="1" dirty="0">
                <a:latin typeface="Verdana"/>
                <a:cs typeface="Verdana"/>
              </a:rPr>
              <a:t>er</a:t>
            </a:r>
            <a:r>
              <a:rPr sz="1100" b="1" spc="10" dirty="0">
                <a:latin typeface="Verdana"/>
                <a:cs typeface="Verdana"/>
              </a:rPr>
              <a:t> 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r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sons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e</a:t>
            </a:r>
            <a:r>
              <a:rPr sz="1100" spc="-15" dirty="0">
                <a:latin typeface="Verdana"/>
                <a:cs typeface="Verdana"/>
              </a:rPr>
              <a:t> l</a:t>
            </a:r>
            <a:r>
              <a:rPr sz="1100" dirty="0">
                <a:latin typeface="Verdana"/>
                <a:cs typeface="Verdana"/>
              </a:rPr>
              <a:t>a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ff</a:t>
            </a:r>
            <a:r>
              <a:rPr sz="1100" dirty="0">
                <a:latin typeface="Verdana"/>
                <a:cs typeface="Verdana"/>
              </a:rPr>
              <a:t>érence</a:t>
            </a:r>
            <a:endParaRPr sz="1100">
              <a:latin typeface="Verdana"/>
              <a:cs typeface="Verdana"/>
            </a:endParaRPr>
          </a:p>
          <a:p>
            <a:pPr marL="378460" marR="5080" indent="-182880">
              <a:lnSpc>
                <a:spcPct val="100000"/>
              </a:lnSpc>
              <a:spcBef>
                <a:spcPts val="600"/>
              </a:spcBef>
              <a:buFont typeface="MS Gothic"/>
              <a:buChar char="✓"/>
              <a:tabLst>
                <a:tab pos="378460" algn="l"/>
              </a:tabLst>
            </a:pPr>
            <a:r>
              <a:rPr sz="1100" b="1" dirty="0">
                <a:latin typeface="Verdana"/>
                <a:cs typeface="Verdana"/>
              </a:rPr>
              <a:t>T</a:t>
            </a:r>
            <a:r>
              <a:rPr sz="1100" b="1" spc="5" dirty="0">
                <a:latin typeface="Verdana"/>
                <a:cs typeface="Verdana"/>
              </a:rPr>
              <a:t>r</a:t>
            </a:r>
            <a:r>
              <a:rPr sz="1100" b="1" spc="-10" dirty="0">
                <a:latin typeface="Verdana"/>
                <a:cs typeface="Verdana"/>
              </a:rPr>
              <a:t>a</a:t>
            </a:r>
            <a:r>
              <a:rPr sz="1100" b="1" dirty="0">
                <a:latin typeface="Verdana"/>
                <a:cs typeface="Verdana"/>
              </a:rPr>
              <a:t>va</a:t>
            </a:r>
            <a:r>
              <a:rPr sz="1100" b="1" spc="-10" dirty="0">
                <a:latin typeface="Verdana"/>
                <a:cs typeface="Verdana"/>
              </a:rPr>
              <a:t>ill</a:t>
            </a:r>
            <a:r>
              <a:rPr sz="1100" b="1" dirty="0">
                <a:latin typeface="Verdana"/>
                <a:cs typeface="Verdana"/>
              </a:rPr>
              <a:t>er</a:t>
            </a:r>
            <a:r>
              <a:rPr sz="1100" b="1" spc="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dirty="0">
                <a:latin typeface="Verdana"/>
                <a:cs typeface="Verdana"/>
              </a:rPr>
              <a:t>ec 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n</a:t>
            </a:r>
            <a:r>
              <a:rPr sz="1100" spc="-1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us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et</a:t>
            </a:r>
            <a:r>
              <a:rPr sz="1100" spc="-5" dirty="0">
                <a:latin typeface="Verdana"/>
                <a:cs typeface="Verdana"/>
              </a:rPr>
              <a:t> a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dirty="0">
                <a:latin typeface="Verdana"/>
                <a:cs typeface="Verdana"/>
              </a:rPr>
              <a:t>ec</a:t>
            </a:r>
            <a:r>
              <a:rPr sz="1100" spc="-15" dirty="0">
                <a:latin typeface="Verdana"/>
                <a:cs typeface="Verdana"/>
              </a:rPr>
              <a:t> l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5" dirty="0">
                <a:latin typeface="Verdana"/>
                <a:cs typeface="Verdana"/>
              </a:rPr>
              <a:t>gr</a:t>
            </a:r>
            <a:r>
              <a:rPr sz="1100" dirty="0">
                <a:latin typeface="Verdana"/>
                <a:cs typeface="Verdana"/>
              </a:rPr>
              <a:t>ou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10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our co</a:t>
            </a:r>
            <a:r>
              <a:rPr sz="1100" spc="-5" dirty="0">
                <a:latin typeface="Verdana"/>
                <a:cs typeface="Verdana"/>
              </a:rPr>
              <a:t>mb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er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ff</a:t>
            </a:r>
            <a:r>
              <a:rPr sz="1100" dirty="0">
                <a:latin typeface="Verdana"/>
                <a:cs typeface="Verdana"/>
              </a:rPr>
              <a:t>érences</a:t>
            </a:r>
            <a:endParaRPr sz="1100">
              <a:latin typeface="Verdana"/>
              <a:cs typeface="Verdana"/>
            </a:endParaRPr>
          </a:p>
          <a:p>
            <a:pPr marL="378460" marR="126364" indent="-182880">
              <a:lnSpc>
                <a:spcPct val="100000"/>
              </a:lnSpc>
              <a:spcBef>
                <a:spcPts val="600"/>
              </a:spcBef>
              <a:buFont typeface="MS Gothic"/>
              <a:buChar char="✓"/>
              <a:tabLst>
                <a:tab pos="378460" algn="l"/>
              </a:tabLst>
            </a:pPr>
            <a:r>
              <a:rPr sz="1100" b="1" spc="-5" dirty="0">
                <a:latin typeface="Verdana"/>
                <a:cs typeface="Verdana"/>
              </a:rPr>
              <a:t>E</a:t>
            </a:r>
            <a:r>
              <a:rPr sz="1100" b="1" spc="5" dirty="0">
                <a:latin typeface="Verdana"/>
                <a:cs typeface="Verdana"/>
              </a:rPr>
              <a:t>n</a:t>
            </a:r>
            <a:r>
              <a:rPr sz="1100" b="1" spc="-5" dirty="0">
                <a:latin typeface="Verdana"/>
                <a:cs typeface="Verdana"/>
              </a:rPr>
              <a:t>co</a:t>
            </a:r>
            <a:r>
              <a:rPr sz="1100" b="1" dirty="0">
                <a:latin typeface="Verdana"/>
                <a:cs typeface="Verdana"/>
              </a:rPr>
              <a:t>ura</a:t>
            </a:r>
            <a:r>
              <a:rPr sz="1100" b="1" spc="-10" dirty="0">
                <a:latin typeface="Verdana"/>
                <a:cs typeface="Verdana"/>
              </a:rPr>
              <a:t>g</a:t>
            </a:r>
            <a:r>
              <a:rPr sz="1100" b="1" dirty="0">
                <a:latin typeface="Verdana"/>
                <a:cs typeface="Verdana"/>
              </a:rPr>
              <a:t>er 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scuss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ons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ou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dirty="0">
                <a:latin typeface="Verdana"/>
                <a:cs typeface="Verdana"/>
              </a:rPr>
              <a:t>er</a:t>
            </a:r>
            <a:r>
              <a:rPr sz="1100" spc="-5" dirty="0">
                <a:latin typeface="Verdana"/>
                <a:cs typeface="Verdana"/>
              </a:rPr>
              <a:t>t</a:t>
            </a:r>
            <a:r>
              <a:rPr sz="1100" dirty="0">
                <a:latin typeface="Verdana"/>
                <a:cs typeface="Verdana"/>
              </a:rPr>
              <a:t>es en</a:t>
            </a:r>
            <a:r>
              <a:rPr sz="1100" spc="-5" dirty="0">
                <a:latin typeface="Verdana"/>
                <a:cs typeface="Verdana"/>
              </a:rPr>
              <a:t>tr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n</a:t>
            </a:r>
            <a:r>
              <a:rPr sz="1100" spc="-1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us/g</a:t>
            </a:r>
            <a:r>
              <a:rPr sz="1100" spc="-10" dirty="0">
                <a:latin typeface="Verdana"/>
                <a:cs typeface="Verdana"/>
              </a:rPr>
              <a:t>r</a:t>
            </a:r>
            <a:r>
              <a:rPr sz="1100" dirty="0">
                <a:latin typeface="Verdana"/>
                <a:cs typeface="Verdana"/>
              </a:rPr>
              <a:t>ou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es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112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967380"/>
            <a:ext cx="680021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dirty="0">
                <a:latin typeface="Verdana"/>
                <a:cs typeface="Verdana"/>
              </a:rPr>
              <a:t>N’oubl</a:t>
            </a:r>
            <a:r>
              <a:rPr sz="2000" spc="-10" dirty="0">
                <a:latin typeface="Verdana"/>
                <a:cs typeface="Verdana"/>
              </a:rPr>
              <a:t>ie</a:t>
            </a:r>
            <a:r>
              <a:rPr sz="2000" dirty="0">
                <a:latin typeface="Verdana"/>
                <a:cs typeface="Verdana"/>
              </a:rPr>
              <a:t>z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finir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ctifs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pour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l’Equipe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644" y="1903827"/>
            <a:ext cx="6017895" cy="311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o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-5" dirty="0">
                <a:latin typeface="Verdana"/>
                <a:cs typeface="Verdana"/>
              </a:rPr>
              <a:t>ject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 </a:t>
            </a:r>
            <a:r>
              <a:rPr sz="1800" spc="-15" dirty="0">
                <a:latin typeface="Verdana"/>
                <a:cs typeface="Verdana"/>
              </a:rPr>
              <a:t>ê</a:t>
            </a:r>
            <a:r>
              <a:rPr sz="1800" spc="-2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  <a:p>
            <a:pPr marL="697865" lvl="1" indent="-228600">
              <a:lnSpc>
                <a:spcPct val="100000"/>
              </a:lnSpc>
              <a:spcBef>
                <a:spcPts val="1205"/>
              </a:spcBef>
              <a:buClr>
                <a:srgbClr val="EE3D42"/>
              </a:buClr>
              <a:buFont typeface="MS Gothic"/>
              <a:buChar char="✓"/>
              <a:tabLst>
                <a:tab pos="698500" algn="l"/>
              </a:tabLst>
            </a:pPr>
            <a:r>
              <a:rPr sz="1400" dirty="0">
                <a:latin typeface="Verdana"/>
                <a:cs typeface="Verdana"/>
              </a:rPr>
              <a:t>Amb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eux</a:t>
            </a:r>
            <a:endParaRPr sz="1400">
              <a:latin typeface="Verdana"/>
              <a:cs typeface="Verdana"/>
            </a:endParaRPr>
          </a:p>
          <a:p>
            <a:pPr marL="697865" lvl="1" indent="-228600">
              <a:lnSpc>
                <a:spcPct val="100000"/>
              </a:lnSpc>
              <a:spcBef>
                <a:spcPts val="1200"/>
              </a:spcBef>
              <a:buClr>
                <a:srgbClr val="EE3D42"/>
              </a:buClr>
              <a:buFont typeface="MS Gothic"/>
              <a:buChar char="✓"/>
              <a:tabLst>
                <a:tab pos="698500" algn="l"/>
              </a:tabLst>
            </a:pP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éa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ste</a:t>
            </a:r>
            <a:endParaRPr sz="1400">
              <a:latin typeface="Verdana"/>
              <a:cs typeface="Verdana"/>
            </a:endParaRPr>
          </a:p>
          <a:p>
            <a:pPr marL="697865" lvl="1" indent="-228600">
              <a:lnSpc>
                <a:spcPct val="100000"/>
              </a:lnSpc>
              <a:spcBef>
                <a:spcPts val="1200"/>
              </a:spcBef>
              <a:buClr>
                <a:srgbClr val="EE3D42"/>
              </a:buClr>
              <a:buFont typeface="MS Gothic"/>
              <a:buChar char="✓"/>
              <a:tabLst>
                <a:tab pos="698500" algn="l"/>
              </a:tabLst>
            </a:pPr>
            <a:r>
              <a:rPr sz="1400" spc="-35" dirty="0">
                <a:latin typeface="Verdana"/>
                <a:cs typeface="Verdana"/>
              </a:rPr>
              <a:t>P</a:t>
            </a:r>
            <a:r>
              <a:rPr sz="1400" dirty="0">
                <a:latin typeface="Verdana"/>
                <a:cs typeface="Verdana"/>
              </a:rPr>
              <a:t>ar</a:t>
            </a:r>
            <a:r>
              <a:rPr sz="1400" spc="-5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agé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tous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3"/>
              </a:spcBef>
              <a:buClr>
                <a:srgbClr val="EE3D42"/>
              </a:buClr>
              <a:buFont typeface="MS Gothic"/>
              <a:buChar char="✓"/>
            </a:pPr>
            <a:endParaRPr sz="11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ê</a:t>
            </a:r>
            <a:r>
              <a:rPr sz="1800" spc="-2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re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concentré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processus</a:t>
            </a:r>
            <a:r>
              <a:rPr sz="1800" dirty="0">
                <a:latin typeface="Verdana"/>
                <a:cs typeface="Verdana"/>
              </a:rPr>
              <a:t> /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ème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➢"/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</a:t>
            </a:r>
            <a:r>
              <a:rPr sz="1800" spc="-25" dirty="0">
                <a:latin typeface="Verdana"/>
                <a:cs typeface="Verdana"/>
              </a:rPr>
              <a:t>av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mé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40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at</a:t>
            </a:r>
            <a:r>
              <a:rPr sz="1800" dirty="0">
                <a:latin typeface="Verdana"/>
                <a:cs typeface="Verdana"/>
              </a:rPr>
              <a:t>ion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nue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79590" y="1530438"/>
            <a:ext cx="2084755" cy="22865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113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854103"/>
            <a:ext cx="6811009" cy="536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succès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pour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 marL="1865630" lvl="1" indent="-286385">
              <a:lnSpc>
                <a:spcPct val="100000"/>
              </a:lnSpc>
              <a:spcBef>
                <a:spcPts val="1850"/>
              </a:spcBef>
              <a:buClr>
                <a:srgbClr val="EE3D42"/>
              </a:buClr>
              <a:buSzPct val="125000"/>
              <a:buFont typeface="MS Gothic"/>
              <a:buChar char="▪"/>
              <a:tabLst>
                <a:tab pos="1866264" algn="l"/>
              </a:tabLst>
            </a:pPr>
            <a:r>
              <a:rPr sz="2000" dirty="0">
                <a:latin typeface="Verdana"/>
                <a:cs typeface="Verdana"/>
              </a:rPr>
              <a:t>Le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prob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è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90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55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ar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ant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pour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dirty="0">
                <a:latin typeface="Verdana"/>
                <a:cs typeface="Verdana"/>
              </a:rPr>
              <a:t>su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tats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act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v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té</a:t>
            </a:r>
            <a:endParaRPr sz="18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84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dirty="0">
                <a:latin typeface="Verdana"/>
                <a:cs typeface="Verdana"/>
              </a:rPr>
              <a:t>Do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ê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re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ll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85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5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é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sa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Clr>
                <a:srgbClr val="EE3D42"/>
              </a:buClr>
              <a:buFont typeface="MS Gothic"/>
              <a:buChar char="✓"/>
            </a:pPr>
            <a:endParaRPr sz="2100">
              <a:latin typeface="Times New Roman"/>
              <a:cs typeface="Times New Roman"/>
            </a:endParaRPr>
          </a:p>
          <a:p>
            <a:pPr marL="1865630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1866264" algn="l"/>
              </a:tabLst>
            </a:pP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bonnes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rs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nn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90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20" dirty="0">
                <a:latin typeface="Verdana"/>
                <a:cs typeface="Verdana"/>
              </a:rPr>
              <a:t>Conna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ss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nce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ssus</a:t>
            </a:r>
            <a:endParaRPr sz="1800">
              <a:latin typeface="Verdana"/>
              <a:cs typeface="Verdana"/>
            </a:endParaRPr>
          </a:p>
          <a:p>
            <a:pPr marL="2265045" marR="5080" lvl="2" indent="-228600">
              <a:lnSpc>
                <a:spcPct val="117800"/>
              </a:lnSpc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15" dirty="0">
                <a:latin typeface="Verdana"/>
                <a:cs typeface="Verdana"/>
              </a:rPr>
              <a:t>Im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ué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ans</a:t>
            </a:r>
            <a:r>
              <a:rPr sz="1800" spc="10" dirty="0">
                <a:latin typeface="Verdana"/>
                <a:cs typeface="Verdana"/>
              </a:rPr>
              <a:t> 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on,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fourn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ss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nt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sout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cons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il</a:t>
            </a:r>
            <a:r>
              <a:rPr sz="1800" spc="-1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Clr>
                <a:srgbClr val="EE3D42"/>
              </a:buClr>
              <a:buFont typeface="MS Gothic"/>
              <a:buChar char="✓"/>
            </a:pPr>
            <a:endParaRPr sz="2100">
              <a:latin typeface="Times New Roman"/>
              <a:cs typeface="Times New Roman"/>
            </a:endParaRPr>
          </a:p>
          <a:p>
            <a:pPr marL="1865630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1866264" algn="l"/>
              </a:tabLst>
            </a:pPr>
            <a:r>
              <a:rPr sz="2000" dirty="0">
                <a:latin typeface="Verdana"/>
                <a:cs typeface="Verdana"/>
              </a:rPr>
              <a:t>Le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processus</a:t>
            </a:r>
            <a:endParaRPr sz="20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95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-15" dirty="0">
                <a:latin typeface="Verdana"/>
                <a:cs typeface="Verdana"/>
              </a:rPr>
              <a:t>ase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fa</a:t>
            </a:r>
            <a:r>
              <a:rPr sz="1800" dirty="0">
                <a:latin typeface="Verdana"/>
                <a:cs typeface="Verdana"/>
              </a:rPr>
              <a:t>its</a:t>
            </a:r>
            <a:endParaRPr sz="18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Clr>
                <a:srgbClr val="EE3D42"/>
              </a:buClr>
              <a:buFont typeface="MS Gothic"/>
              <a:buChar char="✓"/>
            </a:pPr>
            <a:endParaRPr sz="2100">
              <a:latin typeface="Times New Roman"/>
              <a:cs typeface="Times New Roman"/>
            </a:endParaRPr>
          </a:p>
          <a:p>
            <a:pPr marL="1865630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1866264" algn="l"/>
              </a:tabLst>
            </a:pPr>
            <a:r>
              <a:rPr sz="2000" dirty="0">
                <a:latin typeface="Verdana"/>
                <a:cs typeface="Verdana"/>
              </a:rPr>
              <a:t>La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bonne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rfo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nce</a:t>
            </a:r>
            <a:endParaRPr sz="20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90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15" dirty="0">
                <a:latin typeface="Verdana"/>
                <a:cs typeface="Verdana"/>
              </a:rPr>
              <a:t>Des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résu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tats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mar</a:t>
            </a:r>
            <a:r>
              <a:rPr sz="1800" spc="-25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ua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9616" y="5550408"/>
            <a:ext cx="486156" cy="6141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9616" y="4550664"/>
            <a:ext cx="541020" cy="614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30125" y="1483078"/>
            <a:ext cx="707356" cy="5207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75232" y="3364991"/>
            <a:ext cx="504444" cy="5044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2311" y="3221735"/>
            <a:ext cx="502919" cy="504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90472" y="3048000"/>
            <a:ext cx="448055" cy="2590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114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298603"/>
            <a:ext cx="8264525" cy="1084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84954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Lanc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 Lean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05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10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ous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v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z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ide</a:t>
            </a:r>
            <a:r>
              <a:rPr sz="2000" dirty="0">
                <a:latin typeface="Verdana"/>
                <a:cs typeface="Verdana"/>
              </a:rPr>
              <a:t>ntifié</a:t>
            </a:r>
            <a:r>
              <a:rPr sz="2000" spc="-15" dirty="0">
                <a:latin typeface="Verdana"/>
                <a:cs typeface="Verdana"/>
              </a:rPr>
              <a:t> 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è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ré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qui</a:t>
            </a:r>
            <a:r>
              <a:rPr sz="2000" spc="-1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740" y="1700424"/>
            <a:ext cx="4599305" cy="383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655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quipe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spc="-660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spc="-660" dirty="0">
                <a:latin typeface="Verdana"/>
                <a:cs typeface="Verdana"/>
              </a:rPr>
              <a:t>Une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que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nci</a:t>
            </a:r>
            <a:r>
              <a:rPr sz="2000" spc="-1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3"/>
              </a:spcBef>
            </a:pPr>
            <a:endParaRPr sz="2400">
              <a:latin typeface="Times New Roman"/>
              <a:cs typeface="Times New Roman"/>
            </a:endParaRPr>
          </a:p>
          <a:p>
            <a:pPr marL="400685" indent="-38798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✓"/>
              <a:tabLst>
                <a:tab pos="401320" algn="l"/>
              </a:tabLst>
            </a:pPr>
            <a:r>
              <a:rPr sz="2000" dirty="0">
                <a:latin typeface="Verdana"/>
                <a:cs typeface="Verdana"/>
              </a:rPr>
              <a:t>Une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5" dirty="0">
                <a:latin typeface="Verdana"/>
                <a:cs typeface="Verdana"/>
              </a:rPr>
              <a:t>it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su</a:t>
            </a:r>
            <a:r>
              <a:rPr sz="2000" spc="-4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ant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 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sz="3000" spc="-660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spc="-66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fic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00685" indent="-38798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✓"/>
              <a:tabLst>
                <a:tab pos="401320" algn="l"/>
              </a:tabLst>
            </a:pPr>
            <a:r>
              <a:rPr sz="2000" spc="-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faut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 co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EE3D42"/>
              </a:buClr>
              <a:buFont typeface="MS Gothic"/>
              <a:buChar char="✓"/>
            </a:pPr>
            <a:endParaRPr sz="2600">
              <a:latin typeface="Times New Roman"/>
              <a:cs typeface="Times New Roman"/>
            </a:endParaRPr>
          </a:p>
          <a:p>
            <a:pPr marL="400685" indent="-38798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✓"/>
              <a:tabLst>
                <a:tab pos="401320" algn="l"/>
              </a:tabLst>
            </a:pP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in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nti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gnif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tifs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540" y="5701864"/>
            <a:ext cx="649668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10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ous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pou</a:t>
            </a:r>
            <a:r>
              <a:rPr sz="2000" spc="-15" dirty="0">
                <a:latin typeface="Verdana"/>
                <a:cs typeface="Verdana"/>
              </a:rPr>
              <a:t>v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z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ncer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otre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</a:t>
            </a:r>
            <a:r>
              <a:rPr sz="2000" spc="-10" dirty="0">
                <a:latin typeface="Verdana"/>
                <a:cs typeface="Verdana"/>
              </a:rPr>
              <a:t>j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80759" y="2272283"/>
            <a:ext cx="393191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35979" y="2907792"/>
            <a:ext cx="643127" cy="6431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3808" y="3724655"/>
            <a:ext cx="504443" cy="5196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80759" y="4386071"/>
            <a:ext cx="579120" cy="4648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08547" y="4846320"/>
            <a:ext cx="720851" cy="720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67400" y="1700783"/>
            <a:ext cx="708659" cy="4099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63690" y="1750314"/>
            <a:ext cx="429895" cy="3794760"/>
          </a:xfrm>
          <a:custGeom>
            <a:avLst/>
            <a:gdLst/>
            <a:ahLst/>
            <a:cxnLst/>
            <a:rect l="l" t="t" r="r" b="b"/>
            <a:pathLst>
              <a:path w="429895" h="3794760">
                <a:moveTo>
                  <a:pt x="0" y="0"/>
                </a:moveTo>
                <a:lnTo>
                  <a:pt x="51619" y="7749"/>
                </a:lnTo>
                <a:lnTo>
                  <a:pt x="98725" y="29760"/>
                </a:lnTo>
                <a:lnTo>
                  <a:pt x="139820" y="64179"/>
                </a:lnTo>
                <a:lnTo>
                  <a:pt x="173406" y="109151"/>
                </a:lnTo>
                <a:lnTo>
                  <a:pt x="190887" y="144081"/>
                </a:lnTo>
                <a:lnTo>
                  <a:pt x="203923" y="182327"/>
                </a:lnTo>
                <a:lnTo>
                  <a:pt x="212069" y="223341"/>
                </a:lnTo>
                <a:lnTo>
                  <a:pt x="214884" y="266573"/>
                </a:lnTo>
                <a:lnTo>
                  <a:pt x="214884" y="1630807"/>
                </a:lnTo>
                <a:lnTo>
                  <a:pt x="215596" y="1652665"/>
                </a:lnTo>
                <a:lnTo>
                  <a:pt x="221132" y="1694857"/>
                </a:lnTo>
                <a:lnTo>
                  <a:pt x="231778" y="1734556"/>
                </a:lnTo>
                <a:lnTo>
                  <a:pt x="247092" y="1771212"/>
                </a:lnTo>
                <a:lnTo>
                  <a:pt x="266630" y="1804277"/>
                </a:lnTo>
                <a:lnTo>
                  <a:pt x="302885" y="1845937"/>
                </a:lnTo>
                <a:lnTo>
                  <a:pt x="346150" y="1876426"/>
                </a:lnTo>
                <a:lnTo>
                  <a:pt x="394927" y="1893890"/>
                </a:lnTo>
                <a:lnTo>
                  <a:pt x="429768" y="1897380"/>
                </a:lnTo>
                <a:lnTo>
                  <a:pt x="412152" y="1898263"/>
                </a:lnTo>
                <a:lnTo>
                  <a:pt x="361870" y="1910973"/>
                </a:lnTo>
                <a:lnTo>
                  <a:pt x="316602" y="1937326"/>
                </a:lnTo>
                <a:lnTo>
                  <a:pt x="277844" y="1975469"/>
                </a:lnTo>
                <a:lnTo>
                  <a:pt x="247092" y="2023547"/>
                </a:lnTo>
                <a:lnTo>
                  <a:pt x="231778" y="2060203"/>
                </a:lnTo>
                <a:lnTo>
                  <a:pt x="221132" y="2099902"/>
                </a:lnTo>
                <a:lnTo>
                  <a:pt x="215596" y="2142094"/>
                </a:lnTo>
                <a:lnTo>
                  <a:pt x="214884" y="2163953"/>
                </a:lnTo>
                <a:lnTo>
                  <a:pt x="214884" y="3528187"/>
                </a:lnTo>
                <a:lnTo>
                  <a:pt x="214171" y="3550045"/>
                </a:lnTo>
                <a:lnTo>
                  <a:pt x="208635" y="3592237"/>
                </a:lnTo>
                <a:lnTo>
                  <a:pt x="197989" y="3631936"/>
                </a:lnTo>
                <a:lnTo>
                  <a:pt x="182675" y="3668592"/>
                </a:lnTo>
                <a:lnTo>
                  <a:pt x="163137" y="3701657"/>
                </a:lnTo>
                <a:lnTo>
                  <a:pt x="126882" y="3743317"/>
                </a:lnTo>
                <a:lnTo>
                  <a:pt x="83617" y="3773806"/>
                </a:lnTo>
                <a:lnTo>
                  <a:pt x="34840" y="3791270"/>
                </a:lnTo>
                <a:lnTo>
                  <a:pt x="17615" y="3793876"/>
                </a:lnTo>
                <a:lnTo>
                  <a:pt x="0" y="3794760"/>
                </a:lnTo>
              </a:path>
            </a:pathLst>
          </a:custGeom>
          <a:ln w="28956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29856" y="2980944"/>
            <a:ext cx="1698498" cy="14653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450073" y="3131012"/>
            <a:ext cx="1160145" cy="1062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2400" b="1" dirty="0">
                <a:latin typeface="Verdana"/>
                <a:cs typeface="Verdana"/>
              </a:rPr>
              <a:t>Cha</a:t>
            </a:r>
            <a:r>
              <a:rPr sz="2400" b="1" spc="-15" dirty="0">
                <a:latin typeface="Verdana"/>
                <a:cs typeface="Verdana"/>
              </a:rPr>
              <a:t>r</a:t>
            </a:r>
            <a:r>
              <a:rPr sz="2400" b="1" dirty="0">
                <a:latin typeface="Verdana"/>
                <a:cs typeface="Verdana"/>
              </a:rPr>
              <a:t>te de </a:t>
            </a:r>
            <a:r>
              <a:rPr sz="2400" b="1" spc="-15" dirty="0">
                <a:latin typeface="Verdana"/>
                <a:cs typeface="Verdana"/>
              </a:rPr>
              <a:t>Projet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0564">
              <a:lnSpc>
                <a:spcPct val="100000"/>
              </a:lnSpc>
            </a:pPr>
            <a:r>
              <a:rPr dirty="0"/>
              <a:t>Où</a:t>
            </a:r>
            <a:r>
              <a:rPr spc="-15" dirty="0"/>
              <a:t> </a:t>
            </a:r>
            <a:r>
              <a:rPr spc="-5" dirty="0"/>
              <a:t>e</a:t>
            </a:r>
            <a:r>
              <a:rPr dirty="0"/>
              <a:t>n</a:t>
            </a:r>
            <a:r>
              <a:rPr spc="10" dirty="0"/>
              <a:t> </a:t>
            </a:r>
            <a:r>
              <a:rPr spc="-20" dirty="0"/>
              <a:t>som</a:t>
            </a:r>
            <a:r>
              <a:rPr spc="-15" dirty="0"/>
              <a:t>m</a:t>
            </a:r>
            <a:r>
              <a:rPr spc="-5" dirty="0"/>
              <a:t>e</a:t>
            </a:r>
            <a:r>
              <a:rPr spc="10" dirty="0"/>
              <a:t>s</a:t>
            </a:r>
            <a:r>
              <a:rPr spc="-10" dirty="0"/>
              <a:t>-</a:t>
            </a:r>
            <a:r>
              <a:rPr spc="-5" dirty="0"/>
              <a:t>nou</a:t>
            </a:r>
            <a:r>
              <a:rPr dirty="0"/>
              <a:t>s</a:t>
            </a:r>
            <a:r>
              <a:rPr spc="-25" dirty="0"/>
              <a:t> </a:t>
            </a:r>
            <a:r>
              <a:rPr spc="-5" dirty="0"/>
              <a:t>dan</a:t>
            </a:r>
            <a:r>
              <a:rPr dirty="0"/>
              <a:t>s </a:t>
            </a:r>
            <a:r>
              <a:rPr spc="-10" dirty="0"/>
              <a:t>la </a:t>
            </a:r>
            <a:r>
              <a:rPr spc="-5" dirty="0"/>
              <a:t>m</a:t>
            </a:r>
            <a:r>
              <a:rPr spc="5" dirty="0"/>
              <a:t>é</a:t>
            </a:r>
            <a:r>
              <a:rPr spc="-15" dirty="0"/>
              <a:t>thodo</a:t>
            </a:r>
            <a:r>
              <a:rPr spc="-20" dirty="0"/>
              <a:t>l</a:t>
            </a:r>
            <a:r>
              <a:rPr spc="-15" dirty="0"/>
              <a:t>ogie</a:t>
            </a:r>
            <a:r>
              <a:rPr dirty="0"/>
              <a:t> DM</a:t>
            </a:r>
            <a:r>
              <a:rPr spc="-10" dirty="0"/>
              <a:t>A</a:t>
            </a:r>
            <a:r>
              <a:rPr spc="-15" dirty="0"/>
              <a:t>IC</a:t>
            </a:r>
            <a:r>
              <a:rPr dirty="0"/>
              <a:t> </a:t>
            </a:r>
            <a:r>
              <a:rPr spc="-15" dirty="0"/>
              <a:t>?</a:t>
            </a:r>
          </a:p>
        </p:txBody>
      </p:sp>
      <p:sp>
        <p:nvSpPr>
          <p:cNvPr id="5" name="object 5"/>
          <p:cNvSpPr/>
          <p:nvPr/>
        </p:nvSpPr>
        <p:spPr>
          <a:xfrm>
            <a:off x="1241297" y="1661922"/>
            <a:ext cx="1797050" cy="637540"/>
          </a:xfrm>
          <a:custGeom>
            <a:avLst/>
            <a:gdLst/>
            <a:ahLst/>
            <a:cxnLst/>
            <a:rect l="l" t="t" r="r" b="b"/>
            <a:pathLst>
              <a:path w="1797050" h="637539">
                <a:moveTo>
                  <a:pt x="0" y="0"/>
                </a:moveTo>
                <a:lnTo>
                  <a:pt x="1617472" y="0"/>
                </a:lnTo>
                <a:lnTo>
                  <a:pt x="1796795" y="318516"/>
                </a:lnTo>
                <a:lnTo>
                  <a:pt x="1617472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5716" y="1783150"/>
            <a:ext cx="896619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47394" y="2606801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51813" y="2729046"/>
            <a:ext cx="10668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SU</a:t>
            </a:r>
            <a:r>
              <a:rPr sz="1400" b="1" spc="10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as</a:t>
            </a:r>
            <a:r>
              <a:rPr sz="1400" b="1" i="1" spc="-10" dirty="0">
                <a:latin typeface="Verdana"/>
                <a:cs typeface="Verdana"/>
              </a:rPr>
              <a:t>u</a:t>
            </a:r>
            <a:r>
              <a:rPr sz="1400" b="1" i="1" dirty="0">
                <a:latin typeface="Verdana"/>
                <a:cs typeface="Verdana"/>
              </a:rPr>
              <a:t>re)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47394" y="3551682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1813" y="3674434"/>
            <a:ext cx="108839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ANALYSER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(A</a:t>
            </a:r>
            <a:r>
              <a:rPr sz="1400" b="1" i="1" spc="-5" dirty="0">
                <a:latin typeface="Verdana"/>
                <a:cs typeface="Verdana"/>
              </a:rPr>
              <a:t>nalyz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3489" y="4498085"/>
            <a:ext cx="1800225" cy="637540"/>
          </a:xfrm>
          <a:custGeom>
            <a:avLst/>
            <a:gdLst/>
            <a:ahLst/>
            <a:cxnLst/>
            <a:rect l="l" t="t" r="r" b="b"/>
            <a:pathLst>
              <a:path w="1800225" h="637539">
                <a:moveTo>
                  <a:pt x="0" y="0"/>
                </a:moveTo>
                <a:lnTo>
                  <a:pt x="1620393" y="0"/>
                </a:lnTo>
                <a:lnTo>
                  <a:pt x="1799844" y="318516"/>
                </a:lnTo>
                <a:lnTo>
                  <a:pt x="1620393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58289" y="4619949"/>
            <a:ext cx="12192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AM</a:t>
            </a:r>
            <a:r>
              <a:rPr sz="1400" b="1" dirty="0">
                <a:latin typeface="Verdana"/>
                <a:cs typeface="Verdana"/>
              </a:rPr>
              <a:t>ELIORER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(Im</a:t>
            </a:r>
            <a:r>
              <a:rPr sz="1400" b="1" i="1" spc="5" dirty="0">
                <a:latin typeface="Verdana"/>
                <a:cs typeface="Verdana"/>
              </a:rPr>
              <a:t>p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ve)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47394" y="5442965"/>
            <a:ext cx="1797050" cy="640080"/>
          </a:xfrm>
          <a:custGeom>
            <a:avLst/>
            <a:gdLst/>
            <a:ahLst/>
            <a:cxnLst/>
            <a:rect l="l" t="t" r="r" b="b"/>
            <a:pathLst>
              <a:path w="1797050" h="640079">
                <a:moveTo>
                  <a:pt x="0" y="0"/>
                </a:moveTo>
                <a:lnTo>
                  <a:pt x="1617091" y="0"/>
                </a:lnTo>
                <a:lnTo>
                  <a:pt x="1796795" y="320040"/>
                </a:lnTo>
                <a:lnTo>
                  <a:pt x="1617091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51813" y="5566378"/>
            <a:ext cx="96393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rol)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" y="1513332"/>
            <a:ext cx="1082802" cy="11193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815" y="2455164"/>
            <a:ext cx="1143762" cy="1119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6011" y="3384803"/>
            <a:ext cx="1056894" cy="11193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3923" y="4326635"/>
            <a:ext cx="939546" cy="11193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9728" y="5298947"/>
            <a:ext cx="1029462" cy="11193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3059" y="1746550"/>
            <a:ext cx="506730" cy="432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480" algn="just">
              <a:lnSpc>
                <a:spcPct val="155300"/>
              </a:lnSpc>
            </a:pPr>
            <a:r>
              <a:rPr sz="4000" b="1" spc="-25" dirty="0">
                <a:latin typeface="Verdana"/>
                <a:cs typeface="Verdana"/>
              </a:rPr>
              <a:t>D M A I 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50683" y="1185286"/>
            <a:ext cx="12687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25" dirty="0">
                <a:latin typeface="Verdana"/>
                <a:cs typeface="Verdana"/>
              </a:rPr>
              <a:t>Y</a:t>
            </a:r>
            <a:r>
              <a:rPr sz="1800" dirty="0">
                <a:latin typeface="Verdana"/>
                <a:cs typeface="Verdana"/>
              </a:rPr>
              <a:t>el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ow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Bel</a:t>
            </a:r>
            <a:r>
              <a:rPr sz="1800" dirty="0">
                <a:latin typeface="Verdana"/>
                <a:cs typeface="Verdana"/>
              </a:rPr>
              <a:t>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1261999" y="0"/>
                </a:moveTo>
                <a:lnTo>
                  <a:pt x="0" y="0"/>
                </a:lnTo>
                <a:lnTo>
                  <a:pt x="0" y="638556"/>
                </a:lnTo>
                <a:lnTo>
                  <a:pt x="1261999" y="638556"/>
                </a:lnTo>
                <a:lnTo>
                  <a:pt x="1441704" y="319278"/>
                </a:lnTo>
                <a:lnTo>
                  <a:pt x="1261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0" y="0"/>
                </a:moveTo>
                <a:lnTo>
                  <a:pt x="1261999" y="0"/>
                </a:lnTo>
                <a:lnTo>
                  <a:pt x="1441704" y="319278"/>
                </a:lnTo>
                <a:lnTo>
                  <a:pt x="1261999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212330" y="1778324"/>
            <a:ext cx="896619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1272413" y="0"/>
                </a:moveTo>
                <a:lnTo>
                  <a:pt x="0" y="0"/>
                </a:lnTo>
                <a:lnTo>
                  <a:pt x="0" y="623316"/>
                </a:lnTo>
                <a:lnTo>
                  <a:pt x="1272413" y="623316"/>
                </a:lnTo>
                <a:lnTo>
                  <a:pt x="1447800" y="311658"/>
                </a:lnTo>
                <a:lnTo>
                  <a:pt x="1272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0" y="0"/>
                </a:moveTo>
                <a:lnTo>
                  <a:pt x="1272413" y="0"/>
                </a:lnTo>
                <a:lnTo>
                  <a:pt x="1447800" y="311658"/>
                </a:lnTo>
                <a:lnTo>
                  <a:pt x="1272413" y="623316"/>
                </a:lnTo>
                <a:lnTo>
                  <a:pt x="0" y="62331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15631" y="2687646"/>
            <a:ext cx="1064895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ME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URER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(Mea</a:t>
            </a:r>
            <a:r>
              <a:rPr sz="1400" b="1" i="1" spc="-10" dirty="0">
                <a:latin typeface="Verdana"/>
                <a:cs typeface="Verdana"/>
              </a:rPr>
              <a:t>s</a:t>
            </a:r>
            <a:r>
              <a:rPr sz="1400" b="1" i="1" spc="-5" dirty="0">
                <a:latin typeface="Verdana"/>
                <a:cs typeface="Verdana"/>
              </a:rPr>
              <a:t>u</a:t>
            </a:r>
            <a:r>
              <a:rPr sz="1400" b="1" i="1" spc="-10" dirty="0">
                <a:latin typeface="Verdana"/>
                <a:cs typeface="Verdana"/>
              </a:rPr>
              <a:t>r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1040257" y="0"/>
                </a:moveTo>
                <a:lnTo>
                  <a:pt x="0" y="0"/>
                </a:lnTo>
                <a:lnTo>
                  <a:pt x="0" y="2532888"/>
                </a:lnTo>
                <a:lnTo>
                  <a:pt x="1040257" y="2532888"/>
                </a:lnTo>
                <a:lnTo>
                  <a:pt x="1447800" y="1266444"/>
                </a:lnTo>
                <a:lnTo>
                  <a:pt x="10402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0" y="0"/>
                </a:moveTo>
                <a:lnTo>
                  <a:pt x="1040257" y="0"/>
                </a:lnTo>
                <a:lnTo>
                  <a:pt x="1447800" y="1266444"/>
                </a:lnTo>
                <a:lnTo>
                  <a:pt x="1040257" y="2532888"/>
                </a:lnTo>
                <a:lnTo>
                  <a:pt x="0" y="2532888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205218" y="4621473"/>
            <a:ext cx="963294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61538" y="3772066"/>
            <a:ext cx="26676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rec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erche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ca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</a:t>
            </a:r>
            <a:r>
              <a:rPr sz="1200" spc="-15" dirty="0">
                <a:latin typeface="Verdana"/>
                <a:cs typeface="Verdana"/>
              </a:rPr>
              <a:t>in</a:t>
            </a:r>
            <a:r>
              <a:rPr sz="1200" spc="-1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55442" y="4639857"/>
            <a:ext cx="292036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Ré</a:t>
            </a:r>
            <a:r>
              <a:rPr sz="1200" spc="-5" dirty="0">
                <a:latin typeface="Verdana"/>
                <a:cs typeface="Verdana"/>
              </a:rPr>
              <a:t>du</a:t>
            </a:r>
            <a:r>
              <a:rPr sz="1200" spc="-10" dirty="0">
                <a:latin typeface="Verdana"/>
                <a:cs typeface="Verdana"/>
              </a:rPr>
              <a:t>ire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’i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act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aci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15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55442" y="5574095"/>
            <a:ext cx="305498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La </a:t>
            </a:r>
            <a:r>
              <a:rPr sz="1200" spc="-1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con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ô</a:t>
            </a: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pla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lo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209538" y="1619250"/>
            <a:ext cx="1099185" cy="708660"/>
          </a:xfrm>
          <a:custGeom>
            <a:avLst/>
            <a:gdLst/>
            <a:ahLst/>
            <a:cxnLst/>
            <a:rect l="l" t="t" r="r" b="b"/>
            <a:pathLst>
              <a:path w="1099184" h="708660">
                <a:moveTo>
                  <a:pt x="354329" y="0"/>
                </a:moveTo>
                <a:lnTo>
                  <a:pt x="0" y="354329"/>
                </a:lnTo>
                <a:lnTo>
                  <a:pt x="354329" y="708659"/>
                </a:lnTo>
                <a:lnTo>
                  <a:pt x="354329" y="531494"/>
                </a:lnTo>
                <a:lnTo>
                  <a:pt x="1098803" y="531494"/>
                </a:lnTo>
                <a:lnTo>
                  <a:pt x="1098803" y="177164"/>
                </a:lnTo>
                <a:lnTo>
                  <a:pt x="354329" y="177164"/>
                </a:lnTo>
                <a:lnTo>
                  <a:pt x="3543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09538" y="1619250"/>
            <a:ext cx="1099185" cy="708660"/>
          </a:xfrm>
          <a:custGeom>
            <a:avLst/>
            <a:gdLst/>
            <a:ahLst/>
            <a:cxnLst/>
            <a:rect l="l" t="t" r="r" b="b"/>
            <a:pathLst>
              <a:path w="1099184" h="708660">
                <a:moveTo>
                  <a:pt x="1098803" y="177164"/>
                </a:moveTo>
                <a:lnTo>
                  <a:pt x="354329" y="177164"/>
                </a:lnTo>
                <a:lnTo>
                  <a:pt x="354329" y="0"/>
                </a:lnTo>
                <a:lnTo>
                  <a:pt x="0" y="354329"/>
                </a:lnTo>
                <a:lnTo>
                  <a:pt x="354329" y="708659"/>
                </a:lnTo>
                <a:lnTo>
                  <a:pt x="354329" y="531494"/>
                </a:lnTo>
                <a:lnTo>
                  <a:pt x="1098803" y="531494"/>
                </a:lnTo>
                <a:lnTo>
                  <a:pt x="1098803" y="177164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609968" y="1832229"/>
            <a:ext cx="47498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69" marR="5080" indent="-40005">
              <a:lnSpc>
                <a:spcPct val="100000"/>
              </a:lnSpc>
            </a:pPr>
            <a:r>
              <a:rPr sz="1000" b="1" spc="-15" dirty="0">
                <a:latin typeface="Calibri"/>
                <a:cs typeface="Calibri"/>
              </a:rPr>
              <a:t>O</a:t>
            </a:r>
            <a:r>
              <a:rPr sz="1000" b="1" spc="-10" dirty="0">
                <a:latin typeface="Calibri"/>
                <a:cs typeface="Calibri"/>
              </a:rPr>
              <a:t>n</a:t>
            </a:r>
            <a:r>
              <a:rPr sz="1000" b="1" dirty="0">
                <a:latin typeface="Calibri"/>
                <a:cs typeface="Calibri"/>
              </a:rPr>
              <a:t> </a:t>
            </a:r>
            <a:r>
              <a:rPr sz="1000" b="1" spc="-5" dirty="0">
                <a:latin typeface="Calibri"/>
                <a:cs typeface="Calibri"/>
              </a:rPr>
              <a:t>a</a:t>
            </a:r>
            <a:r>
              <a:rPr sz="1000" b="1" spc="-10" dirty="0">
                <a:latin typeface="Calibri"/>
                <a:cs typeface="Calibri"/>
              </a:rPr>
              <a:t> fa</a:t>
            </a:r>
            <a:r>
              <a:rPr sz="1000" b="1" spc="-15" dirty="0">
                <a:latin typeface="Calibri"/>
                <a:cs typeface="Calibri"/>
              </a:rPr>
              <a:t>i</a:t>
            </a:r>
            <a:r>
              <a:rPr sz="1000" b="1" spc="-5" dirty="0">
                <a:latin typeface="Calibri"/>
                <a:cs typeface="Calibri"/>
              </a:rPr>
              <a:t>t tout</a:t>
            </a:r>
            <a:r>
              <a:rPr sz="1000" b="1" dirty="0">
                <a:latin typeface="Calibri"/>
                <a:cs typeface="Calibri"/>
              </a:rPr>
              <a:t> </a:t>
            </a:r>
            <a:r>
              <a:rPr sz="1000" b="1" spc="-5" dirty="0">
                <a:latin typeface="Calibri"/>
                <a:cs typeface="Calibri"/>
              </a:rPr>
              <a:t>ça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116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141726" y="1655826"/>
            <a:ext cx="3068320" cy="638810"/>
          </a:xfrm>
          <a:prstGeom prst="rect">
            <a:avLst/>
          </a:prstGeom>
          <a:ln w="25907">
            <a:solidFill>
              <a:srgbClr val="EE3D4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3040" indent="-172085">
              <a:lnSpc>
                <a:spcPct val="100000"/>
              </a:lnSpc>
              <a:buFont typeface="Arial"/>
              <a:buChar char="•"/>
              <a:tabLst>
                <a:tab pos="193675" algn="l"/>
              </a:tabLst>
            </a:pPr>
            <a:r>
              <a:rPr sz="1200" spc="-10" dirty="0">
                <a:latin typeface="Verdana"/>
                <a:cs typeface="Verdana"/>
              </a:rPr>
              <a:t>Présenta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93040" indent="-172085">
              <a:lnSpc>
                <a:spcPct val="100000"/>
              </a:lnSpc>
              <a:buFont typeface="Arial"/>
              <a:buChar char="•"/>
              <a:tabLst>
                <a:tab pos="193675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f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93040" indent="-172085">
              <a:lnSpc>
                <a:spcPct val="100000"/>
              </a:lnSpc>
              <a:buFont typeface="Arial"/>
              <a:buChar char="•"/>
              <a:tabLst>
                <a:tab pos="193675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63316" y="2571535"/>
            <a:ext cx="3518535" cy="729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Déco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vrir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Les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isti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ase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ly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è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(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Calc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bi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é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091308" y="1503203"/>
            <a:ext cx="4813935" cy="1732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spc="-5" dirty="0">
                <a:latin typeface="Verdana"/>
                <a:cs typeface="Verdana"/>
              </a:rPr>
              <a:t>Fi</a:t>
            </a:r>
            <a:r>
              <a:rPr sz="4800" b="1" dirty="0">
                <a:latin typeface="Verdana"/>
                <a:cs typeface="Verdana"/>
              </a:rPr>
              <a:t>n </a:t>
            </a:r>
            <a:r>
              <a:rPr sz="4800" b="1" spc="-5" dirty="0">
                <a:latin typeface="Verdana"/>
                <a:cs typeface="Verdana"/>
              </a:rPr>
              <a:t>d</a:t>
            </a:r>
            <a:r>
              <a:rPr sz="4800" b="1" dirty="0">
                <a:latin typeface="Verdana"/>
                <a:cs typeface="Verdana"/>
              </a:rPr>
              <a:t>u</a:t>
            </a:r>
            <a:r>
              <a:rPr sz="4800" b="1" spc="5" dirty="0">
                <a:latin typeface="Verdana"/>
                <a:cs typeface="Verdana"/>
              </a:rPr>
              <a:t> </a:t>
            </a:r>
            <a:r>
              <a:rPr sz="4800" b="1" spc="-35" dirty="0">
                <a:latin typeface="Verdana"/>
                <a:cs typeface="Verdana"/>
              </a:rPr>
              <a:t>Module</a:t>
            </a:r>
            <a:endParaRPr sz="4800">
              <a:latin typeface="Verdana"/>
              <a:cs typeface="Verdana"/>
            </a:endParaRPr>
          </a:p>
          <a:p>
            <a:pPr algn="ctr">
              <a:lnSpc>
                <a:spcPts val="5730"/>
              </a:lnSpc>
              <a:spcBef>
                <a:spcPts val="2880"/>
              </a:spcBef>
            </a:pPr>
            <a:r>
              <a:rPr sz="4800" b="1" dirty="0">
                <a:latin typeface="Verdana"/>
                <a:cs typeface="Verdana"/>
              </a:rPr>
              <a:t>‘DEFINIR’</a:t>
            </a:r>
            <a:endParaRPr sz="4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5654</Words>
  <Application>Microsoft Office PowerPoint</Application>
  <PresentationFormat>Affichage à l'écran (4:3)</PresentationFormat>
  <Paragraphs>1355</Paragraphs>
  <Slides>115</Slides>
  <Notes>115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115</vt:i4>
      </vt:variant>
    </vt:vector>
  </HeadingPairs>
  <TitlesOfParts>
    <vt:vector size="124" baseType="lpstr">
      <vt:lpstr>MS Gothic</vt:lpstr>
      <vt:lpstr>Arial</vt:lpstr>
      <vt:lpstr>Calibri</vt:lpstr>
      <vt:lpstr>French Script MT</vt:lpstr>
      <vt:lpstr>Segoe UI Symbol</vt:lpstr>
      <vt:lpstr>Symbol</vt:lpstr>
      <vt:lpstr>Times New Roman</vt:lpstr>
      <vt:lpstr>Verdana</vt:lpstr>
      <vt:lpstr>Office Theme</vt:lpstr>
      <vt:lpstr>Présentation PowerPoint</vt:lpstr>
      <vt:lpstr>Présentation PowerPoint</vt:lpstr>
      <vt:lpstr>Présentation du Lean Six Sigma</vt:lpstr>
      <vt:lpstr>Présentation du Lean Six Sigma</vt:lpstr>
      <vt:lpstr>Présentation du Lean Six Sigma</vt:lpstr>
      <vt:lpstr>Présentation du Lean Six Sigma</vt:lpstr>
      <vt:lpstr>Présentation du Lean Six Sigma</vt:lpstr>
      <vt:lpstr>Présentation PowerPoint</vt:lpstr>
      <vt:lpstr>Présentation du Lean Six Sigma</vt:lpstr>
      <vt:lpstr>Présentation du Lean Six Sigma</vt:lpstr>
      <vt:lpstr>Présentation PowerPoint</vt:lpstr>
      <vt:lpstr>Présentation du Lean Six Sigma</vt:lpstr>
      <vt:lpstr>Présentation PowerPoint</vt:lpstr>
      <vt:lpstr>Présentation du Lean Six Sigma</vt:lpstr>
      <vt:lpstr>Présentation du Lean Six Sigma</vt:lpstr>
      <vt:lpstr>Présentation PowerPoint</vt:lpstr>
      <vt:lpstr>Présentation du Lean Six Sigma</vt:lpstr>
      <vt:lpstr>Présentation du Lean Six Sigma</vt:lpstr>
      <vt:lpstr>Présentation du Lean Six Sigma</vt:lpstr>
      <vt:lpstr>Présentation PowerPoint</vt:lpstr>
      <vt:lpstr>Présentation du Lean Six Sigma</vt:lpstr>
      <vt:lpstr>Présentation du Lean Six Sigma</vt:lpstr>
      <vt:lpstr>Présentation du Lean Six Sigma</vt:lpstr>
      <vt:lpstr>Présentation du Lean Six Sigma</vt:lpstr>
      <vt:lpstr>Présentation du Lean Six Sigma</vt:lpstr>
      <vt:lpstr>Présentation PowerPoint</vt:lpstr>
      <vt:lpstr>Présentation du Lean Six Sigma</vt:lpstr>
      <vt:lpstr>Présentation du Lean Six Sigma</vt:lpstr>
      <vt:lpstr>Présentation PowerPoint</vt:lpstr>
      <vt:lpstr>Présentation du Lean Six Sigma</vt:lpstr>
      <vt:lpstr>Présentation du Lean Six Sigma</vt:lpstr>
      <vt:lpstr>Présentation du Lean Six Sigma</vt:lpstr>
      <vt:lpstr>Présentation PowerPoint</vt:lpstr>
      <vt:lpstr>Présentation du Lean Six Sigma</vt:lpstr>
      <vt:lpstr>Présentation PowerPoint</vt:lpstr>
      <vt:lpstr>Présentation PowerPoint</vt:lpstr>
      <vt:lpstr>Présentation du Lean Six Sigma</vt:lpstr>
      <vt:lpstr>Présentation PowerPoint</vt:lpstr>
      <vt:lpstr>Présentation PowerPoint</vt:lpstr>
      <vt:lpstr>Présentation du Lean Six Sigma</vt:lpstr>
      <vt:lpstr>Présentation du Lean Six Sigma</vt:lpstr>
      <vt:lpstr>Présentation du Lean Six Sigma</vt:lpstr>
      <vt:lpstr>Où en sommes-nous dans la méthodologie DMAIC ?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Présentation PowerPoint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Présentation PowerPoint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Présentation PowerPoint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Où en sommes-nous dans la méthodologie DMAIC ?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Présentation PowerPoint</vt:lpstr>
      <vt:lpstr>Où en sommes-nous dans la méthodologie DMAIC ?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/>
  <cp:lastModifiedBy>Stéphane JAUBERT</cp:lastModifiedBy>
  <cp:revision>1</cp:revision>
  <dcterms:created xsi:type="dcterms:W3CDTF">2020-09-22T12:26:40Z</dcterms:created>
  <dcterms:modified xsi:type="dcterms:W3CDTF">2025-12-22T09:21:16Z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2019-05-09T00:00:00Z</vt:filetime>
  </property>
  <property fmtid="{D5CDD505-2E9C-101B-9397-08002B2CF9AE}" pid="3" name="LastSaved">
    <vt:filetime>2020-09-22T00:00:00Z</vt:filetime>
  </property>
</Properties>
</file>