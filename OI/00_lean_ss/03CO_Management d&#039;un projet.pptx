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3" r:id="rId2"/>
    <p:sldId id="347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F0C871-A868-4408-9659-2BCB1AF78A3E}" v="63" dt="2026-07-08T11:50:13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6" autoAdjust="0"/>
    <p:restoredTop sz="94660"/>
  </p:normalViewPr>
  <p:slideViewPr>
    <p:cSldViewPr snapToGrid="0">
      <p:cViewPr>
        <p:scale>
          <a:sx n="88" d="100"/>
          <a:sy n="88" d="100"/>
        </p:scale>
        <p:origin x="81" y="40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BF6EFA6-6033-A0BC-5E40-B80668A381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68E8D0-7ED5-DF90-47CA-1F4DDCB9DA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9538A-47C0-4B4A-B9F9-AFBC332DB4E3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C19838-06BA-4D13-28CB-A54D2B209A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4C492B-5F99-4CC0-1039-D81A0195D9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40E1A-63EA-4022-8761-1A075E984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84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E8EAE-4AEA-474A-B757-618CF215EC4C}" type="datetimeFigureOut">
              <a:rPr lang="fr-FR" smtClean="0"/>
              <a:t>10/07/2026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451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BB3A9-7416-4ED7-8561-08D9AF09C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3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609CC8-FE02-70F4-B5A0-EDFE207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7765" y="6233802"/>
            <a:ext cx="1659118" cy="365125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algn="r"/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1108758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09B14-ACC0-3F81-5A94-4FE47F58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799FAF-B3E4-E9C1-45C6-DE0F8BBA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1BA8CC-7219-082D-E328-157649C5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1A0544-7038-3081-CEC8-A3CB5DC6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315CC33C-0CE2-E2B6-5B51-47D234EE660C}"/>
              </a:ext>
            </a:extLst>
          </p:cNvPr>
          <p:cNvSpPr txBox="1">
            <a:spLocks/>
          </p:cNvSpPr>
          <p:nvPr userDrawn="1"/>
        </p:nvSpPr>
        <p:spPr>
          <a:xfrm>
            <a:off x="10397765" y="6546624"/>
            <a:ext cx="165911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F3D2153-4921-46C8-8401-A4C490ACF323}" type="slidenum">
              <a:rPr lang="fr-FR" sz="1200" smtClean="0"/>
              <a:pPr algn="r"/>
              <a:t>‹N°›</a:t>
            </a:fld>
            <a:r>
              <a:rPr lang="fr-FR" sz="1200" dirty="0"/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260937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69FC9E-C5F0-4F8B-2CBD-65C25E42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D10C14-CC9C-B227-8578-9CA9407C6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A658A0-505B-B87C-CAC3-E668A935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4AFDCC-BFF1-ED57-5FB8-171216AA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C8971F8-BF84-C60E-EF50-FD80949D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5733" y="6510533"/>
            <a:ext cx="1659118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68967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E2222D-C0F5-41FB-8D33-592CBC62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D7B5DC-AB6B-BBE3-3E06-F291FC2C3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D78419-0A52-AB46-49C6-EDEE697E0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4DCB00-B81E-A490-19CB-BB365CBC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9E0BAA-2FB4-5720-674D-063DA878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C01976FF-6910-8B6F-1D66-8C318469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4357" y="6390214"/>
            <a:ext cx="1252525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88012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FD890-10F2-332A-CC0B-112BFBFC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64A36C-C35C-C52B-BE5B-53DB057CF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CA0143-74A7-BCD4-D86F-851C20E1A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6147CB-1F32-2BB1-F050-515C11D9E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A2905BF-9B41-44AB-B35B-27313699E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F167813-3ADB-B0DA-E9E5-158BB3EC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D03699-BF7E-86B8-063C-0819420C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D57CB8C-0DF7-BD24-F2AA-C505CC71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463" y="6438343"/>
            <a:ext cx="831420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303146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5480A-49BD-B3D4-06F1-DD1F7C53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50F9338-AB39-E2D3-788A-CE60F75D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7E0416-4261-9F0C-88F9-46D4E5C2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32F905-5A78-EE66-5135-D2677C37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7179" y="6486468"/>
            <a:ext cx="939704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70695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5E386FB-424D-6BDC-22DB-1F0C6F87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8E7654-51AA-AECA-D631-0F4BAD51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CF542731-6299-BF74-CFCD-E39AB93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1557" y="6414278"/>
            <a:ext cx="795325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493265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F0DA19-D7E3-189D-64DB-B20BA716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AC0D06-0D2E-B548-9C4B-1DC8548D8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7079B0-DCCA-547E-6787-BA26EC5F3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D9911A-1B25-1EE1-9FB5-C2A8D708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5DAA7F-F54B-94FC-5070-3EB4C91F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7ABBDD-F3B8-4220-3861-A8B4AD37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2221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14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2ED08-FC3C-9DE7-4383-0AB89D9B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1AB29BC-9579-E107-96BE-ECC95A908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BD6785-C8D0-356F-64AE-B64595659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152B9D-DBAB-A9E3-5B29-3F6BFB488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E6AA69-F049-F97C-CFF0-5C9B9DD5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F58915-7668-55EA-8CF8-D250B18A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63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65616-B5EA-4DB3-52B9-9E3C6D6C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1906A5-67CB-B4DA-B60D-9495D751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FFFA2D-A7C5-C0C3-49EA-068F35EA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D8139D-104A-C26C-B561-A1886725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BD47B-A387-254A-5EDD-B1B562BE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80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521EB79-4A94-B130-A46E-9407C8691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6A3766-F64C-B963-4DEB-C8EF6B32E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8B0681-0545-707D-1B5E-61D458D9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03F190-780C-AC83-3EB2-66E04E40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683C83-1004-B2FA-31D4-3697A61C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35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9B3BB51-1258-A837-3BC8-4CED0DD1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90848A-3520-78AA-5BF5-3D7521900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41854D-CA2C-7A45-5F04-9C8AB2EF7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8612AC-EE93-0546-8C9D-6C7160DDE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0DD6C6A6-87BB-1340-AA5B-0E933138E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7765" y="6233802"/>
            <a:ext cx="1659118" cy="365125"/>
          </a:xfrm>
          <a:prstGeom prst="rect">
            <a:avLst/>
          </a:prstGeom>
        </p:spPr>
        <p:txBody>
          <a:bodyPr/>
          <a:lstStyle>
            <a:lvl1pPr algn="r">
              <a:defRPr sz="2400" b="1"/>
            </a:lvl1pPr>
          </a:lstStyle>
          <a:p>
            <a:pPr algn="r"/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421871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6BC7C-D8E2-A287-EE3B-6D87483A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62FA71C-731C-C458-1773-4BF7024C1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460" y="-5274"/>
            <a:ext cx="10301080" cy="6868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885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6FDA641-853A-7771-4056-6DC5FE32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4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883B-4F40-ACB3-F3EB-B24E0CBC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44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2337-17C9-B669-4CD9-A57CE52F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17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3A18-E14B-23A1-524A-48F877D1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8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6E25D-17E5-2942-B226-EA3470EF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53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9FAD-7031-1935-A603-DF42F48A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14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1BB6-70AB-13A5-56D1-77645746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91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99A52-0E99-E760-44D8-D7B653A1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68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BAF0F-DC6C-F970-993D-86A5A8E0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1078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0</Words>
  <Application>Microsoft Office PowerPoint</Application>
  <PresentationFormat>Grand écran</PresentationFormat>
  <Paragraphs>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DUROS</dc:creator>
  <cp:lastModifiedBy>Stéphane JAUBERT</cp:lastModifiedBy>
  <cp:revision>17</cp:revision>
  <cp:lastPrinted>2026-06-17T15:16:13Z</cp:lastPrinted>
  <dcterms:created xsi:type="dcterms:W3CDTF">2026-04-28T13:03:52Z</dcterms:created>
  <dcterms:modified xsi:type="dcterms:W3CDTF">2026-07-10T15:10:48Z</dcterms:modified>
</cp:coreProperties>
</file>