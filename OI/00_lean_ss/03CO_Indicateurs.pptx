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26" r:id="rId2"/>
    <p:sldId id="325" r:id="rId3"/>
    <p:sldId id="327" r:id="rId4"/>
    <p:sldId id="324" r:id="rId5"/>
    <p:sldId id="284" r:id="rId6"/>
    <p:sldId id="323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256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CA74AB-FC6B-445B-ABB6-296B49F305F8}" v="25" dt="2026-07-09T07:32:11.651"/>
    <p1510:client id="{69F0C871-A868-4408-9659-2BCB1AF78A3E}" v="63" dt="2026-07-08T11:50:13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94660"/>
  </p:normalViewPr>
  <p:slideViewPr>
    <p:cSldViewPr snapToGrid="0">
      <p:cViewPr varScale="1">
        <p:scale>
          <a:sx n="89" d="100"/>
          <a:sy n="89" d="100"/>
        </p:scale>
        <p:origin x="52" y="92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DUROS" userId="eb1009e6-e74e-431a-8f98-e63658422597" providerId="ADAL" clId="{F0CA1A07-FF06-4797-BCDD-8A67FF3A3334}"/>
    <pc:docChg chg="undo custSel addSld delSld modSld sldOrd">
      <pc:chgData name="Christophe DUROS" userId="eb1009e6-e74e-431a-8f98-e63658422597" providerId="ADAL" clId="{F0CA1A07-FF06-4797-BCDD-8A67FF3A3334}" dt="2026-07-09T07:39:10.272" v="1053"/>
      <pc:docMkLst>
        <pc:docMk/>
      </pc:docMkLst>
      <pc:sldChg chg="addSp delSp modSp mod">
        <pc:chgData name="Christophe DUROS" userId="eb1009e6-e74e-431a-8f98-e63658422597" providerId="ADAL" clId="{F0CA1A07-FF06-4797-BCDD-8A67FF3A3334}" dt="2026-07-09T07:31:50.669" v="985" actId="478"/>
        <pc:sldMkLst>
          <pc:docMk/>
          <pc:sldMk cId="3602534501" sldId="256"/>
        </pc:sldMkLst>
        <pc:picChg chg="add del mod">
          <ac:chgData name="Christophe DUROS" userId="eb1009e6-e74e-431a-8f98-e63658422597" providerId="ADAL" clId="{F0CA1A07-FF06-4797-BCDD-8A67FF3A3334}" dt="2026-07-08T06:38:55.564" v="793" actId="478"/>
          <ac:picMkLst>
            <pc:docMk/>
            <pc:sldMk cId="3602534501" sldId="256"/>
            <ac:picMk id="3" creationId="{F7D8C40E-B0FB-3160-89D8-AD26CCE579E5}"/>
          </ac:picMkLst>
        </pc:picChg>
        <pc:picChg chg="add del mod">
          <ac:chgData name="Christophe DUROS" userId="eb1009e6-e74e-431a-8f98-e63658422597" providerId="ADAL" clId="{F0CA1A07-FF06-4797-BCDD-8A67FF3A3334}" dt="2026-07-09T07:31:50.669" v="985" actId="478"/>
          <ac:picMkLst>
            <pc:docMk/>
            <pc:sldMk cId="3602534501" sldId="256"/>
            <ac:picMk id="4" creationId="{F65D778D-06A6-542E-7DE5-ECEA1A58FB21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300318913" sldId="262"/>
        </pc:sldMkLst>
        <pc:picChg chg="add mod">
          <ac:chgData name="Christophe DUROS" userId="eb1009e6-e74e-431a-8f98-e63658422597" providerId="ADAL" clId="{F0CA1A07-FF06-4797-BCDD-8A67FF3A3334}" dt="2026-07-08T07:07:58.179" v="860" actId="12788"/>
          <ac:picMkLst>
            <pc:docMk/>
            <pc:sldMk cId="300318913" sldId="262"/>
            <ac:picMk id="2" creationId="{A034B1FB-3608-B428-217B-DFB702A7C453}"/>
          </ac:picMkLst>
        </pc:picChg>
        <pc:picChg chg="add del mod">
          <ac:chgData name="Christophe DUROS" userId="eb1009e6-e74e-431a-8f98-e63658422597" providerId="ADAL" clId="{F0CA1A07-FF06-4797-BCDD-8A67FF3A3334}" dt="2026-07-08T06:55:40.079" v="796" actId="478"/>
          <ac:picMkLst>
            <pc:docMk/>
            <pc:sldMk cId="300318913" sldId="262"/>
            <ac:picMk id="3" creationId="{1671D235-3486-E0CB-0116-F8F655133011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262249847" sldId="263"/>
        </pc:sldMkLst>
        <pc:picChg chg="add mod">
          <ac:chgData name="Christophe DUROS" userId="eb1009e6-e74e-431a-8f98-e63658422597" providerId="ADAL" clId="{F0CA1A07-FF06-4797-BCDD-8A67FF3A3334}" dt="2026-07-08T07:08:12.835" v="864" actId="12788"/>
          <ac:picMkLst>
            <pc:docMk/>
            <pc:sldMk cId="2262249847" sldId="263"/>
            <ac:picMk id="2" creationId="{94304052-EFAC-E7C8-F236-14B6CEFA4D26}"/>
          </ac:picMkLst>
        </pc:picChg>
        <pc:picChg chg="add del mod">
          <ac:chgData name="Christophe DUROS" userId="eb1009e6-e74e-431a-8f98-e63658422597" providerId="ADAL" clId="{F0CA1A07-FF06-4797-BCDD-8A67FF3A3334}" dt="2026-07-08T06:55:43.221" v="797" actId="478"/>
          <ac:picMkLst>
            <pc:docMk/>
            <pc:sldMk cId="2262249847" sldId="263"/>
            <ac:picMk id="3" creationId="{B5FD1574-E219-1491-A1BE-F6EB6FA9B2E6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446421020" sldId="266"/>
        </pc:sldMkLst>
        <pc:picChg chg="add mod">
          <ac:chgData name="Christophe DUROS" userId="eb1009e6-e74e-431a-8f98-e63658422597" providerId="ADAL" clId="{F0CA1A07-FF06-4797-BCDD-8A67FF3A3334}" dt="2026-07-08T07:10:30.649" v="870" actId="12789"/>
          <ac:picMkLst>
            <pc:docMk/>
            <pc:sldMk cId="1446421020" sldId="266"/>
            <ac:picMk id="2" creationId="{DE50DA41-3233-943E-B22B-47633D202BFA}"/>
          </ac:picMkLst>
        </pc:picChg>
        <pc:picChg chg="add del mod">
          <ac:chgData name="Christophe DUROS" userId="eb1009e6-e74e-431a-8f98-e63658422597" providerId="ADAL" clId="{F0CA1A07-FF06-4797-BCDD-8A67FF3A3334}" dt="2026-07-08T06:55:48.751" v="799" actId="478"/>
          <ac:picMkLst>
            <pc:docMk/>
            <pc:sldMk cId="1446421020" sldId="266"/>
            <ac:picMk id="5" creationId="{CFE2A4B3-64F1-EFBD-60D7-E7FCDB9EE20B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8T12:01:00.750" v="942" actId="47"/>
        <pc:sldMkLst>
          <pc:docMk/>
          <pc:sldMk cId="2457020776" sldId="279"/>
        </pc:sldMkLst>
        <pc:picChg chg="add mod">
          <ac:chgData name="Christophe DUROS" userId="eb1009e6-e74e-431a-8f98-e63658422597" providerId="ADAL" clId="{F0CA1A07-FF06-4797-BCDD-8A67FF3A3334}" dt="2026-07-08T07:11:20.626" v="878" actId="12789"/>
          <ac:picMkLst>
            <pc:docMk/>
            <pc:sldMk cId="2457020776" sldId="279"/>
            <ac:picMk id="2" creationId="{C1BFEF69-DCF4-130F-FB12-4C31CD1770D4}"/>
          </ac:picMkLst>
        </pc:picChg>
        <pc:picChg chg="add del mod">
          <ac:chgData name="Christophe DUROS" userId="eb1009e6-e74e-431a-8f98-e63658422597" providerId="ADAL" clId="{F0CA1A07-FF06-4797-BCDD-8A67FF3A3334}" dt="2026-07-08T06:55:52.689" v="801" actId="478"/>
          <ac:picMkLst>
            <pc:docMk/>
            <pc:sldMk cId="2457020776" sldId="279"/>
            <ac:picMk id="3" creationId="{90726365-DB99-ADD1-85A5-D92F44EFC01C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582857626" sldId="280"/>
        </pc:sldMkLst>
        <pc:picChg chg="add mod">
          <ac:chgData name="Christophe DUROS" userId="eb1009e6-e74e-431a-8f98-e63658422597" providerId="ADAL" clId="{F0CA1A07-FF06-4797-BCDD-8A67FF3A3334}" dt="2026-07-08T07:09:56.807" v="866" actId="14100"/>
          <ac:picMkLst>
            <pc:docMk/>
            <pc:sldMk cId="1582857626" sldId="280"/>
            <ac:picMk id="2" creationId="{1340244F-A644-C68B-76B8-6DF563044028}"/>
          </ac:picMkLst>
        </pc:picChg>
        <pc:picChg chg="add del mod">
          <ac:chgData name="Christophe DUROS" userId="eb1009e6-e74e-431a-8f98-e63658422597" providerId="ADAL" clId="{F0CA1A07-FF06-4797-BCDD-8A67FF3A3334}" dt="2026-07-08T06:55:46.352" v="798" actId="478"/>
          <ac:picMkLst>
            <pc:docMk/>
            <pc:sldMk cId="1582857626" sldId="280"/>
            <ac:picMk id="3" creationId="{BFE5BCD1-D331-817C-9B80-73796951C9B2}"/>
          </ac:picMkLst>
        </pc:picChg>
      </pc:sldChg>
      <pc:sldChg chg="addSp del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752490354" sldId="281"/>
        </pc:sldMkLst>
        <pc:picChg chg="add del mod">
          <ac:chgData name="Christophe DUROS" userId="eb1009e6-e74e-431a-8f98-e63658422597" providerId="ADAL" clId="{F0CA1A07-FF06-4797-BCDD-8A67FF3A3334}" dt="2026-07-08T06:55:54.871" v="802" actId="478"/>
          <ac:picMkLst>
            <pc:docMk/>
            <pc:sldMk cId="2752490354" sldId="281"/>
            <ac:picMk id="2" creationId="{FA53695A-9AFF-F44A-F8BF-4F6DB337DE19}"/>
          </ac:picMkLst>
        </pc:picChg>
        <pc:picChg chg="add mod">
          <ac:chgData name="Christophe DUROS" userId="eb1009e6-e74e-431a-8f98-e63658422597" providerId="ADAL" clId="{F0CA1A07-FF06-4797-BCDD-8A67FF3A3334}" dt="2026-07-08T07:11:35.258" v="882" actId="12789"/>
          <ac:picMkLst>
            <pc:docMk/>
            <pc:sldMk cId="2752490354" sldId="281"/>
            <ac:picMk id="3" creationId="{B6C12BD7-8158-F390-8AA4-1BB226243830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45885856" sldId="283"/>
        </pc:sldMkLst>
        <pc:picChg chg="add mod">
          <ac:chgData name="Christophe DUROS" userId="eb1009e6-e74e-431a-8f98-e63658422597" providerId="ADAL" clId="{F0CA1A07-FF06-4797-BCDD-8A67FF3A3334}" dt="2026-07-08T07:12:00.644" v="886" actId="12789"/>
          <ac:picMkLst>
            <pc:docMk/>
            <pc:sldMk cId="145885856" sldId="283"/>
            <ac:picMk id="2" creationId="{362FA71C-731C-C458-1773-4BF7024C19AF}"/>
          </ac:picMkLst>
        </pc:picChg>
        <pc:picChg chg="add del mod">
          <ac:chgData name="Christophe DUROS" userId="eb1009e6-e74e-431a-8f98-e63658422597" providerId="ADAL" clId="{F0CA1A07-FF06-4797-BCDD-8A67FF3A3334}" dt="2026-07-08T06:55:56.792" v="803" actId="478"/>
          <ac:picMkLst>
            <pc:docMk/>
            <pc:sldMk cId="145885856" sldId="283"/>
            <ac:picMk id="5" creationId="{C2D227DD-230A-C219-9F16-FC91A57AA512}"/>
          </ac:picMkLst>
        </pc:picChg>
      </pc:sldChg>
      <pc:sldChg chg="addSp delSp modSp new mod">
        <pc:chgData name="Christophe DUROS" userId="eb1009e6-e74e-431a-8f98-e63658422597" providerId="ADAL" clId="{F0CA1A07-FF06-4797-BCDD-8A67FF3A3334}" dt="2026-07-09T07:35:28.837" v="1033" actId="21"/>
        <pc:sldMkLst>
          <pc:docMk/>
          <pc:sldMk cId="4229825143" sldId="284"/>
        </pc:sldMkLst>
        <pc:picChg chg="add del mod">
          <ac:chgData name="Christophe DUROS" userId="eb1009e6-e74e-431a-8f98-e63658422597" providerId="ADAL" clId="{F0CA1A07-FF06-4797-BCDD-8A67FF3A3334}" dt="2026-07-08T06:38:52.719" v="792" actId="478"/>
          <ac:picMkLst>
            <pc:docMk/>
            <pc:sldMk cId="4229825143" sldId="284"/>
            <ac:picMk id="2" creationId="{27DDC8C0-9D76-B1CF-57D0-39D17DA7B423}"/>
          </ac:picMkLst>
        </pc:picChg>
        <pc:picChg chg="add mod">
          <ac:chgData name="Christophe DUROS" userId="eb1009e6-e74e-431a-8f98-e63658422597" providerId="ADAL" clId="{F0CA1A07-FF06-4797-BCDD-8A67FF3A3334}" dt="2026-07-09T07:34:53.265" v="1022"/>
          <ac:picMkLst>
            <pc:docMk/>
            <pc:sldMk cId="4229825143" sldId="284"/>
            <ac:picMk id="3" creationId="{7C829E3E-F655-7FB1-547D-6A17C99C0F09}"/>
          </ac:picMkLst>
        </pc:picChg>
        <pc:picChg chg="add del mod">
          <ac:chgData name="Christophe DUROS" userId="eb1009e6-e74e-431a-8f98-e63658422597" providerId="ADAL" clId="{F0CA1A07-FF06-4797-BCDD-8A67FF3A3334}" dt="2026-07-09T07:31:48.558" v="984" actId="478"/>
          <ac:picMkLst>
            <pc:docMk/>
            <pc:sldMk cId="4229825143" sldId="284"/>
            <ac:picMk id="3" creationId="{7D7CCF55-0FF9-F911-91B8-877605440006}"/>
          </ac:picMkLst>
        </pc:picChg>
        <pc:picChg chg="add mod">
          <ac:chgData name="Christophe DUROS" userId="eb1009e6-e74e-431a-8f98-e63658422597" providerId="ADAL" clId="{F0CA1A07-FF06-4797-BCDD-8A67FF3A3334}" dt="2026-07-09T07:34:53.265" v="1022"/>
          <ac:picMkLst>
            <pc:docMk/>
            <pc:sldMk cId="4229825143" sldId="284"/>
            <ac:picMk id="5" creationId="{0734C34D-105B-97D7-9753-D169A46653FF}"/>
          </ac:picMkLst>
        </pc:picChg>
        <pc:picChg chg="add mod">
          <ac:chgData name="Christophe DUROS" userId="eb1009e6-e74e-431a-8f98-e63658422597" providerId="ADAL" clId="{F0CA1A07-FF06-4797-BCDD-8A67FF3A3334}" dt="2026-07-09T07:34:53.265" v="1022"/>
          <ac:picMkLst>
            <pc:docMk/>
            <pc:sldMk cId="4229825143" sldId="284"/>
            <ac:picMk id="8" creationId="{9FE5C434-A43A-4C5B-4D82-43ABB0234D3C}"/>
          </ac:picMkLst>
        </pc:picChg>
        <pc:picChg chg="add mod">
          <ac:chgData name="Christophe DUROS" userId="eb1009e6-e74e-431a-8f98-e63658422597" providerId="ADAL" clId="{F0CA1A07-FF06-4797-BCDD-8A67FF3A3334}" dt="2026-07-09T07:34:53.265" v="1022"/>
          <ac:picMkLst>
            <pc:docMk/>
            <pc:sldMk cId="4229825143" sldId="284"/>
            <ac:picMk id="10" creationId="{1AD05017-0A13-81D3-02EA-2F7B026A5473}"/>
          </ac:picMkLst>
        </pc:picChg>
        <pc:picChg chg="add mod">
          <ac:chgData name="Christophe DUROS" userId="eb1009e6-e74e-431a-8f98-e63658422597" providerId="ADAL" clId="{F0CA1A07-FF06-4797-BCDD-8A67FF3A3334}" dt="2026-07-09T07:34:53.265" v="1022"/>
          <ac:picMkLst>
            <pc:docMk/>
            <pc:sldMk cId="4229825143" sldId="284"/>
            <ac:picMk id="12" creationId="{A4115656-A5F0-E4F8-43FE-D934D7B81873}"/>
          </ac:picMkLst>
        </pc:picChg>
        <pc:picChg chg="add del mod">
          <ac:chgData name="Christophe DUROS" userId="eb1009e6-e74e-431a-8f98-e63658422597" providerId="ADAL" clId="{F0CA1A07-FF06-4797-BCDD-8A67FF3A3334}" dt="2026-07-09T07:35:28.837" v="1033" actId="21"/>
          <ac:picMkLst>
            <pc:docMk/>
            <pc:sldMk cId="4229825143" sldId="284"/>
            <ac:picMk id="14" creationId="{86C70805-9A6E-AA00-FF52-C3D57DF531DD}"/>
          </ac:picMkLst>
        </pc:picChg>
        <pc:picChg chg="add del mod">
          <ac:chgData name="Christophe DUROS" userId="eb1009e6-e74e-431a-8f98-e63658422597" providerId="ADAL" clId="{F0CA1A07-FF06-4797-BCDD-8A67FF3A3334}" dt="2026-07-09T07:35:20.902" v="1031" actId="21"/>
          <ac:picMkLst>
            <pc:docMk/>
            <pc:sldMk cId="4229825143" sldId="284"/>
            <ac:picMk id="16" creationId="{41968E5F-09BE-5C2D-B324-8C53A8E3ACE7}"/>
          </ac:picMkLst>
        </pc:picChg>
        <pc:picChg chg="add del mod">
          <ac:chgData name="Christophe DUROS" userId="eb1009e6-e74e-431a-8f98-e63658422597" providerId="ADAL" clId="{F0CA1A07-FF06-4797-BCDD-8A67FF3A3334}" dt="2026-07-09T07:35:12.953" v="1029" actId="21"/>
          <ac:picMkLst>
            <pc:docMk/>
            <pc:sldMk cId="4229825143" sldId="284"/>
            <ac:picMk id="18" creationId="{10E68A5A-939D-9974-A6BE-8F3BABC00F62}"/>
          </ac:picMkLst>
        </pc:picChg>
        <pc:picChg chg="add del mod">
          <ac:chgData name="Christophe DUROS" userId="eb1009e6-e74e-431a-8f98-e63658422597" providerId="ADAL" clId="{F0CA1A07-FF06-4797-BCDD-8A67FF3A3334}" dt="2026-07-09T07:35:06.935" v="1027" actId="21"/>
          <ac:picMkLst>
            <pc:docMk/>
            <pc:sldMk cId="4229825143" sldId="284"/>
            <ac:picMk id="20" creationId="{9C8BED9B-D5D7-9123-2FE7-5CC917B1B3F8}"/>
          </ac:picMkLst>
        </pc:picChg>
        <pc:picChg chg="add del mod">
          <ac:chgData name="Christophe DUROS" userId="eb1009e6-e74e-431a-8f98-e63658422597" providerId="ADAL" clId="{F0CA1A07-FF06-4797-BCDD-8A67FF3A3334}" dt="2026-07-09T07:35:00.395" v="1025" actId="21"/>
          <ac:picMkLst>
            <pc:docMk/>
            <pc:sldMk cId="4229825143" sldId="284"/>
            <ac:picMk id="22" creationId="{08CBA389-468F-4AD6-E799-9DF66AE5840A}"/>
          </ac:picMkLst>
        </pc:picChg>
      </pc:sldChg>
      <pc:sldChg chg="addSp delSp modSp del mod ord">
        <pc:chgData name="Christophe DUROS" userId="eb1009e6-e74e-431a-8f98-e63658422597" providerId="ADAL" clId="{F0CA1A07-FF06-4797-BCDD-8A67FF3A3334}" dt="2026-07-09T07:32:03.618" v="986" actId="47"/>
        <pc:sldMkLst>
          <pc:docMk/>
          <pc:sldMk cId="832030801" sldId="292"/>
        </pc:sldMkLst>
        <pc:picChg chg="add del mod">
          <ac:chgData name="Christophe DUROS" userId="eb1009e6-e74e-431a-8f98-e63658422597" providerId="ADAL" clId="{F0CA1A07-FF06-4797-BCDD-8A67FF3A3334}" dt="2026-07-08T06:55:50.722" v="800" actId="478"/>
          <ac:picMkLst>
            <pc:docMk/>
            <pc:sldMk cId="832030801" sldId="292"/>
            <ac:picMk id="2" creationId="{ABD0EFE1-7A3E-6DC3-C75B-D566DEA6CAE1}"/>
          </ac:picMkLst>
        </pc:picChg>
        <pc:picChg chg="add mod">
          <ac:chgData name="Christophe DUROS" userId="eb1009e6-e74e-431a-8f98-e63658422597" providerId="ADAL" clId="{F0CA1A07-FF06-4797-BCDD-8A67FF3A3334}" dt="2026-07-08T07:10:48.828" v="874" actId="12789"/>
          <ac:picMkLst>
            <pc:docMk/>
            <pc:sldMk cId="832030801" sldId="292"/>
            <ac:picMk id="3" creationId="{DA4F71A8-9D8B-1E47-1C9A-F668DB356653}"/>
          </ac:picMkLst>
        </pc:picChg>
      </pc:sldChg>
      <pc:sldChg chg="addSp delSp modSp del mod ord">
        <pc:chgData name="Christophe DUROS" userId="eb1009e6-e74e-431a-8f98-e63658422597" providerId="ADAL" clId="{F0CA1A07-FF06-4797-BCDD-8A67FF3A3334}" dt="2026-07-09T07:32:03.618" v="986" actId="47"/>
        <pc:sldMkLst>
          <pc:docMk/>
          <pc:sldMk cId="983604184" sldId="294"/>
        </pc:sldMkLst>
        <pc:picChg chg="add mod">
          <ac:chgData name="Christophe DUROS" userId="eb1009e6-e74e-431a-8f98-e63658422597" providerId="ADAL" clId="{F0CA1A07-FF06-4797-BCDD-8A67FF3A3334}" dt="2026-07-08T07:12:15.192" v="890" actId="12789"/>
          <ac:picMkLst>
            <pc:docMk/>
            <pc:sldMk cId="983604184" sldId="294"/>
            <ac:picMk id="2" creationId="{272792B9-462E-AB6E-885F-6B98705AE401}"/>
          </ac:picMkLst>
        </pc:picChg>
        <pc:picChg chg="add del mod">
          <ac:chgData name="Christophe DUROS" userId="eb1009e6-e74e-431a-8f98-e63658422597" providerId="ADAL" clId="{F0CA1A07-FF06-4797-BCDD-8A67FF3A3334}" dt="2026-07-08T06:55:59.311" v="804" actId="478"/>
          <ac:picMkLst>
            <pc:docMk/>
            <pc:sldMk cId="983604184" sldId="294"/>
            <ac:picMk id="3" creationId="{D2F35469-5A6B-33B8-86C3-CC86CBDDEFB5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607866131" sldId="296"/>
        </pc:sldMkLst>
        <pc:picChg chg="add mod">
          <ac:chgData name="Christophe DUROS" userId="eb1009e6-e74e-431a-8f98-e63658422597" providerId="ADAL" clId="{F0CA1A07-FF06-4797-BCDD-8A67FF3A3334}" dt="2026-07-08T07:12:40.979" v="896" actId="12789"/>
          <ac:picMkLst>
            <pc:docMk/>
            <pc:sldMk cId="607866131" sldId="296"/>
            <ac:picMk id="2" creationId="{A3D2273C-555D-8517-1818-D773147226F3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936342117" sldId="297"/>
        </pc:sldMkLst>
        <pc:picChg chg="add mod">
          <ac:chgData name="Christophe DUROS" userId="eb1009e6-e74e-431a-8f98-e63658422597" providerId="ADAL" clId="{F0CA1A07-FF06-4797-BCDD-8A67FF3A3334}" dt="2026-07-08T12:14:22.278" v="961" actId="12788"/>
          <ac:picMkLst>
            <pc:docMk/>
            <pc:sldMk cId="1936342117" sldId="297"/>
            <ac:picMk id="2" creationId="{916006BF-4350-E5D6-DE51-36C5A5875D3D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231824622" sldId="298"/>
        </pc:sldMkLst>
        <pc:picChg chg="add mod">
          <ac:chgData name="Christophe DUROS" userId="eb1009e6-e74e-431a-8f98-e63658422597" providerId="ADAL" clId="{F0CA1A07-FF06-4797-BCDD-8A67FF3A3334}" dt="2026-07-08T07:13:48.981" v="900" actId="12789"/>
          <ac:picMkLst>
            <pc:docMk/>
            <pc:sldMk cId="1231824622" sldId="298"/>
            <ac:picMk id="2" creationId="{4E62FC05-2746-AA1C-D631-7C08DC65B72C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365926631" sldId="299"/>
        </pc:sldMkLst>
        <pc:picChg chg="add mod">
          <ac:chgData name="Christophe DUROS" userId="eb1009e6-e74e-431a-8f98-e63658422597" providerId="ADAL" clId="{F0CA1A07-FF06-4797-BCDD-8A67FF3A3334}" dt="2026-07-08T07:14:16.149" v="904" actId="12789"/>
          <ac:picMkLst>
            <pc:docMk/>
            <pc:sldMk cId="2365926631" sldId="299"/>
            <ac:picMk id="2" creationId="{9F21A4C4-BE2E-F29A-01EE-F8C543EF942C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524926035" sldId="300"/>
        </pc:sldMkLst>
        <pc:picChg chg="add mod">
          <ac:chgData name="Christophe DUROS" userId="eb1009e6-e74e-431a-8f98-e63658422597" providerId="ADAL" clId="{F0CA1A07-FF06-4797-BCDD-8A67FF3A3334}" dt="2026-07-08T12:14:43.223" v="963" actId="14100"/>
          <ac:picMkLst>
            <pc:docMk/>
            <pc:sldMk cId="524926035" sldId="300"/>
            <ac:picMk id="2" creationId="{2488FD21-8C63-7A41-8E8C-C5723FACFDE8}"/>
          </ac:picMkLst>
        </pc:picChg>
      </pc:sldChg>
      <pc:sldChg chg="addSp delSp modSp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419527964" sldId="301"/>
        </pc:sldMkLst>
        <pc:picChg chg="add mod">
          <ac:chgData name="Christophe DUROS" userId="eb1009e6-e74e-431a-8f98-e63658422597" providerId="ADAL" clId="{F0CA1A07-FF06-4797-BCDD-8A67FF3A3334}" dt="2026-07-08T12:14:52.197" v="965" actId="14100"/>
          <ac:picMkLst>
            <pc:docMk/>
            <pc:sldMk cId="419527964" sldId="301"/>
            <ac:picMk id="2" creationId="{7F2A8BEA-F627-8F1A-0647-D9BBDC6068B8}"/>
          </ac:picMkLst>
        </pc:picChg>
      </pc:sldChg>
      <pc:sldChg chg="addSp delSp modSp add del mod ord">
        <pc:chgData name="Christophe DUROS" userId="eb1009e6-e74e-431a-8f98-e63658422597" providerId="ADAL" clId="{F0CA1A07-FF06-4797-BCDD-8A67FF3A3334}" dt="2026-07-09T07:32:03.618" v="986" actId="47"/>
        <pc:sldMkLst>
          <pc:docMk/>
          <pc:sldMk cId="3606460654" sldId="303"/>
        </pc:sldMkLst>
        <pc:picChg chg="add mod">
          <ac:chgData name="Christophe DUROS" userId="eb1009e6-e74e-431a-8f98-e63658422597" providerId="ADAL" clId="{F0CA1A07-FF06-4797-BCDD-8A67FF3A3334}" dt="2026-07-08T07:12:24.536" v="892" actId="14100"/>
          <ac:picMkLst>
            <pc:docMk/>
            <pc:sldMk cId="3606460654" sldId="303"/>
            <ac:picMk id="2" creationId="{38F57F4E-A61E-A16C-030D-D13A9623C0CE}"/>
          </ac:picMkLst>
        </pc:picChg>
      </pc:sldChg>
      <pc:sldChg chg="addSp modSp add del">
        <pc:chgData name="Christophe DUROS" userId="eb1009e6-e74e-431a-8f98-e63658422597" providerId="ADAL" clId="{F0CA1A07-FF06-4797-BCDD-8A67FF3A3334}" dt="2026-07-09T07:32:03.618" v="986" actId="47"/>
        <pc:sldMkLst>
          <pc:docMk/>
          <pc:sldMk cId="1463584493" sldId="304"/>
        </pc:sldMkLst>
        <pc:picChg chg="add mod">
          <ac:chgData name="Christophe DUROS" userId="eb1009e6-e74e-431a-8f98-e63658422597" providerId="ADAL" clId="{F0CA1A07-FF06-4797-BCDD-8A67FF3A3334}" dt="2026-07-08T07:00:29.654" v="832"/>
          <ac:picMkLst>
            <pc:docMk/>
            <pc:sldMk cId="1463584493" sldId="304"/>
            <ac:picMk id="2" creationId="{A64027F2-D50B-0F64-C42C-B75AADD9B49F}"/>
          </ac:picMkLst>
        </pc:picChg>
      </pc:sldChg>
      <pc:sldChg chg="addSp modSp add del">
        <pc:chgData name="Christophe DUROS" userId="eb1009e6-e74e-431a-8f98-e63658422597" providerId="ADAL" clId="{F0CA1A07-FF06-4797-BCDD-8A67FF3A3334}" dt="2026-07-09T07:32:03.618" v="986" actId="47"/>
        <pc:sldMkLst>
          <pc:docMk/>
          <pc:sldMk cId="3861228733" sldId="305"/>
        </pc:sldMkLst>
        <pc:picChg chg="add mod">
          <ac:chgData name="Christophe DUROS" userId="eb1009e6-e74e-431a-8f98-e63658422597" providerId="ADAL" clId="{F0CA1A07-FF06-4797-BCDD-8A67FF3A3334}" dt="2026-07-08T07:00:39.448" v="833"/>
          <ac:picMkLst>
            <pc:docMk/>
            <pc:sldMk cId="3861228733" sldId="305"/>
            <ac:picMk id="2" creationId="{2967E421-3BCA-D493-F971-CA3C69B67C8D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791124205" sldId="306"/>
        </pc:sldMkLst>
        <pc:picChg chg="add mod">
          <ac:chgData name="Christophe DUROS" userId="eb1009e6-e74e-431a-8f98-e63658422597" providerId="ADAL" clId="{F0CA1A07-FF06-4797-BCDD-8A67FF3A3334}" dt="2026-07-08T12:15:02.638" v="968" actId="14100"/>
          <ac:picMkLst>
            <pc:docMk/>
            <pc:sldMk cId="791124205" sldId="306"/>
            <ac:picMk id="2" creationId="{B52ABAAF-3A27-AA88-8FF0-9CCFA3A81FDE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913362866" sldId="307"/>
        </pc:sldMkLst>
        <pc:picChg chg="add mod">
          <ac:chgData name="Christophe DUROS" userId="eb1009e6-e74e-431a-8f98-e63658422597" providerId="ADAL" clId="{F0CA1A07-FF06-4797-BCDD-8A67FF3A3334}" dt="2026-07-08T12:15:11.486" v="970" actId="14100"/>
          <ac:picMkLst>
            <pc:docMk/>
            <pc:sldMk cId="2913362866" sldId="307"/>
            <ac:picMk id="2" creationId="{A8647906-A820-6438-4DDF-85EF744E2914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84556547" sldId="308"/>
        </pc:sldMkLst>
        <pc:picChg chg="add mod">
          <ac:chgData name="Christophe DUROS" userId="eb1009e6-e74e-431a-8f98-e63658422597" providerId="ADAL" clId="{F0CA1A07-FF06-4797-BCDD-8A67FF3A3334}" dt="2026-07-08T12:15:21.669" v="972" actId="14100"/>
          <ac:picMkLst>
            <pc:docMk/>
            <pc:sldMk cId="284556547" sldId="308"/>
            <ac:picMk id="2" creationId="{D98FFEB3-559C-A4FF-E50E-F686FECE80E4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875296067" sldId="309"/>
        </pc:sldMkLst>
        <pc:picChg chg="add mod">
          <ac:chgData name="Christophe DUROS" userId="eb1009e6-e74e-431a-8f98-e63658422597" providerId="ADAL" clId="{F0CA1A07-FF06-4797-BCDD-8A67FF3A3334}" dt="2026-07-08T12:15:58.040" v="973" actId="14100"/>
          <ac:picMkLst>
            <pc:docMk/>
            <pc:sldMk cId="1875296067" sldId="309"/>
            <ac:picMk id="2" creationId="{8A42D002-2A75-51A0-D969-879517BB5573}"/>
          </ac:picMkLst>
        </pc:picChg>
      </pc:sldChg>
      <pc:sldChg chg="addSp modSp add del">
        <pc:chgData name="Christophe DUROS" userId="eb1009e6-e74e-431a-8f98-e63658422597" providerId="ADAL" clId="{F0CA1A07-FF06-4797-BCDD-8A67FF3A3334}" dt="2026-07-09T07:32:03.618" v="986" actId="47"/>
        <pc:sldMkLst>
          <pc:docMk/>
          <pc:sldMk cId="3303622212" sldId="310"/>
        </pc:sldMkLst>
        <pc:picChg chg="add mod">
          <ac:chgData name="Christophe DUROS" userId="eb1009e6-e74e-431a-8f98-e63658422597" providerId="ADAL" clId="{F0CA1A07-FF06-4797-BCDD-8A67FF3A3334}" dt="2026-07-08T07:01:39.166" v="838"/>
          <ac:picMkLst>
            <pc:docMk/>
            <pc:sldMk cId="3303622212" sldId="310"/>
            <ac:picMk id="2" creationId="{664E8BAB-EE9D-96C8-FE7C-223D29557A91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948841704" sldId="311"/>
        </pc:sldMkLst>
        <pc:picChg chg="add mod">
          <ac:chgData name="Christophe DUROS" userId="eb1009e6-e74e-431a-8f98-e63658422597" providerId="ADAL" clId="{F0CA1A07-FF06-4797-BCDD-8A67FF3A3334}" dt="2026-07-08T12:16:06.565" v="975" actId="14100"/>
          <ac:picMkLst>
            <pc:docMk/>
            <pc:sldMk cId="2948841704" sldId="311"/>
            <ac:picMk id="2" creationId="{1FFB1032-9E8D-D94A-6AF6-FD8D5A38225E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271334142" sldId="312"/>
        </pc:sldMkLst>
        <pc:picChg chg="add mod">
          <ac:chgData name="Christophe DUROS" userId="eb1009e6-e74e-431a-8f98-e63658422597" providerId="ADAL" clId="{F0CA1A07-FF06-4797-BCDD-8A67FF3A3334}" dt="2026-07-08T12:16:16.686" v="977" actId="14100"/>
          <ac:picMkLst>
            <pc:docMk/>
            <pc:sldMk cId="2271334142" sldId="312"/>
            <ac:picMk id="2" creationId="{1C0DB629-79E0-B307-5886-2DEDFCB89BDC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657199739" sldId="313"/>
        </pc:sldMkLst>
        <pc:picChg chg="add mod">
          <ac:chgData name="Christophe DUROS" userId="eb1009e6-e74e-431a-8f98-e63658422597" providerId="ADAL" clId="{F0CA1A07-FF06-4797-BCDD-8A67FF3A3334}" dt="2026-07-08T12:16:26.053" v="980" actId="14100"/>
          <ac:picMkLst>
            <pc:docMk/>
            <pc:sldMk cId="657199739" sldId="313"/>
            <ac:picMk id="2" creationId="{D737BEEB-C1B7-4412-A965-C67D077D3B6F}"/>
          </ac:picMkLst>
        </pc:picChg>
      </pc:sldChg>
      <pc:sldChg chg="add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1871752199" sldId="314"/>
        </pc:sldMkLst>
        <pc:picChg chg="add mod">
          <ac:chgData name="Christophe DUROS" userId="eb1009e6-e74e-431a-8f98-e63658422597" providerId="ADAL" clId="{F0CA1A07-FF06-4797-BCDD-8A67FF3A3334}" dt="2026-07-08T12:16:33.140" v="983" actId="14100"/>
          <ac:picMkLst>
            <pc:docMk/>
            <pc:sldMk cId="1871752199" sldId="314"/>
            <ac:picMk id="2" creationId="{699DB0FA-54F4-F71E-8086-8E786A1C6DCF}"/>
          </ac:picMkLst>
        </pc:picChg>
      </pc:sldChg>
      <pc:sldChg chg="add">
        <pc:chgData name="Christophe DUROS" userId="eb1009e6-e74e-431a-8f98-e63658422597" providerId="ADAL" clId="{F0CA1A07-FF06-4797-BCDD-8A67FF3A3334}" dt="2026-07-08T07:02:04.543" v="842"/>
        <pc:sldMkLst>
          <pc:docMk/>
          <pc:sldMk cId="288444291" sldId="315"/>
        </pc:sldMkLst>
      </pc:sldChg>
      <pc:sldChg chg="add">
        <pc:chgData name="Christophe DUROS" userId="eb1009e6-e74e-431a-8f98-e63658422597" providerId="ADAL" clId="{F0CA1A07-FF06-4797-BCDD-8A67FF3A3334}" dt="2026-07-08T07:02:04.825" v="843"/>
        <pc:sldMkLst>
          <pc:docMk/>
          <pc:sldMk cId="1955170466" sldId="316"/>
        </pc:sldMkLst>
      </pc:sldChg>
      <pc:sldChg chg="add">
        <pc:chgData name="Christophe DUROS" userId="eb1009e6-e74e-431a-8f98-e63658422597" providerId="ADAL" clId="{F0CA1A07-FF06-4797-BCDD-8A67FF3A3334}" dt="2026-07-08T07:02:04.833" v="844"/>
        <pc:sldMkLst>
          <pc:docMk/>
          <pc:sldMk cId="57886691" sldId="317"/>
        </pc:sldMkLst>
      </pc:sldChg>
      <pc:sldChg chg="add">
        <pc:chgData name="Christophe DUROS" userId="eb1009e6-e74e-431a-8f98-e63658422597" providerId="ADAL" clId="{F0CA1A07-FF06-4797-BCDD-8A67FF3A3334}" dt="2026-07-08T07:02:04.845" v="845"/>
        <pc:sldMkLst>
          <pc:docMk/>
          <pc:sldMk cId="1252537370" sldId="318"/>
        </pc:sldMkLst>
      </pc:sldChg>
      <pc:sldChg chg="add">
        <pc:chgData name="Christophe DUROS" userId="eb1009e6-e74e-431a-8f98-e63658422597" providerId="ADAL" clId="{F0CA1A07-FF06-4797-BCDD-8A67FF3A3334}" dt="2026-07-08T07:02:04.860" v="846"/>
        <pc:sldMkLst>
          <pc:docMk/>
          <pc:sldMk cId="2277140426" sldId="319"/>
        </pc:sldMkLst>
      </pc:sldChg>
      <pc:sldChg chg="add">
        <pc:chgData name="Christophe DUROS" userId="eb1009e6-e74e-431a-8f98-e63658422597" providerId="ADAL" clId="{F0CA1A07-FF06-4797-BCDD-8A67FF3A3334}" dt="2026-07-08T07:02:04.869" v="847"/>
        <pc:sldMkLst>
          <pc:docMk/>
          <pc:sldMk cId="2954915302" sldId="320"/>
        </pc:sldMkLst>
      </pc:sldChg>
      <pc:sldChg chg="add">
        <pc:chgData name="Christophe DUROS" userId="eb1009e6-e74e-431a-8f98-e63658422597" providerId="ADAL" clId="{F0CA1A07-FF06-4797-BCDD-8A67FF3A3334}" dt="2026-07-08T07:02:04.877" v="848"/>
        <pc:sldMkLst>
          <pc:docMk/>
          <pc:sldMk cId="2302688522" sldId="321"/>
        </pc:sldMkLst>
      </pc:sldChg>
      <pc:sldChg chg="add">
        <pc:chgData name="Christophe DUROS" userId="eb1009e6-e74e-431a-8f98-e63658422597" providerId="ADAL" clId="{F0CA1A07-FF06-4797-BCDD-8A67FF3A3334}" dt="2026-07-08T07:02:05.014" v="849"/>
        <pc:sldMkLst>
          <pc:docMk/>
          <pc:sldMk cId="2312107846" sldId="322"/>
        </pc:sldMkLst>
      </pc:sldChg>
      <pc:sldChg chg="addSp delSp modSp add mod">
        <pc:chgData name="Christophe DUROS" userId="eb1009e6-e74e-431a-8f98-e63658422597" providerId="ADAL" clId="{F0CA1A07-FF06-4797-BCDD-8A67FF3A3334}" dt="2026-07-09T07:35:50.662" v="1037" actId="12788"/>
        <pc:sldMkLst>
          <pc:docMk/>
          <pc:sldMk cId="2773356529" sldId="323"/>
        </pc:sldMkLst>
        <pc:picChg chg="add del">
          <ac:chgData name="Christophe DUROS" userId="eb1009e6-e74e-431a-8f98-e63658422597" providerId="ADAL" clId="{F0CA1A07-FF06-4797-BCDD-8A67FF3A3334}" dt="2026-07-09T07:35:36.292" v="1035" actId="21"/>
          <ac:picMkLst>
            <pc:docMk/>
            <pc:sldMk cId="2773356529" sldId="323"/>
            <ac:picMk id="3" creationId="{A0386144-0306-77C5-0E08-B036D92BE41E}"/>
          </ac:picMkLst>
        </pc:picChg>
        <pc:picChg chg="add mod">
          <ac:chgData name="Christophe DUROS" userId="eb1009e6-e74e-431a-8f98-e63658422597" providerId="ADAL" clId="{F0CA1A07-FF06-4797-BCDD-8A67FF3A3334}" dt="2026-07-09T07:35:50.662" v="1037" actId="12788"/>
          <ac:picMkLst>
            <pc:docMk/>
            <pc:sldMk cId="2773356529" sldId="323"/>
            <ac:picMk id="5" creationId="{730FB8D6-E83B-2B8C-B611-0B364071BB8F}"/>
          </ac:picMkLst>
        </pc:picChg>
      </pc:sldChg>
      <pc:sldChg chg="addSp modSp add mod ord">
        <pc:chgData name="Christophe DUROS" userId="eb1009e6-e74e-431a-8f98-e63658422597" providerId="ADAL" clId="{F0CA1A07-FF06-4797-BCDD-8A67FF3A3334}" dt="2026-07-09T07:37:03.541" v="1049"/>
        <pc:sldMkLst>
          <pc:docMk/>
          <pc:sldMk cId="2339087691" sldId="324"/>
        </pc:sldMkLst>
        <pc:picChg chg="add mod">
          <ac:chgData name="Christophe DUROS" userId="eb1009e6-e74e-431a-8f98-e63658422597" providerId="ADAL" clId="{F0CA1A07-FF06-4797-BCDD-8A67FF3A3334}" dt="2026-07-09T07:36:22.225" v="1041" actId="12788"/>
          <ac:picMkLst>
            <pc:docMk/>
            <pc:sldMk cId="2339087691" sldId="324"/>
            <ac:picMk id="3" creationId="{555C0726-4B16-8CB6-118E-AC1990B803E4}"/>
          </ac:picMkLst>
        </pc:picChg>
      </pc:sldChg>
      <pc:sldChg chg="addSp add mod ord">
        <pc:chgData name="Christophe DUROS" userId="eb1009e6-e74e-431a-8f98-e63658422597" providerId="ADAL" clId="{F0CA1A07-FF06-4797-BCDD-8A67FF3A3334}" dt="2026-07-09T07:36:40.114" v="1045"/>
        <pc:sldMkLst>
          <pc:docMk/>
          <pc:sldMk cId="3012420903" sldId="325"/>
        </pc:sldMkLst>
        <pc:picChg chg="add">
          <ac:chgData name="Christophe DUROS" userId="eb1009e6-e74e-431a-8f98-e63658422597" providerId="ADAL" clId="{F0CA1A07-FF06-4797-BCDD-8A67FF3A3334}" dt="2026-07-09T07:35:15.332" v="1030" actId="22"/>
          <ac:picMkLst>
            <pc:docMk/>
            <pc:sldMk cId="3012420903" sldId="325"/>
            <ac:picMk id="3" creationId="{6B7E2172-2AFF-22FD-A1D1-BC3CC2D27C32}"/>
          </ac:picMkLst>
        </pc:picChg>
      </pc:sldChg>
      <pc:sldChg chg="addSp add mod ord">
        <pc:chgData name="Christophe DUROS" userId="eb1009e6-e74e-431a-8f98-e63658422597" providerId="ADAL" clId="{F0CA1A07-FF06-4797-BCDD-8A67FF3A3334}" dt="2026-07-09T07:36:36.621" v="1043"/>
        <pc:sldMkLst>
          <pc:docMk/>
          <pc:sldMk cId="2250971731" sldId="326"/>
        </pc:sldMkLst>
        <pc:picChg chg="add">
          <ac:chgData name="Christophe DUROS" userId="eb1009e6-e74e-431a-8f98-e63658422597" providerId="ADAL" clId="{F0CA1A07-FF06-4797-BCDD-8A67FF3A3334}" dt="2026-07-09T07:35:23.230" v="1032" actId="22"/>
          <ac:picMkLst>
            <pc:docMk/>
            <pc:sldMk cId="2250971731" sldId="326"/>
            <ac:picMk id="3" creationId="{1AB94DAF-0F86-D80D-1F6E-F5386706FDE4}"/>
          </ac:picMkLst>
        </pc:picChg>
      </pc:sldChg>
      <pc:sldChg chg="addSp add mod ord">
        <pc:chgData name="Christophe DUROS" userId="eb1009e6-e74e-431a-8f98-e63658422597" providerId="ADAL" clId="{F0CA1A07-FF06-4797-BCDD-8A67FF3A3334}" dt="2026-07-09T07:36:58.966" v="1047"/>
        <pc:sldMkLst>
          <pc:docMk/>
          <pc:sldMk cId="2187306320" sldId="327"/>
        </pc:sldMkLst>
        <pc:picChg chg="add">
          <ac:chgData name="Christophe DUROS" userId="eb1009e6-e74e-431a-8f98-e63658422597" providerId="ADAL" clId="{F0CA1A07-FF06-4797-BCDD-8A67FF3A3334}" dt="2026-07-09T07:35:32.802" v="1034" actId="22"/>
          <ac:picMkLst>
            <pc:docMk/>
            <pc:sldMk cId="2187306320" sldId="327"/>
            <ac:picMk id="3" creationId="{02E61611-BD95-0B00-7A93-E5C36C056109}"/>
          </ac:picMkLst>
        </pc:picChg>
      </pc:sldChg>
      <pc:sldChg chg="addSp modSp add mod">
        <pc:chgData name="Christophe DUROS" userId="eb1009e6-e74e-431a-8f98-e63658422597" providerId="ADAL" clId="{F0CA1A07-FF06-4797-BCDD-8A67FF3A3334}" dt="2026-07-09T07:38:47.316" v="1051"/>
        <pc:sldMkLst>
          <pc:docMk/>
          <pc:sldMk cId="4036338030" sldId="328"/>
        </pc:sldMkLst>
        <pc:picChg chg="add mod">
          <ac:chgData name="Christophe DUROS" userId="eb1009e6-e74e-431a-8f98-e63658422597" providerId="ADAL" clId="{F0CA1A07-FF06-4797-BCDD-8A67FF3A3334}" dt="2026-07-09T07:38:47.316" v="1051"/>
          <ac:picMkLst>
            <pc:docMk/>
            <pc:sldMk cId="4036338030" sldId="328"/>
            <ac:picMk id="3" creationId="{3B2FB04A-2A05-3EE9-DFEE-0A534DDF4D60}"/>
          </ac:picMkLst>
        </pc:picChg>
      </pc:sldChg>
      <pc:sldChg chg="addSp modSp add mod">
        <pc:chgData name="Christophe DUROS" userId="eb1009e6-e74e-431a-8f98-e63658422597" providerId="ADAL" clId="{F0CA1A07-FF06-4797-BCDD-8A67FF3A3334}" dt="2026-07-09T07:39:10.272" v="1053"/>
        <pc:sldMkLst>
          <pc:docMk/>
          <pc:sldMk cId="1682028228" sldId="329"/>
        </pc:sldMkLst>
        <pc:picChg chg="add mod">
          <ac:chgData name="Christophe DUROS" userId="eb1009e6-e74e-431a-8f98-e63658422597" providerId="ADAL" clId="{F0CA1A07-FF06-4797-BCDD-8A67FF3A3334}" dt="2026-07-09T07:39:10.272" v="1053"/>
          <ac:picMkLst>
            <pc:docMk/>
            <pc:sldMk cId="1682028228" sldId="329"/>
            <ac:picMk id="3" creationId="{AEA7D749-8732-71E4-67FC-4DDBD395EA8A}"/>
          </ac:picMkLst>
        </pc:picChg>
      </pc:sldChg>
      <pc:sldChg chg="add">
        <pc:chgData name="Christophe DUROS" userId="eb1009e6-e74e-431a-8f98-e63658422597" providerId="ADAL" clId="{F0CA1A07-FF06-4797-BCDD-8A67FF3A3334}" dt="2026-07-09T07:32:09.326" v="994"/>
        <pc:sldMkLst>
          <pc:docMk/>
          <pc:sldMk cId="3509126925" sldId="330"/>
        </pc:sldMkLst>
      </pc:sldChg>
      <pc:sldChg chg="add">
        <pc:chgData name="Christophe DUROS" userId="eb1009e6-e74e-431a-8f98-e63658422597" providerId="ADAL" clId="{F0CA1A07-FF06-4797-BCDD-8A67FF3A3334}" dt="2026-07-09T07:32:09.339" v="995"/>
        <pc:sldMkLst>
          <pc:docMk/>
          <pc:sldMk cId="611403147" sldId="331"/>
        </pc:sldMkLst>
      </pc:sldChg>
      <pc:sldChg chg="add">
        <pc:chgData name="Christophe DUROS" userId="eb1009e6-e74e-431a-8f98-e63658422597" providerId="ADAL" clId="{F0CA1A07-FF06-4797-BCDD-8A67FF3A3334}" dt="2026-07-09T07:32:09.356" v="996"/>
        <pc:sldMkLst>
          <pc:docMk/>
          <pc:sldMk cId="2514122201" sldId="332"/>
        </pc:sldMkLst>
      </pc:sldChg>
      <pc:sldChg chg="add">
        <pc:chgData name="Christophe DUROS" userId="eb1009e6-e74e-431a-8f98-e63658422597" providerId="ADAL" clId="{F0CA1A07-FF06-4797-BCDD-8A67FF3A3334}" dt="2026-07-09T07:32:09.371" v="997"/>
        <pc:sldMkLst>
          <pc:docMk/>
          <pc:sldMk cId="3675648381" sldId="333"/>
        </pc:sldMkLst>
      </pc:sldChg>
      <pc:sldChg chg="add">
        <pc:chgData name="Christophe DUROS" userId="eb1009e6-e74e-431a-8f98-e63658422597" providerId="ADAL" clId="{F0CA1A07-FF06-4797-BCDD-8A67FF3A3334}" dt="2026-07-09T07:32:09.386" v="998"/>
        <pc:sldMkLst>
          <pc:docMk/>
          <pc:sldMk cId="2912848121" sldId="334"/>
        </pc:sldMkLst>
      </pc:sldChg>
      <pc:sldChg chg="add">
        <pc:chgData name="Christophe DUROS" userId="eb1009e6-e74e-431a-8f98-e63658422597" providerId="ADAL" clId="{F0CA1A07-FF06-4797-BCDD-8A67FF3A3334}" dt="2026-07-09T07:32:09.459" v="999"/>
        <pc:sldMkLst>
          <pc:docMk/>
          <pc:sldMk cId="2890465353" sldId="335"/>
        </pc:sldMkLst>
      </pc:sldChg>
      <pc:sldChg chg="add">
        <pc:chgData name="Christophe DUROS" userId="eb1009e6-e74e-431a-8f98-e63658422597" providerId="ADAL" clId="{F0CA1A07-FF06-4797-BCDD-8A67FF3A3334}" dt="2026-07-09T07:32:09.648" v="1000"/>
        <pc:sldMkLst>
          <pc:docMk/>
          <pc:sldMk cId="3976011716" sldId="336"/>
        </pc:sldMkLst>
      </pc:sldChg>
      <pc:sldChg chg="add">
        <pc:chgData name="Christophe DUROS" userId="eb1009e6-e74e-431a-8f98-e63658422597" providerId="ADAL" clId="{F0CA1A07-FF06-4797-BCDD-8A67FF3A3334}" dt="2026-07-09T07:32:09.822" v="1001"/>
        <pc:sldMkLst>
          <pc:docMk/>
          <pc:sldMk cId="2421093019" sldId="337"/>
        </pc:sldMkLst>
      </pc:sldChg>
      <pc:sldChg chg="add">
        <pc:chgData name="Christophe DUROS" userId="eb1009e6-e74e-431a-8f98-e63658422597" providerId="ADAL" clId="{F0CA1A07-FF06-4797-BCDD-8A67FF3A3334}" dt="2026-07-09T07:32:09.987" v="1002"/>
        <pc:sldMkLst>
          <pc:docMk/>
          <pc:sldMk cId="2365126066" sldId="338"/>
        </pc:sldMkLst>
      </pc:sldChg>
      <pc:sldChg chg="add">
        <pc:chgData name="Christophe DUROS" userId="eb1009e6-e74e-431a-8f98-e63658422597" providerId="ADAL" clId="{F0CA1A07-FF06-4797-BCDD-8A67FF3A3334}" dt="2026-07-09T07:32:10.168" v="1003"/>
        <pc:sldMkLst>
          <pc:docMk/>
          <pc:sldMk cId="1111465687" sldId="339"/>
        </pc:sldMkLst>
      </pc:sldChg>
      <pc:sldChg chg="add">
        <pc:chgData name="Christophe DUROS" userId="eb1009e6-e74e-431a-8f98-e63658422597" providerId="ADAL" clId="{F0CA1A07-FF06-4797-BCDD-8A67FF3A3334}" dt="2026-07-09T07:32:10.337" v="1004"/>
        <pc:sldMkLst>
          <pc:docMk/>
          <pc:sldMk cId="4002459498" sldId="340"/>
        </pc:sldMkLst>
      </pc:sldChg>
      <pc:sldChg chg="add">
        <pc:chgData name="Christophe DUROS" userId="eb1009e6-e74e-431a-8f98-e63658422597" providerId="ADAL" clId="{F0CA1A07-FF06-4797-BCDD-8A67FF3A3334}" dt="2026-07-09T07:32:10.529" v="1005"/>
        <pc:sldMkLst>
          <pc:docMk/>
          <pc:sldMk cId="2617137307" sldId="341"/>
        </pc:sldMkLst>
      </pc:sldChg>
      <pc:sldChg chg="add">
        <pc:chgData name="Christophe DUROS" userId="eb1009e6-e74e-431a-8f98-e63658422597" providerId="ADAL" clId="{F0CA1A07-FF06-4797-BCDD-8A67FF3A3334}" dt="2026-07-09T07:32:10.714" v="1006"/>
        <pc:sldMkLst>
          <pc:docMk/>
          <pc:sldMk cId="958273405" sldId="342"/>
        </pc:sldMkLst>
      </pc:sldChg>
      <pc:sldChg chg="add">
        <pc:chgData name="Christophe DUROS" userId="eb1009e6-e74e-431a-8f98-e63658422597" providerId="ADAL" clId="{F0CA1A07-FF06-4797-BCDD-8A67FF3A3334}" dt="2026-07-09T07:32:10.877" v="1007"/>
        <pc:sldMkLst>
          <pc:docMk/>
          <pc:sldMk cId="85938884" sldId="343"/>
        </pc:sldMkLst>
      </pc:sldChg>
      <pc:sldChg chg="add del">
        <pc:chgData name="Christophe DUROS" userId="eb1009e6-e74e-431a-8f98-e63658422597" providerId="ADAL" clId="{F0CA1A07-FF06-4797-BCDD-8A67FF3A3334}" dt="2026-07-09T07:32:03.618" v="986" actId="47"/>
        <pc:sldMkLst>
          <pc:docMk/>
          <pc:sldMk cId="4195089465" sldId="343"/>
        </pc:sldMkLst>
      </pc:sldChg>
      <pc:sldChg chg="addSp del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919251410" sldId="344"/>
        </pc:sldMkLst>
        <pc:picChg chg="add mod">
          <ac:chgData name="Christophe DUROS" userId="eb1009e6-e74e-431a-8f98-e63658422597" providerId="ADAL" clId="{F0CA1A07-FF06-4797-BCDD-8A67FF3A3334}" dt="2026-07-08T09:24:52.289" v="910" actId="12788"/>
          <ac:picMkLst>
            <pc:docMk/>
            <pc:sldMk cId="919251410" sldId="344"/>
            <ac:picMk id="2" creationId="{477F7FB5-D2A4-F1CA-C9A6-B3A6F11C13ED}"/>
          </ac:picMkLst>
        </pc:picChg>
        <pc:picChg chg="del">
          <ac:chgData name="Christophe DUROS" userId="eb1009e6-e74e-431a-8f98-e63658422597" providerId="ADAL" clId="{F0CA1A07-FF06-4797-BCDD-8A67FF3A3334}" dt="2026-07-08T09:23:56.262" v="906" actId="478"/>
          <ac:picMkLst>
            <pc:docMk/>
            <pc:sldMk cId="919251410" sldId="344"/>
            <ac:picMk id="3" creationId="{61DA9316-121A-3559-4256-5CE2655BA301}"/>
          </ac:picMkLst>
        </pc:picChg>
      </pc:sldChg>
      <pc:sldChg chg="add">
        <pc:chgData name="Christophe DUROS" userId="eb1009e6-e74e-431a-8f98-e63658422597" providerId="ADAL" clId="{F0CA1A07-FF06-4797-BCDD-8A67FF3A3334}" dt="2026-07-09T07:32:11.081" v="1008"/>
        <pc:sldMkLst>
          <pc:docMk/>
          <pc:sldMk cId="1869032551" sldId="344"/>
        </pc:sldMkLst>
      </pc:sldChg>
      <pc:sldChg chg="add">
        <pc:chgData name="Christophe DUROS" userId="eb1009e6-e74e-431a-8f98-e63658422597" providerId="ADAL" clId="{F0CA1A07-FF06-4797-BCDD-8A67FF3A3334}" dt="2026-07-09T07:32:11.275" v="1009"/>
        <pc:sldMkLst>
          <pc:docMk/>
          <pc:sldMk cId="2281447739" sldId="345"/>
        </pc:sldMkLst>
      </pc:sldChg>
      <pc:sldChg chg="addSp delSp modSp add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4123799372" sldId="345"/>
        </pc:sldMkLst>
        <pc:picChg chg="del">
          <ac:chgData name="Christophe DUROS" userId="eb1009e6-e74e-431a-8f98-e63658422597" providerId="ADAL" clId="{F0CA1A07-FF06-4797-BCDD-8A67FF3A3334}" dt="2026-07-08T09:25:04.232" v="912" actId="478"/>
          <ac:picMkLst>
            <pc:docMk/>
            <pc:sldMk cId="4123799372" sldId="345"/>
            <ac:picMk id="2" creationId="{F45ADF2D-00D4-F47A-08CD-D7308145F46D}"/>
          </ac:picMkLst>
        </pc:picChg>
        <pc:picChg chg="add mod">
          <ac:chgData name="Christophe DUROS" userId="eb1009e6-e74e-431a-8f98-e63658422597" providerId="ADAL" clId="{F0CA1A07-FF06-4797-BCDD-8A67FF3A3334}" dt="2026-07-08T09:26:58.279" v="926" actId="12788"/>
          <ac:picMkLst>
            <pc:docMk/>
            <pc:sldMk cId="4123799372" sldId="345"/>
            <ac:picMk id="3" creationId="{1C2691AE-EE21-0714-41E6-E678083E083B}"/>
          </ac:picMkLst>
        </pc:picChg>
      </pc:sldChg>
      <pc:sldChg chg="addSp modSp add del mod ord">
        <pc:chgData name="Christophe DUROS" userId="eb1009e6-e74e-431a-8f98-e63658422597" providerId="ADAL" clId="{F0CA1A07-FF06-4797-BCDD-8A67FF3A3334}" dt="2026-07-09T07:32:03.618" v="986" actId="47"/>
        <pc:sldMkLst>
          <pc:docMk/>
          <pc:sldMk cId="3568893460" sldId="346"/>
        </pc:sldMkLst>
        <pc:picChg chg="add mod">
          <ac:chgData name="Christophe DUROS" userId="eb1009e6-e74e-431a-8f98-e63658422597" providerId="ADAL" clId="{F0CA1A07-FF06-4797-BCDD-8A67FF3A3334}" dt="2026-07-08T09:26:10.235" v="920" actId="14100"/>
          <ac:picMkLst>
            <pc:docMk/>
            <pc:sldMk cId="3568893460" sldId="346"/>
            <ac:picMk id="2" creationId="{D9B9318A-C988-81E1-80A6-A33E9302D00A}"/>
          </ac:picMkLst>
        </pc:picChg>
      </pc:sldChg>
      <pc:sldChg chg="add">
        <pc:chgData name="Christophe DUROS" userId="eb1009e6-e74e-431a-8f98-e63658422597" providerId="ADAL" clId="{F0CA1A07-FF06-4797-BCDD-8A67FF3A3334}" dt="2026-07-09T07:32:11.449" v="1010"/>
        <pc:sldMkLst>
          <pc:docMk/>
          <pc:sldMk cId="3620464770" sldId="346"/>
        </pc:sldMkLst>
      </pc:sldChg>
      <pc:sldChg chg="addSp delSp modSp new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2597949924" sldId="347"/>
        </pc:sldMkLst>
        <pc:spChg chg="del">
          <ac:chgData name="Christophe DUROS" userId="eb1009e6-e74e-431a-8f98-e63658422597" providerId="ADAL" clId="{F0CA1A07-FF06-4797-BCDD-8A67FF3A3334}" dt="2026-07-08T12:01:21.497" v="949" actId="478"/>
          <ac:spMkLst>
            <pc:docMk/>
            <pc:sldMk cId="2597949924" sldId="347"/>
            <ac:spMk id="2" creationId="{6DA3CE54-8885-0F6F-EB7D-E4EAA0EA7A53}"/>
          </ac:spMkLst>
        </pc:spChg>
        <pc:spChg chg="del">
          <ac:chgData name="Christophe DUROS" userId="eb1009e6-e74e-431a-8f98-e63658422597" providerId="ADAL" clId="{F0CA1A07-FF06-4797-BCDD-8A67FF3A3334}" dt="2026-07-08T12:01:23.944" v="950" actId="478"/>
          <ac:spMkLst>
            <pc:docMk/>
            <pc:sldMk cId="2597949924" sldId="347"/>
            <ac:spMk id="3" creationId="{A22241EA-740B-92AF-869A-B9ED12FDDCB0}"/>
          </ac:spMkLst>
        </pc:spChg>
        <pc:picChg chg="add mod">
          <ac:chgData name="Christophe DUROS" userId="eb1009e6-e74e-431a-8f98-e63658422597" providerId="ADAL" clId="{F0CA1A07-FF06-4797-BCDD-8A67FF3A3334}" dt="2026-07-08T12:01:36.479" v="952"/>
          <ac:picMkLst>
            <pc:docMk/>
            <pc:sldMk cId="2597949924" sldId="347"/>
            <ac:picMk id="5" creationId="{A6FDA641-853A-7771-4056-6DC5FE32F81C}"/>
          </ac:picMkLst>
        </pc:picChg>
      </pc:sldChg>
      <pc:sldChg chg="add">
        <pc:chgData name="Christophe DUROS" userId="eb1009e6-e74e-431a-8f98-e63658422597" providerId="ADAL" clId="{F0CA1A07-FF06-4797-BCDD-8A67FF3A3334}" dt="2026-07-09T07:32:11.647" v="1011"/>
        <pc:sldMkLst>
          <pc:docMk/>
          <pc:sldMk cId="3559486968" sldId="347"/>
        </pc:sldMkLst>
      </pc:sldChg>
      <pc:sldChg chg="addSp modSp add del">
        <pc:chgData name="Christophe DUROS" userId="eb1009e6-e74e-431a-8f98-e63658422597" providerId="ADAL" clId="{F0CA1A07-FF06-4797-BCDD-8A67FF3A3334}" dt="2026-07-08T09:44:20.823" v="931" actId="47"/>
        <pc:sldMkLst>
          <pc:docMk/>
          <pc:sldMk cId="3781131876" sldId="347"/>
        </pc:sldMkLst>
        <pc:picChg chg="add mod">
          <ac:chgData name="Christophe DUROS" userId="eb1009e6-e74e-431a-8f98-e63658422597" providerId="ADAL" clId="{F0CA1A07-FF06-4797-BCDD-8A67FF3A3334}" dt="2026-07-08T09:26:42.175" v="923"/>
          <ac:picMkLst>
            <pc:docMk/>
            <pc:sldMk cId="3781131876" sldId="347"/>
            <ac:picMk id="2" creationId="{FD42572E-4ECC-B68C-632D-D6BA4D035401}"/>
          </ac:picMkLst>
        </pc:picChg>
      </pc:sldChg>
      <pc:sldChg chg="delSp add del mod">
        <pc:chgData name="Christophe DUROS" userId="eb1009e6-e74e-431a-8f98-e63658422597" providerId="ADAL" clId="{F0CA1A07-FF06-4797-BCDD-8A67FF3A3334}" dt="2026-07-08T12:01:02.616" v="943" actId="47"/>
        <pc:sldMkLst>
          <pc:docMk/>
          <pc:sldMk cId="4098339777" sldId="347"/>
        </pc:sldMkLst>
        <pc:picChg chg="del">
          <ac:chgData name="Christophe DUROS" userId="eb1009e6-e74e-431a-8f98-e63658422597" providerId="ADAL" clId="{F0CA1A07-FF06-4797-BCDD-8A67FF3A3334}" dt="2026-07-08T11:50:07.036" v="933" actId="478"/>
          <ac:picMkLst>
            <pc:docMk/>
            <pc:sldMk cId="4098339777" sldId="347"/>
            <ac:picMk id="2" creationId="{5DCB6DA1-B3A2-15B6-BD53-6221506E7B19}"/>
          </ac:picMkLst>
        </pc:picChg>
      </pc:sldChg>
      <pc:sldChg chg="add del">
        <pc:chgData name="Christophe DUROS" userId="eb1009e6-e74e-431a-8f98-e63658422597" providerId="ADAL" clId="{F0CA1A07-FF06-4797-BCDD-8A67FF3A3334}" dt="2026-07-08T09:41:29.096" v="929" actId="47"/>
        <pc:sldMkLst>
          <pc:docMk/>
          <pc:sldMk cId="2433671061" sldId="348"/>
        </pc:sldMkLst>
      </pc:sldChg>
      <pc:sldChg chg="addSp delSp modSp new del mod">
        <pc:chgData name="Christophe DUROS" userId="eb1009e6-e74e-431a-8f98-e63658422597" providerId="ADAL" clId="{F0CA1A07-FF06-4797-BCDD-8A67FF3A3334}" dt="2026-07-09T07:32:03.618" v="986" actId="47"/>
        <pc:sldMkLst>
          <pc:docMk/>
          <pc:sldMk cId="3084964505" sldId="348"/>
        </pc:sldMkLst>
        <pc:spChg chg="del">
          <ac:chgData name="Christophe DUROS" userId="eb1009e6-e74e-431a-8f98-e63658422597" providerId="ADAL" clId="{F0CA1A07-FF06-4797-BCDD-8A67FF3A3334}" dt="2026-07-08T12:11:48.117" v="954" actId="478"/>
          <ac:spMkLst>
            <pc:docMk/>
            <pc:sldMk cId="3084964505" sldId="348"/>
            <ac:spMk id="2" creationId="{32F031F2-F682-D83D-7249-77EE92610FDC}"/>
          </ac:spMkLst>
        </pc:spChg>
        <pc:spChg chg="del">
          <ac:chgData name="Christophe DUROS" userId="eb1009e6-e74e-431a-8f98-e63658422597" providerId="ADAL" clId="{F0CA1A07-FF06-4797-BCDD-8A67FF3A3334}" dt="2026-07-08T12:11:50.394" v="955" actId="478"/>
          <ac:spMkLst>
            <pc:docMk/>
            <pc:sldMk cId="3084964505" sldId="348"/>
            <ac:spMk id="3" creationId="{65BC4DF5-2157-D1D0-CE43-2D44A7DE956F}"/>
          </ac:spMkLst>
        </pc:spChg>
        <pc:picChg chg="add mod">
          <ac:chgData name="Christophe DUROS" userId="eb1009e6-e74e-431a-8f98-e63658422597" providerId="ADAL" clId="{F0CA1A07-FF06-4797-BCDD-8A67FF3A3334}" dt="2026-07-08T12:12:00.788" v="957"/>
          <ac:picMkLst>
            <pc:docMk/>
            <pc:sldMk cId="3084964505" sldId="348"/>
            <ac:picMk id="5" creationId="{F5270209-918A-500B-CB14-7897FA33CE77}"/>
          </ac:picMkLst>
        </pc:picChg>
      </pc:sldChg>
      <pc:sldChg chg="delSp add del mod">
        <pc:chgData name="Christophe DUROS" userId="eb1009e6-e74e-431a-8f98-e63658422597" providerId="ADAL" clId="{F0CA1A07-FF06-4797-BCDD-8A67FF3A3334}" dt="2026-07-08T12:01:03.273" v="944" actId="47"/>
        <pc:sldMkLst>
          <pc:docMk/>
          <pc:sldMk cId="4095769610" sldId="348"/>
        </pc:sldMkLst>
        <pc:picChg chg="del">
          <ac:chgData name="Christophe DUROS" userId="eb1009e6-e74e-431a-8f98-e63658422597" providerId="ADAL" clId="{F0CA1A07-FF06-4797-BCDD-8A67FF3A3334}" dt="2026-07-08T11:50:23.455" v="940" actId="478"/>
          <ac:picMkLst>
            <pc:docMk/>
            <pc:sldMk cId="4095769610" sldId="348"/>
            <ac:picMk id="2" creationId="{744B3228-45B9-3134-6498-E1C5D877634A}"/>
          </ac:picMkLst>
        </pc:picChg>
      </pc:sldChg>
      <pc:sldChg chg="add del">
        <pc:chgData name="Christophe DUROS" userId="eb1009e6-e74e-431a-8f98-e63658422597" providerId="ADAL" clId="{F0CA1A07-FF06-4797-BCDD-8A67FF3A3334}" dt="2026-07-08T09:41:31.828" v="930" actId="47"/>
        <pc:sldMkLst>
          <pc:docMk/>
          <pc:sldMk cId="518520344" sldId="349"/>
        </pc:sldMkLst>
      </pc:sldChg>
      <pc:sldChg chg="delSp add del mod">
        <pc:chgData name="Christophe DUROS" userId="eb1009e6-e74e-431a-8f98-e63658422597" providerId="ADAL" clId="{F0CA1A07-FF06-4797-BCDD-8A67FF3A3334}" dt="2026-07-08T12:01:04.681" v="945" actId="47"/>
        <pc:sldMkLst>
          <pc:docMk/>
          <pc:sldMk cId="2683104344" sldId="349"/>
        </pc:sldMkLst>
        <pc:picChg chg="del">
          <ac:chgData name="Christophe DUROS" userId="eb1009e6-e74e-431a-8f98-e63658422597" providerId="ADAL" clId="{F0CA1A07-FF06-4797-BCDD-8A67FF3A3334}" dt="2026-07-08T11:50:21.614" v="939" actId="478"/>
          <ac:picMkLst>
            <pc:docMk/>
            <pc:sldMk cId="2683104344" sldId="349"/>
            <ac:picMk id="2" creationId="{EE28DDA1-3842-C06E-D6C3-B6448E09F069}"/>
          </ac:picMkLst>
        </pc:picChg>
      </pc:sldChg>
      <pc:sldChg chg="delSp add del mod">
        <pc:chgData name="Christophe DUROS" userId="eb1009e6-e74e-431a-8f98-e63658422597" providerId="ADAL" clId="{F0CA1A07-FF06-4797-BCDD-8A67FF3A3334}" dt="2026-07-08T12:01:05.384" v="946" actId="47"/>
        <pc:sldMkLst>
          <pc:docMk/>
          <pc:sldMk cId="3524633436" sldId="350"/>
        </pc:sldMkLst>
        <pc:picChg chg="del">
          <ac:chgData name="Christophe DUROS" userId="eb1009e6-e74e-431a-8f98-e63658422597" providerId="ADAL" clId="{F0CA1A07-FF06-4797-BCDD-8A67FF3A3334}" dt="2026-07-08T11:50:25.065" v="941" actId="478"/>
          <ac:picMkLst>
            <pc:docMk/>
            <pc:sldMk cId="3524633436" sldId="350"/>
            <ac:picMk id="2" creationId="{7F864597-8573-93FE-A0A7-928688B1EBBE}"/>
          </ac:picMkLst>
        </pc:picChg>
      </pc:sldChg>
      <pc:sldChg chg="delSp add del mod">
        <pc:chgData name="Christophe DUROS" userId="eb1009e6-e74e-431a-8f98-e63658422597" providerId="ADAL" clId="{F0CA1A07-FF06-4797-BCDD-8A67FF3A3334}" dt="2026-07-08T12:01:07.499" v="947" actId="47"/>
        <pc:sldMkLst>
          <pc:docMk/>
          <pc:sldMk cId="1532996455" sldId="351"/>
        </pc:sldMkLst>
        <pc:picChg chg="del">
          <ac:chgData name="Christophe DUROS" userId="eb1009e6-e74e-431a-8f98-e63658422597" providerId="ADAL" clId="{F0CA1A07-FF06-4797-BCDD-8A67FF3A3334}" dt="2026-07-08T11:50:19.095" v="938" actId="478"/>
          <ac:picMkLst>
            <pc:docMk/>
            <pc:sldMk cId="1532996455" sldId="351"/>
            <ac:picMk id="2" creationId="{863575F7-2FE5-E168-141B-E56DF456DF7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BF6EFA6-6033-A0BC-5E40-B80668A381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68E8D0-7ED5-DF90-47CA-1F4DDCB9DA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9538A-47C0-4B4A-B9F9-AFBC332DB4E3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C19838-06BA-4D13-28CB-A54D2B209A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4C492B-5F99-4CC0-1039-D81A0195D9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40E1A-63EA-4022-8761-1A075E984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84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E8EAE-4AEA-474A-B757-618CF215EC4C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451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BB3A9-7416-4ED7-8561-08D9AF09C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3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09CC8-FE02-70F4-B5A0-EDFE207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7765" y="6233802"/>
            <a:ext cx="1659118" cy="365125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algn="r"/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1108758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09B14-ACC0-3F81-5A94-4FE47F58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799FAF-B3E4-E9C1-45C6-DE0F8BBA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1BA8CC-7219-082D-E328-157649C5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1A0544-7038-3081-CEC8-A3CB5DC6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315CC33C-0CE2-E2B6-5B51-47D234EE660C}"/>
              </a:ext>
            </a:extLst>
          </p:cNvPr>
          <p:cNvSpPr txBox="1">
            <a:spLocks/>
          </p:cNvSpPr>
          <p:nvPr userDrawn="1"/>
        </p:nvSpPr>
        <p:spPr>
          <a:xfrm>
            <a:off x="10397765" y="6546624"/>
            <a:ext cx="165911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F3D2153-4921-46C8-8401-A4C490ACF323}" type="slidenum">
              <a:rPr lang="fr-FR" sz="1200" smtClean="0"/>
              <a:pPr algn="r"/>
              <a:t>‹N°›</a:t>
            </a:fld>
            <a:r>
              <a:rPr lang="fr-FR" sz="1200" dirty="0"/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260937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69FC9E-C5F0-4F8B-2CBD-65C25E42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D10C14-CC9C-B227-8578-9CA9407C6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A658A0-505B-B87C-CAC3-E668A935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4AFDCC-BFF1-ED57-5FB8-171216AA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C8971F8-BF84-C60E-EF50-FD80949D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5733" y="6510533"/>
            <a:ext cx="1659118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68967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E2222D-C0F5-41FB-8D33-592CBC62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D7B5DC-AB6B-BBE3-3E06-F291FC2C3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D78419-0A52-AB46-49C6-EDEE697E0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4DCB00-B81E-A490-19CB-BB365CBC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9E0BAA-2FB4-5720-674D-063DA878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C01976FF-6910-8B6F-1D66-8C318469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357" y="6390214"/>
            <a:ext cx="1252525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88012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FD890-10F2-332A-CC0B-112BFBFC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64A36C-C35C-C52B-BE5B-53DB057CF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CA0143-74A7-BCD4-D86F-851C20E1A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6147CB-1F32-2BB1-F050-515C11D9E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2905BF-9B41-44AB-B35B-27313699E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F167813-3ADB-B0DA-E9E5-158BB3EC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D03699-BF7E-86B8-063C-0819420C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D57CB8C-0DF7-BD24-F2AA-C505CC71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463" y="6438343"/>
            <a:ext cx="831420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30314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5480A-49BD-B3D4-06F1-DD1F7C53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0F9338-AB39-E2D3-788A-CE60F75D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7E0416-4261-9F0C-88F9-46D4E5C2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32F905-5A78-EE66-5135-D2677C37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7179" y="6486468"/>
            <a:ext cx="939704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70695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E386FB-424D-6BDC-22DB-1F0C6F87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8E7654-51AA-AECA-D631-0F4BAD51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CF542731-6299-BF74-CFCD-E39AB93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1557" y="6414278"/>
            <a:ext cx="795325" cy="365125"/>
          </a:xfrm>
        </p:spPr>
        <p:txBody>
          <a:bodyPr/>
          <a:lstStyle>
            <a:lvl1pPr>
              <a:defRPr sz="1200" b="1"/>
            </a:lvl1pPr>
          </a:lstStyle>
          <a:p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493265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F0DA19-D7E3-189D-64DB-B20BA716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AC0D06-0D2E-B548-9C4B-1DC8548D8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7079B0-DCCA-547E-6787-BA26EC5F3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D9911A-1B25-1EE1-9FB5-C2A8D708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5DAA7F-F54B-94FC-5070-3EB4C91F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7ABBDD-F3B8-4220-3861-A8B4AD37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2221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14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2ED08-FC3C-9DE7-4383-0AB89D9B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1AB29BC-9579-E107-96BE-ECC95A908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BD6785-C8D0-356F-64AE-B64595659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152B9D-DBAB-A9E3-5B29-3F6BFB488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E6AA69-F049-F97C-CFF0-5C9B9DD5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F58915-7668-55EA-8CF8-D250B18A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63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65616-B5EA-4DB3-52B9-9E3C6D6C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1906A5-67CB-B4DA-B60D-9495D751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FFFA2D-A7C5-C0C3-49EA-068F35EA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D8139D-104A-C26C-B561-A1886725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BD47B-A387-254A-5EDD-B1B562BE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80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521EB79-4A94-B130-A46E-9407C8691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6A3766-F64C-B963-4DEB-C8EF6B32E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B0681-0545-707D-1B5E-61D458D9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03F190-780C-AC83-3EB2-66E04E40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83C83-1004-B2FA-31D4-3697A61C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3D2153-4921-46C8-8401-A4C490ACF3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35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9B3BB51-1258-A837-3BC8-4CED0DD1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90848A-3520-78AA-5BF5-3D7521900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41854D-CA2C-7A45-5F04-9C8AB2EF7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8612AC-EE93-0546-8C9D-6C7160DDE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0DD6C6A6-87BB-1340-AA5B-0E933138E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7765" y="6233802"/>
            <a:ext cx="1659118" cy="365125"/>
          </a:xfrm>
          <a:prstGeom prst="rect">
            <a:avLst/>
          </a:prstGeom>
        </p:spPr>
        <p:txBody>
          <a:bodyPr/>
          <a:lstStyle>
            <a:lvl1pPr algn="r">
              <a:defRPr sz="2400" b="1"/>
            </a:lvl1pPr>
          </a:lstStyle>
          <a:p>
            <a:pPr algn="r"/>
            <a:fld id="{7F3D2153-4921-46C8-8401-A4C490ACF323}" type="slidenum">
              <a:rPr lang="fr-FR" smtClean="0"/>
              <a:pPr/>
              <a:t>‹N°›</a:t>
            </a:fld>
            <a:r>
              <a:rPr lang="fr-FR" dirty="0"/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421871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E0F9-561A-80E7-F533-98F62C1C6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5EC01C-B7D0-DE0C-FEC1-E02EB2F7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AB94DAF-0F86-D80D-1F6E-F5386706F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7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0816-D60A-5B6E-01C5-1BDBB44A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4DC61B-5467-5235-BCB4-765800EE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B7E2172-2AFF-22FD-A1D1-BC3CC2D27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2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138BA-17B4-178A-15FC-6EB1CAA2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A0F664-5546-558A-3AF8-1C585445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3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2E61611-BD95-0B00-7A93-E5C36C056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0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ED595-B373-F2FD-F347-9F407F6FC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53293D-1142-1763-82BD-143F4517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4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55C0726-4B16-8CB6-118E-AC1990B80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8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A4E949-2B87-1C8D-0FA8-61507409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5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829E3E-F655-7FB1-547D-6A17C99C0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734C34D-105B-97D7-9753-D169A4665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FE5C434-A43A-4C5B-4D82-43ABB0234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AD05017-0A13-81D3-02EA-2F7B026A5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4115656-A5F0-E4F8-43FE-D934D7B81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25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9E9D-F288-3414-9CDB-EC110B0E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A2FCFA-CB69-C105-04BE-CCA594F7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6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0FB8D6-E83B-2B8C-B611-0B364071B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488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5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1CD8-AEB8-47B7-25BC-3A127F39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FC3B85-3A39-A288-9378-5E2398B8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7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B2FB04A-2A05-3EE9-DFEE-0A534DDF4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3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4E65A-4A9D-4992-510E-85A6F82D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7AF9B0-86F4-72FD-2388-90808F39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8</a:t>
            </a:fld>
            <a:r>
              <a:rPr lang="fr-FR" sz="1200" dirty="0"/>
              <a:t> / 27</a:t>
            </a:r>
            <a:endParaRPr lang="fr-FR" sz="12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EA7D749-8732-71E4-67FC-4DDBD395E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2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472D-A488-CBF3-66F4-E91E06BB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4AD788-E509-DF71-56DD-A4DF535C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9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50912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5986-2C00-91FD-E89A-4C7F296D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B44418-F08E-348F-F2E4-E6806226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10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611403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73BA-21CB-83F9-81E4-C530DC31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54D344-5F16-E4DA-4D35-959ABE1F6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11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51412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C884-EB7C-9FFB-C924-23580D66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AC0BC1-4463-5718-3E10-E7ACB5CF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12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67564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976E-305A-805C-425A-0017E2A3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33EB8B-0902-E911-1DBA-0D3C3D024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13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912848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EEE8-37B8-C992-9E8C-10AE9BDF8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6AA409-715C-A311-3F1B-A99770E6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14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890465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D74E-2A0F-DA39-8689-F4040154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C7E1D7-D574-5D10-3076-77A568B2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15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976011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FC550-5366-A56A-A181-9D2A6E43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60C00B-D775-3006-75B7-E9A1C297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16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421093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40E0-98BD-BD0C-7B4B-36AEC00B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4D2A03-98F9-5D35-DD12-B830E3DE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17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365126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28EFA-103B-F0F1-AB39-1C7D1530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16948-EC37-CCCC-D53B-31A181E4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18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1111465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F579-7094-F855-36FE-41BB6C93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C66D46-FB03-573D-9704-A46F6D4C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19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4002459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7621-234F-F978-9293-909351FA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74C38B-FF31-2CE5-AA66-7A0C0BE7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20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617137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31E8-F6A2-AEC6-A4D4-38F2BC8C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27EA62-2D49-144B-DE83-11E104F2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21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958273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3B6F-D832-8C5F-4605-FF4DFE09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F5129B-3D93-6123-E29F-69AA6588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22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85938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5150-715E-7BE5-A95C-2BAA6CA9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7EB918-484D-B2A0-14BF-44C4C46A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23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1869032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0F53-22B0-D72F-0D5E-8D4E8F0E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3AE2BC-404D-B90D-5888-E57CB650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24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281447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2B21-75CF-69DD-0CAA-4A4E098F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546562-4F58-4B3F-B5F0-4EE060D9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25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620464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C80E-B349-5C76-3444-FFD3FCC4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8CA229-4CC6-29B8-A309-7FF16309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2153-4921-46C8-8401-A4C490ACF323}" type="slidenum">
              <a:rPr lang="fr-FR" sz="1200" smtClean="0"/>
              <a:pPr/>
              <a:t>26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559486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2CF5CF-6DD3-C596-C9EA-7C001874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9815" y="6390217"/>
            <a:ext cx="697067" cy="365125"/>
          </a:xfrm>
        </p:spPr>
        <p:txBody>
          <a:bodyPr/>
          <a:lstStyle/>
          <a:p>
            <a:fld id="{7F3D2153-4921-46C8-8401-A4C490ACF323}" type="slidenum">
              <a:rPr lang="fr-FR" sz="1200" smtClean="0"/>
              <a:pPr/>
              <a:t>27</a:t>
            </a:fld>
            <a:r>
              <a:rPr lang="fr-FR" sz="1200" dirty="0"/>
              <a:t> / 27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3602534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883B-4F40-ACB3-F3EB-B24E0CBC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44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2337-17C9-B669-4CD9-A57CE52F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170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3A18-E14B-23A1-524A-48F877D1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86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6E25D-17E5-2942-B226-EA3470EF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537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9FAD-7031-1935-A603-DF42F48A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140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1BB6-70AB-13A5-56D1-77645746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915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9A52-0E99-E760-44D8-D7B653A1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688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BAF0F-DC6C-F970-993D-86A5A8E0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1078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81</Words>
  <Application>Microsoft Office PowerPoint</Application>
  <PresentationFormat>Grand écran</PresentationFormat>
  <Paragraphs>27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DUROS</dc:creator>
  <cp:lastModifiedBy>Christophe DUROS</cp:lastModifiedBy>
  <cp:revision>15</cp:revision>
  <cp:lastPrinted>2026-06-17T15:16:13Z</cp:lastPrinted>
  <dcterms:created xsi:type="dcterms:W3CDTF">2026-04-28T13:03:52Z</dcterms:created>
  <dcterms:modified xsi:type="dcterms:W3CDTF">2026-07-09T07:39:21Z</dcterms:modified>
</cp:coreProperties>
</file>