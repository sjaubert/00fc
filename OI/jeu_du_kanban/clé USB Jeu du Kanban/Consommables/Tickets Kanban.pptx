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15" r:id="rId2"/>
    <p:sldId id="283" r:id="rId3"/>
    <p:sldId id="316" r:id="rId4"/>
    <p:sldId id="284" r:id="rId5"/>
    <p:sldId id="317" r:id="rId6"/>
    <p:sldId id="309" r:id="rId7"/>
    <p:sldId id="318" r:id="rId8"/>
    <p:sldId id="319" r:id="rId9"/>
    <p:sldId id="310" r:id="rId10"/>
    <p:sldId id="320" r:id="rId11"/>
    <p:sldId id="321" r:id="rId12"/>
    <p:sldId id="267" r:id="rId13"/>
    <p:sldId id="294" r:id="rId14"/>
    <p:sldId id="295" r:id="rId15"/>
    <p:sldId id="296" r:id="rId16"/>
    <p:sldId id="297" r:id="rId17"/>
    <p:sldId id="298" r:id="rId18"/>
  </p:sldIdLst>
  <p:sldSz cx="10553700" cy="7239000"/>
  <p:notesSz cx="6888163" cy="9228138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B2B2B2"/>
    <a:srgbClr val="CCFF99"/>
    <a:srgbClr val="CC3399"/>
    <a:srgbClr val="00CC00"/>
    <a:srgbClr val="FFFF00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-77" y="-614"/>
      </p:cViewPr>
      <p:guideLst>
        <p:guide orient="horz" pos="2280"/>
        <p:guide pos="33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-1554" y="-78"/>
      </p:cViewPr>
      <p:guideLst>
        <p:guide orient="horz" pos="2906"/>
        <p:guide pos="21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fr-FR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 altLang="fr-FR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630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fr-FR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630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9063E5C-F220-41A8-8E3F-D4E27E7F03D7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104548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Eras Bold ITC" pitchFamily="34" charset="0"/>
              </a:defRPr>
            </a:lvl1pPr>
          </a:lstStyle>
          <a:p>
            <a:endParaRPr lang="fr-FR" altLang="fr-FR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Eras Bold ITC" pitchFamily="34" charset="0"/>
              </a:defRPr>
            </a:lvl1pPr>
          </a:lstStyle>
          <a:p>
            <a:endParaRPr lang="fr-FR" altLang="fr-FR"/>
          </a:p>
        </p:txBody>
      </p:sp>
      <p:sp>
        <p:nvSpPr>
          <p:cNvPr id="40964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630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Eras Bold ITC" pitchFamily="34" charset="0"/>
              </a:defRPr>
            </a:lvl1pPr>
          </a:lstStyle>
          <a:p>
            <a:endParaRPr lang="fr-FR" altLang="fr-FR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630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Eras Bold ITC" pitchFamily="34" charset="0"/>
              </a:defRPr>
            </a:lvl1pPr>
          </a:lstStyle>
          <a:p>
            <a:fld id="{42C45149-CE3F-42FB-9249-027F7C087A9F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198495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7FDA9C-12E1-485F-9F82-302DBDD4EF8C}" type="slidenum">
              <a:rPr lang="fr-FR" altLang="fr-FR"/>
              <a:pPr/>
              <a:t>1</a:t>
            </a:fld>
            <a:endParaRPr lang="fr-FR" altLang="fr-FR"/>
          </a:p>
        </p:txBody>
      </p:sp>
      <p:sp>
        <p:nvSpPr>
          <p:cNvPr id="199682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3125" y="685800"/>
            <a:ext cx="5111750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9683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5EE441-099C-417E-8A8F-A609EADA883D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119810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BA2C65-E80D-4873-A11C-B973C11FE5DA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201730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1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737FBD-DBE1-497C-AF21-BF4C2FA1EAAB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121858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59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8ED1E0-F15E-47A1-9B03-887948115C50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203778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3779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A562B4-C8CE-4765-92D1-BE29C413D46A}" type="slidenum">
              <a:rPr lang="fr-FR" altLang="fr-FR"/>
              <a:pPr/>
              <a:t>6</a:t>
            </a:fld>
            <a:endParaRPr lang="fr-FR" altLang="fr-FR"/>
          </a:p>
        </p:txBody>
      </p:sp>
      <p:sp>
        <p:nvSpPr>
          <p:cNvPr id="183298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3299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E27EF4-F883-4FB8-8A8E-F4279C985F32}" type="slidenum">
              <a:rPr lang="fr-FR" altLang="fr-FR"/>
              <a:pPr/>
              <a:t>7</a:t>
            </a:fld>
            <a:endParaRPr lang="fr-FR" altLang="fr-FR"/>
          </a:p>
        </p:txBody>
      </p:sp>
      <p:sp>
        <p:nvSpPr>
          <p:cNvPr id="205826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827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59A9F4-FD59-47F2-B9B2-9E7E31134F8B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207874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7875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ECE526-549E-49AA-8C97-1BE86BAAB3E5}" type="slidenum">
              <a:rPr lang="fr-FR" altLang="fr-FR"/>
              <a:pPr/>
              <a:t>9</a:t>
            </a:fld>
            <a:endParaRPr lang="fr-FR" altLang="fr-FR"/>
          </a:p>
        </p:txBody>
      </p:sp>
      <p:sp>
        <p:nvSpPr>
          <p:cNvPr id="185346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5347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2A701B-9AB8-40BC-B7F1-A93E31795FA3}" type="slidenum">
              <a:rPr lang="fr-FR" altLang="fr-FR"/>
              <a:pPr/>
              <a:t>10</a:t>
            </a:fld>
            <a:endParaRPr lang="fr-FR" altLang="fr-FR"/>
          </a:p>
        </p:txBody>
      </p:sp>
      <p:sp>
        <p:nvSpPr>
          <p:cNvPr id="209922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9923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8463E6-B89B-47D7-9EA7-9D47C0A2ED3E}" type="slidenum">
              <a:rPr lang="fr-FR" altLang="fr-FR"/>
              <a:pPr/>
              <a:t>11</a:t>
            </a:fld>
            <a:endParaRPr lang="fr-FR" altLang="fr-FR"/>
          </a:p>
        </p:txBody>
      </p:sp>
      <p:sp>
        <p:nvSpPr>
          <p:cNvPr id="211970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1971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2F052E-EA61-457D-9FEB-D85EFBF7D63E}" type="slidenum">
              <a:rPr lang="fr-FR" altLang="fr-FR"/>
              <a:pPr/>
              <a:t>12</a:t>
            </a:fld>
            <a:endParaRPr lang="fr-FR" altLang="fr-FR"/>
          </a:p>
        </p:txBody>
      </p:sp>
      <p:sp>
        <p:nvSpPr>
          <p:cNvPr id="87042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C15E37-08A1-4050-A02F-8095ED3E1115}" type="slidenum">
              <a:rPr lang="fr-FR" altLang="fr-FR"/>
              <a:pPr/>
              <a:t>13</a:t>
            </a:fld>
            <a:endParaRPr lang="fr-FR" altLang="fr-FR"/>
          </a:p>
        </p:txBody>
      </p:sp>
      <p:sp>
        <p:nvSpPr>
          <p:cNvPr id="142338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39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4F5985-BE77-4F99-ACE5-12712E3E07C4}" type="slidenum">
              <a:rPr lang="fr-FR" altLang="fr-FR"/>
              <a:pPr/>
              <a:t>14</a:t>
            </a:fld>
            <a:endParaRPr lang="fr-FR" altLang="fr-FR"/>
          </a:p>
        </p:txBody>
      </p:sp>
      <p:sp>
        <p:nvSpPr>
          <p:cNvPr id="144386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A202B0-B81C-42E6-BA38-910BDD95E884}" type="slidenum">
              <a:rPr lang="fr-FR" altLang="fr-FR"/>
              <a:pPr/>
              <a:t>15</a:t>
            </a:fld>
            <a:endParaRPr lang="fr-FR" altLang="fr-FR"/>
          </a:p>
        </p:txBody>
      </p:sp>
      <p:sp>
        <p:nvSpPr>
          <p:cNvPr id="146434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6435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33BB24-01B4-4E36-8E37-1894ED8F3CC4}" type="slidenum">
              <a:rPr lang="fr-FR" altLang="fr-FR"/>
              <a:pPr/>
              <a:t>16</a:t>
            </a:fld>
            <a:endParaRPr lang="fr-FR" altLang="fr-FR"/>
          </a:p>
        </p:txBody>
      </p:sp>
      <p:sp>
        <p:nvSpPr>
          <p:cNvPr id="148482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483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C5AD0F-3D84-4C89-858A-139062D99492}" type="slidenum">
              <a:rPr lang="fr-FR" altLang="fr-FR"/>
              <a:pPr/>
              <a:t>17</a:t>
            </a:fld>
            <a:endParaRPr lang="fr-FR" altLang="fr-FR"/>
          </a:p>
        </p:txBody>
      </p:sp>
      <p:sp>
        <p:nvSpPr>
          <p:cNvPr id="152578" name="Rectangle 2"/>
          <p:cNvSpPr>
            <a:spLocks noChangeArrowheads="1"/>
          </p:cNvSpPr>
          <p:nvPr>
            <p:ph type="sldImg"/>
          </p:nvPr>
        </p:nvSpPr>
        <p:spPr bwMode="auto">
          <a:xfrm>
            <a:off x="874713" y="685800"/>
            <a:ext cx="5108575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579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4196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sk-SK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92163" y="2249488"/>
            <a:ext cx="8969375" cy="1550987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82738" y="4102100"/>
            <a:ext cx="7388225" cy="18494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1948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7050" y="290513"/>
            <a:ext cx="9499600" cy="12065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27050" y="1689100"/>
            <a:ext cx="9499600" cy="4776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217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3438" y="4651375"/>
            <a:ext cx="8970962" cy="14382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3438" y="3068638"/>
            <a:ext cx="897096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90386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7050" y="290513"/>
            <a:ext cx="9499600" cy="12065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27050" y="1689100"/>
            <a:ext cx="4673600" cy="477678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353050" y="1689100"/>
            <a:ext cx="4673600" cy="477678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5804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7050" y="290513"/>
            <a:ext cx="9499600" cy="1206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27050" y="1620838"/>
            <a:ext cx="4664075" cy="6746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27050" y="2295525"/>
            <a:ext cx="4664075" cy="41703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360988" y="1620838"/>
            <a:ext cx="4665662" cy="6746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360988" y="2295525"/>
            <a:ext cx="4665662" cy="41703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17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7050" y="290513"/>
            <a:ext cx="9499600" cy="12065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177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3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7050" y="288925"/>
            <a:ext cx="3473450" cy="12255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125913" y="288925"/>
            <a:ext cx="5900737" cy="61769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27050" y="1514475"/>
            <a:ext cx="3473450" cy="4951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5747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68513" y="5067300"/>
            <a:ext cx="6332537" cy="59848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068513" y="646113"/>
            <a:ext cx="6332537" cy="4343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068513" y="5665788"/>
            <a:ext cx="6332537" cy="849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2701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7050" y="290513"/>
            <a:ext cx="9499600" cy="12065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27050" y="1689100"/>
            <a:ext cx="9499600" cy="47767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3797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651750" y="290513"/>
            <a:ext cx="2374900" cy="6175375"/>
          </a:xfrm>
          <a:prstGeom prst="rect">
            <a:avLst/>
          </a:prstGeo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27050" y="290513"/>
            <a:ext cx="6972300" cy="61753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489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Line 66"/>
          <p:cNvSpPr>
            <a:spLocks noChangeShapeType="1"/>
          </p:cNvSpPr>
          <p:nvPr userDrawn="1"/>
        </p:nvSpPr>
        <p:spPr bwMode="auto">
          <a:xfrm>
            <a:off x="871538" y="76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91" name="Line 67"/>
          <p:cNvSpPr>
            <a:spLocks noChangeShapeType="1"/>
          </p:cNvSpPr>
          <p:nvPr userDrawn="1"/>
        </p:nvSpPr>
        <p:spPr bwMode="auto">
          <a:xfrm>
            <a:off x="2130425" y="76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92" name="Line 68"/>
          <p:cNvSpPr>
            <a:spLocks noChangeShapeType="1"/>
          </p:cNvSpPr>
          <p:nvPr userDrawn="1"/>
        </p:nvSpPr>
        <p:spPr bwMode="auto">
          <a:xfrm>
            <a:off x="3389313" y="76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93" name="Line 69"/>
          <p:cNvSpPr>
            <a:spLocks noChangeShapeType="1"/>
          </p:cNvSpPr>
          <p:nvPr userDrawn="1"/>
        </p:nvSpPr>
        <p:spPr bwMode="auto">
          <a:xfrm>
            <a:off x="4646613" y="76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94" name="Line 70"/>
          <p:cNvSpPr>
            <a:spLocks noChangeShapeType="1"/>
          </p:cNvSpPr>
          <p:nvPr userDrawn="1"/>
        </p:nvSpPr>
        <p:spPr bwMode="auto">
          <a:xfrm>
            <a:off x="5905500" y="76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95" name="Line 71"/>
          <p:cNvSpPr>
            <a:spLocks noChangeShapeType="1"/>
          </p:cNvSpPr>
          <p:nvPr userDrawn="1"/>
        </p:nvSpPr>
        <p:spPr bwMode="auto">
          <a:xfrm>
            <a:off x="7161213" y="76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96" name="Line 72"/>
          <p:cNvSpPr>
            <a:spLocks noChangeShapeType="1"/>
          </p:cNvSpPr>
          <p:nvPr userDrawn="1"/>
        </p:nvSpPr>
        <p:spPr bwMode="auto">
          <a:xfrm>
            <a:off x="8420100" y="76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97" name="Line 73"/>
          <p:cNvSpPr>
            <a:spLocks noChangeShapeType="1"/>
          </p:cNvSpPr>
          <p:nvPr userDrawn="1"/>
        </p:nvSpPr>
        <p:spPr bwMode="auto">
          <a:xfrm>
            <a:off x="9677400" y="76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98" name="Line 74"/>
          <p:cNvSpPr>
            <a:spLocks noChangeShapeType="1"/>
          </p:cNvSpPr>
          <p:nvPr userDrawn="1"/>
        </p:nvSpPr>
        <p:spPr bwMode="auto">
          <a:xfrm>
            <a:off x="871538" y="6934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99" name="Line 75"/>
          <p:cNvSpPr>
            <a:spLocks noChangeShapeType="1"/>
          </p:cNvSpPr>
          <p:nvPr userDrawn="1"/>
        </p:nvSpPr>
        <p:spPr bwMode="auto">
          <a:xfrm>
            <a:off x="2130425" y="6934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00" name="Line 76"/>
          <p:cNvSpPr>
            <a:spLocks noChangeShapeType="1"/>
          </p:cNvSpPr>
          <p:nvPr userDrawn="1"/>
        </p:nvSpPr>
        <p:spPr bwMode="auto">
          <a:xfrm>
            <a:off x="3389313" y="6934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01" name="Line 77"/>
          <p:cNvSpPr>
            <a:spLocks noChangeShapeType="1"/>
          </p:cNvSpPr>
          <p:nvPr userDrawn="1"/>
        </p:nvSpPr>
        <p:spPr bwMode="auto">
          <a:xfrm>
            <a:off x="4646613" y="6934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02" name="Line 78"/>
          <p:cNvSpPr>
            <a:spLocks noChangeShapeType="1"/>
          </p:cNvSpPr>
          <p:nvPr userDrawn="1"/>
        </p:nvSpPr>
        <p:spPr bwMode="auto">
          <a:xfrm>
            <a:off x="5905500" y="6934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03" name="Line 79"/>
          <p:cNvSpPr>
            <a:spLocks noChangeShapeType="1"/>
          </p:cNvSpPr>
          <p:nvPr userDrawn="1"/>
        </p:nvSpPr>
        <p:spPr bwMode="auto">
          <a:xfrm>
            <a:off x="7161213" y="6934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04" name="Line 80"/>
          <p:cNvSpPr>
            <a:spLocks noChangeShapeType="1"/>
          </p:cNvSpPr>
          <p:nvPr userDrawn="1"/>
        </p:nvSpPr>
        <p:spPr bwMode="auto">
          <a:xfrm>
            <a:off x="8420100" y="6934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05" name="Line 81"/>
          <p:cNvSpPr>
            <a:spLocks noChangeShapeType="1"/>
          </p:cNvSpPr>
          <p:nvPr userDrawn="1"/>
        </p:nvSpPr>
        <p:spPr bwMode="auto">
          <a:xfrm>
            <a:off x="9677400" y="69342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06" name="Line 82"/>
          <p:cNvSpPr>
            <a:spLocks noChangeShapeType="1"/>
          </p:cNvSpPr>
          <p:nvPr userDrawn="1"/>
        </p:nvSpPr>
        <p:spPr bwMode="auto">
          <a:xfrm>
            <a:off x="381000" y="381000"/>
            <a:ext cx="381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07" name="Line 83"/>
          <p:cNvSpPr>
            <a:spLocks noChangeShapeType="1"/>
          </p:cNvSpPr>
          <p:nvPr userDrawn="1"/>
        </p:nvSpPr>
        <p:spPr bwMode="auto">
          <a:xfrm>
            <a:off x="381000" y="2000250"/>
            <a:ext cx="381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08" name="Line 84"/>
          <p:cNvSpPr>
            <a:spLocks noChangeShapeType="1"/>
          </p:cNvSpPr>
          <p:nvPr userDrawn="1"/>
        </p:nvSpPr>
        <p:spPr bwMode="auto">
          <a:xfrm>
            <a:off x="381000" y="3619500"/>
            <a:ext cx="381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09" name="Line 85"/>
          <p:cNvSpPr>
            <a:spLocks noChangeShapeType="1"/>
          </p:cNvSpPr>
          <p:nvPr userDrawn="1"/>
        </p:nvSpPr>
        <p:spPr bwMode="auto">
          <a:xfrm>
            <a:off x="381000" y="5238750"/>
            <a:ext cx="381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10" name="Line 86"/>
          <p:cNvSpPr>
            <a:spLocks noChangeShapeType="1"/>
          </p:cNvSpPr>
          <p:nvPr userDrawn="1"/>
        </p:nvSpPr>
        <p:spPr bwMode="auto">
          <a:xfrm>
            <a:off x="381000" y="6858000"/>
            <a:ext cx="381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11" name="Line 87"/>
          <p:cNvSpPr>
            <a:spLocks noChangeShapeType="1"/>
          </p:cNvSpPr>
          <p:nvPr userDrawn="1"/>
        </p:nvSpPr>
        <p:spPr bwMode="auto">
          <a:xfrm>
            <a:off x="9829800" y="381000"/>
            <a:ext cx="381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12" name="Line 88"/>
          <p:cNvSpPr>
            <a:spLocks noChangeShapeType="1"/>
          </p:cNvSpPr>
          <p:nvPr userDrawn="1"/>
        </p:nvSpPr>
        <p:spPr bwMode="auto">
          <a:xfrm>
            <a:off x="9829800" y="2000250"/>
            <a:ext cx="381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13" name="Line 89"/>
          <p:cNvSpPr>
            <a:spLocks noChangeShapeType="1"/>
          </p:cNvSpPr>
          <p:nvPr userDrawn="1"/>
        </p:nvSpPr>
        <p:spPr bwMode="auto">
          <a:xfrm>
            <a:off x="9829800" y="3619500"/>
            <a:ext cx="381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14" name="Line 90"/>
          <p:cNvSpPr>
            <a:spLocks noChangeShapeType="1"/>
          </p:cNvSpPr>
          <p:nvPr userDrawn="1"/>
        </p:nvSpPr>
        <p:spPr bwMode="auto">
          <a:xfrm>
            <a:off x="9829800" y="5238750"/>
            <a:ext cx="381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15" name="Line 91"/>
          <p:cNvSpPr>
            <a:spLocks noChangeShapeType="1"/>
          </p:cNvSpPr>
          <p:nvPr userDrawn="1"/>
        </p:nvSpPr>
        <p:spPr bwMode="auto">
          <a:xfrm>
            <a:off x="9829800" y="6858000"/>
            <a:ext cx="381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Text Box 2"/>
          <p:cNvSpPr txBox="1">
            <a:spLocks noChangeArrowheads="1"/>
          </p:cNvSpPr>
          <p:nvPr/>
        </p:nvSpPr>
        <p:spPr bwMode="auto">
          <a:xfrm>
            <a:off x="406400" y="2082800"/>
            <a:ext cx="9748838" cy="31623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fr-FR" altLang="fr-FR" sz="7200" b="1">
                <a:solidFill>
                  <a:schemeClr val="bg1"/>
                </a:solidFill>
              </a:rPr>
              <a:t>NE PAS METTRE</a:t>
            </a:r>
          </a:p>
          <a:p>
            <a:pPr algn="ctr">
              <a:lnSpc>
                <a:spcPct val="140000"/>
              </a:lnSpc>
            </a:pPr>
            <a:r>
              <a:rPr lang="fr-FR" altLang="fr-FR" sz="7200" b="1">
                <a:solidFill>
                  <a:schemeClr val="bg1"/>
                </a:solidFill>
              </a:rPr>
              <a:t>à l'échelle de la feuille</a:t>
            </a:r>
            <a:endParaRPr lang="sk-SK" altLang="fr-FR" sz="72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880" name="Group 96"/>
          <p:cNvGrpSpPr>
            <a:grpSpLocks/>
          </p:cNvGrpSpPr>
          <p:nvPr/>
        </p:nvGrpSpPr>
        <p:grpSpPr bwMode="auto">
          <a:xfrm>
            <a:off x="868363" y="360363"/>
            <a:ext cx="8807450" cy="1619250"/>
            <a:chOff x="549" y="227"/>
            <a:chExt cx="5548" cy="1020"/>
          </a:xfrm>
        </p:grpSpPr>
        <p:sp>
          <p:nvSpPr>
            <p:cNvPr id="118786" name="Rectangle 2"/>
            <p:cNvSpPr>
              <a:spLocks noChangeArrowheads="1"/>
            </p:cNvSpPr>
            <p:nvPr/>
          </p:nvSpPr>
          <p:spPr bwMode="auto">
            <a:xfrm>
              <a:off x="549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814" name="Rectangle 30"/>
            <p:cNvSpPr>
              <a:spLocks noChangeArrowheads="1"/>
            </p:cNvSpPr>
            <p:nvPr/>
          </p:nvSpPr>
          <p:spPr bwMode="auto">
            <a:xfrm>
              <a:off x="798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15" name="Rectangle 31"/>
            <p:cNvSpPr>
              <a:spLocks noChangeArrowheads="1"/>
            </p:cNvSpPr>
            <p:nvPr/>
          </p:nvSpPr>
          <p:spPr bwMode="auto">
            <a:xfrm>
              <a:off x="1591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16" name="Rectangle 32"/>
            <p:cNvSpPr>
              <a:spLocks noChangeArrowheads="1"/>
            </p:cNvSpPr>
            <p:nvPr/>
          </p:nvSpPr>
          <p:spPr bwMode="auto">
            <a:xfrm>
              <a:off x="238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17" name="Rectangle 33"/>
            <p:cNvSpPr>
              <a:spLocks noChangeArrowheads="1"/>
            </p:cNvSpPr>
            <p:nvPr/>
          </p:nvSpPr>
          <p:spPr bwMode="auto">
            <a:xfrm>
              <a:off x="317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18" name="Rectangle 34"/>
            <p:cNvSpPr>
              <a:spLocks noChangeArrowheads="1"/>
            </p:cNvSpPr>
            <p:nvPr/>
          </p:nvSpPr>
          <p:spPr bwMode="auto">
            <a:xfrm>
              <a:off x="3967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19" name="Rectangle 35"/>
            <p:cNvSpPr>
              <a:spLocks noChangeArrowheads="1"/>
            </p:cNvSpPr>
            <p:nvPr/>
          </p:nvSpPr>
          <p:spPr bwMode="auto">
            <a:xfrm>
              <a:off x="4760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20" name="Rectangle 36"/>
            <p:cNvSpPr>
              <a:spLocks noChangeArrowheads="1"/>
            </p:cNvSpPr>
            <p:nvPr/>
          </p:nvSpPr>
          <p:spPr bwMode="auto">
            <a:xfrm>
              <a:off x="5552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68" name="Rectangle 84"/>
            <p:cNvSpPr>
              <a:spLocks noChangeArrowheads="1"/>
            </p:cNvSpPr>
            <p:nvPr/>
          </p:nvSpPr>
          <p:spPr bwMode="auto">
            <a:xfrm>
              <a:off x="134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869" name="Rectangle 85"/>
            <p:cNvSpPr>
              <a:spLocks noChangeArrowheads="1"/>
            </p:cNvSpPr>
            <p:nvPr/>
          </p:nvSpPr>
          <p:spPr bwMode="auto">
            <a:xfrm>
              <a:off x="214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870" name="Rectangle 86"/>
            <p:cNvSpPr>
              <a:spLocks noChangeArrowheads="1"/>
            </p:cNvSpPr>
            <p:nvPr/>
          </p:nvSpPr>
          <p:spPr bwMode="auto">
            <a:xfrm>
              <a:off x="2927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871" name="Rectangle 87"/>
            <p:cNvSpPr>
              <a:spLocks noChangeArrowheads="1"/>
            </p:cNvSpPr>
            <p:nvPr/>
          </p:nvSpPr>
          <p:spPr bwMode="auto">
            <a:xfrm>
              <a:off x="3722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872" name="Rectangle 88"/>
            <p:cNvSpPr>
              <a:spLocks noChangeArrowheads="1"/>
            </p:cNvSpPr>
            <p:nvPr/>
          </p:nvSpPr>
          <p:spPr bwMode="auto">
            <a:xfrm>
              <a:off x="450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873" name="Rectangle 89"/>
            <p:cNvSpPr>
              <a:spLocks noChangeArrowheads="1"/>
            </p:cNvSpPr>
            <p:nvPr/>
          </p:nvSpPr>
          <p:spPr bwMode="auto">
            <a:xfrm>
              <a:off x="530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874" name="Rectangle 90"/>
            <p:cNvSpPr>
              <a:spLocks noChangeArrowheads="1"/>
            </p:cNvSpPr>
            <p:nvPr/>
          </p:nvSpPr>
          <p:spPr bwMode="auto">
            <a:xfrm>
              <a:off x="1598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75" name="Rectangle 91"/>
            <p:cNvSpPr>
              <a:spLocks noChangeArrowheads="1"/>
            </p:cNvSpPr>
            <p:nvPr/>
          </p:nvSpPr>
          <p:spPr bwMode="auto">
            <a:xfrm>
              <a:off x="239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76" name="Rectangle 92"/>
            <p:cNvSpPr>
              <a:spLocks noChangeArrowheads="1"/>
            </p:cNvSpPr>
            <p:nvPr/>
          </p:nvSpPr>
          <p:spPr bwMode="auto">
            <a:xfrm>
              <a:off x="319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77" name="Rectangle 93"/>
            <p:cNvSpPr>
              <a:spLocks noChangeArrowheads="1"/>
            </p:cNvSpPr>
            <p:nvPr/>
          </p:nvSpPr>
          <p:spPr bwMode="auto">
            <a:xfrm>
              <a:off x="3951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78" name="Rectangle 94"/>
            <p:cNvSpPr>
              <a:spLocks noChangeArrowheads="1"/>
            </p:cNvSpPr>
            <p:nvPr/>
          </p:nvSpPr>
          <p:spPr bwMode="auto">
            <a:xfrm>
              <a:off x="474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79" name="Rectangle 95"/>
            <p:cNvSpPr>
              <a:spLocks noChangeArrowheads="1"/>
            </p:cNvSpPr>
            <p:nvPr/>
          </p:nvSpPr>
          <p:spPr bwMode="auto">
            <a:xfrm>
              <a:off x="554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18881" name="Group 97"/>
          <p:cNvGrpSpPr>
            <a:grpSpLocks/>
          </p:cNvGrpSpPr>
          <p:nvPr/>
        </p:nvGrpSpPr>
        <p:grpSpPr bwMode="auto">
          <a:xfrm>
            <a:off x="866775" y="1987550"/>
            <a:ext cx="8807450" cy="1619250"/>
            <a:chOff x="549" y="227"/>
            <a:chExt cx="5548" cy="1020"/>
          </a:xfrm>
        </p:grpSpPr>
        <p:sp>
          <p:nvSpPr>
            <p:cNvPr id="118882" name="Rectangle 98"/>
            <p:cNvSpPr>
              <a:spLocks noChangeArrowheads="1"/>
            </p:cNvSpPr>
            <p:nvPr/>
          </p:nvSpPr>
          <p:spPr bwMode="auto">
            <a:xfrm>
              <a:off x="549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883" name="Rectangle 99"/>
            <p:cNvSpPr>
              <a:spLocks noChangeArrowheads="1"/>
            </p:cNvSpPr>
            <p:nvPr/>
          </p:nvSpPr>
          <p:spPr bwMode="auto">
            <a:xfrm>
              <a:off x="798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84" name="Rectangle 100"/>
            <p:cNvSpPr>
              <a:spLocks noChangeArrowheads="1"/>
            </p:cNvSpPr>
            <p:nvPr/>
          </p:nvSpPr>
          <p:spPr bwMode="auto">
            <a:xfrm>
              <a:off x="1591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85" name="Rectangle 101"/>
            <p:cNvSpPr>
              <a:spLocks noChangeArrowheads="1"/>
            </p:cNvSpPr>
            <p:nvPr/>
          </p:nvSpPr>
          <p:spPr bwMode="auto">
            <a:xfrm>
              <a:off x="238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86" name="Rectangle 102"/>
            <p:cNvSpPr>
              <a:spLocks noChangeArrowheads="1"/>
            </p:cNvSpPr>
            <p:nvPr/>
          </p:nvSpPr>
          <p:spPr bwMode="auto">
            <a:xfrm>
              <a:off x="317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87" name="Rectangle 103"/>
            <p:cNvSpPr>
              <a:spLocks noChangeArrowheads="1"/>
            </p:cNvSpPr>
            <p:nvPr/>
          </p:nvSpPr>
          <p:spPr bwMode="auto">
            <a:xfrm>
              <a:off x="3967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88" name="Rectangle 104"/>
            <p:cNvSpPr>
              <a:spLocks noChangeArrowheads="1"/>
            </p:cNvSpPr>
            <p:nvPr/>
          </p:nvSpPr>
          <p:spPr bwMode="auto">
            <a:xfrm>
              <a:off x="4760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89" name="Rectangle 105"/>
            <p:cNvSpPr>
              <a:spLocks noChangeArrowheads="1"/>
            </p:cNvSpPr>
            <p:nvPr/>
          </p:nvSpPr>
          <p:spPr bwMode="auto">
            <a:xfrm>
              <a:off x="5552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90" name="Rectangle 106"/>
            <p:cNvSpPr>
              <a:spLocks noChangeArrowheads="1"/>
            </p:cNvSpPr>
            <p:nvPr/>
          </p:nvSpPr>
          <p:spPr bwMode="auto">
            <a:xfrm>
              <a:off x="134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891" name="Rectangle 107"/>
            <p:cNvSpPr>
              <a:spLocks noChangeArrowheads="1"/>
            </p:cNvSpPr>
            <p:nvPr/>
          </p:nvSpPr>
          <p:spPr bwMode="auto">
            <a:xfrm>
              <a:off x="214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892" name="Rectangle 108"/>
            <p:cNvSpPr>
              <a:spLocks noChangeArrowheads="1"/>
            </p:cNvSpPr>
            <p:nvPr/>
          </p:nvSpPr>
          <p:spPr bwMode="auto">
            <a:xfrm>
              <a:off x="2927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893" name="Rectangle 109"/>
            <p:cNvSpPr>
              <a:spLocks noChangeArrowheads="1"/>
            </p:cNvSpPr>
            <p:nvPr/>
          </p:nvSpPr>
          <p:spPr bwMode="auto">
            <a:xfrm>
              <a:off x="3722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894" name="Rectangle 110"/>
            <p:cNvSpPr>
              <a:spLocks noChangeArrowheads="1"/>
            </p:cNvSpPr>
            <p:nvPr/>
          </p:nvSpPr>
          <p:spPr bwMode="auto">
            <a:xfrm>
              <a:off x="450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895" name="Rectangle 111"/>
            <p:cNvSpPr>
              <a:spLocks noChangeArrowheads="1"/>
            </p:cNvSpPr>
            <p:nvPr/>
          </p:nvSpPr>
          <p:spPr bwMode="auto">
            <a:xfrm>
              <a:off x="530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896" name="Rectangle 112"/>
            <p:cNvSpPr>
              <a:spLocks noChangeArrowheads="1"/>
            </p:cNvSpPr>
            <p:nvPr/>
          </p:nvSpPr>
          <p:spPr bwMode="auto">
            <a:xfrm>
              <a:off x="1598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97" name="Rectangle 113"/>
            <p:cNvSpPr>
              <a:spLocks noChangeArrowheads="1"/>
            </p:cNvSpPr>
            <p:nvPr/>
          </p:nvSpPr>
          <p:spPr bwMode="auto">
            <a:xfrm>
              <a:off x="239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98" name="Rectangle 114"/>
            <p:cNvSpPr>
              <a:spLocks noChangeArrowheads="1"/>
            </p:cNvSpPr>
            <p:nvPr/>
          </p:nvSpPr>
          <p:spPr bwMode="auto">
            <a:xfrm>
              <a:off x="319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899" name="Rectangle 115"/>
            <p:cNvSpPr>
              <a:spLocks noChangeArrowheads="1"/>
            </p:cNvSpPr>
            <p:nvPr/>
          </p:nvSpPr>
          <p:spPr bwMode="auto">
            <a:xfrm>
              <a:off x="3951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00" name="Rectangle 116"/>
            <p:cNvSpPr>
              <a:spLocks noChangeArrowheads="1"/>
            </p:cNvSpPr>
            <p:nvPr/>
          </p:nvSpPr>
          <p:spPr bwMode="auto">
            <a:xfrm>
              <a:off x="474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01" name="Rectangle 117"/>
            <p:cNvSpPr>
              <a:spLocks noChangeArrowheads="1"/>
            </p:cNvSpPr>
            <p:nvPr/>
          </p:nvSpPr>
          <p:spPr bwMode="auto">
            <a:xfrm>
              <a:off x="554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18902" name="Group 118"/>
          <p:cNvGrpSpPr>
            <a:grpSpLocks/>
          </p:cNvGrpSpPr>
          <p:nvPr/>
        </p:nvGrpSpPr>
        <p:grpSpPr bwMode="auto">
          <a:xfrm>
            <a:off x="868363" y="3632200"/>
            <a:ext cx="8807450" cy="1619250"/>
            <a:chOff x="549" y="227"/>
            <a:chExt cx="5548" cy="1020"/>
          </a:xfrm>
        </p:grpSpPr>
        <p:sp>
          <p:nvSpPr>
            <p:cNvPr id="118903" name="Rectangle 119"/>
            <p:cNvSpPr>
              <a:spLocks noChangeArrowheads="1"/>
            </p:cNvSpPr>
            <p:nvPr/>
          </p:nvSpPr>
          <p:spPr bwMode="auto">
            <a:xfrm>
              <a:off x="549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904" name="Rectangle 120"/>
            <p:cNvSpPr>
              <a:spLocks noChangeArrowheads="1"/>
            </p:cNvSpPr>
            <p:nvPr/>
          </p:nvSpPr>
          <p:spPr bwMode="auto">
            <a:xfrm>
              <a:off x="798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05" name="Rectangle 121"/>
            <p:cNvSpPr>
              <a:spLocks noChangeArrowheads="1"/>
            </p:cNvSpPr>
            <p:nvPr/>
          </p:nvSpPr>
          <p:spPr bwMode="auto">
            <a:xfrm>
              <a:off x="1591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06" name="Rectangle 122"/>
            <p:cNvSpPr>
              <a:spLocks noChangeArrowheads="1"/>
            </p:cNvSpPr>
            <p:nvPr/>
          </p:nvSpPr>
          <p:spPr bwMode="auto">
            <a:xfrm>
              <a:off x="238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07" name="Rectangle 123"/>
            <p:cNvSpPr>
              <a:spLocks noChangeArrowheads="1"/>
            </p:cNvSpPr>
            <p:nvPr/>
          </p:nvSpPr>
          <p:spPr bwMode="auto">
            <a:xfrm>
              <a:off x="317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08" name="Rectangle 124"/>
            <p:cNvSpPr>
              <a:spLocks noChangeArrowheads="1"/>
            </p:cNvSpPr>
            <p:nvPr/>
          </p:nvSpPr>
          <p:spPr bwMode="auto">
            <a:xfrm>
              <a:off x="3967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09" name="Rectangle 125"/>
            <p:cNvSpPr>
              <a:spLocks noChangeArrowheads="1"/>
            </p:cNvSpPr>
            <p:nvPr/>
          </p:nvSpPr>
          <p:spPr bwMode="auto">
            <a:xfrm>
              <a:off x="4760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10" name="Rectangle 126"/>
            <p:cNvSpPr>
              <a:spLocks noChangeArrowheads="1"/>
            </p:cNvSpPr>
            <p:nvPr/>
          </p:nvSpPr>
          <p:spPr bwMode="auto">
            <a:xfrm>
              <a:off x="5552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11" name="Rectangle 127"/>
            <p:cNvSpPr>
              <a:spLocks noChangeArrowheads="1"/>
            </p:cNvSpPr>
            <p:nvPr/>
          </p:nvSpPr>
          <p:spPr bwMode="auto">
            <a:xfrm>
              <a:off x="134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912" name="Rectangle 128"/>
            <p:cNvSpPr>
              <a:spLocks noChangeArrowheads="1"/>
            </p:cNvSpPr>
            <p:nvPr/>
          </p:nvSpPr>
          <p:spPr bwMode="auto">
            <a:xfrm>
              <a:off x="214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913" name="Rectangle 129"/>
            <p:cNvSpPr>
              <a:spLocks noChangeArrowheads="1"/>
            </p:cNvSpPr>
            <p:nvPr/>
          </p:nvSpPr>
          <p:spPr bwMode="auto">
            <a:xfrm>
              <a:off x="2927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914" name="Rectangle 130"/>
            <p:cNvSpPr>
              <a:spLocks noChangeArrowheads="1"/>
            </p:cNvSpPr>
            <p:nvPr/>
          </p:nvSpPr>
          <p:spPr bwMode="auto">
            <a:xfrm>
              <a:off x="3722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915" name="Rectangle 131"/>
            <p:cNvSpPr>
              <a:spLocks noChangeArrowheads="1"/>
            </p:cNvSpPr>
            <p:nvPr/>
          </p:nvSpPr>
          <p:spPr bwMode="auto">
            <a:xfrm>
              <a:off x="450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916" name="Rectangle 132"/>
            <p:cNvSpPr>
              <a:spLocks noChangeArrowheads="1"/>
            </p:cNvSpPr>
            <p:nvPr/>
          </p:nvSpPr>
          <p:spPr bwMode="auto">
            <a:xfrm>
              <a:off x="530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917" name="Rectangle 133"/>
            <p:cNvSpPr>
              <a:spLocks noChangeArrowheads="1"/>
            </p:cNvSpPr>
            <p:nvPr/>
          </p:nvSpPr>
          <p:spPr bwMode="auto">
            <a:xfrm>
              <a:off x="1598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18" name="Rectangle 134"/>
            <p:cNvSpPr>
              <a:spLocks noChangeArrowheads="1"/>
            </p:cNvSpPr>
            <p:nvPr/>
          </p:nvSpPr>
          <p:spPr bwMode="auto">
            <a:xfrm>
              <a:off x="239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19" name="Rectangle 135"/>
            <p:cNvSpPr>
              <a:spLocks noChangeArrowheads="1"/>
            </p:cNvSpPr>
            <p:nvPr/>
          </p:nvSpPr>
          <p:spPr bwMode="auto">
            <a:xfrm>
              <a:off x="319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20" name="Rectangle 136"/>
            <p:cNvSpPr>
              <a:spLocks noChangeArrowheads="1"/>
            </p:cNvSpPr>
            <p:nvPr/>
          </p:nvSpPr>
          <p:spPr bwMode="auto">
            <a:xfrm>
              <a:off x="3951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21" name="Rectangle 137"/>
            <p:cNvSpPr>
              <a:spLocks noChangeArrowheads="1"/>
            </p:cNvSpPr>
            <p:nvPr/>
          </p:nvSpPr>
          <p:spPr bwMode="auto">
            <a:xfrm>
              <a:off x="474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22" name="Rectangle 138"/>
            <p:cNvSpPr>
              <a:spLocks noChangeArrowheads="1"/>
            </p:cNvSpPr>
            <p:nvPr/>
          </p:nvSpPr>
          <p:spPr bwMode="auto">
            <a:xfrm>
              <a:off x="554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18923" name="Group 139"/>
          <p:cNvGrpSpPr>
            <a:grpSpLocks/>
          </p:cNvGrpSpPr>
          <p:nvPr/>
        </p:nvGrpSpPr>
        <p:grpSpPr bwMode="auto">
          <a:xfrm>
            <a:off x="866775" y="5259388"/>
            <a:ext cx="8807450" cy="1619250"/>
            <a:chOff x="549" y="227"/>
            <a:chExt cx="5548" cy="1020"/>
          </a:xfrm>
        </p:grpSpPr>
        <p:sp>
          <p:nvSpPr>
            <p:cNvPr id="118924" name="Rectangle 140"/>
            <p:cNvSpPr>
              <a:spLocks noChangeArrowheads="1"/>
            </p:cNvSpPr>
            <p:nvPr/>
          </p:nvSpPr>
          <p:spPr bwMode="auto">
            <a:xfrm>
              <a:off x="549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925" name="Rectangle 141"/>
            <p:cNvSpPr>
              <a:spLocks noChangeArrowheads="1"/>
            </p:cNvSpPr>
            <p:nvPr/>
          </p:nvSpPr>
          <p:spPr bwMode="auto">
            <a:xfrm>
              <a:off x="798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26" name="Rectangle 142"/>
            <p:cNvSpPr>
              <a:spLocks noChangeArrowheads="1"/>
            </p:cNvSpPr>
            <p:nvPr/>
          </p:nvSpPr>
          <p:spPr bwMode="auto">
            <a:xfrm>
              <a:off x="1591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27" name="Rectangle 143"/>
            <p:cNvSpPr>
              <a:spLocks noChangeArrowheads="1"/>
            </p:cNvSpPr>
            <p:nvPr/>
          </p:nvSpPr>
          <p:spPr bwMode="auto">
            <a:xfrm>
              <a:off x="238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28" name="Rectangle 144"/>
            <p:cNvSpPr>
              <a:spLocks noChangeArrowheads="1"/>
            </p:cNvSpPr>
            <p:nvPr/>
          </p:nvSpPr>
          <p:spPr bwMode="auto">
            <a:xfrm>
              <a:off x="317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29" name="Rectangle 145"/>
            <p:cNvSpPr>
              <a:spLocks noChangeArrowheads="1"/>
            </p:cNvSpPr>
            <p:nvPr/>
          </p:nvSpPr>
          <p:spPr bwMode="auto">
            <a:xfrm>
              <a:off x="3967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30" name="Rectangle 146"/>
            <p:cNvSpPr>
              <a:spLocks noChangeArrowheads="1"/>
            </p:cNvSpPr>
            <p:nvPr/>
          </p:nvSpPr>
          <p:spPr bwMode="auto">
            <a:xfrm>
              <a:off x="4760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31" name="Rectangle 147"/>
            <p:cNvSpPr>
              <a:spLocks noChangeArrowheads="1"/>
            </p:cNvSpPr>
            <p:nvPr/>
          </p:nvSpPr>
          <p:spPr bwMode="auto">
            <a:xfrm>
              <a:off x="5552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32" name="Rectangle 148"/>
            <p:cNvSpPr>
              <a:spLocks noChangeArrowheads="1"/>
            </p:cNvSpPr>
            <p:nvPr/>
          </p:nvSpPr>
          <p:spPr bwMode="auto">
            <a:xfrm>
              <a:off x="134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933" name="Rectangle 149"/>
            <p:cNvSpPr>
              <a:spLocks noChangeArrowheads="1"/>
            </p:cNvSpPr>
            <p:nvPr/>
          </p:nvSpPr>
          <p:spPr bwMode="auto">
            <a:xfrm>
              <a:off x="214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934" name="Rectangle 150"/>
            <p:cNvSpPr>
              <a:spLocks noChangeArrowheads="1"/>
            </p:cNvSpPr>
            <p:nvPr/>
          </p:nvSpPr>
          <p:spPr bwMode="auto">
            <a:xfrm>
              <a:off x="2927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935" name="Rectangle 151"/>
            <p:cNvSpPr>
              <a:spLocks noChangeArrowheads="1"/>
            </p:cNvSpPr>
            <p:nvPr/>
          </p:nvSpPr>
          <p:spPr bwMode="auto">
            <a:xfrm>
              <a:off x="3722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936" name="Rectangle 152"/>
            <p:cNvSpPr>
              <a:spLocks noChangeArrowheads="1"/>
            </p:cNvSpPr>
            <p:nvPr/>
          </p:nvSpPr>
          <p:spPr bwMode="auto">
            <a:xfrm>
              <a:off x="450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937" name="Rectangle 153"/>
            <p:cNvSpPr>
              <a:spLocks noChangeArrowheads="1"/>
            </p:cNvSpPr>
            <p:nvPr/>
          </p:nvSpPr>
          <p:spPr bwMode="auto">
            <a:xfrm>
              <a:off x="5304" y="227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Engrenages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18938" name="Rectangle 154"/>
            <p:cNvSpPr>
              <a:spLocks noChangeArrowheads="1"/>
            </p:cNvSpPr>
            <p:nvPr/>
          </p:nvSpPr>
          <p:spPr bwMode="auto">
            <a:xfrm>
              <a:off x="1598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39" name="Rectangle 155"/>
            <p:cNvSpPr>
              <a:spLocks noChangeArrowheads="1"/>
            </p:cNvSpPr>
            <p:nvPr/>
          </p:nvSpPr>
          <p:spPr bwMode="auto">
            <a:xfrm>
              <a:off x="239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40" name="Rectangle 156"/>
            <p:cNvSpPr>
              <a:spLocks noChangeArrowheads="1"/>
            </p:cNvSpPr>
            <p:nvPr/>
          </p:nvSpPr>
          <p:spPr bwMode="auto">
            <a:xfrm>
              <a:off x="319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41" name="Rectangle 157"/>
            <p:cNvSpPr>
              <a:spLocks noChangeArrowheads="1"/>
            </p:cNvSpPr>
            <p:nvPr/>
          </p:nvSpPr>
          <p:spPr bwMode="auto">
            <a:xfrm>
              <a:off x="3951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42" name="Rectangle 158"/>
            <p:cNvSpPr>
              <a:spLocks noChangeArrowheads="1"/>
            </p:cNvSpPr>
            <p:nvPr/>
          </p:nvSpPr>
          <p:spPr bwMode="auto">
            <a:xfrm>
              <a:off x="474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943" name="Rectangle 159"/>
            <p:cNvSpPr>
              <a:spLocks noChangeArrowheads="1"/>
            </p:cNvSpPr>
            <p:nvPr/>
          </p:nvSpPr>
          <p:spPr bwMode="auto">
            <a:xfrm>
              <a:off x="554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7" name="Rectangle 3"/>
          <p:cNvSpPr>
            <a:spLocks noChangeArrowheads="1"/>
          </p:cNvSpPr>
          <p:nvPr/>
        </p:nvSpPr>
        <p:spPr bwMode="auto">
          <a:xfrm>
            <a:off x="868363" y="360363"/>
            <a:ext cx="1258887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08" name="Rectangle 4"/>
          <p:cNvSpPr>
            <a:spLocks noChangeArrowheads="1"/>
          </p:cNvSpPr>
          <p:nvPr/>
        </p:nvSpPr>
        <p:spPr bwMode="auto">
          <a:xfrm>
            <a:off x="1263650" y="1092200"/>
            <a:ext cx="468313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09" name="Rectangle 5"/>
          <p:cNvSpPr>
            <a:spLocks noChangeArrowheads="1"/>
          </p:cNvSpPr>
          <p:nvPr/>
        </p:nvSpPr>
        <p:spPr bwMode="auto">
          <a:xfrm>
            <a:off x="2522538" y="1092200"/>
            <a:ext cx="468312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10" name="Rectangle 6"/>
          <p:cNvSpPr>
            <a:spLocks noChangeArrowheads="1"/>
          </p:cNvSpPr>
          <p:nvPr/>
        </p:nvSpPr>
        <p:spPr bwMode="auto">
          <a:xfrm>
            <a:off x="3779838" y="1092200"/>
            <a:ext cx="468312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11" name="Rectangle 7"/>
          <p:cNvSpPr>
            <a:spLocks noChangeArrowheads="1"/>
          </p:cNvSpPr>
          <p:nvPr/>
        </p:nvSpPr>
        <p:spPr bwMode="auto">
          <a:xfrm>
            <a:off x="5038725" y="1092200"/>
            <a:ext cx="468313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12" name="Rectangle 8"/>
          <p:cNvSpPr>
            <a:spLocks noChangeArrowheads="1"/>
          </p:cNvSpPr>
          <p:nvPr/>
        </p:nvSpPr>
        <p:spPr bwMode="auto">
          <a:xfrm>
            <a:off x="6294438" y="1092200"/>
            <a:ext cx="468312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13" name="Rectangle 9"/>
          <p:cNvSpPr>
            <a:spLocks noChangeArrowheads="1"/>
          </p:cNvSpPr>
          <p:nvPr/>
        </p:nvSpPr>
        <p:spPr bwMode="auto">
          <a:xfrm>
            <a:off x="7553325" y="1092200"/>
            <a:ext cx="468313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14" name="Rectangle 10"/>
          <p:cNvSpPr>
            <a:spLocks noChangeArrowheads="1"/>
          </p:cNvSpPr>
          <p:nvPr/>
        </p:nvSpPr>
        <p:spPr bwMode="auto">
          <a:xfrm>
            <a:off x="8810625" y="1092200"/>
            <a:ext cx="468313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15" name="Rectangle 11"/>
          <p:cNvSpPr>
            <a:spLocks noChangeArrowheads="1"/>
          </p:cNvSpPr>
          <p:nvPr/>
        </p:nvSpPr>
        <p:spPr bwMode="auto">
          <a:xfrm>
            <a:off x="2130425" y="360363"/>
            <a:ext cx="1258888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16" name="Rectangle 12"/>
          <p:cNvSpPr>
            <a:spLocks noChangeArrowheads="1"/>
          </p:cNvSpPr>
          <p:nvPr/>
        </p:nvSpPr>
        <p:spPr bwMode="auto">
          <a:xfrm>
            <a:off x="3400425" y="360363"/>
            <a:ext cx="1258888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17" name="Rectangle 13"/>
          <p:cNvSpPr>
            <a:spLocks noChangeArrowheads="1"/>
          </p:cNvSpPr>
          <p:nvPr/>
        </p:nvSpPr>
        <p:spPr bwMode="auto">
          <a:xfrm>
            <a:off x="4643438" y="360363"/>
            <a:ext cx="1258887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18" name="Rectangle 14"/>
          <p:cNvSpPr>
            <a:spLocks noChangeArrowheads="1"/>
          </p:cNvSpPr>
          <p:nvPr/>
        </p:nvSpPr>
        <p:spPr bwMode="auto">
          <a:xfrm>
            <a:off x="5905500" y="360363"/>
            <a:ext cx="1258888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19" name="Rectangle 15"/>
          <p:cNvSpPr>
            <a:spLocks noChangeArrowheads="1"/>
          </p:cNvSpPr>
          <p:nvPr/>
        </p:nvSpPr>
        <p:spPr bwMode="auto">
          <a:xfrm>
            <a:off x="7146925" y="360363"/>
            <a:ext cx="1258888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20" name="Rectangle 16"/>
          <p:cNvSpPr>
            <a:spLocks noChangeArrowheads="1"/>
          </p:cNvSpPr>
          <p:nvPr/>
        </p:nvSpPr>
        <p:spPr bwMode="auto">
          <a:xfrm>
            <a:off x="8416925" y="360363"/>
            <a:ext cx="1258888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21" name="Rectangle 17"/>
          <p:cNvSpPr>
            <a:spLocks noChangeArrowheads="1"/>
          </p:cNvSpPr>
          <p:nvPr/>
        </p:nvSpPr>
        <p:spPr bwMode="auto">
          <a:xfrm>
            <a:off x="2533650" y="1092200"/>
            <a:ext cx="468313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22" name="Rectangle 18"/>
          <p:cNvSpPr>
            <a:spLocks noChangeArrowheads="1"/>
          </p:cNvSpPr>
          <p:nvPr/>
        </p:nvSpPr>
        <p:spPr bwMode="auto">
          <a:xfrm>
            <a:off x="3795713" y="1092200"/>
            <a:ext cx="468312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23" name="Rectangle 19"/>
          <p:cNvSpPr>
            <a:spLocks noChangeArrowheads="1"/>
          </p:cNvSpPr>
          <p:nvPr/>
        </p:nvSpPr>
        <p:spPr bwMode="auto">
          <a:xfrm>
            <a:off x="5065713" y="1092200"/>
            <a:ext cx="468312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24" name="Rectangle 20"/>
          <p:cNvSpPr>
            <a:spLocks noChangeArrowheads="1"/>
          </p:cNvSpPr>
          <p:nvPr/>
        </p:nvSpPr>
        <p:spPr bwMode="auto">
          <a:xfrm>
            <a:off x="6269038" y="1092200"/>
            <a:ext cx="468312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25" name="Rectangle 21"/>
          <p:cNvSpPr>
            <a:spLocks noChangeArrowheads="1"/>
          </p:cNvSpPr>
          <p:nvPr/>
        </p:nvSpPr>
        <p:spPr bwMode="auto">
          <a:xfrm>
            <a:off x="7531100" y="1092200"/>
            <a:ext cx="468313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26" name="Rectangle 22"/>
          <p:cNvSpPr>
            <a:spLocks noChangeArrowheads="1"/>
          </p:cNvSpPr>
          <p:nvPr/>
        </p:nvSpPr>
        <p:spPr bwMode="auto">
          <a:xfrm>
            <a:off x="8801100" y="1092200"/>
            <a:ext cx="468313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28" name="Rectangle 24"/>
          <p:cNvSpPr>
            <a:spLocks noChangeArrowheads="1"/>
          </p:cNvSpPr>
          <p:nvPr/>
        </p:nvSpPr>
        <p:spPr bwMode="auto">
          <a:xfrm>
            <a:off x="866775" y="1987550"/>
            <a:ext cx="1258888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29" name="Rectangle 25"/>
          <p:cNvSpPr>
            <a:spLocks noChangeArrowheads="1"/>
          </p:cNvSpPr>
          <p:nvPr/>
        </p:nvSpPr>
        <p:spPr bwMode="auto">
          <a:xfrm>
            <a:off x="1262063" y="2719388"/>
            <a:ext cx="468312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30" name="Rectangle 26"/>
          <p:cNvSpPr>
            <a:spLocks noChangeArrowheads="1"/>
          </p:cNvSpPr>
          <p:nvPr/>
        </p:nvSpPr>
        <p:spPr bwMode="auto">
          <a:xfrm>
            <a:off x="2520950" y="2719388"/>
            <a:ext cx="468313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31" name="Rectangle 27"/>
          <p:cNvSpPr>
            <a:spLocks noChangeArrowheads="1"/>
          </p:cNvSpPr>
          <p:nvPr/>
        </p:nvSpPr>
        <p:spPr bwMode="auto">
          <a:xfrm>
            <a:off x="3778250" y="2719388"/>
            <a:ext cx="468313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32" name="Rectangle 28"/>
          <p:cNvSpPr>
            <a:spLocks noChangeArrowheads="1"/>
          </p:cNvSpPr>
          <p:nvPr/>
        </p:nvSpPr>
        <p:spPr bwMode="auto">
          <a:xfrm>
            <a:off x="5037138" y="2719388"/>
            <a:ext cx="468312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33" name="Rectangle 29"/>
          <p:cNvSpPr>
            <a:spLocks noChangeArrowheads="1"/>
          </p:cNvSpPr>
          <p:nvPr/>
        </p:nvSpPr>
        <p:spPr bwMode="auto">
          <a:xfrm>
            <a:off x="6292850" y="2719388"/>
            <a:ext cx="468313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34" name="Rectangle 30"/>
          <p:cNvSpPr>
            <a:spLocks noChangeArrowheads="1"/>
          </p:cNvSpPr>
          <p:nvPr/>
        </p:nvSpPr>
        <p:spPr bwMode="auto">
          <a:xfrm>
            <a:off x="7551738" y="2719388"/>
            <a:ext cx="468312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35" name="Rectangle 31"/>
          <p:cNvSpPr>
            <a:spLocks noChangeArrowheads="1"/>
          </p:cNvSpPr>
          <p:nvPr/>
        </p:nvSpPr>
        <p:spPr bwMode="auto">
          <a:xfrm>
            <a:off x="8809038" y="2719388"/>
            <a:ext cx="468312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36" name="Rectangle 32"/>
          <p:cNvSpPr>
            <a:spLocks noChangeArrowheads="1"/>
          </p:cNvSpPr>
          <p:nvPr/>
        </p:nvSpPr>
        <p:spPr bwMode="auto">
          <a:xfrm>
            <a:off x="2128838" y="1987550"/>
            <a:ext cx="1258887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37" name="Rectangle 33"/>
          <p:cNvSpPr>
            <a:spLocks noChangeArrowheads="1"/>
          </p:cNvSpPr>
          <p:nvPr/>
        </p:nvSpPr>
        <p:spPr bwMode="auto">
          <a:xfrm>
            <a:off x="3398838" y="1987550"/>
            <a:ext cx="1258887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38" name="Rectangle 34"/>
          <p:cNvSpPr>
            <a:spLocks noChangeArrowheads="1"/>
          </p:cNvSpPr>
          <p:nvPr/>
        </p:nvSpPr>
        <p:spPr bwMode="auto">
          <a:xfrm>
            <a:off x="4641850" y="1987550"/>
            <a:ext cx="1258888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39" name="Rectangle 35"/>
          <p:cNvSpPr>
            <a:spLocks noChangeArrowheads="1"/>
          </p:cNvSpPr>
          <p:nvPr/>
        </p:nvSpPr>
        <p:spPr bwMode="auto">
          <a:xfrm>
            <a:off x="5903913" y="1987550"/>
            <a:ext cx="1258887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40" name="Rectangle 36"/>
          <p:cNvSpPr>
            <a:spLocks noChangeArrowheads="1"/>
          </p:cNvSpPr>
          <p:nvPr/>
        </p:nvSpPr>
        <p:spPr bwMode="auto">
          <a:xfrm>
            <a:off x="7145338" y="1987550"/>
            <a:ext cx="1258887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41" name="Rectangle 37"/>
          <p:cNvSpPr>
            <a:spLocks noChangeArrowheads="1"/>
          </p:cNvSpPr>
          <p:nvPr/>
        </p:nvSpPr>
        <p:spPr bwMode="auto">
          <a:xfrm>
            <a:off x="8415338" y="1987550"/>
            <a:ext cx="1258887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42" name="Rectangle 38"/>
          <p:cNvSpPr>
            <a:spLocks noChangeArrowheads="1"/>
          </p:cNvSpPr>
          <p:nvPr/>
        </p:nvSpPr>
        <p:spPr bwMode="auto">
          <a:xfrm>
            <a:off x="2532063" y="2719388"/>
            <a:ext cx="468312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43" name="Rectangle 39"/>
          <p:cNvSpPr>
            <a:spLocks noChangeArrowheads="1"/>
          </p:cNvSpPr>
          <p:nvPr/>
        </p:nvSpPr>
        <p:spPr bwMode="auto">
          <a:xfrm>
            <a:off x="3794125" y="2719388"/>
            <a:ext cx="468313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44" name="Rectangle 40"/>
          <p:cNvSpPr>
            <a:spLocks noChangeArrowheads="1"/>
          </p:cNvSpPr>
          <p:nvPr/>
        </p:nvSpPr>
        <p:spPr bwMode="auto">
          <a:xfrm>
            <a:off x="5064125" y="2719388"/>
            <a:ext cx="468313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45" name="Rectangle 41"/>
          <p:cNvSpPr>
            <a:spLocks noChangeArrowheads="1"/>
          </p:cNvSpPr>
          <p:nvPr/>
        </p:nvSpPr>
        <p:spPr bwMode="auto">
          <a:xfrm>
            <a:off x="6267450" y="2719388"/>
            <a:ext cx="468313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46" name="Rectangle 42"/>
          <p:cNvSpPr>
            <a:spLocks noChangeArrowheads="1"/>
          </p:cNvSpPr>
          <p:nvPr/>
        </p:nvSpPr>
        <p:spPr bwMode="auto">
          <a:xfrm>
            <a:off x="7529513" y="2719388"/>
            <a:ext cx="468312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47" name="Rectangle 43"/>
          <p:cNvSpPr>
            <a:spLocks noChangeArrowheads="1"/>
          </p:cNvSpPr>
          <p:nvPr/>
        </p:nvSpPr>
        <p:spPr bwMode="auto">
          <a:xfrm>
            <a:off x="8799513" y="2719388"/>
            <a:ext cx="468312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49" name="Rectangle 45"/>
          <p:cNvSpPr>
            <a:spLocks noChangeArrowheads="1"/>
          </p:cNvSpPr>
          <p:nvPr/>
        </p:nvSpPr>
        <p:spPr bwMode="auto">
          <a:xfrm>
            <a:off x="868363" y="3632200"/>
            <a:ext cx="1258887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50" name="Rectangle 46"/>
          <p:cNvSpPr>
            <a:spLocks noChangeArrowheads="1"/>
          </p:cNvSpPr>
          <p:nvPr/>
        </p:nvSpPr>
        <p:spPr bwMode="auto">
          <a:xfrm>
            <a:off x="1263650" y="4364038"/>
            <a:ext cx="468313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51" name="Rectangle 47"/>
          <p:cNvSpPr>
            <a:spLocks noChangeArrowheads="1"/>
          </p:cNvSpPr>
          <p:nvPr/>
        </p:nvSpPr>
        <p:spPr bwMode="auto">
          <a:xfrm>
            <a:off x="2522538" y="4364038"/>
            <a:ext cx="468312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52" name="Rectangle 48"/>
          <p:cNvSpPr>
            <a:spLocks noChangeArrowheads="1"/>
          </p:cNvSpPr>
          <p:nvPr/>
        </p:nvSpPr>
        <p:spPr bwMode="auto">
          <a:xfrm>
            <a:off x="3779838" y="4364038"/>
            <a:ext cx="468312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53" name="Rectangle 49"/>
          <p:cNvSpPr>
            <a:spLocks noChangeArrowheads="1"/>
          </p:cNvSpPr>
          <p:nvPr/>
        </p:nvSpPr>
        <p:spPr bwMode="auto">
          <a:xfrm>
            <a:off x="5038725" y="4364038"/>
            <a:ext cx="468313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54" name="Rectangle 50"/>
          <p:cNvSpPr>
            <a:spLocks noChangeArrowheads="1"/>
          </p:cNvSpPr>
          <p:nvPr/>
        </p:nvSpPr>
        <p:spPr bwMode="auto">
          <a:xfrm>
            <a:off x="6294438" y="4364038"/>
            <a:ext cx="468312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55" name="Rectangle 51"/>
          <p:cNvSpPr>
            <a:spLocks noChangeArrowheads="1"/>
          </p:cNvSpPr>
          <p:nvPr/>
        </p:nvSpPr>
        <p:spPr bwMode="auto">
          <a:xfrm>
            <a:off x="7553325" y="4364038"/>
            <a:ext cx="468313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56" name="Rectangle 52"/>
          <p:cNvSpPr>
            <a:spLocks noChangeArrowheads="1"/>
          </p:cNvSpPr>
          <p:nvPr/>
        </p:nvSpPr>
        <p:spPr bwMode="auto">
          <a:xfrm>
            <a:off x="8810625" y="4364038"/>
            <a:ext cx="468313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57" name="Rectangle 53"/>
          <p:cNvSpPr>
            <a:spLocks noChangeArrowheads="1"/>
          </p:cNvSpPr>
          <p:nvPr/>
        </p:nvSpPr>
        <p:spPr bwMode="auto">
          <a:xfrm>
            <a:off x="2130425" y="3632200"/>
            <a:ext cx="1258888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58" name="Rectangle 54"/>
          <p:cNvSpPr>
            <a:spLocks noChangeArrowheads="1"/>
          </p:cNvSpPr>
          <p:nvPr/>
        </p:nvSpPr>
        <p:spPr bwMode="auto">
          <a:xfrm>
            <a:off x="3400425" y="3632200"/>
            <a:ext cx="1258888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59" name="Rectangle 55"/>
          <p:cNvSpPr>
            <a:spLocks noChangeArrowheads="1"/>
          </p:cNvSpPr>
          <p:nvPr/>
        </p:nvSpPr>
        <p:spPr bwMode="auto">
          <a:xfrm>
            <a:off x="4643438" y="3632200"/>
            <a:ext cx="1258887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60" name="Rectangle 56"/>
          <p:cNvSpPr>
            <a:spLocks noChangeArrowheads="1"/>
          </p:cNvSpPr>
          <p:nvPr/>
        </p:nvSpPr>
        <p:spPr bwMode="auto">
          <a:xfrm>
            <a:off x="5905500" y="3632200"/>
            <a:ext cx="1258888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61" name="Rectangle 57"/>
          <p:cNvSpPr>
            <a:spLocks noChangeArrowheads="1"/>
          </p:cNvSpPr>
          <p:nvPr/>
        </p:nvSpPr>
        <p:spPr bwMode="auto">
          <a:xfrm>
            <a:off x="7146925" y="3632200"/>
            <a:ext cx="1258888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62" name="Rectangle 58"/>
          <p:cNvSpPr>
            <a:spLocks noChangeArrowheads="1"/>
          </p:cNvSpPr>
          <p:nvPr/>
        </p:nvSpPr>
        <p:spPr bwMode="auto">
          <a:xfrm>
            <a:off x="8416925" y="3632200"/>
            <a:ext cx="1258888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63" name="Rectangle 59"/>
          <p:cNvSpPr>
            <a:spLocks noChangeArrowheads="1"/>
          </p:cNvSpPr>
          <p:nvPr/>
        </p:nvSpPr>
        <p:spPr bwMode="auto">
          <a:xfrm>
            <a:off x="2533650" y="4364038"/>
            <a:ext cx="468313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64" name="Rectangle 60"/>
          <p:cNvSpPr>
            <a:spLocks noChangeArrowheads="1"/>
          </p:cNvSpPr>
          <p:nvPr/>
        </p:nvSpPr>
        <p:spPr bwMode="auto">
          <a:xfrm>
            <a:off x="3795713" y="4364038"/>
            <a:ext cx="468312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65" name="Rectangle 61"/>
          <p:cNvSpPr>
            <a:spLocks noChangeArrowheads="1"/>
          </p:cNvSpPr>
          <p:nvPr/>
        </p:nvSpPr>
        <p:spPr bwMode="auto">
          <a:xfrm>
            <a:off x="5065713" y="4364038"/>
            <a:ext cx="468312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66" name="Rectangle 62"/>
          <p:cNvSpPr>
            <a:spLocks noChangeArrowheads="1"/>
          </p:cNvSpPr>
          <p:nvPr/>
        </p:nvSpPr>
        <p:spPr bwMode="auto">
          <a:xfrm>
            <a:off x="6269038" y="4364038"/>
            <a:ext cx="468312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67" name="Rectangle 63"/>
          <p:cNvSpPr>
            <a:spLocks noChangeArrowheads="1"/>
          </p:cNvSpPr>
          <p:nvPr/>
        </p:nvSpPr>
        <p:spPr bwMode="auto">
          <a:xfrm>
            <a:off x="7531100" y="4364038"/>
            <a:ext cx="468313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68" name="Rectangle 64"/>
          <p:cNvSpPr>
            <a:spLocks noChangeArrowheads="1"/>
          </p:cNvSpPr>
          <p:nvPr/>
        </p:nvSpPr>
        <p:spPr bwMode="auto">
          <a:xfrm>
            <a:off x="8801100" y="4364038"/>
            <a:ext cx="468313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70" name="Rectangle 66"/>
          <p:cNvSpPr>
            <a:spLocks noChangeArrowheads="1"/>
          </p:cNvSpPr>
          <p:nvPr/>
        </p:nvSpPr>
        <p:spPr bwMode="auto">
          <a:xfrm>
            <a:off x="866775" y="5259388"/>
            <a:ext cx="1258888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71" name="Rectangle 67"/>
          <p:cNvSpPr>
            <a:spLocks noChangeArrowheads="1"/>
          </p:cNvSpPr>
          <p:nvPr/>
        </p:nvSpPr>
        <p:spPr bwMode="auto">
          <a:xfrm>
            <a:off x="1262063" y="5991225"/>
            <a:ext cx="468312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72" name="Rectangle 68"/>
          <p:cNvSpPr>
            <a:spLocks noChangeArrowheads="1"/>
          </p:cNvSpPr>
          <p:nvPr/>
        </p:nvSpPr>
        <p:spPr bwMode="auto">
          <a:xfrm>
            <a:off x="2520950" y="5991225"/>
            <a:ext cx="468313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73" name="Rectangle 69"/>
          <p:cNvSpPr>
            <a:spLocks noChangeArrowheads="1"/>
          </p:cNvSpPr>
          <p:nvPr/>
        </p:nvSpPr>
        <p:spPr bwMode="auto">
          <a:xfrm>
            <a:off x="3778250" y="5991225"/>
            <a:ext cx="468313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74" name="Rectangle 70"/>
          <p:cNvSpPr>
            <a:spLocks noChangeArrowheads="1"/>
          </p:cNvSpPr>
          <p:nvPr/>
        </p:nvSpPr>
        <p:spPr bwMode="auto">
          <a:xfrm>
            <a:off x="5037138" y="5991225"/>
            <a:ext cx="468312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75" name="Rectangle 71"/>
          <p:cNvSpPr>
            <a:spLocks noChangeArrowheads="1"/>
          </p:cNvSpPr>
          <p:nvPr/>
        </p:nvSpPr>
        <p:spPr bwMode="auto">
          <a:xfrm>
            <a:off x="6292850" y="5991225"/>
            <a:ext cx="468313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76" name="Rectangle 72"/>
          <p:cNvSpPr>
            <a:spLocks noChangeArrowheads="1"/>
          </p:cNvSpPr>
          <p:nvPr/>
        </p:nvSpPr>
        <p:spPr bwMode="auto">
          <a:xfrm>
            <a:off x="7551738" y="5991225"/>
            <a:ext cx="468312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77" name="Rectangle 73"/>
          <p:cNvSpPr>
            <a:spLocks noChangeArrowheads="1"/>
          </p:cNvSpPr>
          <p:nvPr/>
        </p:nvSpPr>
        <p:spPr bwMode="auto">
          <a:xfrm>
            <a:off x="8809038" y="5991225"/>
            <a:ext cx="468312" cy="215900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78" name="Rectangle 74"/>
          <p:cNvSpPr>
            <a:spLocks noChangeArrowheads="1"/>
          </p:cNvSpPr>
          <p:nvPr/>
        </p:nvSpPr>
        <p:spPr bwMode="auto">
          <a:xfrm>
            <a:off x="2128838" y="5259388"/>
            <a:ext cx="1258887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79" name="Rectangle 75"/>
          <p:cNvSpPr>
            <a:spLocks noChangeArrowheads="1"/>
          </p:cNvSpPr>
          <p:nvPr/>
        </p:nvSpPr>
        <p:spPr bwMode="auto">
          <a:xfrm>
            <a:off x="3398838" y="5259388"/>
            <a:ext cx="1258887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80" name="Rectangle 76"/>
          <p:cNvSpPr>
            <a:spLocks noChangeArrowheads="1"/>
          </p:cNvSpPr>
          <p:nvPr/>
        </p:nvSpPr>
        <p:spPr bwMode="auto">
          <a:xfrm>
            <a:off x="4641850" y="5259388"/>
            <a:ext cx="1258888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81" name="Rectangle 77"/>
          <p:cNvSpPr>
            <a:spLocks noChangeArrowheads="1"/>
          </p:cNvSpPr>
          <p:nvPr/>
        </p:nvSpPr>
        <p:spPr bwMode="auto">
          <a:xfrm>
            <a:off x="5903913" y="5259388"/>
            <a:ext cx="1258887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82" name="Rectangle 78"/>
          <p:cNvSpPr>
            <a:spLocks noChangeArrowheads="1"/>
          </p:cNvSpPr>
          <p:nvPr/>
        </p:nvSpPr>
        <p:spPr bwMode="auto">
          <a:xfrm>
            <a:off x="7145338" y="5259388"/>
            <a:ext cx="1258887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83" name="Rectangle 79"/>
          <p:cNvSpPr>
            <a:spLocks noChangeArrowheads="1"/>
          </p:cNvSpPr>
          <p:nvPr/>
        </p:nvSpPr>
        <p:spPr bwMode="auto">
          <a:xfrm>
            <a:off x="8415338" y="5259388"/>
            <a:ext cx="1258887" cy="1619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Engrenages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destination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</p:txBody>
      </p:sp>
      <p:sp>
        <p:nvSpPr>
          <p:cNvPr id="200784" name="Rectangle 80"/>
          <p:cNvSpPr>
            <a:spLocks noChangeArrowheads="1"/>
          </p:cNvSpPr>
          <p:nvPr/>
        </p:nvSpPr>
        <p:spPr bwMode="auto">
          <a:xfrm>
            <a:off x="2532063" y="5991225"/>
            <a:ext cx="468312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85" name="Rectangle 81"/>
          <p:cNvSpPr>
            <a:spLocks noChangeArrowheads="1"/>
          </p:cNvSpPr>
          <p:nvPr/>
        </p:nvSpPr>
        <p:spPr bwMode="auto">
          <a:xfrm>
            <a:off x="3794125" y="5991225"/>
            <a:ext cx="468313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86" name="Rectangle 82"/>
          <p:cNvSpPr>
            <a:spLocks noChangeArrowheads="1"/>
          </p:cNvSpPr>
          <p:nvPr/>
        </p:nvSpPr>
        <p:spPr bwMode="auto">
          <a:xfrm>
            <a:off x="5064125" y="5991225"/>
            <a:ext cx="468313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87" name="Rectangle 83"/>
          <p:cNvSpPr>
            <a:spLocks noChangeArrowheads="1"/>
          </p:cNvSpPr>
          <p:nvPr/>
        </p:nvSpPr>
        <p:spPr bwMode="auto">
          <a:xfrm>
            <a:off x="6267450" y="5991225"/>
            <a:ext cx="468313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88" name="Rectangle 84"/>
          <p:cNvSpPr>
            <a:spLocks noChangeArrowheads="1"/>
          </p:cNvSpPr>
          <p:nvPr/>
        </p:nvSpPr>
        <p:spPr bwMode="auto">
          <a:xfrm>
            <a:off x="7529513" y="5991225"/>
            <a:ext cx="468312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0789" name="Rectangle 85"/>
          <p:cNvSpPr>
            <a:spLocks noChangeArrowheads="1"/>
          </p:cNvSpPr>
          <p:nvPr/>
        </p:nvSpPr>
        <p:spPr bwMode="auto">
          <a:xfrm>
            <a:off x="8799513" y="5991225"/>
            <a:ext cx="468312" cy="2159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899" name="Group 67"/>
          <p:cNvGrpSpPr>
            <a:grpSpLocks/>
          </p:cNvGrpSpPr>
          <p:nvPr/>
        </p:nvGrpSpPr>
        <p:grpSpPr bwMode="auto">
          <a:xfrm>
            <a:off x="871538" y="1984375"/>
            <a:ext cx="8834437" cy="1619250"/>
            <a:chOff x="549" y="231"/>
            <a:chExt cx="5565" cy="1020"/>
          </a:xfrm>
        </p:grpSpPr>
        <p:sp>
          <p:nvSpPr>
            <p:cNvPr id="120900" name="Rectangle 68"/>
            <p:cNvSpPr>
              <a:spLocks noChangeArrowheads="1"/>
            </p:cNvSpPr>
            <p:nvPr/>
          </p:nvSpPr>
          <p:spPr bwMode="auto">
            <a:xfrm>
              <a:off x="549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01" name="Rectangle 69"/>
            <p:cNvSpPr>
              <a:spLocks noChangeArrowheads="1"/>
            </p:cNvSpPr>
            <p:nvPr/>
          </p:nvSpPr>
          <p:spPr bwMode="auto">
            <a:xfrm>
              <a:off x="133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02" name="Rectangle 70"/>
            <p:cNvSpPr>
              <a:spLocks noChangeArrowheads="1"/>
            </p:cNvSpPr>
            <p:nvPr/>
          </p:nvSpPr>
          <p:spPr bwMode="auto">
            <a:xfrm>
              <a:off x="2132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03" name="Rectangle 71"/>
            <p:cNvSpPr>
              <a:spLocks noChangeArrowheads="1"/>
            </p:cNvSpPr>
            <p:nvPr/>
          </p:nvSpPr>
          <p:spPr bwMode="auto">
            <a:xfrm>
              <a:off x="29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04" name="Rectangle 72"/>
            <p:cNvSpPr>
              <a:spLocks noChangeArrowheads="1"/>
            </p:cNvSpPr>
            <p:nvPr/>
          </p:nvSpPr>
          <p:spPr bwMode="auto">
            <a:xfrm>
              <a:off x="37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05" name="Rectangle 73"/>
            <p:cNvSpPr>
              <a:spLocks noChangeArrowheads="1"/>
            </p:cNvSpPr>
            <p:nvPr/>
          </p:nvSpPr>
          <p:spPr bwMode="auto">
            <a:xfrm>
              <a:off x="4508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06" name="Rectangle 74"/>
            <p:cNvSpPr>
              <a:spLocks noChangeArrowheads="1"/>
            </p:cNvSpPr>
            <p:nvPr/>
          </p:nvSpPr>
          <p:spPr bwMode="auto">
            <a:xfrm>
              <a:off x="532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120907" name="Group 75"/>
          <p:cNvGrpSpPr>
            <a:grpSpLocks/>
          </p:cNvGrpSpPr>
          <p:nvPr/>
        </p:nvGrpSpPr>
        <p:grpSpPr bwMode="auto">
          <a:xfrm>
            <a:off x="919163" y="3621088"/>
            <a:ext cx="8834437" cy="1619250"/>
            <a:chOff x="549" y="231"/>
            <a:chExt cx="5565" cy="1020"/>
          </a:xfrm>
        </p:grpSpPr>
        <p:sp>
          <p:nvSpPr>
            <p:cNvPr id="120908" name="Rectangle 76"/>
            <p:cNvSpPr>
              <a:spLocks noChangeArrowheads="1"/>
            </p:cNvSpPr>
            <p:nvPr/>
          </p:nvSpPr>
          <p:spPr bwMode="auto">
            <a:xfrm>
              <a:off x="549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09" name="Rectangle 77"/>
            <p:cNvSpPr>
              <a:spLocks noChangeArrowheads="1"/>
            </p:cNvSpPr>
            <p:nvPr/>
          </p:nvSpPr>
          <p:spPr bwMode="auto">
            <a:xfrm>
              <a:off x="133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10" name="Rectangle 78"/>
            <p:cNvSpPr>
              <a:spLocks noChangeArrowheads="1"/>
            </p:cNvSpPr>
            <p:nvPr/>
          </p:nvSpPr>
          <p:spPr bwMode="auto">
            <a:xfrm>
              <a:off x="2132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11" name="Rectangle 79"/>
            <p:cNvSpPr>
              <a:spLocks noChangeArrowheads="1"/>
            </p:cNvSpPr>
            <p:nvPr/>
          </p:nvSpPr>
          <p:spPr bwMode="auto">
            <a:xfrm>
              <a:off x="29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12" name="Rectangle 80"/>
            <p:cNvSpPr>
              <a:spLocks noChangeArrowheads="1"/>
            </p:cNvSpPr>
            <p:nvPr/>
          </p:nvSpPr>
          <p:spPr bwMode="auto">
            <a:xfrm>
              <a:off x="37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13" name="Rectangle 81"/>
            <p:cNvSpPr>
              <a:spLocks noChangeArrowheads="1"/>
            </p:cNvSpPr>
            <p:nvPr/>
          </p:nvSpPr>
          <p:spPr bwMode="auto">
            <a:xfrm>
              <a:off x="4508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14" name="Rectangle 82"/>
            <p:cNvSpPr>
              <a:spLocks noChangeArrowheads="1"/>
            </p:cNvSpPr>
            <p:nvPr/>
          </p:nvSpPr>
          <p:spPr bwMode="auto">
            <a:xfrm>
              <a:off x="532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120915" name="Group 83"/>
          <p:cNvGrpSpPr>
            <a:grpSpLocks/>
          </p:cNvGrpSpPr>
          <p:nvPr/>
        </p:nvGrpSpPr>
        <p:grpSpPr bwMode="auto">
          <a:xfrm>
            <a:off x="919163" y="5246688"/>
            <a:ext cx="8834437" cy="1619250"/>
            <a:chOff x="549" y="231"/>
            <a:chExt cx="5565" cy="1020"/>
          </a:xfrm>
        </p:grpSpPr>
        <p:sp>
          <p:nvSpPr>
            <p:cNvPr id="120916" name="Rectangle 84"/>
            <p:cNvSpPr>
              <a:spLocks noChangeArrowheads="1"/>
            </p:cNvSpPr>
            <p:nvPr/>
          </p:nvSpPr>
          <p:spPr bwMode="auto">
            <a:xfrm>
              <a:off x="549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17" name="Rectangle 85"/>
            <p:cNvSpPr>
              <a:spLocks noChangeArrowheads="1"/>
            </p:cNvSpPr>
            <p:nvPr/>
          </p:nvSpPr>
          <p:spPr bwMode="auto">
            <a:xfrm>
              <a:off x="133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18" name="Rectangle 86"/>
            <p:cNvSpPr>
              <a:spLocks noChangeArrowheads="1"/>
            </p:cNvSpPr>
            <p:nvPr/>
          </p:nvSpPr>
          <p:spPr bwMode="auto">
            <a:xfrm>
              <a:off x="2132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19" name="Rectangle 87"/>
            <p:cNvSpPr>
              <a:spLocks noChangeArrowheads="1"/>
            </p:cNvSpPr>
            <p:nvPr/>
          </p:nvSpPr>
          <p:spPr bwMode="auto">
            <a:xfrm>
              <a:off x="29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20" name="Rectangle 88"/>
            <p:cNvSpPr>
              <a:spLocks noChangeArrowheads="1"/>
            </p:cNvSpPr>
            <p:nvPr/>
          </p:nvSpPr>
          <p:spPr bwMode="auto">
            <a:xfrm>
              <a:off x="37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21" name="Rectangle 89"/>
            <p:cNvSpPr>
              <a:spLocks noChangeArrowheads="1"/>
            </p:cNvSpPr>
            <p:nvPr/>
          </p:nvSpPr>
          <p:spPr bwMode="auto">
            <a:xfrm>
              <a:off x="4508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922" name="Rectangle 90"/>
            <p:cNvSpPr>
              <a:spLocks noChangeArrowheads="1"/>
            </p:cNvSpPr>
            <p:nvPr/>
          </p:nvSpPr>
          <p:spPr bwMode="auto">
            <a:xfrm>
              <a:off x="532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120898" name="Group 66"/>
          <p:cNvGrpSpPr>
            <a:grpSpLocks/>
          </p:cNvGrpSpPr>
          <p:nvPr/>
        </p:nvGrpSpPr>
        <p:grpSpPr bwMode="auto">
          <a:xfrm>
            <a:off x="871538" y="366713"/>
            <a:ext cx="8834437" cy="1619250"/>
            <a:chOff x="549" y="231"/>
            <a:chExt cx="5565" cy="1020"/>
          </a:xfrm>
        </p:grpSpPr>
        <p:sp>
          <p:nvSpPr>
            <p:cNvPr id="120834" name="Rectangle 2"/>
            <p:cNvSpPr>
              <a:spLocks noChangeArrowheads="1"/>
            </p:cNvSpPr>
            <p:nvPr/>
          </p:nvSpPr>
          <p:spPr bwMode="auto">
            <a:xfrm>
              <a:off x="549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892" name="Rectangle 60"/>
            <p:cNvSpPr>
              <a:spLocks noChangeArrowheads="1"/>
            </p:cNvSpPr>
            <p:nvPr/>
          </p:nvSpPr>
          <p:spPr bwMode="auto">
            <a:xfrm>
              <a:off x="133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893" name="Rectangle 61"/>
            <p:cNvSpPr>
              <a:spLocks noChangeArrowheads="1"/>
            </p:cNvSpPr>
            <p:nvPr/>
          </p:nvSpPr>
          <p:spPr bwMode="auto">
            <a:xfrm>
              <a:off x="2132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894" name="Rectangle 62"/>
            <p:cNvSpPr>
              <a:spLocks noChangeArrowheads="1"/>
            </p:cNvSpPr>
            <p:nvPr/>
          </p:nvSpPr>
          <p:spPr bwMode="auto">
            <a:xfrm>
              <a:off x="29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895" name="Rectangle 63"/>
            <p:cNvSpPr>
              <a:spLocks noChangeArrowheads="1"/>
            </p:cNvSpPr>
            <p:nvPr/>
          </p:nvSpPr>
          <p:spPr bwMode="auto">
            <a:xfrm>
              <a:off x="37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896" name="Rectangle 64"/>
            <p:cNvSpPr>
              <a:spLocks noChangeArrowheads="1"/>
            </p:cNvSpPr>
            <p:nvPr/>
          </p:nvSpPr>
          <p:spPr bwMode="auto">
            <a:xfrm>
              <a:off x="4508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20897" name="Rectangle 65"/>
            <p:cNvSpPr>
              <a:spLocks noChangeArrowheads="1"/>
            </p:cNvSpPr>
            <p:nvPr/>
          </p:nvSpPr>
          <p:spPr bwMode="auto">
            <a:xfrm>
              <a:off x="532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120891" name="Group 59"/>
          <p:cNvGrpSpPr>
            <a:grpSpLocks/>
          </p:cNvGrpSpPr>
          <p:nvPr/>
        </p:nvGrpSpPr>
        <p:grpSpPr bwMode="auto">
          <a:xfrm>
            <a:off x="1143000" y="1092200"/>
            <a:ext cx="8266113" cy="5073650"/>
            <a:chOff x="720" y="688"/>
            <a:chExt cx="5207" cy="3196"/>
          </a:xfrm>
        </p:grpSpPr>
        <p:sp>
          <p:nvSpPr>
            <p:cNvPr id="120862" name="Rectangle 30"/>
            <p:cNvSpPr>
              <a:spLocks noChangeArrowheads="1"/>
            </p:cNvSpPr>
            <p:nvPr/>
          </p:nvSpPr>
          <p:spPr bwMode="auto">
            <a:xfrm>
              <a:off x="720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63" name="Rectangle 31"/>
            <p:cNvSpPr>
              <a:spLocks noChangeArrowheads="1"/>
            </p:cNvSpPr>
            <p:nvPr/>
          </p:nvSpPr>
          <p:spPr bwMode="auto">
            <a:xfrm>
              <a:off x="1513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64" name="Rectangle 32"/>
            <p:cNvSpPr>
              <a:spLocks noChangeArrowheads="1"/>
            </p:cNvSpPr>
            <p:nvPr/>
          </p:nvSpPr>
          <p:spPr bwMode="auto">
            <a:xfrm>
              <a:off x="2305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65" name="Rectangle 33"/>
            <p:cNvSpPr>
              <a:spLocks noChangeArrowheads="1"/>
            </p:cNvSpPr>
            <p:nvPr/>
          </p:nvSpPr>
          <p:spPr bwMode="auto">
            <a:xfrm>
              <a:off x="3098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66" name="Rectangle 34"/>
            <p:cNvSpPr>
              <a:spLocks noChangeArrowheads="1"/>
            </p:cNvSpPr>
            <p:nvPr/>
          </p:nvSpPr>
          <p:spPr bwMode="auto">
            <a:xfrm>
              <a:off x="3889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67" name="Rectangle 35"/>
            <p:cNvSpPr>
              <a:spLocks noChangeArrowheads="1"/>
            </p:cNvSpPr>
            <p:nvPr/>
          </p:nvSpPr>
          <p:spPr bwMode="auto">
            <a:xfrm>
              <a:off x="4682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68" name="Rectangle 36"/>
            <p:cNvSpPr>
              <a:spLocks noChangeArrowheads="1"/>
            </p:cNvSpPr>
            <p:nvPr/>
          </p:nvSpPr>
          <p:spPr bwMode="auto">
            <a:xfrm>
              <a:off x="5474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69" name="Rectangle 37"/>
            <p:cNvSpPr>
              <a:spLocks noChangeArrowheads="1"/>
            </p:cNvSpPr>
            <p:nvPr/>
          </p:nvSpPr>
          <p:spPr bwMode="auto">
            <a:xfrm>
              <a:off x="720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70" name="Rectangle 38"/>
            <p:cNvSpPr>
              <a:spLocks noChangeArrowheads="1"/>
            </p:cNvSpPr>
            <p:nvPr/>
          </p:nvSpPr>
          <p:spPr bwMode="auto">
            <a:xfrm>
              <a:off x="1513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71" name="Rectangle 39"/>
            <p:cNvSpPr>
              <a:spLocks noChangeArrowheads="1"/>
            </p:cNvSpPr>
            <p:nvPr/>
          </p:nvSpPr>
          <p:spPr bwMode="auto">
            <a:xfrm>
              <a:off x="2305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72" name="Rectangle 40"/>
            <p:cNvSpPr>
              <a:spLocks noChangeArrowheads="1"/>
            </p:cNvSpPr>
            <p:nvPr/>
          </p:nvSpPr>
          <p:spPr bwMode="auto">
            <a:xfrm>
              <a:off x="3098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73" name="Rectangle 41"/>
            <p:cNvSpPr>
              <a:spLocks noChangeArrowheads="1"/>
            </p:cNvSpPr>
            <p:nvPr/>
          </p:nvSpPr>
          <p:spPr bwMode="auto">
            <a:xfrm>
              <a:off x="3889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74" name="Rectangle 42"/>
            <p:cNvSpPr>
              <a:spLocks noChangeArrowheads="1"/>
            </p:cNvSpPr>
            <p:nvPr/>
          </p:nvSpPr>
          <p:spPr bwMode="auto">
            <a:xfrm>
              <a:off x="4682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75" name="Rectangle 43"/>
            <p:cNvSpPr>
              <a:spLocks noChangeArrowheads="1"/>
            </p:cNvSpPr>
            <p:nvPr/>
          </p:nvSpPr>
          <p:spPr bwMode="auto">
            <a:xfrm>
              <a:off x="5474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76" name="Rectangle 44"/>
            <p:cNvSpPr>
              <a:spLocks noChangeArrowheads="1"/>
            </p:cNvSpPr>
            <p:nvPr/>
          </p:nvSpPr>
          <p:spPr bwMode="auto">
            <a:xfrm>
              <a:off x="720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77" name="Rectangle 45"/>
            <p:cNvSpPr>
              <a:spLocks noChangeArrowheads="1"/>
            </p:cNvSpPr>
            <p:nvPr/>
          </p:nvSpPr>
          <p:spPr bwMode="auto">
            <a:xfrm>
              <a:off x="1513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78" name="Rectangle 46"/>
            <p:cNvSpPr>
              <a:spLocks noChangeArrowheads="1"/>
            </p:cNvSpPr>
            <p:nvPr/>
          </p:nvSpPr>
          <p:spPr bwMode="auto">
            <a:xfrm>
              <a:off x="2305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79" name="Rectangle 47"/>
            <p:cNvSpPr>
              <a:spLocks noChangeArrowheads="1"/>
            </p:cNvSpPr>
            <p:nvPr/>
          </p:nvSpPr>
          <p:spPr bwMode="auto">
            <a:xfrm>
              <a:off x="3098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80" name="Rectangle 48"/>
            <p:cNvSpPr>
              <a:spLocks noChangeArrowheads="1"/>
            </p:cNvSpPr>
            <p:nvPr/>
          </p:nvSpPr>
          <p:spPr bwMode="auto">
            <a:xfrm>
              <a:off x="3889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81" name="Rectangle 49"/>
            <p:cNvSpPr>
              <a:spLocks noChangeArrowheads="1"/>
            </p:cNvSpPr>
            <p:nvPr/>
          </p:nvSpPr>
          <p:spPr bwMode="auto">
            <a:xfrm>
              <a:off x="4682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82" name="Rectangle 50"/>
            <p:cNvSpPr>
              <a:spLocks noChangeArrowheads="1"/>
            </p:cNvSpPr>
            <p:nvPr/>
          </p:nvSpPr>
          <p:spPr bwMode="auto">
            <a:xfrm>
              <a:off x="5474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83" name="Rectangle 51"/>
            <p:cNvSpPr>
              <a:spLocks noChangeArrowheads="1"/>
            </p:cNvSpPr>
            <p:nvPr/>
          </p:nvSpPr>
          <p:spPr bwMode="auto">
            <a:xfrm>
              <a:off x="720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84" name="Rectangle 52"/>
            <p:cNvSpPr>
              <a:spLocks noChangeArrowheads="1"/>
            </p:cNvSpPr>
            <p:nvPr/>
          </p:nvSpPr>
          <p:spPr bwMode="auto">
            <a:xfrm>
              <a:off x="1513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85" name="Rectangle 53"/>
            <p:cNvSpPr>
              <a:spLocks noChangeArrowheads="1"/>
            </p:cNvSpPr>
            <p:nvPr/>
          </p:nvSpPr>
          <p:spPr bwMode="auto">
            <a:xfrm>
              <a:off x="2305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86" name="Rectangle 54"/>
            <p:cNvSpPr>
              <a:spLocks noChangeArrowheads="1"/>
            </p:cNvSpPr>
            <p:nvPr/>
          </p:nvSpPr>
          <p:spPr bwMode="auto">
            <a:xfrm>
              <a:off x="3098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87" name="Rectangle 55"/>
            <p:cNvSpPr>
              <a:spLocks noChangeArrowheads="1"/>
            </p:cNvSpPr>
            <p:nvPr/>
          </p:nvSpPr>
          <p:spPr bwMode="auto">
            <a:xfrm>
              <a:off x="3889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88" name="Rectangle 56"/>
            <p:cNvSpPr>
              <a:spLocks noChangeArrowheads="1"/>
            </p:cNvSpPr>
            <p:nvPr/>
          </p:nvSpPr>
          <p:spPr bwMode="auto">
            <a:xfrm>
              <a:off x="4682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889" name="Rectangle 57"/>
            <p:cNvSpPr>
              <a:spLocks noChangeArrowheads="1"/>
            </p:cNvSpPr>
            <p:nvPr/>
          </p:nvSpPr>
          <p:spPr bwMode="auto">
            <a:xfrm>
              <a:off x="5474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754" name="Group 2"/>
          <p:cNvGrpSpPr>
            <a:grpSpLocks/>
          </p:cNvGrpSpPr>
          <p:nvPr/>
        </p:nvGrpSpPr>
        <p:grpSpPr bwMode="auto">
          <a:xfrm>
            <a:off x="871538" y="1984375"/>
            <a:ext cx="8834437" cy="1619250"/>
            <a:chOff x="549" y="231"/>
            <a:chExt cx="5565" cy="1020"/>
          </a:xfrm>
        </p:grpSpPr>
        <p:sp>
          <p:nvSpPr>
            <p:cNvPr id="202755" name="Rectangle 3"/>
            <p:cNvSpPr>
              <a:spLocks noChangeArrowheads="1"/>
            </p:cNvSpPr>
            <p:nvPr/>
          </p:nvSpPr>
          <p:spPr bwMode="auto">
            <a:xfrm>
              <a:off x="549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56" name="Rectangle 4"/>
            <p:cNvSpPr>
              <a:spLocks noChangeArrowheads="1"/>
            </p:cNvSpPr>
            <p:nvPr/>
          </p:nvSpPr>
          <p:spPr bwMode="auto">
            <a:xfrm>
              <a:off x="133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57" name="Rectangle 5"/>
            <p:cNvSpPr>
              <a:spLocks noChangeArrowheads="1"/>
            </p:cNvSpPr>
            <p:nvPr/>
          </p:nvSpPr>
          <p:spPr bwMode="auto">
            <a:xfrm>
              <a:off x="2132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58" name="Rectangle 6"/>
            <p:cNvSpPr>
              <a:spLocks noChangeArrowheads="1"/>
            </p:cNvSpPr>
            <p:nvPr/>
          </p:nvSpPr>
          <p:spPr bwMode="auto">
            <a:xfrm>
              <a:off x="29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59" name="Rectangle 7"/>
            <p:cNvSpPr>
              <a:spLocks noChangeArrowheads="1"/>
            </p:cNvSpPr>
            <p:nvPr/>
          </p:nvSpPr>
          <p:spPr bwMode="auto">
            <a:xfrm>
              <a:off x="37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60" name="Rectangle 8"/>
            <p:cNvSpPr>
              <a:spLocks noChangeArrowheads="1"/>
            </p:cNvSpPr>
            <p:nvPr/>
          </p:nvSpPr>
          <p:spPr bwMode="auto">
            <a:xfrm>
              <a:off x="4508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61" name="Rectangle 9"/>
            <p:cNvSpPr>
              <a:spLocks noChangeArrowheads="1"/>
            </p:cNvSpPr>
            <p:nvPr/>
          </p:nvSpPr>
          <p:spPr bwMode="auto">
            <a:xfrm>
              <a:off x="532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202762" name="Group 10"/>
          <p:cNvGrpSpPr>
            <a:grpSpLocks/>
          </p:cNvGrpSpPr>
          <p:nvPr/>
        </p:nvGrpSpPr>
        <p:grpSpPr bwMode="auto">
          <a:xfrm>
            <a:off x="919163" y="3621088"/>
            <a:ext cx="8834437" cy="1619250"/>
            <a:chOff x="549" y="231"/>
            <a:chExt cx="5565" cy="1020"/>
          </a:xfrm>
        </p:grpSpPr>
        <p:sp>
          <p:nvSpPr>
            <p:cNvPr id="202763" name="Rectangle 11"/>
            <p:cNvSpPr>
              <a:spLocks noChangeArrowheads="1"/>
            </p:cNvSpPr>
            <p:nvPr/>
          </p:nvSpPr>
          <p:spPr bwMode="auto">
            <a:xfrm>
              <a:off x="549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64" name="Rectangle 12"/>
            <p:cNvSpPr>
              <a:spLocks noChangeArrowheads="1"/>
            </p:cNvSpPr>
            <p:nvPr/>
          </p:nvSpPr>
          <p:spPr bwMode="auto">
            <a:xfrm>
              <a:off x="133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65" name="Rectangle 13"/>
            <p:cNvSpPr>
              <a:spLocks noChangeArrowheads="1"/>
            </p:cNvSpPr>
            <p:nvPr/>
          </p:nvSpPr>
          <p:spPr bwMode="auto">
            <a:xfrm>
              <a:off x="2132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66" name="Rectangle 14"/>
            <p:cNvSpPr>
              <a:spLocks noChangeArrowheads="1"/>
            </p:cNvSpPr>
            <p:nvPr/>
          </p:nvSpPr>
          <p:spPr bwMode="auto">
            <a:xfrm>
              <a:off x="29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67" name="Rectangle 15"/>
            <p:cNvSpPr>
              <a:spLocks noChangeArrowheads="1"/>
            </p:cNvSpPr>
            <p:nvPr/>
          </p:nvSpPr>
          <p:spPr bwMode="auto">
            <a:xfrm>
              <a:off x="37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68" name="Rectangle 16"/>
            <p:cNvSpPr>
              <a:spLocks noChangeArrowheads="1"/>
            </p:cNvSpPr>
            <p:nvPr/>
          </p:nvSpPr>
          <p:spPr bwMode="auto">
            <a:xfrm>
              <a:off x="4508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69" name="Rectangle 17"/>
            <p:cNvSpPr>
              <a:spLocks noChangeArrowheads="1"/>
            </p:cNvSpPr>
            <p:nvPr/>
          </p:nvSpPr>
          <p:spPr bwMode="auto">
            <a:xfrm>
              <a:off x="532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202770" name="Group 18"/>
          <p:cNvGrpSpPr>
            <a:grpSpLocks/>
          </p:cNvGrpSpPr>
          <p:nvPr/>
        </p:nvGrpSpPr>
        <p:grpSpPr bwMode="auto">
          <a:xfrm>
            <a:off x="919163" y="5246688"/>
            <a:ext cx="8834437" cy="1619250"/>
            <a:chOff x="549" y="231"/>
            <a:chExt cx="5565" cy="1020"/>
          </a:xfrm>
        </p:grpSpPr>
        <p:sp>
          <p:nvSpPr>
            <p:cNvPr id="202771" name="Rectangle 19"/>
            <p:cNvSpPr>
              <a:spLocks noChangeArrowheads="1"/>
            </p:cNvSpPr>
            <p:nvPr/>
          </p:nvSpPr>
          <p:spPr bwMode="auto">
            <a:xfrm>
              <a:off x="549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72" name="Rectangle 20"/>
            <p:cNvSpPr>
              <a:spLocks noChangeArrowheads="1"/>
            </p:cNvSpPr>
            <p:nvPr/>
          </p:nvSpPr>
          <p:spPr bwMode="auto">
            <a:xfrm>
              <a:off x="133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73" name="Rectangle 21"/>
            <p:cNvSpPr>
              <a:spLocks noChangeArrowheads="1"/>
            </p:cNvSpPr>
            <p:nvPr/>
          </p:nvSpPr>
          <p:spPr bwMode="auto">
            <a:xfrm>
              <a:off x="2132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74" name="Rectangle 22"/>
            <p:cNvSpPr>
              <a:spLocks noChangeArrowheads="1"/>
            </p:cNvSpPr>
            <p:nvPr/>
          </p:nvSpPr>
          <p:spPr bwMode="auto">
            <a:xfrm>
              <a:off x="29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75" name="Rectangle 23"/>
            <p:cNvSpPr>
              <a:spLocks noChangeArrowheads="1"/>
            </p:cNvSpPr>
            <p:nvPr/>
          </p:nvSpPr>
          <p:spPr bwMode="auto">
            <a:xfrm>
              <a:off x="37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76" name="Rectangle 24"/>
            <p:cNvSpPr>
              <a:spLocks noChangeArrowheads="1"/>
            </p:cNvSpPr>
            <p:nvPr/>
          </p:nvSpPr>
          <p:spPr bwMode="auto">
            <a:xfrm>
              <a:off x="4508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77" name="Rectangle 25"/>
            <p:cNvSpPr>
              <a:spLocks noChangeArrowheads="1"/>
            </p:cNvSpPr>
            <p:nvPr/>
          </p:nvSpPr>
          <p:spPr bwMode="auto">
            <a:xfrm>
              <a:off x="532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202778" name="Group 26"/>
          <p:cNvGrpSpPr>
            <a:grpSpLocks/>
          </p:cNvGrpSpPr>
          <p:nvPr/>
        </p:nvGrpSpPr>
        <p:grpSpPr bwMode="auto">
          <a:xfrm>
            <a:off x="871538" y="366713"/>
            <a:ext cx="8834437" cy="1619250"/>
            <a:chOff x="549" y="231"/>
            <a:chExt cx="5565" cy="1020"/>
          </a:xfrm>
        </p:grpSpPr>
        <p:sp>
          <p:nvSpPr>
            <p:cNvPr id="202779" name="Rectangle 27"/>
            <p:cNvSpPr>
              <a:spLocks noChangeArrowheads="1"/>
            </p:cNvSpPr>
            <p:nvPr/>
          </p:nvSpPr>
          <p:spPr bwMode="auto">
            <a:xfrm>
              <a:off x="549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80" name="Rectangle 28"/>
            <p:cNvSpPr>
              <a:spLocks noChangeArrowheads="1"/>
            </p:cNvSpPr>
            <p:nvPr/>
          </p:nvSpPr>
          <p:spPr bwMode="auto">
            <a:xfrm>
              <a:off x="133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81" name="Rectangle 29"/>
            <p:cNvSpPr>
              <a:spLocks noChangeArrowheads="1"/>
            </p:cNvSpPr>
            <p:nvPr/>
          </p:nvSpPr>
          <p:spPr bwMode="auto">
            <a:xfrm>
              <a:off x="2132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82" name="Rectangle 30"/>
            <p:cNvSpPr>
              <a:spLocks noChangeArrowheads="1"/>
            </p:cNvSpPr>
            <p:nvPr/>
          </p:nvSpPr>
          <p:spPr bwMode="auto">
            <a:xfrm>
              <a:off x="29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83" name="Rectangle 31"/>
            <p:cNvSpPr>
              <a:spLocks noChangeArrowheads="1"/>
            </p:cNvSpPr>
            <p:nvPr/>
          </p:nvSpPr>
          <p:spPr bwMode="auto">
            <a:xfrm>
              <a:off x="3720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84" name="Rectangle 32"/>
            <p:cNvSpPr>
              <a:spLocks noChangeArrowheads="1"/>
            </p:cNvSpPr>
            <p:nvPr/>
          </p:nvSpPr>
          <p:spPr bwMode="auto">
            <a:xfrm>
              <a:off x="4508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2785" name="Rectangle 33"/>
            <p:cNvSpPr>
              <a:spLocks noChangeArrowheads="1"/>
            </p:cNvSpPr>
            <p:nvPr/>
          </p:nvSpPr>
          <p:spPr bwMode="auto">
            <a:xfrm>
              <a:off x="5321" y="231"/>
              <a:ext cx="793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Carters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sp>
        <p:nvSpPr>
          <p:cNvPr id="202787" name="Rectangle 35"/>
          <p:cNvSpPr>
            <a:spLocks noChangeArrowheads="1"/>
          </p:cNvSpPr>
          <p:nvPr/>
        </p:nvSpPr>
        <p:spPr bwMode="auto">
          <a:xfrm>
            <a:off x="1143000" y="109220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788" name="Rectangle 36"/>
          <p:cNvSpPr>
            <a:spLocks noChangeArrowheads="1"/>
          </p:cNvSpPr>
          <p:nvPr/>
        </p:nvSpPr>
        <p:spPr bwMode="auto">
          <a:xfrm>
            <a:off x="2401888" y="1092200"/>
            <a:ext cx="719137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789" name="Rectangle 37"/>
          <p:cNvSpPr>
            <a:spLocks noChangeArrowheads="1"/>
          </p:cNvSpPr>
          <p:nvPr/>
        </p:nvSpPr>
        <p:spPr bwMode="auto">
          <a:xfrm>
            <a:off x="3659188" y="1092200"/>
            <a:ext cx="719137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790" name="Rectangle 38"/>
          <p:cNvSpPr>
            <a:spLocks noChangeArrowheads="1"/>
          </p:cNvSpPr>
          <p:nvPr/>
        </p:nvSpPr>
        <p:spPr bwMode="auto">
          <a:xfrm>
            <a:off x="4918075" y="109220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791" name="Rectangle 39"/>
          <p:cNvSpPr>
            <a:spLocks noChangeArrowheads="1"/>
          </p:cNvSpPr>
          <p:nvPr/>
        </p:nvSpPr>
        <p:spPr bwMode="auto">
          <a:xfrm>
            <a:off x="6173788" y="1092200"/>
            <a:ext cx="719137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792" name="Rectangle 40"/>
          <p:cNvSpPr>
            <a:spLocks noChangeArrowheads="1"/>
          </p:cNvSpPr>
          <p:nvPr/>
        </p:nvSpPr>
        <p:spPr bwMode="auto">
          <a:xfrm>
            <a:off x="7432675" y="109220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793" name="Rectangle 41"/>
          <p:cNvSpPr>
            <a:spLocks noChangeArrowheads="1"/>
          </p:cNvSpPr>
          <p:nvPr/>
        </p:nvSpPr>
        <p:spPr bwMode="auto">
          <a:xfrm>
            <a:off x="8689975" y="109220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794" name="Rectangle 42"/>
          <p:cNvSpPr>
            <a:spLocks noChangeArrowheads="1"/>
          </p:cNvSpPr>
          <p:nvPr/>
        </p:nvSpPr>
        <p:spPr bwMode="auto">
          <a:xfrm>
            <a:off x="1143000" y="271145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795" name="Rectangle 43"/>
          <p:cNvSpPr>
            <a:spLocks noChangeArrowheads="1"/>
          </p:cNvSpPr>
          <p:nvPr/>
        </p:nvSpPr>
        <p:spPr bwMode="auto">
          <a:xfrm>
            <a:off x="2401888" y="2711450"/>
            <a:ext cx="719137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796" name="Rectangle 44"/>
          <p:cNvSpPr>
            <a:spLocks noChangeArrowheads="1"/>
          </p:cNvSpPr>
          <p:nvPr/>
        </p:nvSpPr>
        <p:spPr bwMode="auto">
          <a:xfrm>
            <a:off x="3659188" y="2711450"/>
            <a:ext cx="719137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797" name="Rectangle 45"/>
          <p:cNvSpPr>
            <a:spLocks noChangeArrowheads="1"/>
          </p:cNvSpPr>
          <p:nvPr/>
        </p:nvSpPr>
        <p:spPr bwMode="auto">
          <a:xfrm>
            <a:off x="4918075" y="271145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798" name="Rectangle 46"/>
          <p:cNvSpPr>
            <a:spLocks noChangeArrowheads="1"/>
          </p:cNvSpPr>
          <p:nvPr/>
        </p:nvSpPr>
        <p:spPr bwMode="auto">
          <a:xfrm>
            <a:off x="6173788" y="2711450"/>
            <a:ext cx="719137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799" name="Rectangle 47"/>
          <p:cNvSpPr>
            <a:spLocks noChangeArrowheads="1"/>
          </p:cNvSpPr>
          <p:nvPr/>
        </p:nvSpPr>
        <p:spPr bwMode="auto">
          <a:xfrm>
            <a:off x="7432675" y="271145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00" name="Rectangle 48"/>
          <p:cNvSpPr>
            <a:spLocks noChangeArrowheads="1"/>
          </p:cNvSpPr>
          <p:nvPr/>
        </p:nvSpPr>
        <p:spPr bwMode="auto">
          <a:xfrm>
            <a:off x="8689975" y="271145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01" name="Rectangle 49"/>
          <p:cNvSpPr>
            <a:spLocks noChangeArrowheads="1"/>
          </p:cNvSpPr>
          <p:nvPr/>
        </p:nvSpPr>
        <p:spPr bwMode="auto">
          <a:xfrm>
            <a:off x="1143000" y="433070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02" name="Rectangle 50"/>
          <p:cNvSpPr>
            <a:spLocks noChangeArrowheads="1"/>
          </p:cNvSpPr>
          <p:nvPr/>
        </p:nvSpPr>
        <p:spPr bwMode="auto">
          <a:xfrm>
            <a:off x="2401888" y="4330700"/>
            <a:ext cx="719137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03" name="Rectangle 51"/>
          <p:cNvSpPr>
            <a:spLocks noChangeArrowheads="1"/>
          </p:cNvSpPr>
          <p:nvPr/>
        </p:nvSpPr>
        <p:spPr bwMode="auto">
          <a:xfrm>
            <a:off x="3659188" y="4330700"/>
            <a:ext cx="719137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04" name="Rectangle 52"/>
          <p:cNvSpPr>
            <a:spLocks noChangeArrowheads="1"/>
          </p:cNvSpPr>
          <p:nvPr/>
        </p:nvSpPr>
        <p:spPr bwMode="auto">
          <a:xfrm>
            <a:off x="4918075" y="433070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05" name="Rectangle 53"/>
          <p:cNvSpPr>
            <a:spLocks noChangeArrowheads="1"/>
          </p:cNvSpPr>
          <p:nvPr/>
        </p:nvSpPr>
        <p:spPr bwMode="auto">
          <a:xfrm>
            <a:off x="6173788" y="4330700"/>
            <a:ext cx="719137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06" name="Rectangle 54"/>
          <p:cNvSpPr>
            <a:spLocks noChangeArrowheads="1"/>
          </p:cNvSpPr>
          <p:nvPr/>
        </p:nvSpPr>
        <p:spPr bwMode="auto">
          <a:xfrm>
            <a:off x="7432675" y="433070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07" name="Rectangle 55"/>
          <p:cNvSpPr>
            <a:spLocks noChangeArrowheads="1"/>
          </p:cNvSpPr>
          <p:nvPr/>
        </p:nvSpPr>
        <p:spPr bwMode="auto">
          <a:xfrm>
            <a:off x="8689975" y="433070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08" name="Rectangle 56"/>
          <p:cNvSpPr>
            <a:spLocks noChangeArrowheads="1"/>
          </p:cNvSpPr>
          <p:nvPr/>
        </p:nvSpPr>
        <p:spPr bwMode="auto">
          <a:xfrm>
            <a:off x="1143000" y="594995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09" name="Rectangle 57"/>
          <p:cNvSpPr>
            <a:spLocks noChangeArrowheads="1"/>
          </p:cNvSpPr>
          <p:nvPr/>
        </p:nvSpPr>
        <p:spPr bwMode="auto">
          <a:xfrm>
            <a:off x="2401888" y="5949950"/>
            <a:ext cx="719137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10" name="Rectangle 58"/>
          <p:cNvSpPr>
            <a:spLocks noChangeArrowheads="1"/>
          </p:cNvSpPr>
          <p:nvPr/>
        </p:nvSpPr>
        <p:spPr bwMode="auto">
          <a:xfrm>
            <a:off x="3659188" y="5949950"/>
            <a:ext cx="719137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11" name="Rectangle 59"/>
          <p:cNvSpPr>
            <a:spLocks noChangeArrowheads="1"/>
          </p:cNvSpPr>
          <p:nvPr/>
        </p:nvSpPr>
        <p:spPr bwMode="auto">
          <a:xfrm>
            <a:off x="4918075" y="594995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12" name="Rectangle 60"/>
          <p:cNvSpPr>
            <a:spLocks noChangeArrowheads="1"/>
          </p:cNvSpPr>
          <p:nvPr/>
        </p:nvSpPr>
        <p:spPr bwMode="auto">
          <a:xfrm>
            <a:off x="6173788" y="5949950"/>
            <a:ext cx="719137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13" name="Rectangle 61"/>
          <p:cNvSpPr>
            <a:spLocks noChangeArrowheads="1"/>
          </p:cNvSpPr>
          <p:nvPr/>
        </p:nvSpPr>
        <p:spPr bwMode="auto">
          <a:xfrm>
            <a:off x="7432675" y="594995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814" name="Rectangle 62"/>
          <p:cNvSpPr>
            <a:spLocks noChangeArrowheads="1"/>
          </p:cNvSpPr>
          <p:nvPr/>
        </p:nvSpPr>
        <p:spPr bwMode="auto">
          <a:xfrm>
            <a:off x="8689975" y="5949950"/>
            <a:ext cx="719138" cy="215900"/>
          </a:xfrm>
          <a:prstGeom prst="rect">
            <a:avLst/>
          </a:prstGeom>
          <a:solidFill>
            <a:srgbClr val="0000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341" name="Group 69"/>
          <p:cNvGrpSpPr>
            <a:grpSpLocks/>
          </p:cNvGrpSpPr>
          <p:nvPr/>
        </p:nvGrpSpPr>
        <p:grpSpPr bwMode="auto">
          <a:xfrm>
            <a:off x="871538" y="347663"/>
            <a:ext cx="8832850" cy="1619250"/>
            <a:chOff x="549" y="219"/>
            <a:chExt cx="5564" cy="1020"/>
          </a:xfrm>
        </p:grpSpPr>
        <p:sp>
          <p:nvSpPr>
            <p:cNvPr id="182274" name="Rectangle 2"/>
            <p:cNvSpPr>
              <a:spLocks noChangeArrowheads="1"/>
            </p:cNvSpPr>
            <p:nvPr/>
          </p:nvSpPr>
          <p:spPr bwMode="auto">
            <a:xfrm>
              <a:off x="549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35" name="Rectangle 63"/>
            <p:cNvSpPr>
              <a:spLocks noChangeArrowheads="1"/>
            </p:cNvSpPr>
            <p:nvPr/>
          </p:nvSpPr>
          <p:spPr bwMode="auto">
            <a:xfrm>
              <a:off x="13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36" name="Rectangle 64"/>
            <p:cNvSpPr>
              <a:spLocks noChangeArrowheads="1"/>
            </p:cNvSpPr>
            <p:nvPr/>
          </p:nvSpPr>
          <p:spPr bwMode="auto">
            <a:xfrm>
              <a:off x="21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37" name="Rectangle 65"/>
            <p:cNvSpPr>
              <a:spLocks noChangeArrowheads="1"/>
            </p:cNvSpPr>
            <p:nvPr/>
          </p:nvSpPr>
          <p:spPr bwMode="auto">
            <a:xfrm>
              <a:off x="2925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38" name="Rectangle 66"/>
            <p:cNvSpPr>
              <a:spLocks noChangeArrowheads="1"/>
            </p:cNvSpPr>
            <p:nvPr/>
          </p:nvSpPr>
          <p:spPr bwMode="auto">
            <a:xfrm>
              <a:off x="37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39" name="Rectangle 67"/>
            <p:cNvSpPr>
              <a:spLocks noChangeArrowheads="1"/>
            </p:cNvSpPr>
            <p:nvPr/>
          </p:nvSpPr>
          <p:spPr bwMode="auto">
            <a:xfrm>
              <a:off x="45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40" name="Rectangle 68"/>
            <p:cNvSpPr>
              <a:spLocks noChangeArrowheads="1"/>
            </p:cNvSpPr>
            <p:nvPr/>
          </p:nvSpPr>
          <p:spPr bwMode="auto">
            <a:xfrm>
              <a:off x="5320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</p:grpSp>
      <p:grpSp>
        <p:nvGrpSpPr>
          <p:cNvPr id="182302" name="Group 30"/>
          <p:cNvGrpSpPr>
            <a:grpSpLocks/>
          </p:cNvGrpSpPr>
          <p:nvPr/>
        </p:nvGrpSpPr>
        <p:grpSpPr bwMode="auto">
          <a:xfrm>
            <a:off x="1311275" y="1009650"/>
            <a:ext cx="7927975" cy="5238750"/>
            <a:chOff x="826" y="636"/>
            <a:chExt cx="4994" cy="3300"/>
          </a:xfrm>
        </p:grpSpPr>
        <p:grpSp>
          <p:nvGrpSpPr>
            <p:cNvPr id="182303" name="Group 31"/>
            <p:cNvGrpSpPr>
              <a:grpSpLocks/>
            </p:cNvGrpSpPr>
            <p:nvPr/>
          </p:nvGrpSpPr>
          <p:grpSpPr bwMode="auto">
            <a:xfrm>
              <a:off x="826" y="636"/>
              <a:ext cx="4994" cy="240"/>
              <a:chOff x="826" y="688"/>
              <a:chExt cx="4994" cy="240"/>
            </a:xfrm>
          </p:grpSpPr>
          <p:sp>
            <p:nvSpPr>
              <p:cNvPr id="182304" name="Oval 32"/>
              <p:cNvSpPr>
                <a:spLocks noChangeArrowheads="1"/>
              </p:cNvSpPr>
              <p:nvPr/>
            </p:nvSpPr>
            <p:spPr bwMode="auto">
              <a:xfrm>
                <a:off x="826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05" name="Oval 33"/>
              <p:cNvSpPr>
                <a:spLocks noChangeArrowheads="1"/>
              </p:cNvSpPr>
              <p:nvPr/>
            </p:nvSpPr>
            <p:spPr bwMode="auto">
              <a:xfrm>
                <a:off x="1619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06" name="Oval 34"/>
              <p:cNvSpPr>
                <a:spLocks noChangeArrowheads="1"/>
              </p:cNvSpPr>
              <p:nvPr/>
            </p:nvSpPr>
            <p:spPr bwMode="auto">
              <a:xfrm>
                <a:off x="2412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07" name="Oval 35"/>
              <p:cNvSpPr>
                <a:spLocks noChangeArrowheads="1"/>
              </p:cNvSpPr>
              <p:nvPr/>
            </p:nvSpPr>
            <p:spPr bwMode="auto">
              <a:xfrm>
                <a:off x="3204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08" name="Oval 36"/>
              <p:cNvSpPr>
                <a:spLocks noChangeArrowheads="1"/>
              </p:cNvSpPr>
              <p:nvPr/>
            </p:nvSpPr>
            <p:spPr bwMode="auto">
              <a:xfrm>
                <a:off x="3995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09" name="Oval 37"/>
              <p:cNvSpPr>
                <a:spLocks noChangeArrowheads="1"/>
              </p:cNvSpPr>
              <p:nvPr/>
            </p:nvSpPr>
            <p:spPr bwMode="auto">
              <a:xfrm>
                <a:off x="4789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10" name="Oval 38"/>
              <p:cNvSpPr>
                <a:spLocks noChangeArrowheads="1"/>
              </p:cNvSpPr>
              <p:nvPr/>
            </p:nvSpPr>
            <p:spPr bwMode="auto">
              <a:xfrm>
                <a:off x="5580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82311" name="Group 39"/>
            <p:cNvGrpSpPr>
              <a:grpSpLocks/>
            </p:cNvGrpSpPr>
            <p:nvPr/>
          </p:nvGrpSpPr>
          <p:grpSpPr bwMode="auto">
            <a:xfrm>
              <a:off x="826" y="1656"/>
              <a:ext cx="4994" cy="240"/>
              <a:chOff x="826" y="1776"/>
              <a:chExt cx="4994" cy="240"/>
            </a:xfrm>
          </p:grpSpPr>
          <p:sp>
            <p:nvSpPr>
              <p:cNvPr id="182312" name="Oval 40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13" name="Oval 41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14" name="Oval 42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15" name="Oval 43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16" name="Oval 44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17" name="Oval 45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18" name="Oval 46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82319" name="Group 47"/>
            <p:cNvGrpSpPr>
              <a:grpSpLocks/>
            </p:cNvGrpSpPr>
            <p:nvPr/>
          </p:nvGrpSpPr>
          <p:grpSpPr bwMode="auto">
            <a:xfrm>
              <a:off x="826" y="2676"/>
              <a:ext cx="4994" cy="240"/>
              <a:chOff x="826" y="1776"/>
              <a:chExt cx="4994" cy="240"/>
            </a:xfrm>
          </p:grpSpPr>
          <p:sp>
            <p:nvSpPr>
              <p:cNvPr id="182320" name="Oval 48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21" name="Oval 49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22" name="Oval 50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23" name="Oval 51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24" name="Oval 52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25" name="Oval 53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26" name="Oval 54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82327" name="Group 55"/>
            <p:cNvGrpSpPr>
              <a:grpSpLocks/>
            </p:cNvGrpSpPr>
            <p:nvPr/>
          </p:nvGrpSpPr>
          <p:grpSpPr bwMode="auto">
            <a:xfrm>
              <a:off x="826" y="3696"/>
              <a:ext cx="4994" cy="240"/>
              <a:chOff x="826" y="1776"/>
              <a:chExt cx="4994" cy="240"/>
            </a:xfrm>
          </p:grpSpPr>
          <p:sp>
            <p:nvSpPr>
              <p:cNvPr id="182328" name="Oval 56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29" name="Oval 57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30" name="Oval 58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31" name="Oval 59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32" name="Oval 60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33" name="Oval 61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2334" name="Oval 62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182342" name="Group 70"/>
          <p:cNvGrpSpPr>
            <a:grpSpLocks/>
          </p:cNvGrpSpPr>
          <p:nvPr/>
        </p:nvGrpSpPr>
        <p:grpSpPr bwMode="auto">
          <a:xfrm>
            <a:off x="909638" y="2022475"/>
            <a:ext cx="8832850" cy="1619250"/>
            <a:chOff x="549" y="219"/>
            <a:chExt cx="5564" cy="1020"/>
          </a:xfrm>
        </p:grpSpPr>
        <p:sp>
          <p:nvSpPr>
            <p:cNvPr id="182343" name="Rectangle 71"/>
            <p:cNvSpPr>
              <a:spLocks noChangeArrowheads="1"/>
            </p:cNvSpPr>
            <p:nvPr/>
          </p:nvSpPr>
          <p:spPr bwMode="auto">
            <a:xfrm>
              <a:off x="549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44" name="Rectangle 72"/>
            <p:cNvSpPr>
              <a:spLocks noChangeArrowheads="1"/>
            </p:cNvSpPr>
            <p:nvPr/>
          </p:nvSpPr>
          <p:spPr bwMode="auto">
            <a:xfrm>
              <a:off x="13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45" name="Rectangle 73"/>
            <p:cNvSpPr>
              <a:spLocks noChangeArrowheads="1"/>
            </p:cNvSpPr>
            <p:nvPr/>
          </p:nvSpPr>
          <p:spPr bwMode="auto">
            <a:xfrm>
              <a:off x="21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46" name="Rectangle 74"/>
            <p:cNvSpPr>
              <a:spLocks noChangeArrowheads="1"/>
            </p:cNvSpPr>
            <p:nvPr/>
          </p:nvSpPr>
          <p:spPr bwMode="auto">
            <a:xfrm>
              <a:off x="2925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47" name="Rectangle 75"/>
            <p:cNvSpPr>
              <a:spLocks noChangeArrowheads="1"/>
            </p:cNvSpPr>
            <p:nvPr/>
          </p:nvSpPr>
          <p:spPr bwMode="auto">
            <a:xfrm>
              <a:off x="37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48" name="Rectangle 76"/>
            <p:cNvSpPr>
              <a:spLocks noChangeArrowheads="1"/>
            </p:cNvSpPr>
            <p:nvPr/>
          </p:nvSpPr>
          <p:spPr bwMode="auto">
            <a:xfrm>
              <a:off x="45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49" name="Rectangle 77"/>
            <p:cNvSpPr>
              <a:spLocks noChangeArrowheads="1"/>
            </p:cNvSpPr>
            <p:nvPr/>
          </p:nvSpPr>
          <p:spPr bwMode="auto">
            <a:xfrm>
              <a:off x="5320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</p:grpSp>
      <p:grpSp>
        <p:nvGrpSpPr>
          <p:cNvPr id="182350" name="Group 78"/>
          <p:cNvGrpSpPr>
            <a:grpSpLocks/>
          </p:cNvGrpSpPr>
          <p:nvPr/>
        </p:nvGrpSpPr>
        <p:grpSpPr bwMode="auto">
          <a:xfrm>
            <a:off x="919163" y="3621088"/>
            <a:ext cx="8832850" cy="1619250"/>
            <a:chOff x="549" y="219"/>
            <a:chExt cx="5564" cy="1020"/>
          </a:xfrm>
        </p:grpSpPr>
        <p:sp>
          <p:nvSpPr>
            <p:cNvPr id="182351" name="Rectangle 79"/>
            <p:cNvSpPr>
              <a:spLocks noChangeArrowheads="1"/>
            </p:cNvSpPr>
            <p:nvPr/>
          </p:nvSpPr>
          <p:spPr bwMode="auto">
            <a:xfrm>
              <a:off x="549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52" name="Rectangle 80"/>
            <p:cNvSpPr>
              <a:spLocks noChangeArrowheads="1"/>
            </p:cNvSpPr>
            <p:nvPr/>
          </p:nvSpPr>
          <p:spPr bwMode="auto">
            <a:xfrm>
              <a:off x="13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53" name="Rectangle 81"/>
            <p:cNvSpPr>
              <a:spLocks noChangeArrowheads="1"/>
            </p:cNvSpPr>
            <p:nvPr/>
          </p:nvSpPr>
          <p:spPr bwMode="auto">
            <a:xfrm>
              <a:off x="21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54" name="Rectangle 82"/>
            <p:cNvSpPr>
              <a:spLocks noChangeArrowheads="1"/>
            </p:cNvSpPr>
            <p:nvPr/>
          </p:nvSpPr>
          <p:spPr bwMode="auto">
            <a:xfrm>
              <a:off x="2925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55" name="Rectangle 83"/>
            <p:cNvSpPr>
              <a:spLocks noChangeArrowheads="1"/>
            </p:cNvSpPr>
            <p:nvPr/>
          </p:nvSpPr>
          <p:spPr bwMode="auto">
            <a:xfrm>
              <a:off x="37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56" name="Rectangle 84"/>
            <p:cNvSpPr>
              <a:spLocks noChangeArrowheads="1"/>
            </p:cNvSpPr>
            <p:nvPr/>
          </p:nvSpPr>
          <p:spPr bwMode="auto">
            <a:xfrm>
              <a:off x="45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57" name="Rectangle 85"/>
            <p:cNvSpPr>
              <a:spLocks noChangeArrowheads="1"/>
            </p:cNvSpPr>
            <p:nvPr/>
          </p:nvSpPr>
          <p:spPr bwMode="auto">
            <a:xfrm>
              <a:off x="5320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</p:grpSp>
      <p:grpSp>
        <p:nvGrpSpPr>
          <p:cNvPr id="182358" name="Group 86"/>
          <p:cNvGrpSpPr>
            <a:grpSpLocks/>
          </p:cNvGrpSpPr>
          <p:nvPr/>
        </p:nvGrpSpPr>
        <p:grpSpPr bwMode="auto">
          <a:xfrm>
            <a:off x="900113" y="5237163"/>
            <a:ext cx="8832850" cy="1619250"/>
            <a:chOff x="549" y="219"/>
            <a:chExt cx="5564" cy="1020"/>
          </a:xfrm>
        </p:grpSpPr>
        <p:sp>
          <p:nvSpPr>
            <p:cNvPr id="182359" name="Rectangle 87"/>
            <p:cNvSpPr>
              <a:spLocks noChangeArrowheads="1"/>
            </p:cNvSpPr>
            <p:nvPr/>
          </p:nvSpPr>
          <p:spPr bwMode="auto">
            <a:xfrm>
              <a:off x="549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60" name="Rectangle 88"/>
            <p:cNvSpPr>
              <a:spLocks noChangeArrowheads="1"/>
            </p:cNvSpPr>
            <p:nvPr/>
          </p:nvSpPr>
          <p:spPr bwMode="auto">
            <a:xfrm>
              <a:off x="13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61" name="Rectangle 89"/>
            <p:cNvSpPr>
              <a:spLocks noChangeArrowheads="1"/>
            </p:cNvSpPr>
            <p:nvPr/>
          </p:nvSpPr>
          <p:spPr bwMode="auto">
            <a:xfrm>
              <a:off x="21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62" name="Rectangle 90"/>
            <p:cNvSpPr>
              <a:spLocks noChangeArrowheads="1"/>
            </p:cNvSpPr>
            <p:nvPr/>
          </p:nvSpPr>
          <p:spPr bwMode="auto">
            <a:xfrm>
              <a:off x="2925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63" name="Rectangle 91"/>
            <p:cNvSpPr>
              <a:spLocks noChangeArrowheads="1"/>
            </p:cNvSpPr>
            <p:nvPr/>
          </p:nvSpPr>
          <p:spPr bwMode="auto">
            <a:xfrm>
              <a:off x="37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64" name="Rectangle 92"/>
            <p:cNvSpPr>
              <a:spLocks noChangeArrowheads="1"/>
            </p:cNvSpPr>
            <p:nvPr/>
          </p:nvSpPr>
          <p:spPr bwMode="auto">
            <a:xfrm>
              <a:off x="45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182365" name="Rectangle 93"/>
            <p:cNvSpPr>
              <a:spLocks noChangeArrowheads="1"/>
            </p:cNvSpPr>
            <p:nvPr/>
          </p:nvSpPr>
          <p:spPr bwMode="auto">
            <a:xfrm>
              <a:off x="5320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02" name="Group 2"/>
          <p:cNvGrpSpPr>
            <a:grpSpLocks/>
          </p:cNvGrpSpPr>
          <p:nvPr/>
        </p:nvGrpSpPr>
        <p:grpSpPr bwMode="auto">
          <a:xfrm>
            <a:off x="871538" y="347663"/>
            <a:ext cx="8832850" cy="1619250"/>
            <a:chOff x="549" y="219"/>
            <a:chExt cx="5564" cy="1020"/>
          </a:xfrm>
        </p:grpSpPr>
        <p:sp>
          <p:nvSpPr>
            <p:cNvPr id="204803" name="Rectangle 3"/>
            <p:cNvSpPr>
              <a:spLocks noChangeArrowheads="1"/>
            </p:cNvSpPr>
            <p:nvPr/>
          </p:nvSpPr>
          <p:spPr bwMode="auto">
            <a:xfrm>
              <a:off x="549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04" name="Rectangle 4"/>
            <p:cNvSpPr>
              <a:spLocks noChangeArrowheads="1"/>
            </p:cNvSpPr>
            <p:nvPr/>
          </p:nvSpPr>
          <p:spPr bwMode="auto">
            <a:xfrm>
              <a:off x="13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05" name="Rectangle 5"/>
            <p:cNvSpPr>
              <a:spLocks noChangeArrowheads="1"/>
            </p:cNvSpPr>
            <p:nvPr/>
          </p:nvSpPr>
          <p:spPr bwMode="auto">
            <a:xfrm>
              <a:off x="21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06" name="Rectangle 6"/>
            <p:cNvSpPr>
              <a:spLocks noChangeArrowheads="1"/>
            </p:cNvSpPr>
            <p:nvPr/>
          </p:nvSpPr>
          <p:spPr bwMode="auto">
            <a:xfrm>
              <a:off x="2925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07" name="Rectangle 7"/>
            <p:cNvSpPr>
              <a:spLocks noChangeArrowheads="1"/>
            </p:cNvSpPr>
            <p:nvPr/>
          </p:nvSpPr>
          <p:spPr bwMode="auto">
            <a:xfrm>
              <a:off x="37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08" name="Rectangle 8"/>
            <p:cNvSpPr>
              <a:spLocks noChangeArrowheads="1"/>
            </p:cNvSpPr>
            <p:nvPr/>
          </p:nvSpPr>
          <p:spPr bwMode="auto">
            <a:xfrm>
              <a:off x="45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09" name="Rectangle 9"/>
            <p:cNvSpPr>
              <a:spLocks noChangeArrowheads="1"/>
            </p:cNvSpPr>
            <p:nvPr/>
          </p:nvSpPr>
          <p:spPr bwMode="auto">
            <a:xfrm>
              <a:off x="5320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</p:grpSp>
      <p:grpSp>
        <p:nvGrpSpPr>
          <p:cNvPr id="204810" name="Group 10"/>
          <p:cNvGrpSpPr>
            <a:grpSpLocks/>
          </p:cNvGrpSpPr>
          <p:nvPr/>
        </p:nvGrpSpPr>
        <p:grpSpPr bwMode="auto">
          <a:xfrm>
            <a:off x="1311275" y="1009650"/>
            <a:ext cx="7927975" cy="5238750"/>
            <a:chOff x="826" y="636"/>
            <a:chExt cx="4994" cy="3300"/>
          </a:xfrm>
        </p:grpSpPr>
        <p:grpSp>
          <p:nvGrpSpPr>
            <p:cNvPr id="204811" name="Group 11"/>
            <p:cNvGrpSpPr>
              <a:grpSpLocks/>
            </p:cNvGrpSpPr>
            <p:nvPr/>
          </p:nvGrpSpPr>
          <p:grpSpPr bwMode="auto">
            <a:xfrm>
              <a:off x="826" y="636"/>
              <a:ext cx="4994" cy="240"/>
              <a:chOff x="826" y="688"/>
              <a:chExt cx="4994" cy="240"/>
            </a:xfrm>
          </p:grpSpPr>
          <p:sp>
            <p:nvSpPr>
              <p:cNvPr id="204812" name="Oval 12"/>
              <p:cNvSpPr>
                <a:spLocks noChangeArrowheads="1"/>
              </p:cNvSpPr>
              <p:nvPr/>
            </p:nvSpPr>
            <p:spPr bwMode="auto">
              <a:xfrm>
                <a:off x="826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13" name="Oval 13"/>
              <p:cNvSpPr>
                <a:spLocks noChangeArrowheads="1"/>
              </p:cNvSpPr>
              <p:nvPr/>
            </p:nvSpPr>
            <p:spPr bwMode="auto">
              <a:xfrm>
                <a:off x="1619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14" name="Oval 14"/>
              <p:cNvSpPr>
                <a:spLocks noChangeArrowheads="1"/>
              </p:cNvSpPr>
              <p:nvPr/>
            </p:nvSpPr>
            <p:spPr bwMode="auto">
              <a:xfrm>
                <a:off x="2412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15" name="Oval 15"/>
              <p:cNvSpPr>
                <a:spLocks noChangeArrowheads="1"/>
              </p:cNvSpPr>
              <p:nvPr/>
            </p:nvSpPr>
            <p:spPr bwMode="auto">
              <a:xfrm>
                <a:off x="3204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16" name="Oval 16"/>
              <p:cNvSpPr>
                <a:spLocks noChangeArrowheads="1"/>
              </p:cNvSpPr>
              <p:nvPr/>
            </p:nvSpPr>
            <p:spPr bwMode="auto">
              <a:xfrm>
                <a:off x="3995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17" name="Oval 17"/>
              <p:cNvSpPr>
                <a:spLocks noChangeArrowheads="1"/>
              </p:cNvSpPr>
              <p:nvPr/>
            </p:nvSpPr>
            <p:spPr bwMode="auto">
              <a:xfrm>
                <a:off x="4789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18" name="Oval 18"/>
              <p:cNvSpPr>
                <a:spLocks noChangeArrowheads="1"/>
              </p:cNvSpPr>
              <p:nvPr/>
            </p:nvSpPr>
            <p:spPr bwMode="auto">
              <a:xfrm>
                <a:off x="5580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04819" name="Group 19"/>
            <p:cNvGrpSpPr>
              <a:grpSpLocks/>
            </p:cNvGrpSpPr>
            <p:nvPr/>
          </p:nvGrpSpPr>
          <p:grpSpPr bwMode="auto">
            <a:xfrm>
              <a:off x="826" y="1656"/>
              <a:ext cx="4994" cy="240"/>
              <a:chOff x="826" y="1776"/>
              <a:chExt cx="4994" cy="240"/>
            </a:xfrm>
          </p:grpSpPr>
          <p:sp>
            <p:nvSpPr>
              <p:cNvPr id="204820" name="Oval 20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21" name="Oval 21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22" name="Oval 22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23" name="Oval 23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24" name="Oval 24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25" name="Oval 25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26" name="Oval 26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04827" name="Group 27"/>
            <p:cNvGrpSpPr>
              <a:grpSpLocks/>
            </p:cNvGrpSpPr>
            <p:nvPr/>
          </p:nvGrpSpPr>
          <p:grpSpPr bwMode="auto">
            <a:xfrm>
              <a:off x="826" y="2676"/>
              <a:ext cx="4994" cy="240"/>
              <a:chOff x="826" y="1776"/>
              <a:chExt cx="4994" cy="240"/>
            </a:xfrm>
          </p:grpSpPr>
          <p:sp>
            <p:nvSpPr>
              <p:cNvPr id="204828" name="Oval 28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29" name="Oval 29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30" name="Oval 30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31" name="Oval 31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32" name="Oval 32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33" name="Oval 33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34" name="Oval 34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04835" name="Group 35"/>
            <p:cNvGrpSpPr>
              <a:grpSpLocks/>
            </p:cNvGrpSpPr>
            <p:nvPr/>
          </p:nvGrpSpPr>
          <p:grpSpPr bwMode="auto">
            <a:xfrm>
              <a:off x="826" y="3696"/>
              <a:ext cx="4994" cy="240"/>
              <a:chOff x="826" y="1776"/>
              <a:chExt cx="4994" cy="240"/>
            </a:xfrm>
          </p:grpSpPr>
          <p:sp>
            <p:nvSpPr>
              <p:cNvPr id="204836" name="Oval 36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37" name="Oval 37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38" name="Oval 38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39" name="Oval 39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40" name="Oval 40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41" name="Oval 41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4842" name="Oval 42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204843" name="Group 43"/>
          <p:cNvGrpSpPr>
            <a:grpSpLocks/>
          </p:cNvGrpSpPr>
          <p:nvPr/>
        </p:nvGrpSpPr>
        <p:grpSpPr bwMode="auto">
          <a:xfrm>
            <a:off x="909638" y="2022475"/>
            <a:ext cx="8832850" cy="1619250"/>
            <a:chOff x="549" y="219"/>
            <a:chExt cx="5564" cy="1020"/>
          </a:xfrm>
        </p:grpSpPr>
        <p:sp>
          <p:nvSpPr>
            <p:cNvPr id="204844" name="Rectangle 44"/>
            <p:cNvSpPr>
              <a:spLocks noChangeArrowheads="1"/>
            </p:cNvSpPr>
            <p:nvPr/>
          </p:nvSpPr>
          <p:spPr bwMode="auto">
            <a:xfrm>
              <a:off x="549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45" name="Rectangle 45"/>
            <p:cNvSpPr>
              <a:spLocks noChangeArrowheads="1"/>
            </p:cNvSpPr>
            <p:nvPr/>
          </p:nvSpPr>
          <p:spPr bwMode="auto">
            <a:xfrm>
              <a:off x="13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46" name="Rectangle 46"/>
            <p:cNvSpPr>
              <a:spLocks noChangeArrowheads="1"/>
            </p:cNvSpPr>
            <p:nvPr/>
          </p:nvSpPr>
          <p:spPr bwMode="auto">
            <a:xfrm>
              <a:off x="21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47" name="Rectangle 47"/>
            <p:cNvSpPr>
              <a:spLocks noChangeArrowheads="1"/>
            </p:cNvSpPr>
            <p:nvPr/>
          </p:nvSpPr>
          <p:spPr bwMode="auto">
            <a:xfrm>
              <a:off x="2925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48" name="Rectangle 48"/>
            <p:cNvSpPr>
              <a:spLocks noChangeArrowheads="1"/>
            </p:cNvSpPr>
            <p:nvPr/>
          </p:nvSpPr>
          <p:spPr bwMode="auto">
            <a:xfrm>
              <a:off x="37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49" name="Rectangle 49"/>
            <p:cNvSpPr>
              <a:spLocks noChangeArrowheads="1"/>
            </p:cNvSpPr>
            <p:nvPr/>
          </p:nvSpPr>
          <p:spPr bwMode="auto">
            <a:xfrm>
              <a:off x="45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50" name="Rectangle 50"/>
            <p:cNvSpPr>
              <a:spLocks noChangeArrowheads="1"/>
            </p:cNvSpPr>
            <p:nvPr/>
          </p:nvSpPr>
          <p:spPr bwMode="auto">
            <a:xfrm>
              <a:off x="5320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</p:grpSp>
      <p:grpSp>
        <p:nvGrpSpPr>
          <p:cNvPr id="204851" name="Group 51"/>
          <p:cNvGrpSpPr>
            <a:grpSpLocks/>
          </p:cNvGrpSpPr>
          <p:nvPr/>
        </p:nvGrpSpPr>
        <p:grpSpPr bwMode="auto">
          <a:xfrm>
            <a:off x="919163" y="3621088"/>
            <a:ext cx="8832850" cy="1619250"/>
            <a:chOff x="549" y="219"/>
            <a:chExt cx="5564" cy="1020"/>
          </a:xfrm>
        </p:grpSpPr>
        <p:sp>
          <p:nvSpPr>
            <p:cNvPr id="204852" name="Rectangle 52"/>
            <p:cNvSpPr>
              <a:spLocks noChangeArrowheads="1"/>
            </p:cNvSpPr>
            <p:nvPr/>
          </p:nvSpPr>
          <p:spPr bwMode="auto">
            <a:xfrm>
              <a:off x="549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53" name="Rectangle 53"/>
            <p:cNvSpPr>
              <a:spLocks noChangeArrowheads="1"/>
            </p:cNvSpPr>
            <p:nvPr/>
          </p:nvSpPr>
          <p:spPr bwMode="auto">
            <a:xfrm>
              <a:off x="13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54" name="Rectangle 54"/>
            <p:cNvSpPr>
              <a:spLocks noChangeArrowheads="1"/>
            </p:cNvSpPr>
            <p:nvPr/>
          </p:nvSpPr>
          <p:spPr bwMode="auto">
            <a:xfrm>
              <a:off x="21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55" name="Rectangle 55"/>
            <p:cNvSpPr>
              <a:spLocks noChangeArrowheads="1"/>
            </p:cNvSpPr>
            <p:nvPr/>
          </p:nvSpPr>
          <p:spPr bwMode="auto">
            <a:xfrm>
              <a:off x="2925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56" name="Rectangle 56"/>
            <p:cNvSpPr>
              <a:spLocks noChangeArrowheads="1"/>
            </p:cNvSpPr>
            <p:nvPr/>
          </p:nvSpPr>
          <p:spPr bwMode="auto">
            <a:xfrm>
              <a:off x="37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57" name="Rectangle 57"/>
            <p:cNvSpPr>
              <a:spLocks noChangeArrowheads="1"/>
            </p:cNvSpPr>
            <p:nvPr/>
          </p:nvSpPr>
          <p:spPr bwMode="auto">
            <a:xfrm>
              <a:off x="45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58" name="Rectangle 58"/>
            <p:cNvSpPr>
              <a:spLocks noChangeArrowheads="1"/>
            </p:cNvSpPr>
            <p:nvPr/>
          </p:nvSpPr>
          <p:spPr bwMode="auto">
            <a:xfrm>
              <a:off x="5320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</p:grpSp>
      <p:grpSp>
        <p:nvGrpSpPr>
          <p:cNvPr id="204859" name="Group 59"/>
          <p:cNvGrpSpPr>
            <a:grpSpLocks/>
          </p:cNvGrpSpPr>
          <p:nvPr/>
        </p:nvGrpSpPr>
        <p:grpSpPr bwMode="auto">
          <a:xfrm>
            <a:off x="900113" y="5237163"/>
            <a:ext cx="8832850" cy="1619250"/>
            <a:chOff x="549" y="219"/>
            <a:chExt cx="5564" cy="1020"/>
          </a:xfrm>
        </p:grpSpPr>
        <p:sp>
          <p:nvSpPr>
            <p:cNvPr id="204860" name="Rectangle 60"/>
            <p:cNvSpPr>
              <a:spLocks noChangeArrowheads="1"/>
            </p:cNvSpPr>
            <p:nvPr/>
          </p:nvSpPr>
          <p:spPr bwMode="auto">
            <a:xfrm>
              <a:off x="549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61" name="Rectangle 61"/>
            <p:cNvSpPr>
              <a:spLocks noChangeArrowheads="1"/>
            </p:cNvSpPr>
            <p:nvPr/>
          </p:nvSpPr>
          <p:spPr bwMode="auto">
            <a:xfrm>
              <a:off x="13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62" name="Rectangle 62"/>
            <p:cNvSpPr>
              <a:spLocks noChangeArrowheads="1"/>
            </p:cNvSpPr>
            <p:nvPr/>
          </p:nvSpPr>
          <p:spPr bwMode="auto">
            <a:xfrm>
              <a:off x="21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63" name="Rectangle 63"/>
            <p:cNvSpPr>
              <a:spLocks noChangeArrowheads="1"/>
            </p:cNvSpPr>
            <p:nvPr/>
          </p:nvSpPr>
          <p:spPr bwMode="auto">
            <a:xfrm>
              <a:off x="2925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64" name="Rectangle 64"/>
            <p:cNvSpPr>
              <a:spLocks noChangeArrowheads="1"/>
            </p:cNvSpPr>
            <p:nvPr/>
          </p:nvSpPr>
          <p:spPr bwMode="auto">
            <a:xfrm>
              <a:off x="37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65" name="Rectangle 65"/>
            <p:cNvSpPr>
              <a:spLocks noChangeArrowheads="1"/>
            </p:cNvSpPr>
            <p:nvPr/>
          </p:nvSpPr>
          <p:spPr bwMode="auto">
            <a:xfrm>
              <a:off x="45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4866" name="Rectangle 66"/>
            <p:cNvSpPr>
              <a:spLocks noChangeArrowheads="1"/>
            </p:cNvSpPr>
            <p:nvPr/>
          </p:nvSpPr>
          <p:spPr bwMode="auto">
            <a:xfrm>
              <a:off x="5320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850" name="Group 2"/>
          <p:cNvGrpSpPr>
            <a:grpSpLocks/>
          </p:cNvGrpSpPr>
          <p:nvPr/>
        </p:nvGrpSpPr>
        <p:grpSpPr bwMode="auto">
          <a:xfrm>
            <a:off x="871538" y="347663"/>
            <a:ext cx="8832850" cy="1619250"/>
            <a:chOff x="549" y="219"/>
            <a:chExt cx="5564" cy="1020"/>
          </a:xfrm>
        </p:grpSpPr>
        <p:sp>
          <p:nvSpPr>
            <p:cNvPr id="206851" name="Rectangle 3"/>
            <p:cNvSpPr>
              <a:spLocks noChangeArrowheads="1"/>
            </p:cNvSpPr>
            <p:nvPr/>
          </p:nvSpPr>
          <p:spPr bwMode="auto">
            <a:xfrm>
              <a:off x="549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852" name="Rectangle 4"/>
            <p:cNvSpPr>
              <a:spLocks noChangeArrowheads="1"/>
            </p:cNvSpPr>
            <p:nvPr/>
          </p:nvSpPr>
          <p:spPr bwMode="auto">
            <a:xfrm>
              <a:off x="13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853" name="Rectangle 5"/>
            <p:cNvSpPr>
              <a:spLocks noChangeArrowheads="1"/>
            </p:cNvSpPr>
            <p:nvPr/>
          </p:nvSpPr>
          <p:spPr bwMode="auto">
            <a:xfrm>
              <a:off x="21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854" name="Rectangle 6"/>
            <p:cNvSpPr>
              <a:spLocks noChangeArrowheads="1"/>
            </p:cNvSpPr>
            <p:nvPr/>
          </p:nvSpPr>
          <p:spPr bwMode="auto">
            <a:xfrm>
              <a:off x="2925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855" name="Rectangle 7"/>
            <p:cNvSpPr>
              <a:spLocks noChangeArrowheads="1"/>
            </p:cNvSpPr>
            <p:nvPr/>
          </p:nvSpPr>
          <p:spPr bwMode="auto">
            <a:xfrm>
              <a:off x="37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856" name="Rectangle 8"/>
            <p:cNvSpPr>
              <a:spLocks noChangeArrowheads="1"/>
            </p:cNvSpPr>
            <p:nvPr/>
          </p:nvSpPr>
          <p:spPr bwMode="auto">
            <a:xfrm>
              <a:off x="45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857" name="Rectangle 9"/>
            <p:cNvSpPr>
              <a:spLocks noChangeArrowheads="1"/>
            </p:cNvSpPr>
            <p:nvPr/>
          </p:nvSpPr>
          <p:spPr bwMode="auto">
            <a:xfrm>
              <a:off x="5320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</p:grpSp>
      <p:grpSp>
        <p:nvGrpSpPr>
          <p:cNvPr id="206858" name="Group 10"/>
          <p:cNvGrpSpPr>
            <a:grpSpLocks/>
          </p:cNvGrpSpPr>
          <p:nvPr/>
        </p:nvGrpSpPr>
        <p:grpSpPr bwMode="auto">
          <a:xfrm>
            <a:off x="1311275" y="1009650"/>
            <a:ext cx="7927975" cy="5238750"/>
            <a:chOff x="826" y="636"/>
            <a:chExt cx="4994" cy="3300"/>
          </a:xfrm>
        </p:grpSpPr>
        <p:grpSp>
          <p:nvGrpSpPr>
            <p:cNvPr id="206859" name="Group 11"/>
            <p:cNvGrpSpPr>
              <a:grpSpLocks/>
            </p:cNvGrpSpPr>
            <p:nvPr/>
          </p:nvGrpSpPr>
          <p:grpSpPr bwMode="auto">
            <a:xfrm>
              <a:off x="826" y="636"/>
              <a:ext cx="4994" cy="240"/>
              <a:chOff x="826" y="688"/>
              <a:chExt cx="4994" cy="240"/>
            </a:xfrm>
          </p:grpSpPr>
          <p:sp>
            <p:nvSpPr>
              <p:cNvPr id="206860" name="Oval 12"/>
              <p:cNvSpPr>
                <a:spLocks noChangeArrowheads="1"/>
              </p:cNvSpPr>
              <p:nvPr/>
            </p:nvSpPr>
            <p:spPr bwMode="auto">
              <a:xfrm>
                <a:off x="826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61" name="Oval 13"/>
              <p:cNvSpPr>
                <a:spLocks noChangeArrowheads="1"/>
              </p:cNvSpPr>
              <p:nvPr/>
            </p:nvSpPr>
            <p:spPr bwMode="auto">
              <a:xfrm>
                <a:off x="1619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62" name="Oval 14"/>
              <p:cNvSpPr>
                <a:spLocks noChangeArrowheads="1"/>
              </p:cNvSpPr>
              <p:nvPr/>
            </p:nvSpPr>
            <p:spPr bwMode="auto">
              <a:xfrm>
                <a:off x="2412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63" name="Oval 15"/>
              <p:cNvSpPr>
                <a:spLocks noChangeArrowheads="1"/>
              </p:cNvSpPr>
              <p:nvPr/>
            </p:nvSpPr>
            <p:spPr bwMode="auto">
              <a:xfrm>
                <a:off x="3204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64" name="Oval 16"/>
              <p:cNvSpPr>
                <a:spLocks noChangeArrowheads="1"/>
              </p:cNvSpPr>
              <p:nvPr/>
            </p:nvSpPr>
            <p:spPr bwMode="auto">
              <a:xfrm>
                <a:off x="3995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65" name="Oval 17"/>
              <p:cNvSpPr>
                <a:spLocks noChangeArrowheads="1"/>
              </p:cNvSpPr>
              <p:nvPr/>
            </p:nvSpPr>
            <p:spPr bwMode="auto">
              <a:xfrm>
                <a:off x="4789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66" name="Oval 18"/>
              <p:cNvSpPr>
                <a:spLocks noChangeArrowheads="1"/>
              </p:cNvSpPr>
              <p:nvPr/>
            </p:nvSpPr>
            <p:spPr bwMode="auto">
              <a:xfrm>
                <a:off x="5580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06867" name="Group 19"/>
            <p:cNvGrpSpPr>
              <a:grpSpLocks/>
            </p:cNvGrpSpPr>
            <p:nvPr/>
          </p:nvGrpSpPr>
          <p:grpSpPr bwMode="auto">
            <a:xfrm>
              <a:off x="826" y="1656"/>
              <a:ext cx="4994" cy="240"/>
              <a:chOff x="826" y="1776"/>
              <a:chExt cx="4994" cy="240"/>
            </a:xfrm>
          </p:grpSpPr>
          <p:sp>
            <p:nvSpPr>
              <p:cNvPr id="206868" name="Oval 20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69" name="Oval 21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70" name="Oval 22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71" name="Oval 23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72" name="Oval 24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73" name="Oval 25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74" name="Oval 26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06875" name="Group 27"/>
            <p:cNvGrpSpPr>
              <a:grpSpLocks/>
            </p:cNvGrpSpPr>
            <p:nvPr/>
          </p:nvGrpSpPr>
          <p:grpSpPr bwMode="auto">
            <a:xfrm>
              <a:off x="826" y="2676"/>
              <a:ext cx="4994" cy="240"/>
              <a:chOff x="826" y="1776"/>
              <a:chExt cx="4994" cy="240"/>
            </a:xfrm>
          </p:grpSpPr>
          <p:sp>
            <p:nvSpPr>
              <p:cNvPr id="206876" name="Oval 28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77" name="Oval 29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78" name="Oval 30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79" name="Oval 31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80" name="Oval 32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81" name="Oval 33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82" name="Oval 34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06883" name="Group 35"/>
            <p:cNvGrpSpPr>
              <a:grpSpLocks/>
            </p:cNvGrpSpPr>
            <p:nvPr/>
          </p:nvGrpSpPr>
          <p:grpSpPr bwMode="auto">
            <a:xfrm>
              <a:off x="826" y="3696"/>
              <a:ext cx="4994" cy="240"/>
              <a:chOff x="826" y="1776"/>
              <a:chExt cx="4994" cy="240"/>
            </a:xfrm>
          </p:grpSpPr>
          <p:sp>
            <p:nvSpPr>
              <p:cNvPr id="206884" name="Oval 36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85" name="Oval 37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86" name="Oval 38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87" name="Oval 39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88" name="Oval 40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89" name="Oval 41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6890" name="Oval 42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206891" name="Group 43"/>
          <p:cNvGrpSpPr>
            <a:grpSpLocks/>
          </p:cNvGrpSpPr>
          <p:nvPr/>
        </p:nvGrpSpPr>
        <p:grpSpPr bwMode="auto">
          <a:xfrm>
            <a:off x="909638" y="2022475"/>
            <a:ext cx="8832850" cy="1619250"/>
            <a:chOff x="549" y="219"/>
            <a:chExt cx="5564" cy="1020"/>
          </a:xfrm>
        </p:grpSpPr>
        <p:sp>
          <p:nvSpPr>
            <p:cNvPr id="206892" name="Rectangle 44"/>
            <p:cNvSpPr>
              <a:spLocks noChangeArrowheads="1"/>
            </p:cNvSpPr>
            <p:nvPr/>
          </p:nvSpPr>
          <p:spPr bwMode="auto">
            <a:xfrm>
              <a:off x="549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893" name="Rectangle 45"/>
            <p:cNvSpPr>
              <a:spLocks noChangeArrowheads="1"/>
            </p:cNvSpPr>
            <p:nvPr/>
          </p:nvSpPr>
          <p:spPr bwMode="auto">
            <a:xfrm>
              <a:off x="13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894" name="Rectangle 46"/>
            <p:cNvSpPr>
              <a:spLocks noChangeArrowheads="1"/>
            </p:cNvSpPr>
            <p:nvPr/>
          </p:nvSpPr>
          <p:spPr bwMode="auto">
            <a:xfrm>
              <a:off x="21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895" name="Rectangle 47"/>
            <p:cNvSpPr>
              <a:spLocks noChangeArrowheads="1"/>
            </p:cNvSpPr>
            <p:nvPr/>
          </p:nvSpPr>
          <p:spPr bwMode="auto">
            <a:xfrm>
              <a:off x="2925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896" name="Rectangle 48"/>
            <p:cNvSpPr>
              <a:spLocks noChangeArrowheads="1"/>
            </p:cNvSpPr>
            <p:nvPr/>
          </p:nvSpPr>
          <p:spPr bwMode="auto">
            <a:xfrm>
              <a:off x="37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897" name="Rectangle 49"/>
            <p:cNvSpPr>
              <a:spLocks noChangeArrowheads="1"/>
            </p:cNvSpPr>
            <p:nvPr/>
          </p:nvSpPr>
          <p:spPr bwMode="auto">
            <a:xfrm>
              <a:off x="45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898" name="Rectangle 50"/>
            <p:cNvSpPr>
              <a:spLocks noChangeArrowheads="1"/>
            </p:cNvSpPr>
            <p:nvPr/>
          </p:nvSpPr>
          <p:spPr bwMode="auto">
            <a:xfrm>
              <a:off x="5320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</p:grpSp>
      <p:grpSp>
        <p:nvGrpSpPr>
          <p:cNvPr id="206899" name="Group 51"/>
          <p:cNvGrpSpPr>
            <a:grpSpLocks/>
          </p:cNvGrpSpPr>
          <p:nvPr/>
        </p:nvGrpSpPr>
        <p:grpSpPr bwMode="auto">
          <a:xfrm>
            <a:off x="919163" y="3621088"/>
            <a:ext cx="8832850" cy="1619250"/>
            <a:chOff x="549" y="219"/>
            <a:chExt cx="5564" cy="1020"/>
          </a:xfrm>
        </p:grpSpPr>
        <p:sp>
          <p:nvSpPr>
            <p:cNvPr id="206900" name="Rectangle 52"/>
            <p:cNvSpPr>
              <a:spLocks noChangeArrowheads="1"/>
            </p:cNvSpPr>
            <p:nvPr/>
          </p:nvSpPr>
          <p:spPr bwMode="auto">
            <a:xfrm>
              <a:off x="549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901" name="Rectangle 53"/>
            <p:cNvSpPr>
              <a:spLocks noChangeArrowheads="1"/>
            </p:cNvSpPr>
            <p:nvPr/>
          </p:nvSpPr>
          <p:spPr bwMode="auto">
            <a:xfrm>
              <a:off x="13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902" name="Rectangle 54"/>
            <p:cNvSpPr>
              <a:spLocks noChangeArrowheads="1"/>
            </p:cNvSpPr>
            <p:nvPr/>
          </p:nvSpPr>
          <p:spPr bwMode="auto">
            <a:xfrm>
              <a:off x="21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903" name="Rectangle 55"/>
            <p:cNvSpPr>
              <a:spLocks noChangeArrowheads="1"/>
            </p:cNvSpPr>
            <p:nvPr/>
          </p:nvSpPr>
          <p:spPr bwMode="auto">
            <a:xfrm>
              <a:off x="2925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904" name="Rectangle 56"/>
            <p:cNvSpPr>
              <a:spLocks noChangeArrowheads="1"/>
            </p:cNvSpPr>
            <p:nvPr/>
          </p:nvSpPr>
          <p:spPr bwMode="auto">
            <a:xfrm>
              <a:off x="37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905" name="Rectangle 57"/>
            <p:cNvSpPr>
              <a:spLocks noChangeArrowheads="1"/>
            </p:cNvSpPr>
            <p:nvPr/>
          </p:nvSpPr>
          <p:spPr bwMode="auto">
            <a:xfrm>
              <a:off x="45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906" name="Rectangle 58"/>
            <p:cNvSpPr>
              <a:spLocks noChangeArrowheads="1"/>
            </p:cNvSpPr>
            <p:nvPr/>
          </p:nvSpPr>
          <p:spPr bwMode="auto">
            <a:xfrm>
              <a:off x="5320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</p:grpSp>
      <p:grpSp>
        <p:nvGrpSpPr>
          <p:cNvPr id="206907" name="Group 59"/>
          <p:cNvGrpSpPr>
            <a:grpSpLocks/>
          </p:cNvGrpSpPr>
          <p:nvPr/>
        </p:nvGrpSpPr>
        <p:grpSpPr bwMode="auto">
          <a:xfrm>
            <a:off x="900113" y="5237163"/>
            <a:ext cx="8832850" cy="1619250"/>
            <a:chOff x="549" y="219"/>
            <a:chExt cx="5564" cy="1020"/>
          </a:xfrm>
        </p:grpSpPr>
        <p:sp>
          <p:nvSpPr>
            <p:cNvPr id="206908" name="Rectangle 60"/>
            <p:cNvSpPr>
              <a:spLocks noChangeArrowheads="1"/>
            </p:cNvSpPr>
            <p:nvPr/>
          </p:nvSpPr>
          <p:spPr bwMode="auto">
            <a:xfrm>
              <a:off x="549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909" name="Rectangle 61"/>
            <p:cNvSpPr>
              <a:spLocks noChangeArrowheads="1"/>
            </p:cNvSpPr>
            <p:nvPr/>
          </p:nvSpPr>
          <p:spPr bwMode="auto">
            <a:xfrm>
              <a:off x="13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910" name="Rectangle 62"/>
            <p:cNvSpPr>
              <a:spLocks noChangeArrowheads="1"/>
            </p:cNvSpPr>
            <p:nvPr/>
          </p:nvSpPr>
          <p:spPr bwMode="auto">
            <a:xfrm>
              <a:off x="2137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911" name="Rectangle 63"/>
            <p:cNvSpPr>
              <a:spLocks noChangeArrowheads="1"/>
            </p:cNvSpPr>
            <p:nvPr/>
          </p:nvSpPr>
          <p:spPr bwMode="auto">
            <a:xfrm>
              <a:off x="2925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912" name="Rectangle 64"/>
            <p:cNvSpPr>
              <a:spLocks noChangeArrowheads="1"/>
            </p:cNvSpPr>
            <p:nvPr/>
          </p:nvSpPr>
          <p:spPr bwMode="auto">
            <a:xfrm>
              <a:off x="37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913" name="Rectangle 65"/>
            <p:cNvSpPr>
              <a:spLocks noChangeArrowheads="1"/>
            </p:cNvSpPr>
            <p:nvPr/>
          </p:nvSpPr>
          <p:spPr bwMode="auto">
            <a:xfrm>
              <a:off x="4532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  <p:sp>
          <p:nvSpPr>
            <p:cNvPr id="206914" name="Rectangle 66"/>
            <p:cNvSpPr>
              <a:spLocks noChangeArrowheads="1"/>
            </p:cNvSpPr>
            <p:nvPr/>
          </p:nvSpPr>
          <p:spPr bwMode="auto">
            <a:xfrm>
              <a:off x="5320" y="219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A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83" name="Group 63"/>
          <p:cNvGrpSpPr>
            <a:grpSpLocks/>
          </p:cNvGrpSpPr>
          <p:nvPr/>
        </p:nvGrpSpPr>
        <p:grpSpPr bwMode="auto">
          <a:xfrm>
            <a:off x="1311275" y="1009650"/>
            <a:ext cx="7927975" cy="5238750"/>
            <a:chOff x="826" y="636"/>
            <a:chExt cx="4994" cy="3300"/>
          </a:xfrm>
        </p:grpSpPr>
        <p:grpSp>
          <p:nvGrpSpPr>
            <p:cNvPr id="184384" name="Group 64"/>
            <p:cNvGrpSpPr>
              <a:grpSpLocks/>
            </p:cNvGrpSpPr>
            <p:nvPr/>
          </p:nvGrpSpPr>
          <p:grpSpPr bwMode="auto">
            <a:xfrm>
              <a:off x="826" y="636"/>
              <a:ext cx="4994" cy="240"/>
              <a:chOff x="826" y="688"/>
              <a:chExt cx="4994" cy="240"/>
            </a:xfrm>
          </p:grpSpPr>
          <p:sp>
            <p:nvSpPr>
              <p:cNvPr id="184385" name="Oval 65"/>
              <p:cNvSpPr>
                <a:spLocks noChangeArrowheads="1"/>
              </p:cNvSpPr>
              <p:nvPr/>
            </p:nvSpPr>
            <p:spPr bwMode="auto">
              <a:xfrm>
                <a:off x="826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386" name="Oval 66"/>
              <p:cNvSpPr>
                <a:spLocks noChangeArrowheads="1"/>
              </p:cNvSpPr>
              <p:nvPr/>
            </p:nvSpPr>
            <p:spPr bwMode="auto">
              <a:xfrm>
                <a:off x="1619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387" name="Oval 67"/>
              <p:cNvSpPr>
                <a:spLocks noChangeArrowheads="1"/>
              </p:cNvSpPr>
              <p:nvPr/>
            </p:nvSpPr>
            <p:spPr bwMode="auto">
              <a:xfrm>
                <a:off x="2412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388" name="Oval 68"/>
              <p:cNvSpPr>
                <a:spLocks noChangeArrowheads="1"/>
              </p:cNvSpPr>
              <p:nvPr/>
            </p:nvSpPr>
            <p:spPr bwMode="auto">
              <a:xfrm>
                <a:off x="3204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389" name="Oval 69"/>
              <p:cNvSpPr>
                <a:spLocks noChangeArrowheads="1"/>
              </p:cNvSpPr>
              <p:nvPr/>
            </p:nvSpPr>
            <p:spPr bwMode="auto">
              <a:xfrm>
                <a:off x="3995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390" name="Oval 70"/>
              <p:cNvSpPr>
                <a:spLocks noChangeArrowheads="1"/>
              </p:cNvSpPr>
              <p:nvPr/>
            </p:nvSpPr>
            <p:spPr bwMode="auto">
              <a:xfrm>
                <a:off x="4789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391" name="Oval 71"/>
              <p:cNvSpPr>
                <a:spLocks noChangeArrowheads="1"/>
              </p:cNvSpPr>
              <p:nvPr/>
            </p:nvSpPr>
            <p:spPr bwMode="auto">
              <a:xfrm>
                <a:off x="5580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84392" name="Group 72"/>
            <p:cNvGrpSpPr>
              <a:grpSpLocks/>
            </p:cNvGrpSpPr>
            <p:nvPr/>
          </p:nvGrpSpPr>
          <p:grpSpPr bwMode="auto">
            <a:xfrm>
              <a:off x="826" y="1656"/>
              <a:ext cx="4994" cy="240"/>
              <a:chOff x="826" y="1776"/>
              <a:chExt cx="4994" cy="240"/>
            </a:xfrm>
          </p:grpSpPr>
          <p:sp>
            <p:nvSpPr>
              <p:cNvPr id="184393" name="Oval 73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394" name="Oval 74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395" name="Oval 75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396" name="Oval 76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397" name="Oval 77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398" name="Oval 78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399" name="Oval 79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84400" name="Group 80"/>
            <p:cNvGrpSpPr>
              <a:grpSpLocks/>
            </p:cNvGrpSpPr>
            <p:nvPr/>
          </p:nvGrpSpPr>
          <p:grpSpPr bwMode="auto">
            <a:xfrm>
              <a:off x="826" y="2676"/>
              <a:ext cx="4994" cy="240"/>
              <a:chOff x="826" y="1776"/>
              <a:chExt cx="4994" cy="240"/>
            </a:xfrm>
          </p:grpSpPr>
          <p:sp>
            <p:nvSpPr>
              <p:cNvPr id="184401" name="Oval 81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402" name="Oval 82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403" name="Oval 83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404" name="Oval 84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405" name="Oval 85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406" name="Oval 86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407" name="Oval 87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84408" name="Group 88"/>
            <p:cNvGrpSpPr>
              <a:grpSpLocks/>
            </p:cNvGrpSpPr>
            <p:nvPr/>
          </p:nvGrpSpPr>
          <p:grpSpPr bwMode="auto">
            <a:xfrm>
              <a:off x="826" y="3696"/>
              <a:ext cx="4994" cy="240"/>
              <a:chOff x="826" y="1776"/>
              <a:chExt cx="4994" cy="240"/>
            </a:xfrm>
          </p:grpSpPr>
          <p:sp>
            <p:nvSpPr>
              <p:cNvPr id="184409" name="Oval 89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410" name="Oval 90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411" name="Oval 91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412" name="Oval 92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413" name="Oval 93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414" name="Oval 94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84415" name="Oval 95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184422" name="Group 102"/>
          <p:cNvGrpSpPr>
            <a:grpSpLocks/>
          </p:cNvGrpSpPr>
          <p:nvPr/>
        </p:nvGrpSpPr>
        <p:grpSpPr bwMode="auto">
          <a:xfrm>
            <a:off x="871538" y="381000"/>
            <a:ext cx="8805862" cy="1619250"/>
            <a:chOff x="549" y="240"/>
            <a:chExt cx="5547" cy="1020"/>
          </a:xfrm>
        </p:grpSpPr>
        <p:sp>
          <p:nvSpPr>
            <p:cNvPr id="184322" name="Rectangle 2"/>
            <p:cNvSpPr>
              <a:spLocks noChangeArrowheads="1"/>
            </p:cNvSpPr>
            <p:nvPr/>
          </p:nvSpPr>
          <p:spPr bwMode="auto">
            <a:xfrm>
              <a:off x="549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16" name="Rectangle 96"/>
            <p:cNvSpPr>
              <a:spLocks noChangeArrowheads="1"/>
            </p:cNvSpPr>
            <p:nvPr/>
          </p:nvSpPr>
          <p:spPr bwMode="auto">
            <a:xfrm>
              <a:off x="133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17" name="Rectangle 97"/>
            <p:cNvSpPr>
              <a:spLocks noChangeArrowheads="1"/>
            </p:cNvSpPr>
            <p:nvPr/>
          </p:nvSpPr>
          <p:spPr bwMode="auto">
            <a:xfrm>
              <a:off x="2132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18" name="Rectangle 98"/>
            <p:cNvSpPr>
              <a:spLocks noChangeArrowheads="1"/>
            </p:cNvSpPr>
            <p:nvPr/>
          </p:nvSpPr>
          <p:spPr bwMode="auto">
            <a:xfrm>
              <a:off x="2920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19" name="Rectangle 99"/>
            <p:cNvSpPr>
              <a:spLocks noChangeArrowheads="1"/>
            </p:cNvSpPr>
            <p:nvPr/>
          </p:nvSpPr>
          <p:spPr bwMode="auto">
            <a:xfrm>
              <a:off x="372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20" name="Rectangle 100"/>
            <p:cNvSpPr>
              <a:spLocks noChangeArrowheads="1"/>
            </p:cNvSpPr>
            <p:nvPr/>
          </p:nvSpPr>
          <p:spPr bwMode="auto">
            <a:xfrm>
              <a:off x="4515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21" name="Rectangle 101"/>
            <p:cNvSpPr>
              <a:spLocks noChangeArrowheads="1"/>
            </p:cNvSpPr>
            <p:nvPr/>
          </p:nvSpPr>
          <p:spPr bwMode="auto">
            <a:xfrm>
              <a:off x="5303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184423" name="Group 103"/>
          <p:cNvGrpSpPr>
            <a:grpSpLocks/>
          </p:cNvGrpSpPr>
          <p:nvPr/>
        </p:nvGrpSpPr>
        <p:grpSpPr bwMode="auto">
          <a:xfrm>
            <a:off x="890588" y="2008188"/>
            <a:ext cx="8805862" cy="1619250"/>
            <a:chOff x="549" y="240"/>
            <a:chExt cx="5547" cy="1020"/>
          </a:xfrm>
        </p:grpSpPr>
        <p:sp>
          <p:nvSpPr>
            <p:cNvPr id="184424" name="Rectangle 104"/>
            <p:cNvSpPr>
              <a:spLocks noChangeArrowheads="1"/>
            </p:cNvSpPr>
            <p:nvPr/>
          </p:nvSpPr>
          <p:spPr bwMode="auto">
            <a:xfrm>
              <a:off x="549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25" name="Rectangle 105"/>
            <p:cNvSpPr>
              <a:spLocks noChangeArrowheads="1"/>
            </p:cNvSpPr>
            <p:nvPr/>
          </p:nvSpPr>
          <p:spPr bwMode="auto">
            <a:xfrm>
              <a:off x="133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26" name="Rectangle 106"/>
            <p:cNvSpPr>
              <a:spLocks noChangeArrowheads="1"/>
            </p:cNvSpPr>
            <p:nvPr/>
          </p:nvSpPr>
          <p:spPr bwMode="auto">
            <a:xfrm>
              <a:off x="2132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27" name="Rectangle 107"/>
            <p:cNvSpPr>
              <a:spLocks noChangeArrowheads="1"/>
            </p:cNvSpPr>
            <p:nvPr/>
          </p:nvSpPr>
          <p:spPr bwMode="auto">
            <a:xfrm>
              <a:off x="2920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28" name="Rectangle 108"/>
            <p:cNvSpPr>
              <a:spLocks noChangeArrowheads="1"/>
            </p:cNvSpPr>
            <p:nvPr/>
          </p:nvSpPr>
          <p:spPr bwMode="auto">
            <a:xfrm>
              <a:off x="372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29" name="Rectangle 109"/>
            <p:cNvSpPr>
              <a:spLocks noChangeArrowheads="1"/>
            </p:cNvSpPr>
            <p:nvPr/>
          </p:nvSpPr>
          <p:spPr bwMode="auto">
            <a:xfrm>
              <a:off x="4515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30" name="Rectangle 110"/>
            <p:cNvSpPr>
              <a:spLocks noChangeArrowheads="1"/>
            </p:cNvSpPr>
            <p:nvPr/>
          </p:nvSpPr>
          <p:spPr bwMode="auto">
            <a:xfrm>
              <a:off x="5303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184431" name="Group 111"/>
          <p:cNvGrpSpPr>
            <a:grpSpLocks/>
          </p:cNvGrpSpPr>
          <p:nvPr/>
        </p:nvGrpSpPr>
        <p:grpSpPr bwMode="auto">
          <a:xfrm>
            <a:off x="871538" y="3635375"/>
            <a:ext cx="8805862" cy="1619250"/>
            <a:chOff x="549" y="240"/>
            <a:chExt cx="5547" cy="1020"/>
          </a:xfrm>
        </p:grpSpPr>
        <p:sp>
          <p:nvSpPr>
            <p:cNvPr id="184432" name="Rectangle 112"/>
            <p:cNvSpPr>
              <a:spLocks noChangeArrowheads="1"/>
            </p:cNvSpPr>
            <p:nvPr/>
          </p:nvSpPr>
          <p:spPr bwMode="auto">
            <a:xfrm>
              <a:off x="549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33" name="Rectangle 113"/>
            <p:cNvSpPr>
              <a:spLocks noChangeArrowheads="1"/>
            </p:cNvSpPr>
            <p:nvPr/>
          </p:nvSpPr>
          <p:spPr bwMode="auto">
            <a:xfrm>
              <a:off x="133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34" name="Rectangle 114"/>
            <p:cNvSpPr>
              <a:spLocks noChangeArrowheads="1"/>
            </p:cNvSpPr>
            <p:nvPr/>
          </p:nvSpPr>
          <p:spPr bwMode="auto">
            <a:xfrm>
              <a:off x="2132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35" name="Rectangle 115"/>
            <p:cNvSpPr>
              <a:spLocks noChangeArrowheads="1"/>
            </p:cNvSpPr>
            <p:nvPr/>
          </p:nvSpPr>
          <p:spPr bwMode="auto">
            <a:xfrm>
              <a:off x="2920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36" name="Rectangle 116"/>
            <p:cNvSpPr>
              <a:spLocks noChangeArrowheads="1"/>
            </p:cNvSpPr>
            <p:nvPr/>
          </p:nvSpPr>
          <p:spPr bwMode="auto">
            <a:xfrm>
              <a:off x="372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37" name="Rectangle 117"/>
            <p:cNvSpPr>
              <a:spLocks noChangeArrowheads="1"/>
            </p:cNvSpPr>
            <p:nvPr/>
          </p:nvSpPr>
          <p:spPr bwMode="auto">
            <a:xfrm>
              <a:off x="4515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38" name="Rectangle 118"/>
            <p:cNvSpPr>
              <a:spLocks noChangeArrowheads="1"/>
            </p:cNvSpPr>
            <p:nvPr/>
          </p:nvSpPr>
          <p:spPr bwMode="auto">
            <a:xfrm>
              <a:off x="5303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184439" name="Group 119"/>
          <p:cNvGrpSpPr>
            <a:grpSpLocks/>
          </p:cNvGrpSpPr>
          <p:nvPr/>
        </p:nvGrpSpPr>
        <p:grpSpPr bwMode="auto">
          <a:xfrm>
            <a:off x="881063" y="5232400"/>
            <a:ext cx="8805862" cy="1619250"/>
            <a:chOff x="549" y="240"/>
            <a:chExt cx="5547" cy="1020"/>
          </a:xfrm>
        </p:grpSpPr>
        <p:sp>
          <p:nvSpPr>
            <p:cNvPr id="184440" name="Rectangle 120"/>
            <p:cNvSpPr>
              <a:spLocks noChangeArrowheads="1"/>
            </p:cNvSpPr>
            <p:nvPr/>
          </p:nvSpPr>
          <p:spPr bwMode="auto">
            <a:xfrm>
              <a:off x="549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41" name="Rectangle 121"/>
            <p:cNvSpPr>
              <a:spLocks noChangeArrowheads="1"/>
            </p:cNvSpPr>
            <p:nvPr/>
          </p:nvSpPr>
          <p:spPr bwMode="auto">
            <a:xfrm>
              <a:off x="133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42" name="Rectangle 122"/>
            <p:cNvSpPr>
              <a:spLocks noChangeArrowheads="1"/>
            </p:cNvSpPr>
            <p:nvPr/>
          </p:nvSpPr>
          <p:spPr bwMode="auto">
            <a:xfrm>
              <a:off x="2132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43" name="Rectangle 123"/>
            <p:cNvSpPr>
              <a:spLocks noChangeArrowheads="1"/>
            </p:cNvSpPr>
            <p:nvPr/>
          </p:nvSpPr>
          <p:spPr bwMode="auto">
            <a:xfrm>
              <a:off x="2920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44" name="Rectangle 124"/>
            <p:cNvSpPr>
              <a:spLocks noChangeArrowheads="1"/>
            </p:cNvSpPr>
            <p:nvPr/>
          </p:nvSpPr>
          <p:spPr bwMode="auto">
            <a:xfrm>
              <a:off x="372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45" name="Rectangle 125"/>
            <p:cNvSpPr>
              <a:spLocks noChangeArrowheads="1"/>
            </p:cNvSpPr>
            <p:nvPr/>
          </p:nvSpPr>
          <p:spPr bwMode="auto">
            <a:xfrm>
              <a:off x="4515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184446" name="Rectangle 126"/>
            <p:cNvSpPr>
              <a:spLocks noChangeArrowheads="1"/>
            </p:cNvSpPr>
            <p:nvPr/>
          </p:nvSpPr>
          <p:spPr bwMode="auto">
            <a:xfrm>
              <a:off x="5303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898" name="Group 2"/>
          <p:cNvGrpSpPr>
            <a:grpSpLocks/>
          </p:cNvGrpSpPr>
          <p:nvPr/>
        </p:nvGrpSpPr>
        <p:grpSpPr bwMode="auto">
          <a:xfrm>
            <a:off x="1311275" y="1009650"/>
            <a:ext cx="7927975" cy="5238750"/>
            <a:chOff x="826" y="636"/>
            <a:chExt cx="4994" cy="3300"/>
          </a:xfrm>
        </p:grpSpPr>
        <p:grpSp>
          <p:nvGrpSpPr>
            <p:cNvPr id="208899" name="Group 3"/>
            <p:cNvGrpSpPr>
              <a:grpSpLocks/>
            </p:cNvGrpSpPr>
            <p:nvPr/>
          </p:nvGrpSpPr>
          <p:grpSpPr bwMode="auto">
            <a:xfrm>
              <a:off x="826" y="636"/>
              <a:ext cx="4994" cy="240"/>
              <a:chOff x="826" y="688"/>
              <a:chExt cx="4994" cy="240"/>
            </a:xfrm>
          </p:grpSpPr>
          <p:sp>
            <p:nvSpPr>
              <p:cNvPr id="208900" name="Oval 4"/>
              <p:cNvSpPr>
                <a:spLocks noChangeArrowheads="1"/>
              </p:cNvSpPr>
              <p:nvPr/>
            </p:nvSpPr>
            <p:spPr bwMode="auto">
              <a:xfrm>
                <a:off x="826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01" name="Oval 5"/>
              <p:cNvSpPr>
                <a:spLocks noChangeArrowheads="1"/>
              </p:cNvSpPr>
              <p:nvPr/>
            </p:nvSpPr>
            <p:spPr bwMode="auto">
              <a:xfrm>
                <a:off x="1619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02" name="Oval 6"/>
              <p:cNvSpPr>
                <a:spLocks noChangeArrowheads="1"/>
              </p:cNvSpPr>
              <p:nvPr/>
            </p:nvSpPr>
            <p:spPr bwMode="auto">
              <a:xfrm>
                <a:off x="2412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03" name="Oval 7"/>
              <p:cNvSpPr>
                <a:spLocks noChangeArrowheads="1"/>
              </p:cNvSpPr>
              <p:nvPr/>
            </p:nvSpPr>
            <p:spPr bwMode="auto">
              <a:xfrm>
                <a:off x="3204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04" name="Oval 8"/>
              <p:cNvSpPr>
                <a:spLocks noChangeArrowheads="1"/>
              </p:cNvSpPr>
              <p:nvPr/>
            </p:nvSpPr>
            <p:spPr bwMode="auto">
              <a:xfrm>
                <a:off x="3995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05" name="Oval 9"/>
              <p:cNvSpPr>
                <a:spLocks noChangeArrowheads="1"/>
              </p:cNvSpPr>
              <p:nvPr/>
            </p:nvSpPr>
            <p:spPr bwMode="auto">
              <a:xfrm>
                <a:off x="4789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06" name="Oval 10"/>
              <p:cNvSpPr>
                <a:spLocks noChangeArrowheads="1"/>
              </p:cNvSpPr>
              <p:nvPr/>
            </p:nvSpPr>
            <p:spPr bwMode="auto">
              <a:xfrm>
                <a:off x="5580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08907" name="Group 11"/>
            <p:cNvGrpSpPr>
              <a:grpSpLocks/>
            </p:cNvGrpSpPr>
            <p:nvPr/>
          </p:nvGrpSpPr>
          <p:grpSpPr bwMode="auto">
            <a:xfrm>
              <a:off x="826" y="1656"/>
              <a:ext cx="4994" cy="240"/>
              <a:chOff x="826" y="1776"/>
              <a:chExt cx="4994" cy="240"/>
            </a:xfrm>
          </p:grpSpPr>
          <p:sp>
            <p:nvSpPr>
              <p:cNvPr id="208908" name="Oval 12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09" name="Oval 13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10" name="Oval 14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11" name="Oval 15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12" name="Oval 16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13" name="Oval 17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14" name="Oval 18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08915" name="Group 19"/>
            <p:cNvGrpSpPr>
              <a:grpSpLocks/>
            </p:cNvGrpSpPr>
            <p:nvPr/>
          </p:nvGrpSpPr>
          <p:grpSpPr bwMode="auto">
            <a:xfrm>
              <a:off x="826" y="2676"/>
              <a:ext cx="4994" cy="240"/>
              <a:chOff x="826" y="1776"/>
              <a:chExt cx="4994" cy="240"/>
            </a:xfrm>
          </p:grpSpPr>
          <p:sp>
            <p:nvSpPr>
              <p:cNvPr id="208916" name="Oval 20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17" name="Oval 21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18" name="Oval 22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19" name="Oval 23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20" name="Oval 24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21" name="Oval 25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22" name="Oval 26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08923" name="Group 27"/>
            <p:cNvGrpSpPr>
              <a:grpSpLocks/>
            </p:cNvGrpSpPr>
            <p:nvPr/>
          </p:nvGrpSpPr>
          <p:grpSpPr bwMode="auto">
            <a:xfrm>
              <a:off x="826" y="3696"/>
              <a:ext cx="4994" cy="240"/>
              <a:chOff x="826" y="1776"/>
              <a:chExt cx="4994" cy="240"/>
            </a:xfrm>
          </p:grpSpPr>
          <p:sp>
            <p:nvSpPr>
              <p:cNvPr id="208924" name="Oval 28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25" name="Oval 29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26" name="Oval 30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27" name="Oval 31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28" name="Oval 32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29" name="Oval 33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8930" name="Oval 34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208939" name="Group 43"/>
          <p:cNvGrpSpPr>
            <a:grpSpLocks/>
          </p:cNvGrpSpPr>
          <p:nvPr/>
        </p:nvGrpSpPr>
        <p:grpSpPr bwMode="auto">
          <a:xfrm>
            <a:off x="890588" y="2008188"/>
            <a:ext cx="8805862" cy="1619250"/>
            <a:chOff x="549" y="240"/>
            <a:chExt cx="5547" cy="1020"/>
          </a:xfrm>
        </p:grpSpPr>
        <p:sp>
          <p:nvSpPr>
            <p:cNvPr id="208940" name="Rectangle 44"/>
            <p:cNvSpPr>
              <a:spLocks noChangeArrowheads="1"/>
            </p:cNvSpPr>
            <p:nvPr/>
          </p:nvSpPr>
          <p:spPr bwMode="auto">
            <a:xfrm>
              <a:off x="549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41" name="Rectangle 45"/>
            <p:cNvSpPr>
              <a:spLocks noChangeArrowheads="1"/>
            </p:cNvSpPr>
            <p:nvPr/>
          </p:nvSpPr>
          <p:spPr bwMode="auto">
            <a:xfrm>
              <a:off x="133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42" name="Rectangle 46"/>
            <p:cNvSpPr>
              <a:spLocks noChangeArrowheads="1"/>
            </p:cNvSpPr>
            <p:nvPr/>
          </p:nvSpPr>
          <p:spPr bwMode="auto">
            <a:xfrm>
              <a:off x="2132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43" name="Rectangle 47"/>
            <p:cNvSpPr>
              <a:spLocks noChangeArrowheads="1"/>
            </p:cNvSpPr>
            <p:nvPr/>
          </p:nvSpPr>
          <p:spPr bwMode="auto">
            <a:xfrm>
              <a:off x="2920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44" name="Rectangle 48"/>
            <p:cNvSpPr>
              <a:spLocks noChangeArrowheads="1"/>
            </p:cNvSpPr>
            <p:nvPr/>
          </p:nvSpPr>
          <p:spPr bwMode="auto">
            <a:xfrm>
              <a:off x="372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45" name="Rectangle 49"/>
            <p:cNvSpPr>
              <a:spLocks noChangeArrowheads="1"/>
            </p:cNvSpPr>
            <p:nvPr/>
          </p:nvSpPr>
          <p:spPr bwMode="auto">
            <a:xfrm>
              <a:off x="4515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46" name="Rectangle 50"/>
            <p:cNvSpPr>
              <a:spLocks noChangeArrowheads="1"/>
            </p:cNvSpPr>
            <p:nvPr/>
          </p:nvSpPr>
          <p:spPr bwMode="auto">
            <a:xfrm>
              <a:off x="5303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208947" name="Group 51"/>
          <p:cNvGrpSpPr>
            <a:grpSpLocks/>
          </p:cNvGrpSpPr>
          <p:nvPr/>
        </p:nvGrpSpPr>
        <p:grpSpPr bwMode="auto">
          <a:xfrm>
            <a:off x="871538" y="3635375"/>
            <a:ext cx="8805862" cy="1619250"/>
            <a:chOff x="549" y="240"/>
            <a:chExt cx="5547" cy="1020"/>
          </a:xfrm>
        </p:grpSpPr>
        <p:sp>
          <p:nvSpPr>
            <p:cNvPr id="208948" name="Rectangle 52"/>
            <p:cNvSpPr>
              <a:spLocks noChangeArrowheads="1"/>
            </p:cNvSpPr>
            <p:nvPr/>
          </p:nvSpPr>
          <p:spPr bwMode="auto">
            <a:xfrm>
              <a:off x="549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49" name="Rectangle 53"/>
            <p:cNvSpPr>
              <a:spLocks noChangeArrowheads="1"/>
            </p:cNvSpPr>
            <p:nvPr/>
          </p:nvSpPr>
          <p:spPr bwMode="auto">
            <a:xfrm>
              <a:off x="133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50" name="Rectangle 54"/>
            <p:cNvSpPr>
              <a:spLocks noChangeArrowheads="1"/>
            </p:cNvSpPr>
            <p:nvPr/>
          </p:nvSpPr>
          <p:spPr bwMode="auto">
            <a:xfrm>
              <a:off x="2132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51" name="Rectangle 55"/>
            <p:cNvSpPr>
              <a:spLocks noChangeArrowheads="1"/>
            </p:cNvSpPr>
            <p:nvPr/>
          </p:nvSpPr>
          <p:spPr bwMode="auto">
            <a:xfrm>
              <a:off x="2920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52" name="Rectangle 56"/>
            <p:cNvSpPr>
              <a:spLocks noChangeArrowheads="1"/>
            </p:cNvSpPr>
            <p:nvPr/>
          </p:nvSpPr>
          <p:spPr bwMode="auto">
            <a:xfrm>
              <a:off x="372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53" name="Rectangle 57"/>
            <p:cNvSpPr>
              <a:spLocks noChangeArrowheads="1"/>
            </p:cNvSpPr>
            <p:nvPr/>
          </p:nvSpPr>
          <p:spPr bwMode="auto">
            <a:xfrm>
              <a:off x="4515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54" name="Rectangle 58"/>
            <p:cNvSpPr>
              <a:spLocks noChangeArrowheads="1"/>
            </p:cNvSpPr>
            <p:nvPr/>
          </p:nvSpPr>
          <p:spPr bwMode="auto">
            <a:xfrm>
              <a:off x="5303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208955" name="Group 59"/>
          <p:cNvGrpSpPr>
            <a:grpSpLocks/>
          </p:cNvGrpSpPr>
          <p:nvPr/>
        </p:nvGrpSpPr>
        <p:grpSpPr bwMode="auto">
          <a:xfrm>
            <a:off x="881063" y="5232400"/>
            <a:ext cx="8805862" cy="1619250"/>
            <a:chOff x="549" y="240"/>
            <a:chExt cx="5547" cy="1020"/>
          </a:xfrm>
        </p:grpSpPr>
        <p:sp>
          <p:nvSpPr>
            <p:cNvPr id="208956" name="Rectangle 60"/>
            <p:cNvSpPr>
              <a:spLocks noChangeArrowheads="1"/>
            </p:cNvSpPr>
            <p:nvPr/>
          </p:nvSpPr>
          <p:spPr bwMode="auto">
            <a:xfrm>
              <a:off x="549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57" name="Rectangle 61"/>
            <p:cNvSpPr>
              <a:spLocks noChangeArrowheads="1"/>
            </p:cNvSpPr>
            <p:nvPr/>
          </p:nvSpPr>
          <p:spPr bwMode="auto">
            <a:xfrm>
              <a:off x="133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58" name="Rectangle 62"/>
            <p:cNvSpPr>
              <a:spLocks noChangeArrowheads="1"/>
            </p:cNvSpPr>
            <p:nvPr/>
          </p:nvSpPr>
          <p:spPr bwMode="auto">
            <a:xfrm>
              <a:off x="2132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59" name="Rectangle 63"/>
            <p:cNvSpPr>
              <a:spLocks noChangeArrowheads="1"/>
            </p:cNvSpPr>
            <p:nvPr/>
          </p:nvSpPr>
          <p:spPr bwMode="auto">
            <a:xfrm>
              <a:off x="2920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60" name="Rectangle 64"/>
            <p:cNvSpPr>
              <a:spLocks noChangeArrowheads="1"/>
            </p:cNvSpPr>
            <p:nvPr/>
          </p:nvSpPr>
          <p:spPr bwMode="auto">
            <a:xfrm>
              <a:off x="372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61" name="Rectangle 65"/>
            <p:cNvSpPr>
              <a:spLocks noChangeArrowheads="1"/>
            </p:cNvSpPr>
            <p:nvPr/>
          </p:nvSpPr>
          <p:spPr bwMode="auto">
            <a:xfrm>
              <a:off x="4515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62" name="Rectangle 66"/>
            <p:cNvSpPr>
              <a:spLocks noChangeArrowheads="1"/>
            </p:cNvSpPr>
            <p:nvPr/>
          </p:nvSpPr>
          <p:spPr bwMode="auto">
            <a:xfrm>
              <a:off x="5303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208963" name="Group 67"/>
          <p:cNvGrpSpPr>
            <a:grpSpLocks/>
          </p:cNvGrpSpPr>
          <p:nvPr/>
        </p:nvGrpSpPr>
        <p:grpSpPr bwMode="auto">
          <a:xfrm>
            <a:off x="871538" y="381000"/>
            <a:ext cx="8805862" cy="1619250"/>
            <a:chOff x="549" y="240"/>
            <a:chExt cx="5547" cy="1020"/>
          </a:xfrm>
        </p:grpSpPr>
        <p:sp>
          <p:nvSpPr>
            <p:cNvPr id="208964" name="Rectangle 68"/>
            <p:cNvSpPr>
              <a:spLocks noChangeArrowheads="1"/>
            </p:cNvSpPr>
            <p:nvPr/>
          </p:nvSpPr>
          <p:spPr bwMode="auto">
            <a:xfrm>
              <a:off x="549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65" name="Rectangle 69"/>
            <p:cNvSpPr>
              <a:spLocks noChangeArrowheads="1"/>
            </p:cNvSpPr>
            <p:nvPr/>
          </p:nvSpPr>
          <p:spPr bwMode="auto">
            <a:xfrm>
              <a:off x="133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66" name="Rectangle 70"/>
            <p:cNvSpPr>
              <a:spLocks noChangeArrowheads="1"/>
            </p:cNvSpPr>
            <p:nvPr/>
          </p:nvSpPr>
          <p:spPr bwMode="auto">
            <a:xfrm>
              <a:off x="2132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67" name="Rectangle 71"/>
            <p:cNvSpPr>
              <a:spLocks noChangeArrowheads="1"/>
            </p:cNvSpPr>
            <p:nvPr/>
          </p:nvSpPr>
          <p:spPr bwMode="auto">
            <a:xfrm>
              <a:off x="2920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68" name="Rectangle 72"/>
            <p:cNvSpPr>
              <a:spLocks noChangeArrowheads="1"/>
            </p:cNvSpPr>
            <p:nvPr/>
          </p:nvSpPr>
          <p:spPr bwMode="auto">
            <a:xfrm>
              <a:off x="372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69" name="Rectangle 73"/>
            <p:cNvSpPr>
              <a:spLocks noChangeArrowheads="1"/>
            </p:cNvSpPr>
            <p:nvPr/>
          </p:nvSpPr>
          <p:spPr bwMode="auto">
            <a:xfrm>
              <a:off x="4515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08970" name="Rectangle 74"/>
            <p:cNvSpPr>
              <a:spLocks noChangeArrowheads="1"/>
            </p:cNvSpPr>
            <p:nvPr/>
          </p:nvSpPr>
          <p:spPr bwMode="auto">
            <a:xfrm>
              <a:off x="5303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6" name="Group 2"/>
          <p:cNvGrpSpPr>
            <a:grpSpLocks/>
          </p:cNvGrpSpPr>
          <p:nvPr/>
        </p:nvGrpSpPr>
        <p:grpSpPr bwMode="auto">
          <a:xfrm>
            <a:off x="1311275" y="1009650"/>
            <a:ext cx="7927975" cy="5238750"/>
            <a:chOff x="826" y="636"/>
            <a:chExt cx="4994" cy="3300"/>
          </a:xfrm>
        </p:grpSpPr>
        <p:grpSp>
          <p:nvGrpSpPr>
            <p:cNvPr id="210947" name="Group 3"/>
            <p:cNvGrpSpPr>
              <a:grpSpLocks/>
            </p:cNvGrpSpPr>
            <p:nvPr/>
          </p:nvGrpSpPr>
          <p:grpSpPr bwMode="auto">
            <a:xfrm>
              <a:off x="826" y="636"/>
              <a:ext cx="4994" cy="240"/>
              <a:chOff x="826" y="688"/>
              <a:chExt cx="4994" cy="240"/>
            </a:xfrm>
          </p:grpSpPr>
          <p:sp>
            <p:nvSpPr>
              <p:cNvPr id="210948" name="Oval 4"/>
              <p:cNvSpPr>
                <a:spLocks noChangeArrowheads="1"/>
              </p:cNvSpPr>
              <p:nvPr/>
            </p:nvSpPr>
            <p:spPr bwMode="auto">
              <a:xfrm>
                <a:off x="826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49" name="Oval 5"/>
              <p:cNvSpPr>
                <a:spLocks noChangeArrowheads="1"/>
              </p:cNvSpPr>
              <p:nvPr/>
            </p:nvSpPr>
            <p:spPr bwMode="auto">
              <a:xfrm>
                <a:off x="1619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50" name="Oval 6"/>
              <p:cNvSpPr>
                <a:spLocks noChangeArrowheads="1"/>
              </p:cNvSpPr>
              <p:nvPr/>
            </p:nvSpPr>
            <p:spPr bwMode="auto">
              <a:xfrm>
                <a:off x="2412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51" name="Oval 7"/>
              <p:cNvSpPr>
                <a:spLocks noChangeArrowheads="1"/>
              </p:cNvSpPr>
              <p:nvPr/>
            </p:nvSpPr>
            <p:spPr bwMode="auto">
              <a:xfrm>
                <a:off x="3204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52" name="Oval 8"/>
              <p:cNvSpPr>
                <a:spLocks noChangeArrowheads="1"/>
              </p:cNvSpPr>
              <p:nvPr/>
            </p:nvSpPr>
            <p:spPr bwMode="auto">
              <a:xfrm>
                <a:off x="3995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53" name="Oval 9"/>
              <p:cNvSpPr>
                <a:spLocks noChangeArrowheads="1"/>
              </p:cNvSpPr>
              <p:nvPr/>
            </p:nvSpPr>
            <p:spPr bwMode="auto">
              <a:xfrm>
                <a:off x="4789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54" name="Oval 10"/>
              <p:cNvSpPr>
                <a:spLocks noChangeArrowheads="1"/>
              </p:cNvSpPr>
              <p:nvPr/>
            </p:nvSpPr>
            <p:spPr bwMode="auto">
              <a:xfrm>
                <a:off x="5580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10955" name="Group 11"/>
            <p:cNvGrpSpPr>
              <a:grpSpLocks/>
            </p:cNvGrpSpPr>
            <p:nvPr/>
          </p:nvGrpSpPr>
          <p:grpSpPr bwMode="auto">
            <a:xfrm>
              <a:off x="826" y="1656"/>
              <a:ext cx="4994" cy="240"/>
              <a:chOff x="826" y="1776"/>
              <a:chExt cx="4994" cy="240"/>
            </a:xfrm>
          </p:grpSpPr>
          <p:sp>
            <p:nvSpPr>
              <p:cNvPr id="210956" name="Oval 12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57" name="Oval 13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58" name="Oval 14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59" name="Oval 15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60" name="Oval 16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61" name="Oval 17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62" name="Oval 18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10963" name="Group 19"/>
            <p:cNvGrpSpPr>
              <a:grpSpLocks/>
            </p:cNvGrpSpPr>
            <p:nvPr/>
          </p:nvGrpSpPr>
          <p:grpSpPr bwMode="auto">
            <a:xfrm>
              <a:off x="826" y="2676"/>
              <a:ext cx="4994" cy="240"/>
              <a:chOff x="826" y="1776"/>
              <a:chExt cx="4994" cy="240"/>
            </a:xfrm>
          </p:grpSpPr>
          <p:sp>
            <p:nvSpPr>
              <p:cNvPr id="210964" name="Oval 20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65" name="Oval 21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66" name="Oval 22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67" name="Oval 23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68" name="Oval 24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69" name="Oval 25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70" name="Oval 26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10971" name="Group 27"/>
            <p:cNvGrpSpPr>
              <a:grpSpLocks/>
            </p:cNvGrpSpPr>
            <p:nvPr/>
          </p:nvGrpSpPr>
          <p:grpSpPr bwMode="auto">
            <a:xfrm>
              <a:off x="826" y="3696"/>
              <a:ext cx="4994" cy="240"/>
              <a:chOff x="826" y="1776"/>
              <a:chExt cx="4994" cy="240"/>
            </a:xfrm>
          </p:grpSpPr>
          <p:sp>
            <p:nvSpPr>
              <p:cNvPr id="210972" name="Oval 28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73" name="Oval 29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74" name="Oval 30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75" name="Oval 31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76" name="Oval 32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77" name="Oval 33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10978" name="Oval 34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210987" name="Group 43"/>
          <p:cNvGrpSpPr>
            <a:grpSpLocks/>
          </p:cNvGrpSpPr>
          <p:nvPr/>
        </p:nvGrpSpPr>
        <p:grpSpPr bwMode="auto">
          <a:xfrm>
            <a:off x="890588" y="2008188"/>
            <a:ext cx="8805862" cy="1619250"/>
            <a:chOff x="549" y="240"/>
            <a:chExt cx="5547" cy="1020"/>
          </a:xfrm>
        </p:grpSpPr>
        <p:sp>
          <p:nvSpPr>
            <p:cNvPr id="210988" name="Rectangle 44"/>
            <p:cNvSpPr>
              <a:spLocks noChangeArrowheads="1"/>
            </p:cNvSpPr>
            <p:nvPr/>
          </p:nvSpPr>
          <p:spPr bwMode="auto">
            <a:xfrm>
              <a:off x="549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0989" name="Rectangle 45"/>
            <p:cNvSpPr>
              <a:spLocks noChangeArrowheads="1"/>
            </p:cNvSpPr>
            <p:nvPr/>
          </p:nvSpPr>
          <p:spPr bwMode="auto">
            <a:xfrm>
              <a:off x="133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0990" name="Rectangle 46"/>
            <p:cNvSpPr>
              <a:spLocks noChangeArrowheads="1"/>
            </p:cNvSpPr>
            <p:nvPr/>
          </p:nvSpPr>
          <p:spPr bwMode="auto">
            <a:xfrm>
              <a:off x="2132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0991" name="Rectangle 47"/>
            <p:cNvSpPr>
              <a:spLocks noChangeArrowheads="1"/>
            </p:cNvSpPr>
            <p:nvPr/>
          </p:nvSpPr>
          <p:spPr bwMode="auto">
            <a:xfrm>
              <a:off x="2920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0992" name="Rectangle 48"/>
            <p:cNvSpPr>
              <a:spLocks noChangeArrowheads="1"/>
            </p:cNvSpPr>
            <p:nvPr/>
          </p:nvSpPr>
          <p:spPr bwMode="auto">
            <a:xfrm>
              <a:off x="372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0993" name="Rectangle 49"/>
            <p:cNvSpPr>
              <a:spLocks noChangeArrowheads="1"/>
            </p:cNvSpPr>
            <p:nvPr/>
          </p:nvSpPr>
          <p:spPr bwMode="auto">
            <a:xfrm>
              <a:off x="4515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0994" name="Rectangle 50"/>
            <p:cNvSpPr>
              <a:spLocks noChangeArrowheads="1"/>
            </p:cNvSpPr>
            <p:nvPr/>
          </p:nvSpPr>
          <p:spPr bwMode="auto">
            <a:xfrm>
              <a:off x="5303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210995" name="Group 51"/>
          <p:cNvGrpSpPr>
            <a:grpSpLocks/>
          </p:cNvGrpSpPr>
          <p:nvPr/>
        </p:nvGrpSpPr>
        <p:grpSpPr bwMode="auto">
          <a:xfrm>
            <a:off x="871538" y="3635375"/>
            <a:ext cx="8805862" cy="1619250"/>
            <a:chOff x="549" y="240"/>
            <a:chExt cx="5547" cy="1020"/>
          </a:xfrm>
        </p:grpSpPr>
        <p:sp>
          <p:nvSpPr>
            <p:cNvPr id="210996" name="Rectangle 52"/>
            <p:cNvSpPr>
              <a:spLocks noChangeArrowheads="1"/>
            </p:cNvSpPr>
            <p:nvPr/>
          </p:nvSpPr>
          <p:spPr bwMode="auto">
            <a:xfrm>
              <a:off x="549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0997" name="Rectangle 53"/>
            <p:cNvSpPr>
              <a:spLocks noChangeArrowheads="1"/>
            </p:cNvSpPr>
            <p:nvPr/>
          </p:nvSpPr>
          <p:spPr bwMode="auto">
            <a:xfrm>
              <a:off x="133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0998" name="Rectangle 54"/>
            <p:cNvSpPr>
              <a:spLocks noChangeArrowheads="1"/>
            </p:cNvSpPr>
            <p:nvPr/>
          </p:nvSpPr>
          <p:spPr bwMode="auto">
            <a:xfrm>
              <a:off x="2132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0999" name="Rectangle 55"/>
            <p:cNvSpPr>
              <a:spLocks noChangeArrowheads="1"/>
            </p:cNvSpPr>
            <p:nvPr/>
          </p:nvSpPr>
          <p:spPr bwMode="auto">
            <a:xfrm>
              <a:off x="2920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00" name="Rectangle 56"/>
            <p:cNvSpPr>
              <a:spLocks noChangeArrowheads="1"/>
            </p:cNvSpPr>
            <p:nvPr/>
          </p:nvSpPr>
          <p:spPr bwMode="auto">
            <a:xfrm>
              <a:off x="372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01" name="Rectangle 57"/>
            <p:cNvSpPr>
              <a:spLocks noChangeArrowheads="1"/>
            </p:cNvSpPr>
            <p:nvPr/>
          </p:nvSpPr>
          <p:spPr bwMode="auto">
            <a:xfrm>
              <a:off x="4515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02" name="Rectangle 58"/>
            <p:cNvSpPr>
              <a:spLocks noChangeArrowheads="1"/>
            </p:cNvSpPr>
            <p:nvPr/>
          </p:nvSpPr>
          <p:spPr bwMode="auto">
            <a:xfrm>
              <a:off x="5303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211003" name="Group 59"/>
          <p:cNvGrpSpPr>
            <a:grpSpLocks/>
          </p:cNvGrpSpPr>
          <p:nvPr/>
        </p:nvGrpSpPr>
        <p:grpSpPr bwMode="auto">
          <a:xfrm>
            <a:off x="881063" y="5232400"/>
            <a:ext cx="8805862" cy="1619250"/>
            <a:chOff x="549" y="240"/>
            <a:chExt cx="5547" cy="1020"/>
          </a:xfrm>
        </p:grpSpPr>
        <p:sp>
          <p:nvSpPr>
            <p:cNvPr id="211004" name="Rectangle 60"/>
            <p:cNvSpPr>
              <a:spLocks noChangeArrowheads="1"/>
            </p:cNvSpPr>
            <p:nvPr/>
          </p:nvSpPr>
          <p:spPr bwMode="auto">
            <a:xfrm>
              <a:off x="549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05" name="Rectangle 61"/>
            <p:cNvSpPr>
              <a:spLocks noChangeArrowheads="1"/>
            </p:cNvSpPr>
            <p:nvPr/>
          </p:nvSpPr>
          <p:spPr bwMode="auto">
            <a:xfrm>
              <a:off x="133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06" name="Rectangle 62"/>
            <p:cNvSpPr>
              <a:spLocks noChangeArrowheads="1"/>
            </p:cNvSpPr>
            <p:nvPr/>
          </p:nvSpPr>
          <p:spPr bwMode="auto">
            <a:xfrm>
              <a:off x="2132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07" name="Rectangle 63"/>
            <p:cNvSpPr>
              <a:spLocks noChangeArrowheads="1"/>
            </p:cNvSpPr>
            <p:nvPr/>
          </p:nvSpPr>
          <p:spPr bwMode="auto">
            <a:xfrm>
              <a:off x="2920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08" name="Rectangle 64"/>
            <p:cNvSpPr>
              <a:spLocks noChangeArrowheads="1"/>
            </p:cNvSpPr>
            <p:nvPr/>
          </p:nvSpPr>
          <p:spPr bwMode="auto">
            <a:xfrm>
              <a:off x="372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09" name="Rectangle 65"/>
            <p:cNvSpPr>
              <a:spLocks noChangeArrowheads="1"/>
            </p:cNvSpPr>
            <p:nvPr/>
          </p:nvSpPr>
          <p:spPr bwMode="auto">
            <a:xfrm>
              <a:off x="4515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10" name="Rectangle 66"/>
            <p:cNvSpPr>
              <a:spLocks noChangeArrowheads="1"/>
            </p:cNvSpPr>
            <p:nvPr/>
          </p:nvSpPr>
          <p:spPr bwMode="auto">
            <a:xfrm>
              <a:off x="5303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  <p:grpSp>
        <p:nvGrpSpPr>
          <p:cNvPr id="211011" name="Group 67"/>
          <p:cNvGrpSpPr>
            <a:grpSpLocks/>
          </p:cNvGrpSpPr>
          <p:nvPr/>
        </p:nvGrpSpPr>
        <p:grpSpPr bwMode="auto">
          <a:xfrm>
            <a:off x="871538" y="381000"/>
            <a:ext cx="8805862" cy="1619250"/>
            <a:chOff x="549" y="240"/>
            <a:chExt cx="5547" cy="1020"/>
          </a:xfrm>
        </p:grpSpPr>
        <p:sp>
          <p:nvSpPr>
            <p:cNvPr id="211012" name="Rectangle 68"/>
            <p:cNvSpPr>
              <a:spLocks noChangeArrowheads="1"/>
            </p:cNvSpPr>
            <p:nvPr/>
          </p:nvSpPr>
          <p:spPr bwMode="auto">
            <a:xfrm>
              <a:off x="549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13" name="Rectangle 69"/>
            <p:cNvSpPr>
              <a:spLocks noChangeArrowheads="1"/>
            </p:cNvSpPr>
            <p:nvPr/>
          </p:nvSpPr>
          <p:spPr bwMode="auto">
            <a:xfrm>
              <a:off x="133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14" name="Rectangle 70"/>
            <p:cNvSpPr>
              <a:spLocks noChangeArrowheads="1"/>
            </p:cNvSpPr>
            <p:nvPr/>
          </p:nvSpPr>
          <p:spPr bwMode="auto">
            <a:xfrm>
              <a:off x="2132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15" name="Rectangle 71"/>
            <p:cNvSpPr>
              <a:spLocks noChangeArrowheads="1"/>
            </p:cNvSpPr>
            <p:nvPr/>
          </p:nvSpPr>
          <p:spPr bwMode="auto">
            <a:xfrm>
              <a:off x="2920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16" name="Rectangle 72"/>
            <p:cNvSpPr>
              <a:spLocks noChangeArrowheads="1"/>
            </p:cNvSpPr>
            <p:nvPr/>
          </p:nvSpPr>
          <p:spPr bwMode="auto">
            <a:xfrm>
              <a:off x="3727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17" name="Rectangle 73"/>
            <p:cNvSpPr>
              <a:spLocks noChangeArrowheads="1"/>
            </p:cNvSpPr>
            <p:nvPr/>
          </p:nvSpPr>
          <p:spPr bwMode="auto">
            <a:xfrm>
              <a:off x="4515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  <p:sp>
          <p:nvSpPr>
            <p:cNvPr id="211018" name="Rectangle 74"/>
            <p:cNvSpPr>
              <a:spLocks noChangeArrowheads="1"/>
            </p:cNvSpPr>
            <p:nvPr/>
          </p:nvSpPr>
          <p:spPr bwMode="auto">
            <a:xfrm>
              <a:off x="5303" y="240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Couronnes B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destination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</p:txBody>
        </p:sp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109" name="Group 93"/>
          <p:cNvGrpSpPr>
            <a:grpSpLocks/>
          </p:cNvGrpSpPr>
          <p:nvPr/>
        </p:nvGrpSpPr>
        <p:grpSpPr bwMode="auto">
          <a:xfrm>
            <a:off x="1141413" y="1092200"/>
            <a:ext cx="8267700" cy="5073650"/>
            <a:chOff x="719" y="688"/>
            <a:chExt cx="5208" cy="3196"/>
          </a:xfrm>
        </p:grpSpPr>
        <p:sp>
          <p:nvSpPr>
            <p:cNvPr id="86052" name="Rectangle 36"/>
            <p:cNvSpPr>
              <a:spLocks noChangeArrowheads="1"/>
            </p:cNvSpPr>
            <p:nvPr/>
          </p:nvSpPr>
          <p:spPr bwMode="auto">
            <a:xfrm>
              <a:off x="720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23" name="Rectangle 7"/>
            <p:cNvSpPr>
              <a:spLocks noChangeArrowheads="1"/>
            </p:cNvSpPr>
            <p:nvPr/>
          </p:nvSpPr>
          <p:spPr bwMode="auto">
            <a:xfrm>
              <a:off x="719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53" name="Rectangle 37"/>
            <p:cNvSpPr>
              <a:spLocks noChangeArrowheads="1"/>
            </p:cNvSpPr>
            <p:nvPr/>
          </p:nvSpPr>
          <p:spPr bwMode="auto">
            <a:xfrm>
              <a:off x="1513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54" name="Rectangle 38"/>
            <p:cNvSpPr>
              <a:spLocks noChangeArrowheads="1"/>
            </p:cNvSpPr>
            <p:nvPr/>
          </p:nvSpPr>
          <p:spPr bwMode="auto">
            <a:xfrm>
              <a:off x="2305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55" name="Rectangle 39"/>
            <p:cNvSpPr>
              <a:spLocks noChangeArrowheads="1"/>
            </p:cNvSpPr>
            <p:nvPr/>
          </p:nvSpPr>
          <p:spPr bwMode="auto">
            <a:xfrm>
              <a:off x="3098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56" name="Rectangle 40"/>
            <p:cNvSpPr>
              <a:spLocks noChangeArrowheads="1"/>
            </p:cNvSpPr>
            <p:nvPr/>
          </p:nvSpPr>
          <p:spPr bwMode="auto">
            <a:xfrm>
              <a:off x="3889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57" name="Rectangle 41"/>
            <p:cNvSpPr>
              <a:spLocks noChangeArrowheads="1"/>
            </p:cNvSpPr>
            <p:nvPr/>
          </p:nvSpPr>
          <p:spPr bwMode="auto">
            <a:xfrm>
              <a:off x="4682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58" name="Rectangle 42"/>
            <p:cNvSpPr>
              <a:spLocks noChangeArrowheads="1"/>
            </p:cNvSpPr>
            <p:nvPr/>
          </p:nvSpPr>
          <p:spPr bwMode="auto">
            <a:xfrm>
              <a:off x="5474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59" name="Rectangle 43"/>
            <p:cNvSpPr>
              <a:spLocks noChangeArrowheads="1"/>
            </p:cNvSpPr>
            <p:nvPr/>
          </p:nvSpPr>
          <p:spPr bwMode="auto">
            <a:xfrm>
              <a:off x="720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60" name="Rectangle 44"/>
            <p:cNvSpPr>
              <a:spLocks noChangeArrowheads="1"/>
            </p:cNvSpPr>
            <p:nvPr/>
          </p:nvSpPr>
          <p:spPr bwMode="auto">
            <a:xfrm>
              <a:off x="1513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61" name="Rectangle 45"/>
            <p:cNvSpPr>
              <a:spLocks noChangeArrowheads="1"/>
            </p:cNvSpPr>
            <p:nvPr/>
          </p:nvSpPr>
          <p:spPr bwMode="auto">
            <a:xfrm>
              <a:off x="2305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62" name="Rectangle 46"/>
            <p:cNvSpPr>
              <a:spLocks noChangeArrowheads="1"/>
            </p:cNvSpPr>
            <p:nvPr/>
          </p:nvSpPr>
          <p:spPr bwMode="auto">
            <a:xfrm>
              <a:off x="3098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63" name="Rectangle 47"/>
            <p:cNvSpPr>
              <a:spLocks noChangeArrowheads="1"/>
            </p:cNvSpPr>
            <p:nvPr/>
          </p:nvSpPr>
          <p:spPr bwMode="auto">
            <a:xfrm>
              <a:off x="3889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64" name="Rectangle 48"/>
            <p:cNvSpPr>
              <a:spLocks noChangeArrowheads="1"/>
            </p:cNvSpPr>
            <p:nvPr/>
          </p:nvSpPr>
          <p:spPr bwMode="auto">
            <a:xfrm>
              <a:off x="4682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65" name="Rectangle 49"/>
            <p:cNvSpPr>
              <a:spLocks noChangeArrowheads="1"/>
            </p:cNvSpPr>
            <p:nvPr/>
          </p:nvSpPr>
          <p:spPr bwMode="auto">
            <a:xfrm>
              <a:off x="5474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66" name="Rectangle 50"/>
            <p:cNvSpPr>
              <a:spLocks noChangeArrowheads="1"/>
            </p:cNvSpPr>
            <p:nvPr/>
          </p:nvSpPr>
          <p:spPr bwMode="auto">
            <a:xfrm>
              <a:off x="720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67" name="Rectangle 51"/>
            <p:cNvSpPr>
              <a:spLocks noChangeArrowheads="1"/>
            </p:cNvSpPr>
            <p:nvPr/>
          </p:nvSpPr>
          <p:spPr bwMode="auto">
            <a:xfrm>
              <a:off x="1513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68" name="Rectangle 52"/>
            <p:cNvSpPr>
              <a:spLocks noChangeArrowheads="1"/>
            </p:cNvSpPr>
            <p:nvPr/>
          </p:nvSpPr>
          <p:spPr bwMode="auto">
            <a:xfrm>
              <a:off x="2305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69" name="Rectangle 53"/>
            <p:cNvSpPr>
              <a:spLocks noChangeArrowheads="1"/>
            </p:cNvSpPr>
            <p:nvPr/>
          </p:nvSpPr>
          <p:spPr bwMode="auto">
            <a:xfrm>
              <a:off x="3098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70" name="Rectangle 54"/>
            <p:cNvSpPr>
              <a:spLocks noChangeArrowheads="1"/>
            </p:cNvSpPr>
            <p:nvPr/>
          </p:nvSpPr>
          <p:spPr bwMode="auto">
            <a:xfrm>
              <a:off x="3889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71" name="Rectangle 55"/>
            <p:cNvSpPr>
              <a:spLocks noChangeArrowheads="1"/>
            </p:cNvSpPr>
            <p:nvPr/>
          </p:nvSpPr>
          <p:spPr bwMode="auto">
            <a:xfrm>
              <a:off x="4682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72" name="Rectangle 56"/>
            <p:cNvSpPr>
              <a:spLocks noChangeArrowheads="1"/>
            </p:cNvSpPr>
            <p:nvPr/>
          </p:nvSpPr>
          <p:spPr bwMode="auto">
            <a:xfrm>
              <a:off x="5474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73" name="Rectangle 57"/>
            <p:cNvSpPr>
              <a:spLocks noChangeArrowheads="1"/>
            </p:cNvSpPr>
            <p:nvPr/>
          </p:nvSpPr>
          <p:spPr bwMode="auto">
            <a:xfrm>
              <a:off x="720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74" name="Rectangle 58"/>
            <p:cNvSpPr>
              <a:spLocks noChangeArrowheads="1"/>
            </p:cNvSpPr>
            <p:nvPr/>
          </p:nvSpPr>
          <p:spPr bwMode="auto">
            <a:xfrm>
              <a:off x="1513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75" name="Rectangle 59"/>
            <p:cNvSpPr>
              <a:spLocks noChangeArrowheads="1"/>
            </p:cNvSpPr>
            <p:nvPr/>
          </p:nvSpPr>
          <p:spPr bwMode="auto">
            <a:xfrm>
              <a:off x="2305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76" name="Rectangle 60"/>
            <p:cNvSpPr>
              <a:spLocks noChangeArrowheads="1"/>
            </p:cNvSpPr>
            <p:nvPr/>
          </p:nvSpPr>
          <p:spPr bwMode="auto">
            <a:xfrm>
              <a:off x="3098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77" name="Rectangle 61"/>
            <p:cNvSpPr>
              <a:spLocks noChangeArrowheads="1"/>
            </p:cNvSpPr>
            <p:nvPr/>
          </p:nvSpPr>
          <p:spPr bwMode="auto">
            <a:xfrm>
              <a:off x="3889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78" name="Rectangle 62"/>
            <p:cNvSpPr>
              <a:spLocks noChangeArrowheads="1"/>
            </p:cNvSpPr>
            <p:nvPr/>
          </p:nvSpPr>
          <p:spPr bwMode="auto">
            <a:xfrm>
              <a:off x="4682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79" name="Rectangle 63"/>
            <p:cNvSpPr>
              <a:spLocks noChangeArrowheads="1"/>
            </p:cNvSpPr>
            <p:nvPr/>
          </p:nvSpPr>
          <p:spPr bwMode="auto">
            <a:xfrm>
              <a:off x="5474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86108" name="Group 92"/>
          <p:cNvGrpSpPr>
            <a:grpSpLocks/>
          </p:cNvGrpSpPr>
          <p:nvPr/>
        </p:nvGrpSpPr>
        <p:grpSpPr bwMode="auto">
          <a:xfrm>
            <a:off x="1038225" y="1612900"/>
            <a:ext cx="8015288" cy="5073650"/>
            <a:chOff x="798" y="688"/>
            <a:chExt cx="5049" cy="3196"/>
          </a:xfrm>
        </p:grpSpPr>
        <p:sp>
          <p:nvSpPr>
            <p:cNvPr id="86080" name="Rectangle 64"/>
            <p:cNvSpPr>
              <a:spLocks noChangeArrowheads="1"/>
            </p:cNvSpPr>
            <p:nvPr/>
          </p:nvSpPr>
          <p:spPr bwMode="auto">
            <a:xfrm>
              <a:off x="798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81" name="Rectangle 65"/>
            <p:cNvSpPr>
              <a:spLocks noChangeArrowheads="1"/>
            </p:cNvSpPr>
            <p:nvPr/>
          </p:nvSpPr>
          <p:spPr bwMode="auto">
            <a:xfrm>
              <a:off x="1591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82" name="Rectangle 66"/>
            <p:cNvSpPr>
              <a:spLocks noChangeArrowheads="1"/>
            </p:cNvSpPr>
            <p:nvPr/>
          </p:nvSpPr>
          <p:spPr bwMode="auto">
            <a:xfrm>
              <a:off x="238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83" name="Rectangle 67"/>
            <p:cNvSpPr>
              <a:spLocks noChangeArrowheads="1"/>
            </p:cNvSpPr>
            <p:nvPr/>
          </p:nvSpPr>
          <p:spPr bwMode="auto">
            <a:xfrm>
              <a:off x="317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84" name="Rectangle 68"/>
            <p:cNvSpPr>
              <a:spLocks noChangeArrowheads="1"/>
            </p:cNvSpPr>
            <p:nvPr/>
          </p:nvSpPr>
          <p:spPr bwMode="auto">
            <a:xfrm>
              <a:off x="3967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85" name="Rectangle 69"/>
            <p:cNvSpPr>
              <a:spLocks noChangeArrowheads="1"/>
            </p:cNvSpPr>
            <p:nvPr/>
          </p:nvSpPr>
          <p:spPr bwMode="auto">
            <a:xfrm>
              <a:off x="4760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86" name="Rectangle 70"/>
            <p:cNvSpPr>
              <a:spLocks noChangeArrowheads="1"/>
            </p:cNvSpPr>
            <p:nvPr/>
          </p:nvSpPr>
          <p:spPr bwMode="auto">
            <a:xfrm>
              <a:off x="5552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87" name="Rectangle 71"/>
            <p:cNvSpPr>
              <a:spLocks noChangeArrowheads="1"/>
            </p:cNvSpPr>
            <p:nvPr/>
          </p:nvSpPr>
          <p:spPr bwMode="auto">
            <a:xfrm>
              <a:off x="798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88" name="Rectangle 72"/>
            <p:cNvSpPr>
              <a:spLocks noChangeArrowheads="1"/>
            </p:cNvSpPr>
            <p:nvPr/>
          </p:nvSpPr>
          <p:spPr bwMode="auto">
            <a:xfrm>
              <a:off x="1591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89" name="Rectangle 73"/>
            <p:cNvSpPr>
              <a:spLocks noChangeArrowheads="1"/>
            </p:cNvSpPr>
            <p:nvPr/>
          </p:nvSpPr>
          <p:spPr bwMode="auto">
            <a:xfrm>
              <a:off x="2383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90" name="Rectangle 74"/>
            <p:cNvSpPr>
              <a:spLocks noChangeArrowheads="1"/>
            </p:cNvSpPr>
            <p:nvPr/>
          </p:nvSpPr>
          <p:spPr bwMode="auto">
            <a:xfrm>
              <a:off x="3176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91" name="Rectangle 75"/>
            <p:cNvSpPr>
              <a:spLocks noChangeArrowheads="1"/>
            </p:cNvSpPr>
            <p:nvPr/>
          </p:nvSpPr>
          <p:spPr bwMode="auto">
            <a:xfrm>
              <a:off x="3967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92" name="Rectangle 76"/>
            <p:cNvSpPr>
              <a:spLocks noChangeArrowheads="1"/>
            </p:cNvSpPr>
            <p:nvPr/>
          </p:nvSpPr>
          <p:spPr bwMode="auto">
            <a:xfrm>
              <a:off x="4760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93" name="Rectangle 77"/>
            <p:cNvSpPr>
              <a:spLocks noChangeArrowheads="1"/>
            </p:cNvSpPr>
            <p:nvPr/>
          </p:nvSpPr>
          <p:spPr bwMode="auto">
            <a:xfrm>
              <a:off x="5552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94" name="Rectangle 78"/>
            <p:cNvSpPr>
              <a:spLocks noChangeArrowheads="1"/>
            </p:cNvSpPr>
            <p:nvPr/>
          </p:nvSpPr>
          <p:spPr bwMode="auto">
            <a:xfrm>
              <a:off x="798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95" name="Rectangle 79"/>
            <p:cNvSpPr>
              <a:spLocks noChangeArrowheads="1"/>
            </p:cNvSpPr>
            <p:nvPr/>
          </p:nvSpPr>
          <p:spPr bwMode="auto">
            <a:xfrm>
              <a:off x="1591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96" name="Rectangle 80"/>
            <p:cNvSpPr>
              <a:spLocks noChangeArrowheads="1"/>
            </p:cNvSpPr>
            <p:nvPr/>
          </p:nvSpPr>
          <p:spPr bwMode="auto">
            <a:xfrm>
              <a:off x="2383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97" name="Rectangle 81"/>
            <p:cNvSpPr>
              <a:spLocks noChangeArrowheads="1"/>
            </p:cNvSpPr>
            <p:nvPr/>
          </p:nvSpPr>
          <p:spPr bwMode="auto">
            <a:xfrm>
              <a:off x="3176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98" name="Rectangle 82"/>
            <p:cNvSpPr>
              <a:spLocks noChangeArrowheads="1"/>
            </p:cNvSpPr>
            <p:nvPr/>
          </p:nvSpPr>
          <p:spPr bwMode="auto">
            <a:xfrm>
              <a:off x="3967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099" name="Rectangle 83"/>
            <p:cNvSpPr>
              <a:spLocks noChangeArrowheads="1"/>
            </p:cNvSpPr>
            <p:nvPr/>
          </p:nvSpPr>
          <p:spPr bwMode="auto">
            <a:xfrm>
              <a:off x="4760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100" name="Rectangle 84"/>
            <p:cNvSpPr>
              <a:spLocks noChangeArrowheads="1"/>
            </p:cNvSpPr>
            <p:nvPr/>
          </p:nvSpPr>
          <p:spPr bwMode="auto">
            <a:xfrm>
              <a:off x="5552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101" name="Rectangle 85"/>
            <p:cNvSpPr>
              <a:spLocks noChangeArrowheads="1"/>
            </p:cNvSpPr>
            <p:nvPr/>
          </p:nvSpPr>
          <p:spPr bwMode="auto">
            <a:xfrm>
              <a:off x="798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102" name="Rectangle 86"/>
            <p:cNvSpPr>
              <a:spLocks noChangeArrowheads="1"/>
            </p:cNvSpPr>
            <p:nvPr/>
          </p:nvSpPr>
          <p:spPr bwMode="auto">
            <a:xfrm>
              <a:off x="1591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103" name="Rectangle 87"/>
            <p:cNvSpPr>
              <a:spLocks noChangeArrowheads="1"/>
            </p:cNvSpPr>
            <p:nvPr/>
          </p:nvSpPr>
          <p:spPr bwMode="auto">
            <a:xfrm>
              <a:off x="2383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104" name="Rectangle 88"/>
            <p:cNvSpPr>
              <a:spLocks noChangeArrowheads="1"/>
            </p:cNvSpPr>
            <p:nvPr/>
          </p:nvSpPr>
          <p:spPr bwMode="auto">
            <a:xfrm>
              <a:off x="3176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105" name="Rectangle 89"/>
            <p:cNvSpPr>
              <a:spLocks noChangeArrowheads="1"/>
            </p:cNvSpPr>
            <p:nvPr/>
          </p:nvSpPr>
          <p:spPr bwMode="auto">
            <a:xfrm>
              <a:off x="3967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106" name="Rectangle 90"/>
            <p:cNvSpPr>
              <a:spLocks noChangeArrowheads="1"/>
            </p:cNvSpPr>
            <p:nvPr/>
          </p:nvSpPr>
          <p:spPr bwMode="auto">
            <a:xfrm>
              <a:off x="4760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107" name="Rectangle 91"/>
            <p:cNvSpPr>
              <a:spLocks noChangeArrowheads="1"/>
            </p:cNvSpPr>
            <p:nvPr/>
          </p:nvSpPr>
          <p:spPr bwMode="auto">
            <a:xfrm>
              <a:off x="5552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86110" name="Group 94"/>
          <p:cNvGrpSpPr>
            <a:grpSpLocks/>
          </p:cNvGrpSpPr>
          <p:nvPr/>
        </p:nvGrpSpPr>
        <p:grpSpPr bwMode="auto">
          <a:xfrm>
            <a:off x="1582738" y="1447800"/>
            <a:ext cx="7927975" cy="5238750"/>
            <a:chOff x="826" y="636"/>
            <a:chExt cx="4994" cy="3300"/>
          </a:xfrm>
        </p:grpSpPr>
        <p:grpSp>
          <p:nvGrpSpPr>
            <p:cNvPr id="86111" name="Group 95"/>
            <p:cNvGrpSpPr>
              <a:grpSpLocks/>
            </p:cNvGrpSpPr>
            <p:nvPr/>
          </p:nvGrpSpPr>
          <p:grpSpPr bwMode="auto">
            <a:xfrm>
              <a:off x="826" y="636"/>
              <a:ext cx="4994" cy="240"/>
              <a:chOff x="826" y="688"/>
              <a:chExt cx="4994" cy="240"/>
            </a:xfrm>
          </p:grpSpPr>
          <p:sp>
            <p:nvSpPr>
              <p:cNvPr id="86112" name="Oval 96"/>
              <p:cNvSpPr>
                <a:spLocks noChangeArrowheads="1"/>
              </p:cNvSpPr>
              <p:nvPr/>
            </p:nvSpPr>
            <p:spPr bwMode="auto">
              <a:xfrm>
                <a:off x="826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13" name="Oval 97"/>
              <p:cNvSpPr>
                <a:spLocks noChangeArrowheads="1"/>
              </p:cNvSpPr>
              <p:nvPr/>
            </p:nvSpPr>
            <p:spPr bwMode="auto">
              <a:xfrm>
                <a:off x="1619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14" name="Oval 98"/>
              <p:cNvSpPr>
                <a:spLocks noChangeArrowheads="1"/>
              </p:cNvSpPr>
              <p:nvPr/>
            </p:nvSpPr>
            <p:spPr bwMode="auto">
              <a:xfrm>
                <a:off x="2412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15" name="Oval 99"/>
              <p:cNvSpPr>
                <a:spLocks noChangeArrowheads="1"/>
              </p:cNvSpPr>
              <p:nvPr/>
            </p:nvSpPr>
            <p:spPr bwMode="auto">
              <a:xfrm>
                <a:off x="3204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16" name="Oval 100"/>
              <p:cNvSpPr>
                <a:spLocks noChangeArrowheads="1"/>
              </p:cNvSpPr>
              <p:nvPr/>
            </p:nvSpPr>
            <p:spPr bwMode="auto">
              <a:xfrm>
                <a:off x="3995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17" name="Oval 101"/>
              <p:cNvSpPr>
                <a:spLocks noChangeArrowheads="1"/>
              </p:cNvSpPr>
              <p:nvPr/>
            </p:nvSpPr>
            <p:spPr bwMode="auto">
              <a:xfrm>
                <a:off x="4789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18" name="Oval 102"/>
              <p:cNvSpPr>
                <a:spLocks noChangeArrowheads="1"/>
              </p:cNvSpPr>
              <p:nvPr/>
            </p:nvSpPr>
            <p:spPr bwMode="auto">
              <a:xfrm>
                <a:off x="5580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86119" name="Group 103"/>
            <p:cNvGrpSpPr>
              <a:grpSpLocks/>
            </p:cNvGrpSpPr>
            <p:nvPr/>
          </p:nvGrpSpPr>
          <p:grpSpPr bwMode="auto">
            <a:xfrm>
              <a:off x="826" y="1656"/>
              <a:ext cx="4994" cy="240"/>
              <a:chOff x="826" y="1776"/>
              <a:chExt cx="4994" cy="240"/>
            </a:xfrm>
          </p:grpSpPr>
          <p:sp>
            <p:nvSpPr>
              <p:cNvPr id="86120" name="Oval 104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21" name="Oval 105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22" name="Oval 106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23" name="Oval 107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24" name="Oval 108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25" name="Oval 109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26" name="Oval 110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86127" name="Group 111"/>
            <p:cNvGrpSpPr>
              <a:grpSpLocks/>
            </p:cNvGrpSpPr>
            <p:nvPr/>
          </p:nvGrpSpPr>
          <p:grpSpPr bwMode="auto">
            <a:xfrm>
              <a:off x="826" y="2676"/>
              <a:ext cx="4994" cy="240"/>
              <a:chOff x="826" y="1776"/>
              <a:chExt cx="4994" cy="240"/>
            </a:xfrm>
          </p:grpSpPr>
          <p:sp>
            <p:nvSpPr>
              <p:cNvPr id="86128" name="Oval 112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29" name="Oval 113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30" name="Oval 114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31" name="Oval 115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32" name="Oval 116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33" name="Oval 117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34" name="Oval 118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86135" name="Group 119"/>
            <p:cNvGrpSpPr>
              <a:grpSpLocks/>
            </p:cNvGrpSpPr>
            <p:nvPr/>
          </p:nvGrpSpPr>
          <p:grpSpPr bwMode="auto">
            <a:xfrm>
              <a:off x="826" y="3696"/>
              <a:ext cx="4994" cy="240"/>
              <a:chOff x="826" y="1776"/>
              <a:chExt cx="4994" cy="240"/>
            </a:xfrm>
          </p:grpSpPr>
          <p:sp>
            <p:nvSpPr>
              <p:cNvPr id="86136" name="Oval 120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37" name="Oval 121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38" name="Oval 122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39" name="Oval 123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40" name="Oval 124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41" name="Oval 125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6142" name="Oval 126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86150" name="Group 134"/>
          <p:cNvGrpSpPr>
            <a:grpSpLocks/>
          </p:cNvGrpSpPr>
          <p:nvPr/>
        </p:nvGrpSpPr>
        <p:grpSpPr bwMode="auto">
          <a:xfrm>
            <a:off x="871538" y="2009775"/>
            <a:ext cx="8816975" cy="1619250"/>
            <a:chOff x="549" y="247"/>
            <a:chExt cx="5554" cy="1020"/>
          </a:xfrm>
        </p:grpSpPr>
        <p:sp>
          <p:nvSpPr>
            <p:cNvPr id="86151" name="Rectangle 135"/>
            <p:cNvSpPr>
              <a:spLocks noChangeArrowheads="1"/>
            </p:cNvSpPr>
            <p:nvPr/>
          </p:nvSpPr>
          <p:spPr bwMode="auto">
            <a:xfrm>
              <a:off x="549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52" name="Rectangle 136"/>
            <p:cNvSpPr>
              <a:spLocks noChangeArrowheads="1"/>
            </p:cNvSpPr>
            <p:nvPr/>
          </p:nvSpPr>
          <p:spPr bwMode="auto">
            <a:xfrm>
              <a:off x="1350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53" name="Rectangle 137"/>
            <p:cNvSpPr>
              <a:spLocks noChangeArrowheads="1"/>
            </p:cNvSpPr>
            <p:nvPr/>
          </p:nvSpPr>
          <p:spPr bwMode="auto">
            <a:xfrm>
              <a:off x="2120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54" name="Rectangle 138"/>
            <p:cNvSpPr>
              <a:spLocks noChangeArrowheads="1"/>
            </p:cNvSpPr>
            <p:nvPr/>
          </p:nvSpPr>
          <p:spPr bwMode="auto">
            <a:xfrm>
              <a:off x="2921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55" name="Rectangle 139"/>
            <p:cNvSpPr>
              <a:spLocks noChangeArrowheads="1"/>
            </p:cNvSpPr>
            <p:nvPr/>
          </p:nvSpPr>
          <p:spPr bwMode="auto">
            <a:xfrm>
              <a:off x="3702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56" name="Rectangle 140"/>
            <p:cNvSpPr>
              <a:spLocks noChangeArrowheads="1"/>
            </p:cNvSpPr>
            <p:nvPr/>
          </p:nvSpPr>
          <p:spPr bwMode="auto">
            <a:xfrm>
              <a:off x="4503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57" name="Rectangle 141"/>
            <p:cNvSpPr>
              <a:spLocks noChangeArrowheads="1"/>
            </p:cNvSpPr>
            <p:nvPr/>
          </p:nvSpPr>
          <p:spPr bwMode="auto">
            <a:xfrm>
              <a:off x="5310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  <p:grpSp>
        <p:nvGrpSpPr>
          <p:cNvPr id="86158" name="Group 142"/>
          <p:cNvGrpSpPr>
            <a:grpSpLocks/>
          </p:cNvGrpSpPr>
          <p:nvPr/>
        </p:nvGrpSpPr>
        <p:grpSpPr bwMode="auto">
          <a:xfrm>
            <a:off x="871538" y="3627438"/>
            <a:ext cx="8816975" cy="1619250"/>
            <a:chOff x="549" y="247"/>
            <a:chExt cx="5554" cy="1020"/>
          </a:xfrm>
        </p:grpSpPr>
        <p:sp>
          <p:nvSpPr>
            <p:cNvPr id="86159" name="Rectangle 143"/>
            <p:cNvSpPr>
              <a:spLocks noChangeArrowheads="1"/>
            </p:cNvSpPr>
            <p:nvPr/>
          </p:nvSpPr>
          <p:spPr bwMode="auto">
            <a:xfrm>
              <a:off x="549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60" name="Rectangle 144"/>
            <p:cNvSpPr>
              <a:spLocks noChangeArrowheads="1"/>
            </p:cNvSpPr>
            <p:nvPr/>
          </p:nvSpPr>
          <p:spPr bwMode="auto">
            <a:xfrm>
              <a:off x="1350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61" name="Rectangle 145"/>
            <p:cNvSpPr>
              <a:spLocks noChangeArrowheads="1"/>
            </p:cNvSpPr>
            <p:nvPr/>
          </p:nvSpPr>
          <p:spPr bwMode="auto">
            <a:xfrm>
              <a:off x="2120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62" name="Rectangle 146"/>
            <p:cNvSpPr>
              <a:spLocks noChangeArrowheads="1"/>
            </p:cNvSpPr>
            <p:nvPr/>
          </p:nvSpPr>
          <p:spPr bwMode="auto">
            <a:xfrm>
              <a:off x="2921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63" name="Rectangle 147"/>
            <p:cNvSpPr>
              <a:spLocks noChangeArrowheads="1"/>
            </p:cNvSpPr>
            <p:nvPr/>
          </p:nvSpPr>
          <p:spPr bwMode="auto">
            <a:xfrm>
              <a:off x="3702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64" name="Rectangle 148"/>
            <p:cNvSpPr>
              <a:spLocks noChangeArrowheads="1"/>
            </p:cNvSpPr>
            <p:nvPr/>
          </p:nvSpPr>
          <p:spPr bwMode="auto">
            <a:xfrm>
              <a:off x="4503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65" name="Rectangle 149"/>
            <p:cNvSpPr>
              <a:spLocks noChangeArrowheads="1"/>
            </p:cNvSpPr>
            <p:nvPr/>
          </p:nvSpPr>
          <p:spPr bwMode="auto">
            <a:xfrm>
              <a:off x="5310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  <p:grpSp>
        <p:nvGrpSpPr>
          <p:cNvPr id="86166" name="Group 150"/>
          <p:cNvGrpSpPr>
            <a:grpSpLocks/>
          </p:cNvGrpSpPr>
          <p:nvPr/>
        </p:nvGrpSpPr>
        <p:grpSpPr bwMode="auto">
          <a:xfrm>
            <a:off x="871538" y="5253038"/>
            <a:ext cx="8816975" cy="1619250"/>
            <a:chOff x="549" y="247"/>
            <a:chExt cx="5554" cy="1020"/>
          </a:xfrm>
        </p:grpSpPr>
        <p:sp>
          <p:nvSpPr>
            <p:cNvPr id="86167" name="Rectangle 151"/>
            <p:cNvSpPr>
              <a:spLocks noChangeArrowheads="1"/>
            </p:cNvSpPr>
            <p:nvPr/>
          </p:nvSpPr>
          <p:spPr bwMode="auto">
            <a:xfrm>
              <a:off x="549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68" name="Rectangle 152"/>
            <p:cNvSpPr>
              <a:spLocks noChangeArrowheads="1"/>
            </p:cNvSpPr>
            <p:nvPr/>
          </p:nvSpPr>
          <p:spPr bwMode="auto">
            <a:xfrm>
              <a:off x="1350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69" name="Rectangle 153"/>
            <p:cNvSpPr>
              <a:spLocks noChangeArrowheads="1"/>
            </p:cNvSpPr>
            <p:nvPr/>
          </p:nvSpPr>
          <p:spPr bwMode="auto">
            <a:xfrm>
              <a:off x="2120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70" name="Rectangle 154"/>
            <p:cNvSpPr>
              <a:spLocks noChangeArrowheads="1"/>
            </p:cNvSpPr>
            <p:nvPr/>
          </p:nvSpPr>
          <p:spPr bwMode="auto">
            <a:xfrm>
              <a:off x="2921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71" name="Rectangle 155"/>
            <p:cNvSpPr>
              <a:spLocks noChangeArrowheads="1"/>
            </p:cNvSpPr>
            <p:nvPr/>
          </p:nvSpPr>
          <p:spPr bwMode="auto">
            <a:xfrm>
              <a:off x="3702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72" name="Rectangle 156"/>
            <p:cNvSpPr>
              <a:spLocks noChangeArrowheads="1"/>
            </p:cNvSpPr>
            <p:nvPr/>
          </p:nvSpPr>
          <p:spPr bwMode="auto">
            <a:xfrm>
              <a:off x="4503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73" name="Rectangle 157"/>
            <p:cNvSpPr>
              <a:spLocks noChangeArrowheads="1"/>
            </p:cNvSpPr>
            <p:nvPr/>
          </p:nvSpPr>
          <p:spPr bwMode="auto">
            <a:xfrm>
              <a:off x="5310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  <p:grpSp>
        <p:nvGrpSpPr>
          <p:cNvPr id="86174" name="Group 158"/>
          <p:cNvGrpSpPr>
            <a:grpSpLocks/>
          </p:cNvGrpSpPr>
          <p:nvPr/>
        </p:nvGrpSpPr>
        <p:grpSpPr bwMode="auto">
          <a:xfrm>
            <a:off x="871538" y="392113"/>
            <a:ext cx="8816975" cy="1619250"/>
            <a:chOff x="549" y="247"/>
            <a:chExt cx="5554" cy="1020"/>
          </a:xfrm>
        </p:grpSpPr>
        <p:sp>
          <p:nvSpPr>
            <p:cNvPr id="86175" name="Rectangle 159"/>
            <p:cNvSpPr>
              <a:spLocks noChangeArrowheads="1"/>
            </p:cNvSpPr>
            <p:nvPr/>
          </p:nvSpPr>
          <p:spPr bwMode="auto">
            <a:xfrm>
              <a:off x="549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76" name="Rectangle 160"/>
            <p:cNvSpPr>
              <a:spLocks noChangeArrowheads="1"/>
            </p:cNvSpPr>
            <p:nvPr/>
          </p:nvSpPr>
          <p:spPr bwMode="auto">
            <a:xfrm>
              <a:off x="1350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77" name="Rectangle 161"/>
            <p:cNvSpPr>
              <a:spLocks noChangeArrowheads="1"/>
            </p:cNvSpPr>
            <p:nvPr/>
          </p:nvSpPr>
          <p:spPr bwMode="auto">
            <a:xfrm>
              <a:off x="2120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78" name="Rectangle 162"/>
            <p:cNvSpPr>
              <a:spLocks noChangeArrowheads="1"/>
            </p:cNvSpPr>
            <p:nvPr/>
          </p:nvSpPr>
          <p:spPr bwMode="auto">
            <a:xfrm>
              <a:off x="2921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79" name="Rectangle 163"/>
            <p:cNvSpPr>
              <a:spLocks noChangeArrowheads="1"/>
            </p:cNvSpPr>
            <p:nvPr/>
          </p:nvSpPr>
          <p:spPr bwMode="auto">
            <a:xfrm>
              <a:off x="3702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80" name="Rectangle 164"/>
            <p:cNvSpPr>
              <a:spLocks noChangeArrowheads="1"/>
            </p:cNvSpPr>
            <p:nvPr/>
          </p:nvSpPr>
          <p:spPr bwMode="auto">
            <a:xfrm>
              <a:off x="4503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86181" name="Rectangle 165"/>
            <p:cNvSpPr>
              <a:spLocks noChangeArrowheads="1"/>
            </p:cNvSpPr>
            <p:nvPr/>
          </p:nvSpPr>
          <p:spPr bwMode="auto">
            <a:xfrm>
              <a:off x="5310" y="24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R1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342" name="Group 30"/>
          <p:cNvGrpSpPr>
            <a:grpSpLocks/>
          </p:cNvGrpSpPr>
          <p:nvPr/>
        </p:nvGrpSpPr>
        <p:grpSpPr bwMode="auto">
          <a:xfrm>
            <a:off x="1141413" y="1092200"/>
            <a:ext cx="8267700" cy="5073650"/>
            <a:chOff x="719" y="688"/>
            <a:chExt cx="5208" cy="3196"/>
          </a:xfrm>
        </p:grpSpPr>
        <p:sp>
          <p:nvSpPr>
            <p:cNvPr id="141343" name="Rectangle 31"/>
            <p:cNvSpPr>
              <a:spLocks noChangeArrowheads="1"/>
            </p:cNvSpPr>
            <p:nvPr/>
          </p:nvSpPr>
          <p:spPr bwMode="auto">
            <a:xfrm>
              <a:off x="720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44" name="Rectangle 32"/>
            <p:cNvSpPr>
              <a:spLocks noChangeArrowheads="1"/>
            </p:cNvSpPr>
            <p:nvPr/>
          </p:nvSpPr>
          <p:spPr bwMode="auto">
            <a:xfrm>
              <a:off x="719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45" name="Rectangle 33"/>
            <p:cNvSpPr>
              <a:spLocks noChangeArrowheads="1"/>
            </p:cNvSpPr>
            <p:nvPr/>
          </p:nvSpPr>
          <p:spPr bwMode="auto">
            <a:xfrm>
              <a:off x="1513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46" name="Rectangle 34"/>
            <p:cNvSpPr>
              <a:spLocks noChangeArrowheads="1"/>
            </p:cNvSpPr>
            <p:nvPr/>
          </p:nvSpPr>
          <p:spPr bwMode="auto">
            <a:xfrm>
              <a:off x="2305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47" name="Rectangle 35"/>
            <p:cNvSpPr>
              <a:spLocks noChangeArrowheads="1"/>
            </p:cNvSpPr>
            <p:nvPr/>
          </p:nvSpPr>
          <p:spPr bwMode="auto">
            <a:xfrm>
              <a:off x="3098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48" name="Rectangle 36"/>
            <p:cNvSpPr>
              <a:spLocks noChangeArrowheads="1"/>
            </p:cNvSpPr>
            <p:nvPr/>
          </p:nvSpPr>
          <p:spPr bwMode="auto">
            <a:xfrm>
              <a:off x="3889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49" name="Rectangle 37"/>
            <p:cNvSpPr>
              <a:spLocks noChangeArrowheads="1"/>
            </p:cNvSpPr>
            <p:nvPr/>
          </p:nvSpPr>
          <p:spPr bwMode="auto">
            <a:xfrm>
              <a:off x="4682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50" name="Rectangle 38"/>
            <p:cNvSpPr>
              <a:spLocks noChangeArrowheads="1"/>
            </p:cNvSpPr>
            <p:nvPr/>
          </p:nvSpPr>
          <p:spPr bwMode="auto">
            <a:xfrm>
              <a:off x="5474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51" name="Rectangle 39"/>
            <p:cNvSpPr>
              <a:spLocks noChangeArrowheads="1"/>
            </p:cNvSpPr>
            <p:nvPr/>
          </p:nvSpPr>
          <p:spPr bwMode="auto">
            <a:xfrm>
              <a:off x="720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52" name="Rectangle 40"/>
            <p:cNvSpPr>
              <a:spLocks noChangeArrowheads="1"/>
            </p:cNvSpPr>
            <p:nvPr/>
          </p:nvSpPr>
          <p:spPr bwMode="auto">
            <a:xfrm>
              <a:off x="1513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53" name="Rectangle 41"/>
            <p:cNvSpPr>
              <a:spLocks noChangeArrowheads="1"/>
            </p:cNvSpPr>
            <p:nvPr/>
          </p:nvSpPr>
          <p:spPr bwMode="auto">
            <a:xfrm>
              <a:off x="2305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54" name="Rectangle 42"/>
            <p:cNvSpPr>
              <a:spLocks noChangeArrowheads="1"/>
            </p:cNvSpPr>
            <p:nvPr/>
          </p:nvSpPr>
          <p:spPr bwMode="auto">
            <a:xfrm>
              <a:off x="3098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55" name="Rectangle 43"/>
            <p:cNvSpPr>
              <a:spLocks noChangeArrowheads="1"/>
            </p:cNvSpPr>
            <p:nvPr/>
          </p:nvSpPr>
          <p:spPr bwMode="auto">
            <a:xfrm>
              <a:off x="3889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56" name="Rectangle 44"/>
            <p:cNvSpPr>
              <a:spLocks noChangeArrowheads="1"/>
            </p:cNvSpPr>
            <p:nvPr/>
          </p:nvSpPr>
          <p:spPr bwMode="auto">
            <a:xfrm>
              <a:off x="4682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57" name="Rectangle 45"/>
            <p:cNvSpPr>
              <a:spLocks noChangeArrowheads="1"/>
            </p:cNvSpPr>
            <p:nvPr/>
          </p:nvSpPr>
          <p:spPr bwMode="auto">
            <a:xfrm>
              <a:off x="5474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58" name="Rectangle 46"/>
            <p:cNvSpPr>
              <a:spLocks noChangeArrowheads="1"/>
            </p:cNvSpPr>
            <p:nvPr/>
          </p:nvSpPr>
          <p:spPr bwMode="auto">
            <a:xfrm>
              <a:off x="720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59" name="Rectangle 47"/>
            <p:cNvSpPr>
              <a:spLocks noChangeArrowheads="1"/>
            </p:cNvSpPr>
            <p:nvPr/>
          </p:nvSpPr>
          <p:spPr bwMode="auto">
            <a:xfrm>
              <a:off x="1513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60" name="Rectangle 48"/>
            <p:cNvSpPr>
              <a:spLocks noChangeArrowheads="1"/>
            </p:cNvSpPr>
            <p:nvPr/>
          </p:nvSpPr>
          <p:spPr bwMode="auto">
            <a:xfrm>
              <a:off x="2305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61" name="Rectangle 49"/>
            <p:cNvSpPr>
              <a:spLocks noChangeArrowheads="1"/>
            </p:cNvSpPr>
            <p:nvPr/>
          </p:nvSpPr>
          <p:spPr bwMode="auto">
            <a:xfrm>
              <a:off x="3098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62" name="Rectangle 50"/>
            <p:cNvSpPr>
              <a:spLocks noChangeArrowheads="1"/>
            </p:cNvSpPr>
            <p:nvPr/>
          </p:nvSpPr>
          <p:spPr bwMode="auto">
            <a:xfrm>
              <a:off x="3889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63" name="Rectangle 51"/>
            <p:cNvSpPr>
              <a:spLocks noChangeArrowheads="1"/>
            </p:cNvSpPr>
            <p:nvPr/>
          </p:nvSpPr>
          <p:spPr bwMode="auto">
            <a:xfrm>
              <a:off x="4682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64" name="Rectangle 52"/>
            <p:cNvSpPr>
              <a:spLocks noChangeArrowheads="1"/>
            </p:cNvSpPr>
            <p:nvPr/>
          </p:nvSpPr>
          <p:spPr bwMode="auto">
            <a:xfrm>
              <a:off x="5474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65" name="Rectangle 53"/>
            <p:cNvSpPr>
              <a:spLocks noChangeArrowheads="1"/>
            </p:cNvSpPr>
            <p:nvPr/>
          </p:nvSpPr>
          <p:spPr bwMode="auto">
            <a:xfrm>
              <a:off x="720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66" name="Rectangle 54"/>
            <p:cNvSpPr>
              <a:spLocks noChangeArrowheads="1"/>
            </p:cNvSpPr>
            <p:nvPr/>
          </p:nvSpPr>
          <p:spPr bwMode="auto">
            <a:xfrm>
              <a:off x="1513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67" name="Rectangle 55"/>
            <p:cNvSpPr>
              <a:spLocks noChangeArrowheads="1"/>
            </p:cNvSpPr>
            <p:nvPr/>
          </p:nvSpPr>
          <p:spPr bwMode="auto">
            <a:xfrm>
              <a:off x="2305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68" name="Rectangle 56"/>
            <p:cNvSpPr>
              <a:spLocks noChangeArrowheads="1"/>
            </p:cNvSpPr>
            <p:nvPr/>
          </p:nvSpPr>
          <p:spPr bwMode="auto">
            <a:xfrm>
              <a:off x="3098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69" name="Rectangle 57"/>
            <p:cNvSpPr>
              <a:spLocks noChangeArrowheads="1"/>
            </p:cNvSpPr>
            <p:nvPr/>
          </p:nvSpPr>
          <p:spPr bwMode="auto">
            <a:xfrm>
              <a:off x="3889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70" name="Rectangle 58"/>
            <p:cNvSpPr>
              <a:spLocks noChangeArrowheads="1"/>
            </p:cNvSpPr>
            <p:nvPr/>
          </p:nvSpPr>
          <p:spPr bwMode="auto">
            <a:xfrm>
              <a:off x="4682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71" name="Rectangle 59"/>
            <p:cNvSpPr>
              <a:spLocks noChangeArrowheads="1"/>
            </p:cNvSpPr>
            <p:nvPr/>
          </p:nvSpPr>
          <p:spPr bwMode="auto">
            <a:xfrm>
              <a:off x="5474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41372" name="Group 60"/>
          <p:cNvGrpSpPr>
            <a:grpSpLocks/>
          </p:cNvGrpSpPr>
          <p:nvPr/>
        </p:nvGrpSpPr>
        <p:grpSpPr bwMode="auto">
          <a:xfrm>
            <a:off x="1038225" y="1612900"/>
            <a:ext cx="8015288" cy="5073650"/>
            <a:chOff x="798" y="688"/>
            <a:chExt cx="5049" cy="3196"/>
          </a:xfrm>
        </p:grpSpPr>
        <p:sp>
          <p:nvSpPr>
            <p:cNvPr id="141373" name="Rectangle 61"/>
            <p:cNvSpPr>
              <a:spLocks noChangeArrowheads="1"/>
            </p:cNvSpPr>
            <p:nvPr/>
          </p:nvSpPr>
          <p:spPr bwMode="auto">
            <a:xfrm>
              <a:off x="798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74" name="Rectangle 62"/>
            <p:cNvSpPr>
              <a:spLocks noChangeArrowheads="1"/>
            </p:cNvSpPr>
            <p:nvPr/>
          </p:nvSpPr>
          <p:spPr bwMode="auto">
            <a:xfrm>
              <a:off x="1591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75" name="Rectangle 63"/>
            <p:cNvSpPr>
              <a:spLocks noChangeArrowheads="1"/>
            </p:cNvSpPr>
            <p:nvPr/>
          </p:nvSpPr>
          <p:spPr bwMode="auto">
            <a:xfrm>
              <a:off x="238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76" name="Rectangle 64"/>
            <p:cNvSpPr>
              <a:spLocks noChangeArrowheads="1"/>
            </p:cNvSpPr>
            <p:nvPr/>
          </p:nvSpPr>
          <p:spPr bwMode="auto">
            <a:xfrm>
              <a:off x="317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77" name="Rectangle 65"/>
            <p:cNvSpPr>
              <a:spLocks noChangeArrowheads="1"/>
            </p:cNvSpPr>
            <p:nvPr/>
          </p:nvSpPr>
          <p:spPr bwMode="auto">
            <a:xfrm>
              <a:off x="3967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78" name="Rectangle 66"/>
            <p:cNvSpPr>
              <a:spLocks noChangeArrowheads="1"/>
            </p:cNvSpPr>
            <p:nvPr/>
          </p:nvSpPr>
          <p:spPr bwMode="auto">
            <a:xfrm>
              <a:off x="4760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79" name="Rectangle 67"/>
            <p:cNvSpPr>
              <a:spLocks noChangeArrowheads="1"/>
            </p:cNvSpPr>
            <p:nvPr/>
          </p:nvSpPr>
          <p:spPr bwMode="auto">
            <a:xfrm>
              <a:off x="5552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80" name="Rectangle 68"/>
            <p:cNvSpPr>
              <a:spLocks noChangeArrowheads="1"/>
            </p:cNvSpPr>
            <p:nvPr/>
          </p:nvSpPr>
          <p:spPr bwMode="auto">
            <a:xfrm>
              <a:off x="798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81" name="Rectangle 69"/>
            <p:cNvSpPr>
              <a:spLocks noChangeArrowheads="1"/>
            </p:cNvSpPr>
            <p:nvPr/>
          </p:nvSpPr>
          <p:spPr bwMode="auto">
            <a:xfrm>
              <a:off x="1591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82" name="Rectangle 70"/>
            <p:cNvSpPr>
              <a:spLocks noChangeArrowheads="1"/>
            </p:cNvSpPr>
            <p:nvPr/>
          </p:nvSpPr>
          <p:spPr bwMode="auto">
            <a:xfrm>
              <a:off x="2383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83" name="Rectangle 71"/>
            <p:cNvSpPr>
              <a:spLocks noChangeArrowheads="1"/>
            </p:cNvSpPr>
            <p:nvPr/>
          </p:nvSpPr>
          <p:spPr bwMode="auto">
            <a:xfrm>
              <a:off x="3176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84" name="Rectangle 72"/>
            <p:cNvSpPr>
              <a:spLocks noChangeArrowheads="1"/>
            </p:cNvSpPr>
            <p:nvPr/>
          </p:nvSpPr>
          <p:spPr bwMode="auto">
            <a:xfrm>
              <a:off x="3967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85" name="Rectangle 73"/>
            <p:cNvSpPr>
              <a:spLocks noChangeArrowheads="1"/>
            </p:cNvSpPr>
            <p:nvPr/>
          </p:nvSpPr>
          <p:spPr bwMode="auto">
            <a:xfrm>
              <a:off x="4760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86" name="Rectangle 74"/>
            <p:cNvSpPr>
              <a:spLocks noChangeArrowheads="1"/>
            </p:cNvSpPr>
            <p:nvPr/>
          </p:nvSpPr>
          <p:spPr bwMode="auto">
            <a:xfrm>
              <a:off x="5552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87" name="Rectangle 75"/>
            <p:cNvSpPr>
              <a:spLocks noChangeArrowheads="1"/>
            </p:cNvSpPr>
            <p:nvPr/>
          </p:nvSpPr>
          <p:spPr bwMode="auto">
            <a:xfrm>
              <a:off x="798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88" name="Rectangle 76"/>
            <p:cNvSpPr>
              <a:spLocks noChangeArrowheads="1"/>
            </p:cNvSpPr>
            <p:nvPr/>
          </p:nvSpPr>
          <p:spPr bwMode="auto">
            <a:xfrm>
              <a:off x="1591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89" name="Rectangle 77"/>
            <p:cNvSpPr>
              <a:spLocks noChangeArrowheads="1"/>
            </p:cNvSpPr>
            <p:nvPr/>
          </p:nvSpPr>
          <p:spPr bwMode="auto">
            <a:xfrm>
              <a:off x="2383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90" name="Rectangle 78"/>
            <p:cNvSpPr>
              <a:spLocks noChangeArrowheads="1"/>
            </p:cNvSpPr>
            <p:nvPr/>
          </p:nvSpPr>
          <p:spPr bwMode="auto">
            <a:xfrm>
              <a:off x="3176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91" name="Rectangle 79"/>
            <p:cNvSpPr>
              <a:spLocks noChangeArrowheads="1"/>
            </p:cNvSpPr>
            <p:nvPr/>
          </p:nvSpPr>
          <p:spPr bwMode="auto">
            <a:xfrm>
              <a:off x="3967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92" name="Rectangle 80"/>
            <p:cNvSpPr>
              <a:spLocks noChangeArrowheads="1"/>
            </p:cNvSpPr>
            <p:nvPr/>
          </p:nvSpPr>
          <p:spPr bwMode="auto">
            <a:xfrm>
              <a:off x="4760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93" name="Rectangle 81"/>
            <p:cNvSpPr>
              <a:spLocks noChangeArrowheads="1"/>
            </p:cNvSpPr>
            <p:nvPr/>
          </p:nvSpPr>
          <p:spPr bwMode="auto">
            <a:xfrm>
              <a:off x="5552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94" name="Rectangle 82"/>
            <p:cNvSpPr>
              <a:spLocks noChangeArrowheads="1"/>
            </p:cNvSpPr>
            <p:nvPr/>
          </p:nvSpPr>
          <p:spPr bwMode="auto">
            <a:xfrm>
              <a:off x="798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95" name="Rectangle 83"/>
            <p:cNvSpPr>
              <a:spLocks noChangeArrowheads="1"/>
            </p:cNvSpPr>
            <p:nvPr/>
          </p:nvSpPr>
          <p:spPr bwMode="auto">
            <a:xfrm>
              <a:off x="1591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96" name="Rectangle 84"/>
            <p:cNvSpPr>
              <a:spLocks noChangeArrowheads="1"/>
            </p:cNvSpPr>
            <p:nvPr/>
          </p:nvSpPr>
          <p:spPr bwMode="auto">
            <a:xfrm>
              <a:off x="2383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97" name="Rectangle 85"/>
            <p:cNvSpPr>
              <a:spLocks noChangeArrowheads="1"/>
            </p:cNvSpPr>
            <p:nvPr/>
          </p:nvSpPr>
          <p:spPr bwMode="auto">
            <a:xfrm>
              <a:off x="3176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98" name="Rectangle 86"/>
            <p:cNvSpPr>
              <a:spLocks noChangeArrowheads="1"/>
            </p:cNvSpPr>
            <p:nvPr/>
          </p:nvSpPr>
          <p:spPr bwMode="auto">
            <a:xfrm>
              <a:off x="3967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399" name="Rectangle 87"/>
            <p:cNvSpPr>
              <a:spLocks noChangeArrowheads="1"/>
            </p:cNvSpPr>
            <p:nvPr/>
          </p:nvSpPr>
          <p:spPr bwMode="auto">
            <a:xfrm>
              <a:off x="4760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400" name="Rectangle 88"/>
            <p:cNvSpPr>
              <a:spLocks noChangeArrowheads="1"/>
            </p:cNvSpPr>
            <p:nvPr/>
          </p:nvSpPr>
          <p:spPr bwMode="auto">
            <a:xfrm>
              <a:off x="5552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41401" name="Group 89"/>
          <p:cNvGrpSpPr>
            <a:grpSpLocks/>
          </p:cNvGrpSpPr>
          <p:nvPr/>
        </p:nvGrpSpPr>
        <p:grpSpPr bwMode="auto">
          <a:xfrm>
            <a:off x="1582738" y="1447800"/>
            <a:ext cx="7927975" cy="5238750"/>
            <a:chOff x="826" y="636"/>
            <a:chExt cx="4994" cy="3300"/>
          </a:xfrm>
        </p:grpSpPr>
        <p:grpSp>
          <p:nvGrpSpPr>
            <p:cNvPr id="141402" name="Group 90"/>
            <p:cNvGrpSpPr>
              <a:grpSpLocks/>
            </p:cNvGrpSpPr>
            <p:nvPr/>
          </p:nvGrpSpPr>
          <p:grpSpPr bwMode="auto">
            <a:xfrm>
              <a:off x="826" y="636"/>
              <a:ext cx="4994" cy="240"/>
              <a:chOff x="826" y="688"/>
              <a:chExt cx="4994" cy="240"/>
            </a:xfrm>
          </p:grpSpPr>
          <p:sp>
            <p:nvSpPr>
              <p:cNvPr id="141403" name="Oval 91"/>
              <p:cNvSpPr>
                <a:spLocks noChangeArrowheads="1"/>
              </p:cNvSpPr>
              <p:nvPr/>
            </p:nvSpPr>
            <p:spPr bwMode="auto">
              <a:xfrm>
                <a:off x="826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04" name="Oval 92"/>
              <p:cNvSpPr>
                <a:spLocks noChangeArrowheads="1"/>
              </p:cNvSpPr>
              <p:nvPr/>
            </p:nvSpPr>
            <p:spPr bwMode="auto">
              <a:xfrm>
                <a:off x="1619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05" name="Oval 93"/>
              <p:cNvSpPr>
                <a:spLocks noChangeArrowheads="1"/>
              </p:cNvSpPr>
              <p:nvPr/>
            </p:nvSpPr>
            <p:spPr bwMode="auto">
              <a:xfrm>
                <a:off x="2412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06" name="Oval 94"/>
              <p:cNvSpPr>
                <a:spLocks noChangeArrowheads="1"/>
              </p:cNvSpPr>
              <p:nvPr/>
            </p:nvSpPr>
            <p:spPr bwMode="auto">
              <a:xfrm>
                <a:off x="3204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07" name="Oval 95"/>
              <p:cNvSpPr>
                <a:spLocks noChangeArrowheads="1"/>
              </p:cNvSpPr>
              <p:nvPr/>
            </p:nvSpPr>
            <p:spPr bwMode="auto">
              <a:xfrm>
                <a:off x="3995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08" name="Oval 96"/>
              <p:cNvSpPr>
                <a:spLocks noChangeArrowheads="1"/>
              </p:cNvSpPr>
              <p:nvPr/>
            </p:nvSpPr>
            <p:spPr bwMode="auto">
              <a:xfrm>
                <a:off x="4789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09" name="Oval 97"/>
              <p:cNvSpPr>
                <a:spLocks noChangeArrowheads="1"/>
              </p:cNvSpPr>
              <p:nvPr/>
            </p:nvSpPr>
            <p:spPr bwMode="auto">
              <a:xfrm>
                <a:off x="5580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1410" name="Group 98"/>
            <p:cNvGrpSpPr>
              <a:grpSpLocks/>
            </p:cNvGrpSpPr>
            <p:nvPr/>
          </p:nvGrpSpPr>
          <p:grpSpPr bwMode="auto">
            <a:xfrm>
              <a:off x="826" y="1656"/>
              <a:ext cx="4994" cy="240"/>
              <a:chOff x="826" y="1776"/>
              <a:chExt cx="4994" cy="240"/>
            </a:xfrm>
          </p:grpSpPr>
          <p:sp>
            <p:nvSpPr>
              <p:cNvPr id="141411" name="Oval 99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12" name="Oval 100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13" name="Oval 101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14" name="Oval 102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15" name="Oval 103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16" name="Oval 104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17" name="Oval 105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1418" name="Group 106"/>
            <p:cNvGrpSpPr>
              <a:grpSpLocks/>
            </p:cNvGrpSpPr>
            <p:nvPr/>
          </p:nvGrpSpPr>
          <p:grpSpPr bwMode="auto">
            <a:xfrm>
              <a:off x="826" y="2676"/>
              <a:ext cx="4994" cy="240"/>
              <a:chOff x="826" y="1776"/>
              <a:chExt cx="4994" cy="240"/>
            </a:xfrm>
          </p:grpSpPr>
          <p:sp>
            <p:nvSpPr>
              <p:cNvPr id="141419" name="Oval 107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20" name="Oval 108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21" name="Oval 109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22" name="Oval 110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23" name="Oval 111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24" name="Oval 112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25" name="Oval 113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1426" name="Group 114"/>
            <p:cNvGrpSpPr>
              <a:grpSpLocks/>
            </p:cNvGrpSpPr>
            <p:nvPr/>
          </p:nvGrpSpPr>
          <p:grpSpPr bwMode="auto">
            <a:xfrm>
              <a:off x="826" y="3696"/>
              <a:ext cx="4994" cy="240"/>
              <a:chOff x="826" y="1776"/>
              <a:chExt cx="4994" cy="240"/>
            </a:xfrm>
          </p:grpSpPr>
          <p:sp>
            <p:nvSpPr>
              <p:cNvPr id="141427" name="Oval 115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28" name="Oval 116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29" name="Oval 117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30" name="Oval 118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31" name="Oval 119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32" name="Oval 120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1433" name="Oval 121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141440" name="Group 128"/>
          <p:cNvGrpSpPr>
            <a:grpSpLocks/>
          </p:cNvGrpSpPr>
          <p:nvPr/>
        </p:nvGrpSpPr>
        <p:grpSpPr bwMode="auto">
          <a:xfrm>
            <a:off x="871538" y="360363"/>
            <a:ext cx="8805862" cy="1620837"/>
            <a:chOff x="549" y="227"/>
            <a:chExt cx="5547" cy="1021"/>
          </a:xfrm>
        </p:grpSpPr>
        <p:sp>
          <p:nvSpPr>
            <p:cNvPr id="141314" name="Rectangle 2"/>
            <p:cNvSpPr>
              <a:spLocks noChangeArrowheads="1"/>
            </p:cNvSpPr>
            <p:nvPr/>
          </p:nvSpPr>
          <p:spPr bwMode="auto">
            <a:xfrm>
              <a:off x="549" y="228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34" name="Rectangle 122"/>
            <p:cNvSpPr>
              <a:spLocks noChangeArrowheads="1"/>
            </p:cNvSpPr>
            <p:nvPr/>
          </p:nvSpPr>
          <p:spPr bwMode="auto">
            <a:xfrm>
              <a:off x="1331" y="228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35" name="Rectangle 123"/>
            <p:cNvSpPr>
              <a:spLocks noChangeArrowheads="1"/>
            </p:cNvSpPr>
            <p:nvPr/>
          </p:nvSpPr>
          <p:spPr bwMode="auto">
            <a:xfrm>
              <a:off x="2150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36" name="Rectangle 124"/>
            <p:cNvSpPr>
              <a:spLocks noChangeArrowheads="1"/>
            </p:cNvSpPr>
            <p:nvPr/>
          </p:nvSpPr>
          <p:spPr bwMode="auto">
            <a:xfrm>
              <a:off x="2932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37" name="Rectangle 125"/>
            <p:cNvSpPr>
              <a:spLocks noChangeArrowheads="1"/>
            </p:cNvSpPr>
            <p:nvPr/>
          </p:nvSpPr>
          <p:spPr bwMode="auto">
            <a:xfrm>
              <a:off x="3702" y="228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38" name="Rectangle 126"/>
            <p:cNvSpPr>
              <a:spLocks noChangeArrowheads="1"/>
            </p:cNvSpPr>
            <p:nvPr/>
          </p:nvSpPr>
          <p:spPr bwMode="auto">
            <a:xfrm>
              <a:off x="4521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39" name="Rectangle 127"/>
            <p:cNvSpPr>
              <a:spLocks noChangeArrowheads="1"/>
            </p:cNvSpPr>
            <p:nvPr/>
          </p:nvSpPr>
          <p:spPr bwMode="auto">
            <a:xfrm>
              <a:off x="5303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  <p:grpSp>
        <p:nvGrpSpPr>
          <p:cNvPr id="141441" name="Group 129"/>
          <p:cNvGrpSpPr>
            <a:grpSpLocks/>
          </p:cNvGrpSpPr>
          <p:nvPr/>
        </p:nvGrpSpPr>
        <p:grpSpPr bwMode="auto">
          <a:xfrm>
            <a:off x="881063" y="1997075"/>
            <a:ext cx="8805862" cy="1620838"/>
            <a:chOff x="549" y="227"/>
            <a:chExt cx="5547" cy="1021"/>
          </a:xfrm>
        </p:grpSpPr>
        <p:sp>
          <p:nvSpPr>
            <p:cNvPr id="141442" name="Rectangle 130"/>
            <p:cNvSpPr>
              <a:spLocks noChangeArrowheads="1"/>
            </p:cNvSpPr>
            <p:nvPr/>
          </p:nvSpPr>
          <p:spPr bwMode="auto">
            <a:xfrm>
              <a:off x="549" y="228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43" name="Rectangle 131"/>
            <p:cNvSpPr>
              <a:spLocks noChangeArrowheads="1"/>
            </p:cNvSpPr>
            <p:nvPr/>
          </p:nvSpPr>
          <p:spPr bwMode="auto">
            <a:xfrm>
              <a:off x="1331" y="228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44" name="Rectangle 132"/>
            <p:cNvSpPr>
              <a:spLocks noChangeArrowheads="1"/>
            </p:cNvSpPr>
            <p:nvPr/>
          </p:nvSpPr>
          <p:spPr bwMode="auto">
            <a:xfrm>
              <a:off x="2150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45" name="Rectangle 133"/>
            <p:cNvSpPr>
              <a:spLocks noChangeArrowheads="1"/>
            </p:cNvSpPr>
            <p:nvPr/>
          </p:nvSpPr>
          <p:spPr bwMode="auto">
            <a:xfrm>
              <a:off x="2932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46" name="Rectangle 134"/>
            <p:cNvSpPr>
              <a:spLocks noChangeArrowheads="1"/>
            </p:cNvSpPr>
            <p:nvPr/>
          </p:nvSpPr>
          <p:spPr bwMode="auto">
            <a:xfrm>
              <a:off x="3702" y="228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47" name="Rectangle 135"/>
            <p:cNvSpPr>
              <a:spLocks noChangeArrowheads="1"/>
            </p:cNvSpPr>
            <p:nvPr/>
          </p:nvSpPr>
          <p:spPr bwMode="auto">
            <a:xfrm>
              <a:off x="4521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48" name="Rectangle 136"/>
            <p:cNvSpPr>
              <a:spLocks noChangeArrowheads="1"/>
            </p:cNvSpPr>
            <p:nvPr/>
          </p:nvSpPr>
          <p:spPr bwMode="auto">
            <a:xfrm>
              <a:off x="5303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  <p:grpSp>
        <p:nvGrpSpPr>
          <p:cNvPr id="141449" name="Group 137"/>
          <p:cNvGrpSpPr>
            <a:grpSpLocks/>
          </p:cNvGrpSpPr>
          <p:nvPr/>
        </p:nvGrpSpPr>
        <p:grpSpPr bwMode="auto">
          <a:xfrm>
            <a:off x="900113" y="3643313"/>
            <a:ext cx="8805862" cy="1620837"/>
            <a:chOff x="549" y="227"/>
            <a:chExt cx="5547" cy="1021"/>
          </a:xfrm>
        </p:grpSpPr>
        <p:sp>
          <p:nvSpPr>
            <p:cNvPr id="141450" name="Rectangle 138"/>
            <p:cNvSpPr>
              <a:spLocks noChangeArrowheads="1"/>
            </p:cNvSpPr>
            <p:nvPr/>
          </p:nvSpPr>
          <p:spPr bwMode="auto">
            <a:xfrm>
              <a:off x="549" y="228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51" name="Rectangle 139"/>
            <p:cNvSpPr>
              <a:spLocks noChangeArrowheads="1"/>
            </p:cNvSpPr>
            <p:nvPr/>
          </p:nvSpPr>
          <p:spPr bwMode="auto">
            <a:xfrm>
              <a:off x="1331" y="228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52" name="Rectangle 140"/>
            <p:cNvSpPr>
              <a:spLocks noChangeArrowheads="1"/>
            </p:cNvSpPr>
            <p:nvPr/>
          </p:nvSpPr>
          <p:spPr bwMode="auto">
            <a:xfrm>
              <a:off x="2150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53" name="Rectangle 141"/>
            <p:cNvSpPr>
              <a:spLocks noChangeArrowheads="1"/>
            </p:cNvSpPr>
            <p:nvPr/>
          </p:nvSpPr>
          <p:spPr bwMode="auto">
            <a:xfrm>
              <a:off x="2932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54" name="Rectangle 142"/>
            <p:cNvSpPr>
              <a:spLocks noChangeArrowheads="1"/>
            </p:cNvSpPr>
            <p:nvPr/>
          </p:nvSpPr>
          <p:spPr bwMode="auto">
            <a:xfrm>
              <a:off x="3702" y="228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55" name="Rectangle 143"/>
            <p:cNvSpPr>
              <a:spLocks noChangeArrowheads="1"/>
            </p:cNvSpPr>
            <p:nvPr/>
          </p:nvSpPr>
          <p:spPr bwMode="auto">
            <a:xfrm>
              <a:off x="4521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56" name="Rectangle 144"/>
            <p:cNvSpPr>
              <a:spLocks noChangeArrowheads="1"/>
            </p:cNvSpPr>
            <p:nvPr/>
          </p:nvSpPr>
          <p:spPr bwMode="auto">
            <a:xfrm>
              <a:off x="5303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  <p:grpSp>
        <p:nvGrpSpPr>
          <p:cNvPr id="141457" name="Group 145"/>
          <p:cNvGrpSpPr>
            <a:grpSpLocks/>
          </p:cNvGrpSpPr>
          <p:nvPr/>
        </p:nvGrpSpPr>
        <p:grpSpPr bwMode="auto">
          <a:xfrm>
            <a:off x="871538" y="5259388"/>
            <a:ext cx="8805862" cy="1620837"/>
            <a:chOff x="549" y="227"/>
            <a:chExt cx="5547" cy="1021"/>
          </a:xfrm>
        </p:grpSpPr>
        <p:sp>
          <p:nvSpPr>
            <p:cNvPr id="141458" name="Rectangle 146"/>
            <p:cNvSpPr>
              <a:spLocks noChangeArrowheads="1"/>
            </p:cNvSpPr>
            <p:nvPr/>
          </p:nvSpPr>
          <p:spPr bwMode="auto">
            <a:xfrm>
              <a:off x="549" y="228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59" name="Rectangle 147"/>
            <p:cNvSpPr>
              <a:spLocks noChangeArrowheads="1"/>
            </p:cNvSpPr>
            <p:nvPr/>
          </p:nvSpPr>
          <p:spPr bwMode="auto">
            <a:xfrm>
              <a:off x="1331" y="228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60" name="Rectangle 148"/>
            <p:cNvSpPr>
              <a:spLocks noChangeArrowheads="1"/>
            </p:cNvSpPr>
            <p:nvPr/>
          </p:nvSpPr>
          <p:spPr bwMode="auto">
            <a:xfrm>
              <a:off x="2150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61" name="Rectangle 149"/>
            <p:cNvSpPr>
              <a:spLocks noChangeArrowheads="1"/>
            </p:cNvSpPr>
            <p:nvPr/>
          </p:nvSpPr>
          <p:spPr bwMode="auto">
            <a:xfrm>
              <a:off x="2932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62" name="Rectangle 150"/>
            <p:cNvSpPr>
              <a:spLocks noChangeArrowheads="1"/>
            </p:cNvSpPr>
            <p:nvPr/>
          </p:nvSpPr>
          <p:spPr bwMode="auto">
            <a:xfrm>
              <a:off x="3702" y="228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63" name="Rectangle 151"/>
            <p:cNvSpPr>
              <a:spLocks noChangeArrowheads="1"/>
            </p:cNvSpPr>
            <p:nvPr/>
          </p:nvSpPr>
          <p:spPr bwMode="auto">
            <a:xfrm>
              <a:off x="4521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1464" name="Rectangle 152"/>
            <p:cNvSpPr>
              <a:spLocks noChangeArrowheads="1"/>
            </p:cNvSpPr>
            <p:nvPr/>
          </p:nvSpPr>
          <p:spPr bwMode="auto">
            <a:xfrm>
              <a:off x="5303" y="227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R2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90" name="Group 30"/>
          <p:cNvGrpSpPr>
            <a:grpSpLocks/>
          </p:cNvGrpSpPr>
          <p:nvPr/>
        </p:nvGrpSpPr>
        <p:grpSpPr bwMode="auto">
          <a:xfrm>
            <a:off x="1141413" y="1092200"/>
            <a:ext cx="8267700" cy="5073650"/>
            <a:chOff x="719" y="688"/>
            <a:chExt cx="5208" cy="3196"/>
          </a:xfrm>
        </p:grpSpPr>
        <p:sp>
          <p:nvSpPr>
            <p:cNvPr id="143391" name="Rectangle 31"/>
            <p:cNvSpPr>
              <a:spLocks noChangeArrowheads="1"/>
            </p:cNvSpPr>
            <p:nvPr/>
          </p:nvSpPr>
          <p:spPr bwMode="auto">
            <a:xfrm>
              <a:off x="720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392" name="Rectangle 32"/>
            <p:cNvSpPr>
              <a:spLocks noChangeArrowheads="1"/>
            </p:cNvSpPr>
            <p:nvPr/>
          </p:nvSpPr>
          <p:spPr bwMode="auto">
            <a:xfrm>
              <a:off x="719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393" name="Rectangle 33"/>
            <p:cNvSpPr>
              <a:spLocks noChangeArrowheads="1"/>
            </p:cNvSpPr>
            <p:nvPr/>
          </p:nvSpPr>
          <p:spPr bwMode="auto">
            <a:xfrm>
              <a:off x="1513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394" name="Rectangle 34"/>
            <p:cNvSpPr>
              <a:spLocks noChangeArrowheads="1"/>
            </p:cNvSpPr>
            <p:nvPr/>
          </p:nvSpPr>
          <p:spPr bwMode="auto">
            <a:xfrm>
              <a:off x="2305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395" name="Rectangle 35"/>
            <p:cNvSpPr>
              <a:spLocks noChangeArrowheads="1"/>
            </p:cNvSpPr>
            <p:nvPr/>
          </p:nvSpPr>
          <p:spPr bwMode="auto">
            <a:xfrm>
              <a:off x="3098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396" name="Rectangle 36"/>
            <p:cNvSpPr>
              <a:spLocks noChangeArrowheads="1"/>
            </p:cNvSpPr>
            <p:nvPr/>
          </p:nvSpPr>
          <p:spPr bwMode="auto">
            <a:xfrm>
              <a:off x="3889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397" name="Rectangle 37"/>
            <p:cNvSpPr>
              <a:spLocks noChangeArrowheads="1"/>
            </p:cNvSpPr>
            <p:nvPr/>
          </p:nvSpPr>
          <p:spPr bwMode="auto">
            <a:xfrm>
              <a:off x="4682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398" name="Rectangle 38"/>
            <p:cNvSpPr>
              <a:spLocks noChangeArrowheads="1"/>
            </p:cNvSpPr>
            <p:nvPr/>
          </p:nvSpPr>
          <p:spPr bwMode="auto">
            <a:xfrm>
              <a:off x="5474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399" name="Rectangle 39"/>
            <p:cNvSpPr>
              <a:spLocks noChangeArrowheads="1"/>
            </p:cNvSpPr>
            <p:nvPr/>
          </p:nvSpPr>
          <p:spPr bwMode="auto">
            <a:xfrm>
              <a:off x="720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00" name="Rectangle 40"/>
            <p:cNvSpPr>
              <a:spLocks noChangeArrowheads="1"/>
            </p:cNvSpPr>
            <p:nvPr/>
          </p:nvSpPr>
          <p:spPr bwMode="auto">
            <a:xfrm>
              <a:off x="1513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01" name="Rectangle 41"/>
            <p:cNvSpPr>
              <a:spLocks noChangeArrowheads="1"/>
            </p:cNvSpPr>
            <p:nvPr/>
          </p:nvSpPr>
          <p:spPr bwMode="auto">
            <a:xfrm>
              <a:off x="2305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02" name="Rectangle 42"/>
            <p:cNvSpPr>
              <a:spLocks noChangeArrowheads="1"/>
            </p:cNvSpPr>
            <p:nvPr/>
          </p:nvSpPr>
          <p:spPr bwMode="auto">
            <a:xfrm>
              <a:off x="3098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03" name="Rectangle 43"/>
            <p:cNvSpPr>
              <a:spLocks noChangeArrowheads="1"/>
            </p:cNvSpPr>
            <p:nvPr/>
          </p:nvSpPr>
          <p:spPr bwMode="auto">
            <a:xfrm>
              <a:off x="3889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04" name="Rectangle 44"/>
            <p:cNvSpPr>
              <a:spLocks noChangeArrowheads="1"/>
            </p:cNvSpPr>
            <p:nvPr/>
          </p:nvSpPr>
          <p:spPr bwMode="auto">
            <a:xfrm>
              <a:off x="4682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05" name="Rectangle 45"/>
            <p:cNvSpPr>
              <a:spLocks noChangeArrowheads="1"/>
            </p:cNvSpPr>
            <p:nvPr/>
          </p:nvSpPr>
          <p:spPr bwMode="auto">
            <a:xfrm>
              <a:off x="5474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06" name="Rectangle 46"/>
            <p:cNvSpPr>
              <a:spLocks noChangeArrowheads="1"/>
            </p:cNvSpPr>
            <p:nvPr/>
          </p:nvSpPr>
          <p:spPr bwMode="auto">
            <a:xfrm>
              <a:off x="720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07" name="Rectangle 47"/>
            <p:cNvSpPr>
              <a:spLocks noChangeArrowheads="1"/>
            </p:cNvSpPr>
            <p:nvPr/>
          </p:nvSpPr>
          <p:spPr bwMode="auto">
            <a:xfrm>
              <a:off x="1513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08" name="Rectangle 48"/>
            <p:cNvSpPr>
              <a:spLocks noChangeArrowheads="1"/>
            </p:cNvSpPr>
            <p:nvPr/>
          </p:nvSpPr>
          <p:spPr bwMode="auto">
            <a:xfrm>
              <a:off x="2305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09" name="Rectangle 49"/>
            <p:cNvSpPr>
              <a:spLocks noChangeArrowheads="1"/>
            </p:cNvSpPr>
            <p:nvPr/>
          </p:nvSpPr>
          <p:spPr bwMode="auto">
            <a:xfrm>
              <a:off x="3098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0" name="Rectangle 50"/>
            <p:cNvSpPr>
              <a:spLocks noChangeArrowheads="1"/>
            </p:cNvSpPr>
            <p:nvPr/>
          </p:nvSpPr>
          <p:spPr bwMode="auto">
            <a:xfrm>
              <a:off x="3889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1" name="Rectangle 51"/>
            <p:cNvSpPr>
              <a:spLocks noChangeArrowheads="1"/>
            </p:cNvSpPr>
            <p:nvPr/>
          </p:nvSpPr>
          <p:spPr bwMode="auto">
            <a:xfrm>
              <a:off x="4682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2" name="Rectangle 52"/>
            <p:cNvSpPr>
              <a:spLocks noChangeArrowheads="1"/>
            </p:cNvSpPr>
            <p:nvPr/>
          </p:nvSpPr>
          <p:spPr bwMode="auto">
            <a:xfrm>
              <a:off x="5474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3" name="Rectangle 53"/>
            <p:cNvSpPr>
              <a:spLocks noChangeArrowheads="1"/>
            </p:cNvSpPr>
            <p:nvPr/>
          </p:nvSpPr>
          <p:spPr bwMode="auto">
            <a:xfrm>
              <a:off x="720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4" name="Rectangle 54"/>
            <p:cNvSpPr>
              <a:spLocks noChangeArrowheads="1"/>
            </p:cNvSpPr>
            <p:nvPr/>
          </p:nvSpPr>
          <p:spPr bwMode="auto">
            <a:xfrm>
              <a:off x="1513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5" name="Rectangle 55"/>
            <p:cNvSpPr>
              <a:spLocks noChangeArrowheads="1"/>
            </p:cNvSpPr>
            <p:nvPr/>
          </p:nvSpPr>
          <p:spPr bwMode="auto">
            <a:xfrm>
              <a:off x="2305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6" name="Rectangle 56"/>
            <p:cNvSpPr>
              <a:spLocks noChangeArrowheads="1"/>
            </p:cNvSpPr>
            <p:nvPr/>
          </p:nvSpPr>
          <p:spPr bwMode="auto">
            <a:xfrm>
              <a:off x="3098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7" name="Rectangle 57"/>
            <p:cNvSpPr>
              <a:spLocks noChangeArrowheads="1"/>
            </p:cNvSpPr>
            <p:nvPr/>
          </p:nvSpPr>
          <p:spPr bwMode="auto">
            <a:xfrm>
              <a:off x="3889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8" name="Rectangle 58"/>
            <p:cNvSpPr>
              <a:spLocks noChangeArrowheads="1"/>
            </p:cNvSpPr>
            <p:nvPr/>
          </p:nvSpPr>
          <p:spPr bwMode="auto">
            <a:xfrm>
              <a:off x="4682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9" name="Rectangle 59"/>
            <p:cNvSpPr>
              <a:spLocks noChangeArrowheads="1"/>
            </p:cNvSpPr>
            <p:nvPr/>
          </p:nvSpPr>
          <p:spPr bwMode="auto">
            <a:xfrm>
              <a:off x="5474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43420" name="Group 60"/>
          <p:cNvGrpSpPr>
            <a:grpSpLocks/>
          </p:cNvGrpSpPr>
          <p:nvPr/>
        </p:nvGrpSpPr>
        <p:grpSpPr bwMode="auto">
          <a:xfrm>
            <a:off x="1038225" y="1612900"/>
            <a:ext cx="8015288" cy="5073650"/>
            <a:chOff x="798" y="688"/>
            <a:chExt cx="5049" cy="3196"/>
          </a:xfrm>
        </p:grpSpPr>
        <p:sp>
          <p:nvSpPr>
            <p:cNvPr id="143421" name="Rectangle 61"/>
            <p:cNvSpPr>
              <a:spLocks noChangeArrowheads="1"/>
            </p:cNvSpPr>
            <p:nvPr/>
          </p:nvSpPr>
          <p:spPr bwMode="auto">
            <a:xfrm>
              <a:off x="798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2" name="Rectangle 62"/>
            <p:cNvSpPr>
              <a:spLocks noChangeArrowheads="1"/>
            </p:cNvSpPr>
            <p:nvPr/>
          </p:nvSpPr>
          <p:spPr bwMode="auto">
            <a:xfrm>
              <a:off x="1591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3" name="Rectangle 63"/>
            <p:cNvSpPr>
              <a:spLocks noChangeArrowheads="1"/>
            </p:cNvSpPr>
            <p:nvPr/>
          </p:nvSpPr>
          <p:spPr bwMode="auto">
            <a:xfrm>
              <a:off x="2383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4" name="Rectangle 64"/>
            <p:cNvSpPr>
              <a:spLocks noChangeArrowheads="1"/>
            </p:cNvSpPr>
            <p:nvPr/>
          </p:nvSpPr>
          <p:spPr bwMode="auto">
            <a:xfrm>
              <a:off x="3176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5" name="Rectangle 65"/>
            <p:cNvSpPr>
              <a:spLocks noChangeArrowheads="1"/>
            </p:cNvSpPr>
            <p:nvPr/>
          </p:nvSpPr>
          <p:spPr bwMode="auto">
            <a:xfrm>
              <a:off x="3967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6" name="Rectangle 66"/>
            <p:cNvSpPr>
              <a:spLocks noChangeArrowheads="1"/>
            </p:cNvSpPr>
            <p:nvPr/>
          </p:nvSpPr>
          <p:spPr bwMode="auto">
            <a:xfrm>
              <a:off x="4760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7" name="Rectangle 67"/>
            <p:cNvSpPr>
              <a:spLocks noChangeArrowheads="1"/>
            </p:cNvSpPr>
            <p:nvPr/>
          </p:nvSpPr>
          <p:spPr bwMode="auto">
            <a:xfrm>
              <a:off x="5552" y="68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8" name="Rectangle 68"/>
            <p:cNvSpPr>
              <a:spLocks noChangeArrowheads="1"/>
            </p:cNvSpPr>
            <p:nvPr/>
          </p:nvSpPr>
          <p:spPr bwMode="auto">
            <a:xfrm>
              <a:off x="798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9" name="Rectangle 69"/>
            <p:cNvSpPr>
              <a:spLocks noChangeArrowheads="1"/>
            </p:cNvSpPr>
            <p:nvPr/>
          </p:nvSpPr>
          <p:spPr bwMode="auto">
            <a:xfrm>
              <a:off x="1591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0" name="Rectangle 70"/>
            <p:cNvSpPr>
              <a:spLocks noChangeArrowheads="1"/>
            </p:cNvSpPr>
            <p:nvPr/>
          </p:nvSpPr>
          <p:spPr bwMode="auto">
            <a:xfrm>
              <a:off x="2383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1" name="Rectangle 71"/>
            <p:cNvSpPr>
              <a:spLocks noChangeArrowheads="1"/>
            </p:cNvSpPr>
            <p:nvPr/>
          </p:nvSpPr>
          <p:spPr bwMode="auto">
            <a:xfrm>
              <a:off x="3176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2" name="Rectangle 72"/>
            <p:cNvSpPr>
              <a:spLocks noChangeArrowheads="1"/>
            </p:cNvSpPr>
            <p:nvPr/>
          </p:nvSpPr>
          <p:spPr bwMode="auto">
            <a:xfrm>
              <a:off x="3967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3" name="Rectangle 73"/>
            <p:cNvSpPr>
              <a:spLocks noChangeArrowheads="1"/>
            </p:cNvSpPr>
            <p:nvPr/>
          </p:nvSpPr>
          <p:spPr bwMode="auto">
            <a:xfrm>
              <a:off x="4760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4" name="Rectangle 74"/>
            <p:cNvSpPr>
              <a:spLocks noChangeArrowheads="1"/>
            </p:cNvSpPr>
            <p:nvPr/>
          </p:nvSpPr>
          <p:spPr bwMode="auto">
            <a:xfrm>
              <a:off x="5552" y="170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5" name="Rectangle 75"/>
            <p:cNvSpPr>
              <a:spLocks noChangeArrowheads="1"/>
            </p:cNvSpPr>
            <p:nvPr/>
          </p:nvSpPr>
          <p:spPr bwMode="auto">
            <a:xfrm>
              <a:off x="798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6" name="Rectangle 76"/>
            <p:cNvSpPr>
              <a:spLocks noChangeArrowheads="1"/>
            </p:cNvSpPr>
            <p:nvPr/>
          </p:nvSpPr>
          <p:spPr bwMode="auto">
            <a:xfrm>
              <a:off x="1591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7" name="Rectangle 77"/>
            <p:cNvSpPr>
              <a:spLocks noChangeArrowheads="1"/>
            </p:cNvSpPr>
            <p:nvPr/>
          </p:nvSpPr>
          <p:spPr bwMode="auto">
            <a:xfrm>
              <a:off x="2383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8" name="Rectangle 78"/>
            <p:cNvSpPr>
              <a:spLocks noChangeArrowheads="1"/>
            </p:cNvSpPr>
            <p:nvPr/>
          </p:nvSpPr>
          <p:spPr bwMode="auto">
            <a:xfrm>
              <a:off x="3176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9" name="Rectangle 79"/>
            <p:cNvSpPr>
              <a:spLocks noChangeArrowheads="1"/>
            </p:cNvSpPr>
            <p:nvPr/>
          </p:nvSpPr>
          <p:spPr bwMode="auto">
            <a:xfrm>
              <a:off x="3967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0" name="Rectangle 80"/>
            <p:cNvSpPr>
              <a:spLocks noChangeArrowheads="1"/>
            </p:cNvSpPr>
            <p:nvPr/>
          </p:nvSpPr>
          <p:spPr bwMode="auto">
            <a:xfrm>
              <a:off x="4760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1" name="Rectangle 81"/>
            <p:cNvSpPr>
              <a:spLocks noChangeArrowheads="1"/>
            </p:cNvSpPr>
            <p:nvPr/>
          </p:nvSpPr>
          <p:spPr bwMode="auto">
            <a:xfrm>
              <a:off x="5552" y="272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2" name="Rectangle 82"/>
            <p:cNvSpPr>
              <a:spLocks noChangeArrowheads="1"/>
            </p:cNvSpPr>
            <p:nvPr/>
          </p:nvSpPr>
          <p:spPr bwMode="auto">
            <a:xfrm>
              <a:off x="798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3" name="Rectangle 83"/>
            <p:cNvSpPr>
              <a:spLocks noChangeArrowheads="1"/>
            </p:cNvSpPr>
            <p:nvPr/>
          </p:nvSpPr>
          <p:spPr bwMode="auto">
            <a:xfrm>
              <a:off x="1591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4" name="Rectangle 84"/>
            <p:cNvSpPr>
              <a:spLocks noChangeArrowheads="1"/>
            </p:cNvSpPr>
            <p:nvPr/>
          </p:nvSpPr>
          <p:spPr bwMode="auto">
            <a:xfrm>
              <a:off x="2383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5" name="Rectangle 85"/>
            <p:cNvSpPr>
              <a:spLocks noChangeArrowheads="1"/>
            </p:cNvSpPr>
            <p:nvPr/>
          </p:nvSpPr>
          <p:spPr bwMode="auto">
            <a:xfrm>
              <a:off x="3176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6" name="Rectangle 86"/>
            <p:cNvSpPr>
              <a:spLocks noChangeArrowheads="1"/>
            </p:cNvSpPr>
            <p:nvPr/>
          </p:nvSpPr>
          <p:spPr bwMode="auto">
            <a:xfrm>
              <a:off x="3967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7" name="Rectangle 87"/>
            <p:cNvSpPr>
              <a:spLocks noChangeArrowheads="1"/>
            </p:cNvSpPr>
            <p:nvPr/>
          </p:nvSpPr>
          <p:spPr bwMode="auto">
            <a:xfrm>
              <a:off x="4760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8" name="Rectangle 88"/>
            <p:cNvSpPr>
              <a:spLocks noChangeArrowheads="1"/>
            </p:cNvSpPr>
            <p:nvPr/>
          </p:nvSpPr>
          <p:spPr bwMode="auto">
            <a:xfrm>
              <a:off x="5552" y="3748"/>
              <a:ext cx="295" cy="13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43449" name="Group 89"/>
          <p:cNvGrpSpPr>
            <a:grpSpLocks/>
          </p:cNvGrpSpPr>
          <p:nvPr/>
        </p:nvGrpSpPr>
        <p:grpSpPr bwMode="auto">
          <a:xfrm>
            <a:off x="1582738" y="1447800"/>
            <a:ext cx="7927975" cy="5238750"/>
            <a:chOff x="826" y="636"/>
            <a:chExt cx="4994" cy="3300"/>
          </a:xfrm>
        </p:grpSpPr>
        <p:grpSp>
          <p:nvGrpSpPr>
            <p:cNvPr id="143450" name="Group 90"/>
            <p:cNvGrpSpPr>
              <a:grpSpLocks/>
            </p:cNvGrpSpPr>
            <p:nvPr/>
          </p:nvGrpSpPr>
          <p:grpSpPr bwMode="auto">
            <a:xfrm>
              <a:off x="826" y="636"/>
              <a:ext cx="4994" cy="240"/>
              <a:chOff x="826" y="688"/>
              <a:chExt cx="4994" cy="240"/>
            </a:xfrm>
          </p:grpSpPr>
          <p:sp>
            <p:nvSpPr>
              <p:cNvPr id="143451" name="Oval 91"/>
              <p:cNvSpPr>
                <a:spLocks noChangeArrowheads="1"/>
              </p:cNvSpPr>
              <p:nvPr/>
            </p:nvSpPr>
            <p:spPr bwMode="auto">
              <a:xfrm>
                <a:off x="826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52" name="Oval 92"/>
              <p:cNvSpPr>
                <a:spLocks noChangeArrowheads="1"/>
              </p:cNvSpPr>
              <p:nvPr/>
            </p:nvSpPr>
            <p:spPr bwMode="auto">
              <a:xfrm>
                <a:off x="1619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53" name="Oval 93"/>
              <p:cNvSpPr>
                <a:spLocks noChangeArrowheads="1"/>
              </p:cNvSpPr>
              <p:nvPr/>
            </p:nvSpPr>
            <p:spPr bwMode="auto">
              <a:xfrm>
                <a:off x="2412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54" name="Oval 94"/>
              <p:cNvSpPr>
                <a:spLocks noChangeArrowheads="1"/>
              </p:cNvSpPr>
              <p:nvPr/>
            </p:nvSpPr>
            <p:spPr bwMode="auto">
              <a:xfrm>
                <a:off x="3204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55" name="Oval 95"/>
              <p:cNvSpPr>
                <a:spLocks noChangeArrowheads="1"/>
              </p:cNvSpPr>
              <p:nvPr/>
            </p:nvSpPr>
            <p:spPr bwMode="auto">
              <a:xfrm>
                <a:off x="3995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56" name="Oval 96"/>
              <p:cNvSpPr>
                <a:spLocks noChangeArrowheads="1"/>
              </p:cNvSpPr>
              <p:nvPr/>
            </p:nvSpPr>
            <p:spPr bwMode="auto">
              <a:xfrm>
                <a:off x="4789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57" name="Oval 97"/>
              <p:cNvSpPr>
                <a:spLocks noChangeArrowheads="1"/>
              </p:cNvSpPr>
              <p:nvPr/>
            </p:nvSpPr>
            <p:spPr bwMode="auto">
              <a:xfrm>
                <a:off x="5580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3458" name="Group 98"/>
            <p:cNvGrpSpPr>
              <a:grpSpLocks/>
            </p:cNvGrpSpPr>
            <p:nvPr/>
          </p:nvGrpSpPr>
          <p:grpSpPr bwMode="auto">
            <a:xfrm>
              <a:off x="826" y="1656"/>
              <a:ext cx="4994" cy="240"/>
              <a:chOff x="826" y="1776"/>
              <a:chExt cx="4994" cy="240"/>
            </a:xfrm>
          </p:grpSpPr>
          <p:sp>
            <p:nvSpPr>
              <p:cNvPr id="143459" name="Oval 99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60" name="Oval 100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61" name="Oval 101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62" name="Oval 102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63" name="Oval 103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64" name="Oval 104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65" name="Oval 105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3466" name="Group 106"/>
            <p:cNvGrpSpPr>
              <a:grpSpLocks/>
            </p:cNvGrpSpPr>
            <p:nvPr/>
          </p:nvGrpSpPr>
          <p:grpSpPr bwMode="auto">
            <a:xfrm>
              <a:off x="826" y="2676"/>
              <a:ext cx="4994" cy="240"/>
              <a:chOff x="826" y="1776"/>
              <a:chExt cx="4994" cy="240"/>
            </a:xfrm>
          </p:grpSpPr>
          <p:sp>
            <p:nvSpPr>
              <p:cNvPr id="143467" name="Oval 107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68" name="Oval 108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69" name="Oval 109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70" name="Oval 110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71" name="Oval 111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72" name="Oval 112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73" name="Oval 113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3474" name="Group 114"/>
            <p:cNvGrpSpPr>
              <a:grpSpLocks/>
            </p:cNvGrpSpPr>
            <p:nvPr/>
          </p:nvGrpSpPr>
          <p:grpSpPr bwMode="auto">
            <a:xfrm>
              <a:off x="826" y="3696"/>
              <a:ext cx="4994" cy="240"/>
              <a:chOff x="826" y="1776"/>
              <a:chExt cx="4994" cy="240"/>
            </a:xfrm>
          </p:grpSpPr>
          <p:sp>
            <p:nvSpPr>
              <p:cNvPr id="143475" name="Oval 115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76" name="Oval 116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77" name="Oval 117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78" name="Oval 118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79" name="Oval 119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80" name="Oval 120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481" name="Oval 121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143488" name="Group 128"/>
          <p:cNvGrpSpPr>
            <a:grpSpLocks/>
          </p:cNvGrpSpPr>
          <p:nvPr/>
        </p:nvGrpSpPr>
        <p:grpSpPr bwMode="auto">
          <a:xfrm>
            <a:off x="871538" y="404813"/>
            <a:ext cx="8777287" cy="1619250"/>
            <a:chOff x="549" y="255"/>
            <a:chExt cx="5529" cy="1020"/>
          </a:xfrm>
        </p:grpSpPr>
        <p:sp>
          <p:nvSpPr>
            <p:cNvPr id="143362" name="Rectangle 2"/>
            <p:cNvSpPr>
              <a:spLocks noChangeArrowheads="1"/>
            </p:cNvSpPr>
            <p:nvPr/>
          </p:nvSpPr>
          <p:spPr bwMode="auto">
            <a:xfrm>
              <a:off x="549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482" name="Rectangle 122"/>
            <p:cNvSpPr>
              <a:spLocks noChangeArrowheads="1"/>
            </p:cNvSpPr>
            <p:nvPr/>
          </p:nvSpPr>
          <p:spPr bwMode="auto">
            <a:xfrm>
              <a:off x="1344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483" name="Rectangle 123"/>
            <p:cNvSpPr>
              <a:spLocks noChangeArrowheads="1"/>
            </p:cNvSpPr>
            <p:nvPr/>
          </p:nvSpPr>
          <p:spPr bwMode="auto">
            <a:xfrm>
              <a:off x="2132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484" name="Rectangle 124"/>
            <p:cNvSpPr>
              <a:spLocks noChangeArrowheads="1"/>
            </p:cNvSpPr>
            <p:nvPr/>
          </p:nvSpPr>
          <p:spPr bwMode="auto">
            <a:xfrm>
              <a:off x="2927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485" name="Rectangle 125"/>
            <p:cNvSpPr>
              <a:spLocks noChangeArrowheads="1"/>
            </p:cNvSpPr>
            <p:nvPr/>
          </p:nvSpPr>
          <p:spPr bwMode="auto">
            <a:xfrm>
              <a:off x="3702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486" name="Rectangle 126"/>
            <p:cNvSpPr>
              <a:spLocks noChangeArrowheads="1"/>
            </p:cNvSpPr>
            <p:nvPr/>
          </p:nvSpPr>
          <p:spPr bwMode="auto">
            <a:xfrm>
              <a:off x="4490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487" name="Rectangle 127"/>
            <p:cNvSpPr>
              <a:spLocks noChangeArrowheads="1"/>
            </p:cNvSpPr>
            <p:nvPr/>
          </p:nvSpPr>
          <p:spPr bwMode="auto">
            <a:xfrm>
              <a:off x="5285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  <p:grpSp>
        <p:nvGrpSpPr>
          <p:cNvPr id="143489" name="Group 129"/>
          <p:cNvGrpSpPr>
            <a:grpSpLocks/>
          </p:cNvGrpSpPr>
          <p:nvPr/>
        </p:nvGrpSpPr>
        <p:grpSpPr bwMode="auto">
          <a:xfrm>
            <a:off x="871538" y="2011363"/>
            <a:ext cx="8777287" cy="1619250"/>
            <a:chOff x="549" y="255"/>
            <a:chExt cx="5529" cy="1020"/>
          </a:xfrm>
        </p:grpSpPr>
        <p:sp>
          <p:nvSpPr>
            <p:cNvPr id="143490" name="Rectangle 130"/>
            <p:cNvSpPr>
              <a:spLocks noChangeArrowheads="1"/>
            </p:cNvSpPr>
            <p:nvPr/>
          </p:nvSpPr>
          <p:spPr bwMode="auto">
            <a:xfrm>
              <a:off x="549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491" name="Rectangle 131"/>
            <p:cNvSpPr>
              <a:spLocks noChangeArrowheads="1"/>
            </p:cNvSpPr>
            <p:nvPr/>
          </p:nvSpPr>
          <p:spPr bwMode="auto">
            <a:xfrm>
              <a:off x="1344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492" name="Rectangle 132"/>
            <p:cNvSpPr>
              <a:spLocks noChangeArrowheads="1"/>
            </p:cNvSpPr>
            <p:nvPr/>
          </p:nvSpPr>
          <p:spPr bwMode="auto">
            <a:xfrm>
              <a:off x="2132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493" name="Rectangle 133"/>
            <p:cNvSpPr>
              <a:spLocks noChangeArrowheads="1"/>
            </p:cNvSpPr>
            <p:nvPr/>
          </p:nvSpPr>
          <p:spPr bwMode="auto">
            <a:xfrm>
              <a:off x="2927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494" name="Rectangle 134"/>
            <p:cNvSpPr>
              <a:spLocks noChangeArrowheads="1"/>
            </p:cNvSpPr>
            <p:nvPr/>
          </p:nvSpPr>
          <p:spPr bwMode="auto">
            <a:xfrm>
              <a:off x="3702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495" name="Rectangle 135"/>
            <p:cNvSpPr>
              <a:spLocks noChangeArrowheads="1"/>
            </p:cNvSpPr>
            <p:nvPr/>
          </p:nvSpPr>
          <p:spPr bwMode="auto">
            <a:xfrm>
              <a:off x="4490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496" name="Rectangle 136"/>
            <p:cNvSpPr>
              <a:spLocks noChangeArrowheads="1"/>
            </p:cNvSpPr>
            <p:nvPr/>
          </p:nvSpPr>
          <p:spPr bwMode="auto">
            <a:xfrm>
              <a:off x="5285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  <p:grpSp>
        <p:nvGrpSpPr>
          <p:cNvPr id="143497" name="Group 137"/>
          <p:cNvGrpSpPr>
            <a:grpSpLocks/>
          </p:cNvGrpSpPr>
          <p:nvPr/>
        </p:nvGrpSpPr>
        <p:grpSpPr bwMode="auto">
          <a:xfrm>
            <a:off x="871538" y="3619500"/>
            <a:ext cx="8777287" cy="1619250"/>
            <a:chOff x="549" y="255"/>
            <a:chExt cx="5529" cy="1020"/>
          </a:xfrm>
        </p:grpSpPr>
        <p:sp>
          <p:nvSpPr>
            <p:cNvPr id="143498" name="Rectangle 138"/>
            <p:cNvSpPr>
              <a:spLocks noChangeArrowheads="1"/>
            </p:cNvSpPr>
            <p:nvPr/>
          </p:nvSpPr>
          <p:spPr bwMode="auto">
            <a:xfrm>
              <a:off x="549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499" name="Rectangle 139"/>
            <p:cNvSpPr>
              <a:spLocks noChangeArrowheads="1"/>
            </p:cNvSpPr>
            <p:nvPr/>
          </p:nvSpPr>
          <p:spPr bwMode="auto">
            <a:xfrm>
              <a:off x="1344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500" name="Rectangle 140"/>
            <p:cNvSpPr>
              <a:spLocks noChangeArrowheads="1"/>
            </p:cNvSpPr>
            <p:nvPr/>
          </p:nvSpPr>
          <p:spPr bwMode="auto">
            <a:xfrm>
              <a:off x="2132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501" name="Rectangle 141"/>
            <p:cNvSpPr>
              <a:spLocks noChangeArrowheads="1"/>
            </p:cNvSpPr>
            <p:nvPr/>
          </p:nvSpPr>
          <p:spPr bwMode="auto">
            <a:xfrm>
              <a:off x="2927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502" name="Rectangle 142"/>
            <p:cNvSpPr>
              <a:spLocks noChangeArrowheads="1"/>
            </p:cNvSpPr>
            <p:nvPr/>
          </p:nvSpPr>
          <p:spPr bwMode="auto">
            <a:xfrm>
              <a:off x="3702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503" name="Rectangle 143"/>
            <p:cNvSpPr>
              <a:spLocks noChangeArrowheads="1"/>
            </p:cNvSpPr>
            <p:nvPr/>
          </p:nvSpPr>
          <p:spPr bwMode="auto">
            <a:xfrm>
              <a:off x="4490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504" name="Rectangle 144"/>
            <p:cNvSpPr>
              <a:spLocks noChangeArrowheads="1"/>
            </p:cNvSpPr>
            <p:nvPr/>
          </p:nvSpPr>
          <p:spPr bwMode="auto">
            <a:xfrm>
              <a:off x="5285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  <p:grpSp>
        <p:nvGrpSpPr>
          <p:cNvPr id="143505" name="Group 145"/>
          <p:cNvGrpSpPr>
            <a:grpSpLocks/>
          </p:cNvGrpSpPr>
          <p:nvPr/>
        </p:nvGrpSpPr>
        <p:grpSpPr bwMode="auto">
          <a:xfrm>
            <a:off x="900113" y="5256213"/>
            <a:ext cx="8777287" cy="1619250"/>
            <a:chOff x="549" y="255"/>
            <a:chExt cx="5529" cy="1020"/>
          </a:xfrm>
        </p:grpSpPr>
        <p:sp>
          <p:nvSpPr>
            <p:cNvPr id="143506" name="Rectangle 146"/>
            <p:cNvSpPr>
              <a:spLocks noChangeArrowheads="1"/>
            </p:cNvSpPr>
            <p:nvPr/>
          </p:nvSpPr>
          <p:spPr bwMode="auto">
            <a:xfrm>
              <a:off x="549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507" name="Rectangle 147"/>
            <p:cNvSpPr>
              <a:spLocks noChangeArrowheads="1"/>
            </p:cNvSpPr>
            <p:nvPr/>
          </p:nvSpPr>
          <p:spPr bwMode="auto">
            <a:xfrm>
              <a:off x="1344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508" name="Rectangle 148"/>
            <p:cNvSpPr>
              <a:spLocks noChangeArrowheads="1"/>
            </p:cNvSpPr>
            <p:nvPr/>
          </p:nvSpPr>
          <p:spPr bwMode="auto">
            <a:xfrm>
              <a:off x="2132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509" name="Rectangle 149"/>
            <p:cNvSpPr>
              <a:spLocks noChangeArrowheads="1"/>
            </p:cNvSpPr>
            <p:nvPr/>
          </p:nvSpPr>
          <p:spPr bwMode="auto">
            <a:xfrm>
              <a:off x="2927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510" name="Rectangle 150"/>
            <p:cNvSpPr>
              <a:spLocks noChangeArrowheads="1"/>
            </p:cNvSpPr>
            <p:nvPr/>
          </p:nvSpPr>
          <p:spPr bwMode="auto">
            <a:xfrm>
              <a:off x="3702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511" name="Rectangle 151"/>
            <p:cNvSpPr>
              <a:spLocks noChangeArrowheads="1"/>
            </p:cNvSpPr>
            <p:nvPr/>
          </p:nvSpPr>
          <p:spPr bwMode="auto">
            <a:xfrm>
              <a:off x="4490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3512" name="Rectangle 152"/>
            <p:cNvSpPr>
              <a:spLocks noChangeArrowheads="1"/>
            </p:cNvSpPr>
            <p:nvPr/>
          </p:nvSpPr>
          <p:spPr bwMode="auto">
            <a:xfrm>
              <a:off x="5285" y="255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R3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438" name="Group 30"/>
          <p:cNvGrpSpPr>
            <a:grpSpLocks/>
          </p:cNvGrpSpPr>
          <p:nvPr/>
        </p:nvGrpSpPr>
        <p:grpSpPr bwMode="auto">
          <a:xfrm>
            <a:off x="1141413" y="1092200"/>
            <a:ext cx="8267700" cy="5073650"/>
            <a:chOff x="719" y="688"/>
            <a:chExt cx="5208" cy="3196"/>
          </a:xfrm>
        </p:grpSpPr>
        <p:sp>
          <p:nvSpPr>
            <p:cNvPr id="145439" name="Rectangle 31"/>
            <p:cNvSpPr>
              <a:spLocks noChangeArrowheads="1"/>
            </p:cNvSpPr>
            <p:nvPr/>
          </p:nvSpPr>
          <p:spPr bwMode="auto">
            <a:xfrm>
              <a:off x="720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40" name="Rectangle 32"/>
            <p:cNvSpPr>
              <a:spLocks noChangeArrowheads="1"/>
            </p:cNvSpPr>
            <p:nvPr/>
          </p:nvSpPr>
          <p:spPr bwMode="auto">
            <a:xfrm>
              <a:off x="719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41" name="Rectangle 33"/>
            <p:cNvSpPr>
              <a:spLocks noChangeArrowheads="1"/>
            </p:cNvSpPr>
            <p:nvPr/>
          </p:nvSpPr>
          <p:spPr bwMode="auto">
            <a:xfrm>
              <a:off x="1513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42" name="Rectangle 34"/>
            <p:cNvSpPr>
              <a:spLocks noChangeArrowheads="1"/>
            </p:cNvSpPr>
            <p:nvPr/>
          </p:nvSpPr>
          <p:spPr bwMode="auto">
            <a:xfrm>
              <a:off x="2305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43" name="Rectangle 35"/>
            <p:cNvSpPr>
              <a:spLocks noChangeArrowheads="1"/>
            </p:cNvSpPr>
            <p:nvPr/>
          </p:nvSpPr>
          <p:spPr bwMode="auto">
            <a:xfrm>
              <a:off x="3098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44" name="Rectangle 36"/>
            <p:cNvSpPr>
              <a:spLocks noChangeArrowheads="1"/>
            </p:cNvSpPr>
            <p:nvPr/>
          </p:nvSpPr>
          <p:spPr bwMode="auto">
            <a:xfrm>
              <a:off x="3889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45" name="Rectangle 37"/>
            <p:cNvSpPr>
              <a:spLocks noChangeArrowheads="1"/>
            </p:cNvSpPr>
            <p:nvPr/>
          </p:nvSpPr>
          <p:spPr bwMode="auto">
            <a:xfrm>
              <a:off x="4682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46" name="Rectangle 38"/>
            <p:cNvSpPr>
              <a:spLocks noChangeArrowheads="1"/>
            </p:cNvSpPr>
            <p:nvPr/>
          </p:nvSpPr>
          <p:spPr bwMode="auto">
            <a:xfrm>
              <a:off x="5474" y="68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47" name="Rectangle 39"/>
            <p:cNvSpPr>
              <a:spLocks noChangeArrowheads="1"/>
            </p:cNvSpPr>
            <p:nvPr/>
          </p:nvSpPr>
          <p:spPr bwMode="auto">
            <a:xfrm>
              <a:off x="720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48" name="Rectangle 40"/>
            <p:cNvSpPr>
              <a:spLocks noChangeArrowheads="1"/>
            </p:cNvSpPr>
            <p:nvPr/>
          </p:nvSpPr>
          <p:spPr bwMode="auto">
            <a:xfrm>
              <a:off x="1513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49" name="Rectangle 41"/>
            <p:cNvSpPr>
              <a:spLocks noChangeArrowheads="1"/>
            </p:cNvSpPr>
            <p:nvPr/>
          </p:nvSpPr>
          <p:spPr bwMode="auto">
            <a:xfrm>
              <a:off x="2305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50" name="Rectangle 42"/>
            <p:cNvSpPr>
              <a:spLocks noChangeArrowheads="1"/>
            </p:cNvSpPr>
            <p:nvPr/>
          </p:nvSpPr>
          <p:spPr bwMode="auto">
            <a:xfrm>
              <a:off x="3098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51" name="Rectangle 43"/>
            <p:cNvSpPr>
              <a:spLocks noChangeArrowheads="1"/>
            </p:cNvSpPr>
            <p:nvPr/>
          </p:nvSpPr>
          <p:spPr bwMode="auto">
            <a:xfrm>
              <a:off x="3889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52" name="Rectangle 44"/>
            <p:cNvSpPr>
              <a:spLocks noChangeArrowheads="1"/>
            </p:cNvSpPr>
            <p:nvPr/>
          </p:nvSpPr>
          <p:spPr bwMode="auto">
            <a:xfrm>
              <a:off x="4682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53" name="Rectangle 45"/>
            <p:cNvSpPr>
              <a:spLocks noChangeArrowheads="1"/>
            </p:cNvSpPr>
            <p:nvPr/>
          </p:nvSpPr>
          <p:spPr bwMode="auto">
            <a:xfrm>
              <a:off x="5474" y="170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54" name="Rectangle 46"/>
            <p:cNvSpPr>
              <a:spLocks noChangeArrowheads="1"/>
            </p:cNvSpPr>
            <p:nvPr/>
          </p:nvSpPr>
          <p:spPr bwMode="auto">
            <a:xfrm>
              <a:off x="720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55" name="Rectangle 47"/>
            <p:cNvSpPr>
              <a:spLocks noChangeArrowheads="1"/>
            </p:cNvSpPr>
            <p:nvPr/>
          </p:nvSpPr>
          <p:spPr bwMode="auto">
            <a:xfrm>
              <a:off x="1513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56" name="Rectangle 48"/>
            <p:cNvSpPr>
              <a:spLocks noChangeArrowheads="1"/>
            </p:cNvSpPr>
            <p:nvPr/>
          </p:nvSpPr>
          <p:spPr bwMode="auto">
            <a:xfrm>
              <a:off x="2305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57" name="Rectangle 49"/>
            <p:cNvSpPr>
              <a:spLocks noChangeArrowheads="1"/>
            </p:cNvSpPr>
            <p:nvPr/>
          </p:nvSpPr>
          <p:spPr bwMode="auto">
            <a:xfrm>
              <a:off x="3098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58" name="Rectangle 50"/>
            <p:cNvSpPr>
              <a:spLocks noChangeArrowheads="1"/>
            </p:cNvSpPr>
            <p:nvPr/>
          </p:nvSpPr>
          <p:spPr bwMode="auto">
            <a:xfrm>
              <a:off x="3889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59" name="Rectangle 51"/>
            <p:cNvSpPr>
              <a:spLocks noChangeArrowheads="1"/>
            </p:cNvSpPr>
            <p:nvPr/>
          </p:nvSpPr>
          <p:spPr bwMode="auto">
            <a:xfrm>
              <a:off x="4682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60" name="Rectangle 52"/>
            <p:cNvSpPr>
              <a:spLocks noChangeArrowheads="1"/>
            </p:cNvSpPr>
            <p:nvPr/>
          </p:nvSpPr>
          <p:spPr bwMode="auto">
            <a:xfrm>
              <a:off x="5474" y="272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61" name="Rectangle 53"/>
            <p:cNvSpPr>
              <a:spLocks noChangeArrowheads="1"/>
            </p:cNvSpPr>
            <p:nvPr/>
          </p:nvSpPr>
          <p:spPr bwMode="auto">
            <a:xfrm>
              <a:off x="720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62" name="Rectangle 54"/>
            <p:cNvSpPr>
              <a:spLocks noChangeArrowheads="1"/>
            </p:cNvSpPr>
            <p:nvPr/>
          </p:nvSpPr>
          <p:spPr bwMode="auto">
            <a:xfrm>
              <a:off x="1513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63" name="Rectangle 55"/>
            <p:cNvSpPr>
              <a:spLocks noChangeArrowheads="1"/>
            </p:cNvSpPr>
            <p:nvPr/>
          </p:nvSpPr>
          <p:spPr bwMode="auto">
            <a:xfrm>
              <a:off x="2305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64" name="Rectangle 56"/>
            <p:cNvSpPr>
              <a:spLocks noChangeArrowheads="1"/>
            </p:cNvSpPr>
            <p:nvPr/>
          </p:nvSpPr>
          <p:spPr bwMode="auto">
            <a:xfrm>
              <a:off x="3098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65" name="Rectangle 57"/>
            <p:cNvSpPr>
              <a:spLocks noChangeArrowheads="1"/>
            </p:cNvSpPr>
            <p:nvPr/>
          </p:nvSpPr>
          <p:spPr bwMode="auto">
            <a:xfrm>
              <a:off x="3889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66" name="Rectangle 58"/>
            <p:cNvSpPr>
              <a:spLocks noChangeArrowheads="1"/>
            </p:cNvSpPr>
            <p:nvPr/>
          </p:nvSpPr>
          <p:spPr bwMode="auto">
            <a:xfrm>
              <a:off x="4682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67" name="Rectangle 59"/>
            <p:cNvSpPr>
              <a:spLocks noChangeArrowheads="1"/>
            </p:cNvSpPr>
            <p:nvPr/>
          </p:nvSpPr>
          <p:spPr bwMode="auto">
            <a:xfrm>
              <a:off x="5474" y="3748"/>
              <a:ext cx="453" cy="136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45468" name="Group 60"/>
          <p:cNvGrpSpPr>
            <a:grpSpLocks/>
          </p:cNvGrpSpPr>
          <p:nvPr/>
        </p:nvGrpSpPr>
        <p:grpSpPr bwMode="auto">
          <a:xfrm>
            <a:off x="1038225" y="1612900"/>
            <a:ext cx="8015288" cy="5073650"/>
            <a:chOff x="798" y="688"/>
            <a:chExt cx="5049" cy="3196"/>
          </a:xfrm>
        </p:grpSpPr>
        <p:sp>
          <p:nvSpPr>
            <p:cNvPr id="145469" name="Rectangle 61"/>
            <p:cNvSpPr>
              <a:spLocks noChangeArrowheads="1"/>
            </p:cNvSpPr>
            <p:nvPr/>
          </p:nvSpPr>
          <p:spPr bwMode="auto">
            <a:xfrm>
              <a:off x="798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70" name="Rectangle 62"/>
            <p:cNvSpPr>
              <a:spLocks noChangeArrowheads="1"/>
            </p:cNvSpPr>
            <p:nvPr/>
          </p:nvSpPr>
          <p:spPr bwMode="auto">
            <a:xfrm>
              <a:off x="1591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71" name="Rectangle 63"/>
            <p:cNvSpPr>
              <a:spLocks noChangeArrowheads="1"/>
            </p:cNvSpPr>
            <p:nvPr/>
          </p:nvSpPr>
          <p:spPr bwMode="auto">
            <a:xfrm>
              <a:off x="2383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72" name="Rectangle 64"/>
            <p:cNvSpPr>
              <a:spLocks noChangeArrowheads="1"/>
            </p:cNvSpPr>
            <p:nvPr/>
          </p:nvSpPr>
          <p:spPr bwMode="auto">
            <a:xfrm>
              <a:off x="3176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73" name="Rectangle 65"/>
            <p:cNvSpPr>
              <a:spLocks noChangeArrowheads="1"/>
            </p:cNvSpPr>
            <p:nvPr/>
          </p:nvSpPr>
          <p:spPr bwMode="auto">
            <a:xfrm>
              <a:off x="3967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74" name="Rectangle 66"/>
            <p:cNvSpPr>
              <a:spLocks noChangeArrowheads="1"/>
            </p:cNvSpPr>
            <p:nvPr/>
          </p:nvSpPr>
          <p:spPr bwMode="auto">
            <a:xfrm>
              <a:off x="4760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75" name="Rectangle 67"/>
            <p:cNvSpPr>
              <a:spLocks noChangeArrowheads="1"/>
            </p:cNvSpPr>
            <p:nvPr/>
          </p:nvSpPr>
          <p:spPr bwMode="auto">
            <a:xfrm>
              <a:off x="5552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76" name="Rectangle 68"/>
            <p:cNvSpPr>
              <a:spLocks noChangeArrowheads="1"/>
            </p:cNvSpPr>
            <p:nvPr/>
          </p:nvSpPr>
          <p:spPr bwMode="auto">
            <a:xfrm>
              <a:off x="798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77" name="Rectangle 69"/>
            <p:cNvSpPr>
              <a:spLocks noChangeArrowheads="1"/>
            </p:cNvSpPr>
            <p:nvPr/>
          </p:nvSpPr>
          <p:spPr bwMode="auto">
            <a:xfrm>
              <a:off x="1591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78" name="Rectangle 70"/>
            <p:cNvSpPr>
              <a:spLocks noChangeArrowheads="1"/>
            </p:cNvSpPr>
            <p:nvPr/>
          </p:nvSpPr>
          <p:spPr bwMode="auto">
            <a:xfrm>
              <a:off x="2383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79" name="Rectangle 71"/>
            <p:cNvSpPr>
              <a:spLocks noChangeArrowheads="1"/>
            </p:cNvSpPr>
            <p:nvPr/>
          </p:nvSpPr>
          <p:spPr bwMode="auto">
            <a:xfrm>
              <a:off x="3176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80" name="Rectangle 72"/>
            <p:cNvSpPr>
              <a:spLocks noChangeArrowheads="1"/>
            </p:cNvSpPr>
            <p:nvPr/>
          </p:nvSpPr>
          <p:spPr bwMode="auto">
            <a:xfrm>
              <a:off x="3967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81" name="Rectangle 73"/>
            <p:cNvSpPr>
              <a:spLocks noChangeArrowheads="1"/>
            </p:cNvSpPr>
            <p:nvPr/>
          </p:nvSpPr>
          <p:spPr bwMode="auto">
            <a:xfrm>
              <a:off x="4760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82" name="Rectangle 74"/>
            <p:cNvSpPr>
              <a:spLocks noChangeArrowheads="1"/>
            </p:cNvSpPr>
            <p:nvPr/>
          </p:nvSpPr>
          <p:spPr bwMode="auto">
            <a:xfrm>
              <a:off x="5552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83" name="Rectangle 75"/>
            <p:cNvSpPr>
              <a:spLocks noChangeArrowheads="1"/>
            </p:cNvSpPr>
            <p:nvPr/>
          </p:nvSpPr>
          <p:spPr bwMode="auto">
            <a:xfrm>
              <a:off x="798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84" name="Rectangle 76"/>
            <p:cNvSpPr>
              <a:spLocks noChangeArrowheads="1"/>
            </p:cNvSpPr>
            <p:nvPr/>
          </p:nvSpPr>
          <p:spPr bwMode="auto">
            <a:xfrm>
              <a:off x="1591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85" name="Rectangle 77"/>
            <p:cNvSpPr>
              <a:spLocks noChangeArrowheads="1"/>
            </p:cNvSpPr>
            <p:nvPr/>
          </p:nvSpPr>
          <p:spPr bwMode="auto">
            <a:xfrm>
              <a:off x="2383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86" name="Rectangle 78"/>
            <p:cNvSpPr>
              <a:spLocks noChangeArrowheads="1"/>
            </p:cNvSpPr>
            <p:nvPr/>
          </p:nvSpPr>
          <p:spPr bwMode="auto">
            <a:xfrm>
              <a:off x="3176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87" name="Rectangle 79"/>
            <p:cNvSpPr>
              <a:spLocks noChangeArrowheads="1"/>
            </p:cNvSpPr>
            <p:nvPr/>
          </p:nvSpPr>
          <p:spPr bwMode="auto">
            <a:xfrm>
              <a:off x="3967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88" name="Rectangle 80"/>
            <p:cNvSpPr>
              <a:spLocks noChangeArrowheads="1"/>
            </p:cNvSpPr>
            <p:nvPr/>
          </p:nvSpPr>
          <p:spPr bwMode="auto">
            <a:xfrm>
              <a:off x="4760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89" name="Rectangle 81"/>
            <p:cNvSpPr>
              <a:spLocks noChangeArrowheads="1"/>
            </p:cNvSpPr>
            <p:nvPr/>
          </p:nvSpPr>
          <p:spPr bwMode="auto">
            <a:xfrm>
              <a:off x="5552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90" name="Rectangle 82"/>
            <p:cNvSpPr>
              <a:spLocks noChangeArrowheads="1"/>
            </p:cNvSpPr>
            <p:nvPr/>
          </p:nvSpPr>
          <p:spPr bwMode="auto">
            <a:xfrm>
              <a:off x="798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91" name="Rectangle 83"/>
            <p:cNvSpPr>
              <a:spLocks noChangeArrowheads="1"/>
            </p:cNvSpPr>
            <p:nvPr/>
          </p:nvSpPr>
          <p:spPr bwMode="auto">
            <a:xfrm>
              <a:off x="1591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92" name="Rectangle 84"/>
            <p:cNvSpPr>
              <a:spLocks noChangeArrowheads="1"/>
            </p:cNvSpPr>
            <p:nvPr/>
          </p:nvSpPr>
          <p:spPr bwMode="auto">
            <a:xfrm>
              <a:off x="2383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93" name="Rectangle 85"/>
            <p:cNvSpPr>
              <a:spLocks noChangeArrowheads="1"/>
            </p:cNvSpPr>
            <p:nvPr/>
          </p:nvSpPr>
          <p:spPr bwMode="auto">
            <a:xfrm>
              <a:off x="3176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94" name="Rectangle 86"/>
            <p:cNvSpPr>
              <a:spLocks noChangeArrowheads="1"/>
            </p:cNvSpPr>
            <p:nvPr/>
          </p:nvSpPr>
          <p:spPr bwMode="auto">
            <a:xfrm>
              <a:off x="3967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95" name="Rectangle 87"/>
            <p:cNvSpPr>
              <a:spLocks noChangeArrowheads="1"/>
            </p:cNvSpPr>
            <p:nvPr/>
          </p:nvSpPr>
          <p:spPr bwMode="auto">
            <a:xfrm>
              <a:off x="4760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496" name="Rectangle 88"/>
            <p:cNvSpPr>
              <a:spLocks noChangeArrowheads="1"/>
            </p:cNvSpPr>
            <p:nvPr/>
          </p:nvSpPr>
          <p:spPr bwMode="auto">
            <a:xfrm>
              <a:off x="5552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45497" name="Group 89"/>
          <p:cNvGrpSpPr>
            <a:grpSpLocks/>
          </p:cNvGrpSpPr>
          <p:nvPr/>
        </p:nvGrpSpPr>
        <p:grpSpPr bwMode="auto">
          <a:xfrm>
            <a:off x="1582738" y="1447800"/>
            <a:ext cx="7927975" cy="5238750"/>
            <a:chOff x="826" y="636"/>
            <a:chExt cx="4994" cy="3300"/>
          </a:xfrm>
        </p:grpSpPr>
        <p:grpSp>
          <p:nvGrpSpPr>
            <p:cNvPr id="145498" name="Group 90"/>
            <p:cNvGrpSpPr>
              <a:grpSpLocks/>
            </p:cNvGrpSpPr>
            <p:nvPr/>
          </p:nvGrpSpPr>
          <p:grpSpPr bwMode="auto">
            <a:xfrm>
              <a:off x="826" y="636"/>
              <a:ext cx="4994" cy="240"/>
              <a:chOff x="826" y="688"/>
              <a:chExt cx="4994" cy="240"/>
            </a:xfrm>
          </p:grpSpPr>
          <p:sp>
            <p:nvSpPr>
              <p:cNvPr id="145499" name="Oval 91"/>
              <p:cNvSpPr>
                <a:spLocks noChangeArrowheads="1"/>
              </p:cNvSpPr>
              <p:nvPr/>
            </p:nvSpPr>
            <p:spPr bwMode="auto">
              <a:xfrm>
                <a:off x="826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00" name="Oval 92"/>
              <p:cNvSpPr>
                <a:spLocks noChangeArrowheads="1"/>
              </p:cNvSpPr>
              <p:nvPr/>
            </p:nvSpPr>
            <p:spPr bwMode="auto">
              <a:xfrm>
                <a:off x="1619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01" name="Oval 93"/>
              <p:cNvSpPr>
                <a:spLocks noChangeArrowheads="1"/>
              </p:cNvSpPr>
              <p:nvPr/>
            </p:nvSpPr>
            <p:spPr bwMode="auto">
              <a:xfrm>
                <a:off x="2412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02" name="Oval 94"/>
              <p:cNvSpPr>
                <a:spLocks noChangeArrowheads="1"/>
              </p:cNvSpPr>
              <p:nvPr/>
            </p:nvSpPr>
            <p:spPr bwMode="auto">
              <a:xfrm>
                <a:off x="3204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03" name="Oval 95"/>
              <p:cNvSpPr>
                <a:spLocks noChangeArrowheads="1"/>
              </p:cNvSpPr>
              <p:nvPr/>
            </p:nvSpPr>
            <p:spPr bwMode="auto">
              <a:xfrm>
                <a:off x="3995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04" name="Oval 96"/>
              <p:cNvSpPr>
                <a:spLocks noChangeArrowheads="1"/>
              </p:cNvSpPr>
              <p:nvPr/>
            </p:nvSpPr>
            <p:spPr bwMode="auto">
              <a:xfrm>
                <a:off x="4789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05" name="Oval 97"/>
              <p:cNvSpPr>
                <a:spLocks noChangeArrowheads="1"/>
              </p:cNvSpPr>
              <p:nvPr/>
            </p:nvSpPr>
            <p:spPr bwMode="auto">
              <a:xfrm>
                <a:off x="5580" y="6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5506" name="Group 98"/>
            <p:cNvGrpSpPr>
              <a:grpSpLocks/>
            </p:cNvGrpSpPr>
            <p:nvPr/>
          </p:nvGrpSpPr>
          <p:grpSpPr bwMode="auto">
            <a:xfrm>
              <a:off x="826" y="1656"/>
              <a:ext cx="4994" cy="240"/>
              <a:chOff x="826" y="1776"/>
              <a:chExt cx="4994" cy="240"/>
            </a:xfrm>
          </p:grpSpPr>
          <p:sp>
            <p:nvSpPr>
              <p:cNvPr id="145507" name="Oval 99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08" name="Oval 100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09" name="Oval 101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10" name="Oval 102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11" name="Oval 103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12" name="Oval 104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13" name="Oval 105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5514" name="Group 106"/>
            <p:cNvGrpSpPr>
              <a:grpSpLocks/>
            </p:cNvGrpSpPr>
            <p:nvPr/>
          </p:nvGrpSpPr>
          <p:grpSpPr bwMode="auto">
            <a:xfrm>
              <a:off x="826" y="2676"/>
              <a:ext cx="4994" cy="240"/>
              <a:chOff x="826" y="1776"/>
              <a:chExt cx="4994" cy="240"/>
            </a:xfrm>
          </p:grpSpPr>
          <p:sp>
            <p:nvSpPr>
              <p:cNvPr id="145515" name="Oval 107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16" name="Oval 108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17" name="Oval 109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18" name="Oval 110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19" name="Oval 111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20" name="Oval 112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21" name="Oval 113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5522" name="Group 114"/>
            <p:cNvGrpSpPr>
              <a:grpSpLocks/>
            </p:cNvGrpSpPr>
            <p:nvPr/>
          </p:nvGrpSpPr>
          <p:grpSpPr bwMode="auto">
            <a:xfrm>
              <a:off x="826" y="3696"/>
              <a:ext cx="4994" cy="240"/>
              <a:chOff x="826" y="1776"/>
              <a:chExt cx="4994" cy="240"/>
            </a:xfrm>
          </p:grpSpPr>
          <p:sp>
            <p:nvSpPr>
              <p:cNvPr id="145523" name="Oval 115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24" name="Oval 116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25" name="Oval 117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26" name="Oval 118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27" name="Oval 119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28" name="Oval 120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529" name="Oval 121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145536" name="Group 128"/>
          <p:cNvGrpSpPr>
            <a:grpSpLocks/>
          </p:cNvGrpSpPr>
          <p:nvPr/>
        </p:nvGrpSpPr>
        <p:grpSpPr bwMode="auto">
          <a:xfrm>
            <a:off x="871538" y="390525"/>
            <a:ext cx="8756650" cy="1619250"/>
            <a:chOff x="549" y="246"/>
            <a:chExt cx="5516" cy="1020"/>
          </a:xfrm>
        </p:grpSpPr>
        <p:sp>
          <p:nvSpPr>
            <p:cNvPr id="145410" name="Rectangle 2"/>
            <p:cNvSpPr>
              <a:spLocks noChangeArrowheads="1"/>
            </p:cNvSpPr>
            <p:nvPr/>
          </p:nvSpPr>
          <p:spPr bwMode="auto">
            <a:xfrm>
              <a:off x="549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30" name="Rectangle 122"/>
            <p:cNvSpPr>
              <a:spLocks noChangeArrowheads="1"/>
            </p:cNvSpPr>
            <p:nvPr/>
          </p:nvSpPr>
          <p:spPr bwMode="auto">
            <a:xfrm>
              <a:off x="1356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31" name="Rectangle 123"/>
            <p:cNvSpPr>
              <a:spLocks noChangeArrowheads="1"/>
            </p:cNvSpPr>
            <p:nvPr/>
          </p:nvSpPr>
          <p:spPr bwMode="auto">
            <a:xfrm>
              <a:off x="2125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32" name="Rectangle 124"/>
            <p:cNvSpPr>
              <a:spLocks noChangeArrowheads="1"/>
            </p:cNvSpPr>
            <p:nvPr/>
          </p:nvSpPr>
          <p:spPr bwMode="auto">
            <a:xfrm>
              <a:off x="2932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33" name="Rectangle 125"/>
            <p:cNvSpPr>
              <a:spLocks noChangeArrowheads="1"/>
            </p:cNvSpPr>
            <p:nvPr/>
          </p:nvSpPr>
          <p:spPr bwMode="auto">
            <a:xfrm>
              <a:off x="3696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34" name="Rectangle 126"/>
            <p:cNvSpPr>
              <a:spLocks noChangeArrowheads="1"/>
            </p:cNvSpPr>
            <p:nvPr/>
          </p:nvSpPr>
          <p:spPr bwMode="auto">
            <a:xfrm>
              <a:off x="4465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35" name="Rectangle 127"/>
            <p:cNvSpPr>
              <a:spLocks noChangeArrowheads="1"/>
            </p:cNvSpPr>
            <p:nvPr/>
          </p:nvSpPr>
          <p:spPr bwMode="auto">
            <a:xfrm>
              <a:off x="5272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  <p:grpSp>
        <p:nvGrpSpPr>
          <p:cNvPr id="145537" name="Group 129"/>
          <p:cNvGrpSpPr>
            <a:grpSpLocks/>
          </p:cNvGrpSpPr>
          <p:nvPr/>
        </p:nvGrpSpPr>
        <p:grpSpPr bwMode="auto">
          <a:xfrm>
            <a:off x="871538" y="1998663"/>
            <a:ext cx="8756650" cy="1619250"/>
            <a:chOff x="549" y="246"/>
            <a:chExt cx="5516" cy="1020"/>
          </a:xfrm>
        </p:grpSpPr>
        <p:sp>
          <p:nvSpPr>
            <p:cNvPr id="145538" name="Rectangle 130"/>
            <p:cNvSpPr>
              <a:spLocks noChangeArrowheads="1"/>
            </p:cNvSpPr>
            <p:nvPr/>
          </p:nvSpPr>
          <p:spPr bwMode="auto">
            <a:xfrm>
              <a:off x="549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39" name="Rectangle 131"/>
            <p:cNvSpPr>
              <a:spLocks noChangeArrowheads="1"/>
            </p:cNvSpPr>
            <p:nvPr/>
          </p:nvSpPr>
          <p:spPr bwMode="auto">
            <a:xfrm>
              <a:off x="1356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40" name="Rectangle 132"/>
            <p:cNvSpPr>
              <a:spLocks noChangeArrowheads="1"/>
            </p:cNvSpPr>
            <p:nvPr/>
          </p:nvSpPr>
          <p:spPr bwMode="auto">
            <a:xfrm>
              <a:off x="2125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41" name="Rectangle 133"/>
            <p:cNvSpPr>
              <a:spLocks noChangeArrowheads="1"/>
            </p:cNvSpPr>
            <p:nvPr/>
          </p:nvSpPr>
          <p:spPr bwMode="auto">
            <a:xfrm>
              <a:off x="2932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42" name="Rectangle 134"/>
            <p:cNvSpPr>
              <a:spLocks noChangeArrowheads="1"/>
            </p:cNvSpPr>
            <p:nvPr/>
          </p:nvSpPr>
          <p:spPr bwMode="auto">
            <a:xfrm>
              <a:off x="3696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43" name="Rectangle 135"/>
            <p:cNvSpPr>
              <a:spLocks noChangeArrowheads="1"/>
            </p:cNvSpPr>
            <p:nvPr/>
          </p:nvSpPr>
          <p:spPr bwMode="auto">
            <a:xfrm>
              <a:off x="4465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44" name="Rectangle 136"/>
            <p:cNvSpPr>
              <a:spLocks noChangeArrowheads="1"/>
            </p:cNvSpPr>
            <p:nvPr/>
          </p:nvSpPr>
          <p:spPr bwMode="auto">
            <a:xfrm>
              <a:off x="5272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  <p:grpSp>
        <p:nvGrpSpPr>
          <p:cNvPr id="145545" name="Group 137"/>
          <p:cNvGrpSpPr>
            <a:grpSpLocks/>
          </p:cNvGrpSpPr>
          <p:nvPr/>
        </p:nvGrpSpPr>
        <p:grpSpPr bwMode="auto">
          <a:xfrm>
            <a:off x="890588" y="3625850"/>
            <a:ext cx="8756650" cy="1619250"/>
            <a:chOff x="549" y="246"/>
            <a:chExt cx="5516" cy="1020"/>
          </a:xfrm>
        </p:grpSpPr>
        <p:sp>
          <p:nvSpPr>
            <p:cNvPr id="145546" name="Rectangle 138"/>
            <p:cNvSpPr>
              <a:spLocks noChangeArrowheads="1"/>
            </p:cNvSpPr>
            <p:nvPr/>
          </p:nvSpPr>
          <p:spPr bwMode="auto">
            <a:xfrm>
              <a:off x="549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47" name="Rectangle 139"/>
            <p:cNvSpPr>
              <a:spLocks noChangeArrowheads="1"/>
            </p:cNvSpPr>
            <p:nvPr/>
          </p:nvSpPr>
          <p:spPr bwMode="auto">
            <a:xfrm>
              <a:off x="1356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48" name="Rectangle 140"/>
            <p:cNvSpPr>
              <a:spLocks noChangeArrowheads="1"/>
            </p:cNvSpPr>
            <p:nvPr/>
          </p:nvSpPr>
          <p:spPr bwMode="auto">
            <a:xfrm>
              <a:off x="2125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49" name="Rectangle 141"/>
            <p:cNvSpPr>
              <a:spLocks noChangeArrowheads="1"/>
            </p:cNvSpPr>
            <p:nvPr/>
          </p:nvSpPr>
          <p:spPr bwMode="auto">
            <a:xfrm>
              <a:off x="2932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50" name="Rectangle 142"/>
            <p:cNvSpPr>
              <a:spLocks noChangeArrowheads="1"/>
            </p:cNvSpPr>
            <p:nvPr/>
          </p:nvSpPr>
          <p:spPr bwMode="auto">
            <a:xfrm>
              <a:off x="3696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51" name="Rectangle 143"/>
            <p:cNvSpPr>
              <a:spLocks noChangeArrowheads="1"/>
            </p:cNvSpPr>
            <p:nvPr/>
          </p:nvSpPr>
          <p:spPr bwMode="auto">
            <a:xfrm>
              <a:off x="4465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52" name="Rectangle 144"/>
            <p:cNvSpPr>
              <a:spLocks noChangeArrowheads="1"/>
            </p:cNvSpPr>
            <p:nvPr/>
          </p:nvSpPr>
          <p:spPr bwMode="auto">
            <a:xfrm>
              <a:off x="5272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  <p:grpSp>
        <p:nvGrpSpPr>
          <p:cNvPr id="145553" name="Group 145"/>
          <p:cNvGrpSpPr>
            <a:grpSpLocks/>
          </p:cNvGrpSpPr>
          <p:nvPr/>
        </p:nvGrpSpPr>
        <p:grpSpPr bwMode="auto">
          <a:xfrm>
            <a:off x="871538" y="5251450"/>
            <a:ext cx="8756650" cy="1619250"/>
            <a:chOff x="549" y="246"/>
            <a:chExt cx="5516" cy="1020"/>
          </a:xfrm>
        </p:grpSpPr>
        <p:sp>
          <p:nvSpPr>
            <p:cNvPr id="145554" name="Rectangle 146"/>
            <p:cNvSpPr>
              <a:spLocks noChangeArrowheads="1"/>
            </p:cNvSpPr>
            <p:nvPr/>
          </p:nvSpPr>
          <p:spPr bwMode="auto">
            <a:xfrm>
              <a:off x="549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55" name="Rectangle 147"/>
            <p:cNvSpPr>
              <a:spLocks noChangeArrowheads="1"/>
            </p:cNvSpPr>
            <p:nvPr/>
          </p:nvSpPr>
          <p:spPr bwMode="auto">
            <a:xfrm>
              <a:off x="1356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56" name="Rectangle 148"/>
            <p:cNvSpPr>
              <a:spLocks noChangeArrowheads="1"/>
            </p:cNvSpPr>
            <p:nvPr/>
          </p:nvSpPr>
          <p:spPr bwMode="auto">
            <a:xfrm>
              <a:off x="2125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57" name="Rectangle 149"/>
            <p:cNvSpPr>
              <a:spLocks noChangeArrowheads="1"/>
            </p:cNvSpPr>
            <p:nvPr/>
          </p:nvSpPr>
          <p:spPr bwMode="auto">
            <a:xfrm>
              <a:off x="2932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58" name="Rectangle 150"/>
            <p:cNvSpPr>
              <a:spLocks noChangeArrowheads="1"/>
            </p:cNvSpPr>
            <p:nvPr/>
          </p:nvSpPr>
          <p:spPr bwMode="auto">
            <a:xfrm>
              <a:off x="3696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59" name="Rectangle 151"/>
            <p:cNvSpPr>
              <a:spLocks noChangeArrowheads="1"/>
            </p:cNvSpPr>
            <p:nvPr/>
          </p:nvSpPr>
          <p:spPr bwMode="auto">
            <a:xfrm>
              <a:off x="4465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  <p:sp>
          <p:nvSpPr>
            <p:cNvPr id="145560" name="Rectangle 152"/>
            <p:cNvSpPr>
              <a:spLocks noChangeArrowheads="1"/>
            </p:cNvSpPr>
            <p:nvPr/>
          </p:nvSpPr>
          <p:spPr bwMode="auto">
            <a:xfrm>
              <a:off x="5272" y="246"/>
              <a:ext cx="793" cy="1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Montage</a:t>
              </a:r>
            </a:p>
            <a:p>
              <a:pPr algn="ctr">
                <a:lnSpc>
                  <a:spcPct val="130000"/>
                </a:lnSpc>
              </a:pPr>
              <a:r>
                <a:rPr lang="fr-FR" altLang="fr-FR" sz="1200" b="1"/>
                <a:t>1 R4</a:t>
              </a:r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  <a:p>
              <a:pPr algn="ctr">
                <a:lnSpc>
                  <a:spcPct val="130000"/>
                </a:lnSpc>
              </a:pPr>
              <a:endParaRPr lang="fr-FR" altLang="fr-FR" sz="1200" b="1"/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ChangeArrowheads="1"/>
          </p:cNvSpPr>
          <p:nvPr/>
        </p:nvSpPr>
        <p:spPr bwMode="auto">
          <a:xfrm>
            <a:off x="871538" y="411163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grpSp>
        <p:nvGrpSpPr>
          <p:cNvPr id="147486" name="Group 30"/>
          <p:cNvGrpSpPr>
            <a:grpSpLocks/>
          </p:cNvGrpSpPr>
          <p:nvPr/>
        </p:nvGrpSpPr>
        <p:grpSpPr bwMode="auto">
          <a:xfrm>
            <a:off x="1141413" y="1092200"/>
            <a:ext cx="8267700" cy="5073650"/>
            <a:chOff x="719" y="688"/>
            <a:chExt cx="5208" cy="3196"/>
          </a:xfrm>
        </p:grpSpPr>
        <p:sp>
          <p:nvSpPr>
            <p:cNvPr id="147487" name="Rectangle 31"/>
            <p:cNvSpPr>
              <a:spLocks noChangeArrowheads="1"/>
            </p:cNvSpPr>
            <p:nvPr/>
          </p:nvSpPr>
          <p:spPr bwMode="auto">
            <a:xfrm>
              <a:off x="720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488" name="Rectangle 32"/>
            <p:cNvSpPr>
              <a:spLocks noChangeArrowheads="1"/>
            </p:cNvSpPr>
            <p:nvPr/>
          </p:nvSpPr>
          <p:spPr bwMode="auto">
            <a:xfrm>
              <a:off x="719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489" name="Rectangle 33"/>
            <p:cNvSpPr>
              <a:spLocks noChangeArrowheads="1"/>
            </p:cNvSpPr>
            <p:nvPr/>
          </p:nvSpPr>
          <p:spPr bwMode="auto">
            <a:xfrm>
              <a:off x="1513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490" name="Rectangle 34"/>
            <p:cNvSpPr>
              <a:spLocks noChangeArrowheads="1"/>
            </p:cNvSpPr>
            <p:nvPr/>
          </p:nvSpPr>
          <p:spPr bwMode="auto">
            <a:xfrm>
              <a:off x="2305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491" name="Rectangle 35"/>
            <p:cNvSpPr>
              <a:spLocks noChangeArrowheads="1"/>
            </p:cNvSpPr>
            <p:nvPr/>
          </p:nvSpPr>
          <p:spPr bwMode="auto">
            <a:xfrm>
              <a:off x="3098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492" name="Rectangle 36"/>
            <p:cNvSpPr>
              <a:spLocks noChangeArrowheads="1"/>
            </p:cNvSpPr>
            <p:nvPr/>
          </p:nvSpPr>
          <p:spPr bwMode="auto">
            <a:xfrm>
              <a:off x="3889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493" name="Rectangle 37"/>
            <p:cNvSpPr>
              <a:spLocks noChangeArrowheads="1"/>
            </p:cNvSpPr>
            <p:nvPr/>
          </p:nvSpPr>
          <p:spPr bwMode="auto">
            <a:xfrm>
              <a:off x="4682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494" name="Rectangle 38"/>
            <p:cNvSpPr>
              <a:spLocks noChangeArrowheads="1"/>
            </p:cNvSpPr>
            <p:nvPr/>
          </p:nvSpPr>
          <p:spPr bwMode="auto">
            <a:xfrm>
              <a:off x="5474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495" name="Rectangle 39"/>
            <p:cNvSpPr>
              <a:spLocks noChangeArrowheads="1"/>
            </p:cNvSpPr>
            <p:nvPr/>
          </p:nvSpPr>
          <p:spPr bwMode="auto">
            <a:xfrm>
              <a:off x="720" y="170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496" name="Rectangle 40"/>
            <p:cNvSpPr>
              <a:spLocks noChangeArrowheads="1"/>
            </p:cNvSpPr>
            <p:nvPr/>
          </p:nvSpPr>
          <p:spPr bwMode="auto">
            <a:xfrm>
              <a:off x="1513" y="170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497" name="Rectangle 41"/>
            <p:cNvSpPr>
              <a:spLocks noChangeArrowheads="1"/>
            </p:cNvSpPr>
            <p:nvPr/>
          </p:nvSpPr>
          <p:spPr bwMode="auto">
            <a:xfrm>
              <a:off x="2305" y="170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498" name="Rectangle 42"/>
            <p:cNvSpPr>
              <a:spLocks noChangeArrowheads="1"/>
            </p:cNvSpPr>
            <p:nvPr/>
          </p:nvSpPr>
          <p:spPr bwMode="auto">
            <a:xfrm>
              <a:off x="3098" y="170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499" name="Rectangle 43"/>
            <p:cNvSpPr>
              <a:spLocks noChangeArrowheads="1"/>
            </p:cNvSpPr>
            <p:nvPr/>
          </p:nvSpPr>
          <p:spPr bwMode="auto">
            <a:xfrm>
              <a:off x="3889" y="170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00" name="Rectangle 44"/>
            <p:cNvSpPr>
              <a:spLocks noChangeArrowheads="1"/>
            </p:cNvSpPr>
            <p:nvPr/>
          </p:nvSpPr>
          <p:spPr bwMode="auto">
            <a:xfrm>
              <a:off x="4682" y="170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01" name="Rectangle 45"/>
            <p:cNvSpPr>
              <a:spLocks noChangeArrowheads="1"/>
            </p:cNvSpPr>
            <p:nvPr/>
          </p:nvSpPr>
          <p:spPr bwMode="auto">
            <a:xfrm>
              <a:off x="5474" y="170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02" name="Rectangle 46"/>
            <p:cNvSpPr>
              <a:spLocks noChangeArrowheads="1"/>
            </p:cNvSpPr>
            <p:nvPr/>
          </p:nvSpPr>
          <p:spPr bwMode="auto">
            <a:xfrm>
              <a:off x="720" y="272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03" name="Rectangle 47"/>
            <p:cNvSpPr>
              <a:spLocks noChangeArrowheads="1"/>
            </p:cNvSpPr>
            <p:nvPr/>
          </p:nvSpPr>
          <p:spPr bwMode="auto">
            <a:xfrm>
              <a:off x="1513" y="272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04" name="Rectangle 48"/>
            <p:cNvSpPr>
              <a:spLocks noChangeArrowheads="1"/>
            </p:cNvSpPr>
            <p:nvPr/>
          </p:nvSpPr>
          <p:spPr bwMode="auto">
            <a:xfrm>
              <a:off x="2305" y="272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05" name="Rectangle 49"/>
            <p:cNvSpPr>
              <a:spLocks noChangeArrowheads="1"/>
            </p:cNvSpPr>
            <p:nvPr/>
          </p:nvSpPr>
          <p:spPr bwMode="auto">
            <a:xfrm>
              <a:off x="3098" y="272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06" name="Rectangle 50"/>
            <p:cNvSpPr>
              <a:spLocks noChangeArrowheads="1"/>
            </p:cNvSpPr>
            <p:nvPr/>
          </p:nvSpPr>
          <p:spPr bwMode="auto">
            <a:xfrm>
              <a:off x="3889" y="272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07" name="Rectangle 51"/>
            <p:cNvSpPr>
              <a:spLocks noChangeArrowheads="1"/>
            </p:cNvSpPr>
            <p:nvPr/>
          </p:nvSpPr>
          <p:spPr bwMode="auto">
            <a:xfrm>
              <a:off x="4682" y="272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08" name="Rectangle 52"/>
            <p:cNvSpPr>
              <a:spLocks noChangeArrowheads="1"/>
            </p:cNvSpPr>
            <p:nvPr/>
          </p:nvSpPr>
          <p:spPr bwMode="auto">
            <a:xfrm>
              <a:off x="5474" y="272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09" name="Rectangle 53"/>
            <p:cNvSpPr>
              <a:spLocks noChangeArrowheads="1"/>
            </p:cNvSpPr>
            <p:nvPr/>
          </p:nvSpPr>
          <p:spPr bwMode="auto">
            <a:xfrm>
              <a:off x="720" y="374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10" name="Rectangle 54"/>
            <p:cNvSpPr>
              <a:spLocks noChangeArrowheads="1"/>
            </p:cNvSpPr>
            <p:nvPr/>
          </p:nvSpPr>
          <p:spPr bwMode="auto">
            <a:xfrm>
              <a:off x="1513" y="374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11" name="Rectangle 55"/>
            <p:cNvSpPr>
              <a:spLocks noChangeArrowheads="1"/>
            </p:cNvSpPr>
            <p:nvPr/>
          </p:nvSpPr>
          <p:spPr bwMode="auto">
            <a:xfrm>
              <a:off x="2305" y="374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12" name="Rectangle 56"/>
            <p:cNvSpPr>
              <a:spLocks noChangeArrowheads="1"/>
            </p:cNvSpPr>
            <p:nvPr/>
          </p:nvSpPr>
          <p:spPr bwMode="auto">
            <a:xfrm>
              <a:off x="3098" y="374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13" name="Rectangle 57"/>
            <p:cNvSpPr>
              <a:spLocks noChangeArrowheads="1"/>
            </p:cNvSpPr>
            <p:nvPr/>
          </p:nvSpPr>
          <p:spPr bwMode="auto">
            <a:xfrm>
              <a:off x="3889" y="374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14" name="Rectangle 58"/>
            <p:cNvSpPr>
              <a:spLocks noChangeArrowheads="1"/>
            </p:cNvSpPr>
            <p:nvPr/>
          </p:nvSpPr>
          <p:spPr bwMode="auto">
            <a:xfrm>
              <a:off x="4682" y="374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15" name="Rectangle 59"/>
            <p:cNvSpPr>
              <a:spLocks noChangeArrowheads="1"/>
            </p:cNvSpPr>
            <p:nvPr/>
          </p:nvSpPr>
          <p:spPr bwMode="auto">
            <a:xfrm>
              <a:off x="5474" y="374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47516" name="Group 60"/>
          <p:cNvGrpSpPr>
            <a:grpSpLocks/>
          </p:cNvGrpSpPr>
          <p:nvPr/>
        </p:nvGrpSpPr>
        <p:grpSpPr bwMode="auto">
          <a:xfrm>
            <a:off x="1038225" y="1612900"/>
            <a:ext cx="8015288" cy="5073650"/>
            <a:chOff x="798" y="688"/>
            <a:chExt cx="5049" cy="3196"/>
          </a:xfrm>
        </p:grpSpPr>
        <p:sp>
          <p:nvSpPr>
            <p:cNvPr id="147517" name="Rectangle 61"/>
            <p:cNvSpPr>
              <a:spLocks noChangeArrowheads="1"/>
            </p:cNvSpPr>
            <p:nvPr/>
          </p:nvSpPr>
          <p:spPr bwMode="auto">
            <a:xfrm>
              <a:off x="798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18" name="Rectangle 62"/>
            <p:cNvSpPr>
              <a:spLocks noChangeArrowheads="1"/>
            </p:cNvSpPr>
            <p:nvPr/>
          </p:nvSpPr>
          <p:spPr bwMode="auto">
            <a:xfrm>
              <a:off x="1591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19" name="Rectangle 63"/>
            <p:cNvSpPr>
              <a:spLocks noChangeArrowheads="1"/>
            </p:cNvSpPr>
            <p:nvPr/>
          </p:nvSpPr>
          <p:spPr bwMode="auto">
            <a:xfrm>
              <a:off x="2383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20" name="Rectangle 64"/>
            <p:cNvSpPr>
              <a:spLocks noChangeArrowheads="1"/>
            </p:cNvSpPr>
            <p:nvPr/>
          </p:nvSpPr>
          <p:spPr bwMode="auto">
            <a:xfrm>
              <a:off x="3176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21" name="Rectangle 65"/>
            <p:cNvSpPr>
              <a:spLocks noChangeArrowheads="1"/>
            </p:cNvSpPr>
            <p:nvPr/>
          </p:nvSpPr>
          <p:spPr bwMode="auto">
            <a:xfrm>
              <a:off x="3967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22" name="Rectangle 66"/>
            <p:cNvSpPr>
              <a:spLocks noChangeArrowheads="1"/>
            </p:cNvSpPr>
            <p:nvPr/>
          </p:nvSpPr>
          <p:spPr bwMode="auto">
            <a:xfrm>
              <a:off x="4760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23" name="Rectangle 67"/>
            <p:cNvSpPr>
              <a:spLocks noChangeArrowheads="1"/>
            </p:cNvSpPr>
            <p:nvPr/>
          </p:nvSpPr>
          <p:spPr bwMode="auto">
            <a:xfrm>
              <a:off x="5552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24" name="Rectangle 68"/>
            <p:cNvSpPr>
              <a:spLocks noChangeArrowheads="1"/>
            </p:cNvSpPr>
            <p:nvPr/>
          </p:nvSpPr>
          <p:spPr bwMode="auto">
            <a:xfrm>
              <a:off x="798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25" name="Rectangle 69"/>
            <p:cNvSpPr>
              <a:spLocks noChangeArrowheads="1"/>
            </p:cNvSpPr>
            <p:nvPr/>
          </p:nvSpPr>
          <p:spPr bwMode="auto">
            <a:xfrm>
              <a:off x="1591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26" name="Rectangle 70"/>
            <p:cNvSpPr>
              <a:spLocks noChangeArrowheads="1"/>
            </p:cNvSpPr>
            <p:nvPr/>
          </p:nvSpPr>
          <p:spPr bwMode="auto">
            <a:xfrm>
              <a:off x="2383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27" name="Rectangle 71"/>
            <p:cNvSpPr>
              <a:spLocks noChangeArrowheads="1"/>
            </p:cNvSpPr>
            <p:nvPr/>
          </p:nvSpPr>
          <p:spPr bwMode="auto">
            <a:xfrm>
              <a:off x="3176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28" name="Rectangle 72"/>
            <p:cNvSpPr>
              <a:spLocks noChangeArrowheads="1"/>
            </p:cNvSpPr>
            <p:nvPr/>
          </p:nvSpPr>
          <p:spPr bwMode="auto">
            <a:xfrm>
              <a:off x="3967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29" name="Rectangle 73"/>
            <p:cNvSpPr>
              <a:spLocks noChangeArrowheads="1"/>
            </p:cNvSpPr>
            <p:nvPr/>
          </p:nvSpPr>
          <p:spPr bwMode="auto">
            <a:xfrm>
              <a:off x="4760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30" name="Rectangle 74"/>
            <p:cNvSpPr>
              <a:spLocks noChangeArrowheads="1"/>
            </p:cNvSpPr>
            <p:nvPr/>
          </p:nvSpPr>
          <p:spPr bwMode="auto">
            <a:xfrm>
              <a:off x="5552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31" name="Rectangle 75"/>
            <p:cNvSpPr>
              <a:spLocks noChangeArrowheads="1"/>
            </p:cNvSpPr>
            <p:nvPr/>
          </p:nvSpPr>
          <p:spPr bwMode="auto">
            <a:xfrm>
              <a:off x="798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32" name="Rectangle 76"/>
            <p:cNvSpPr>
              <a:spLocks noChangeArrowheads="1"/>
            </p:cNvSpPr>
            <p:nvPr/>
          </p:nvSpPr>
          <p:spPr bwMode="auto">
            <a:xfrm>
              <a:off x="1591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33" name="Rectangle 77"/>
            <p:cNvSpPr>
              <a:spLocks noChangeArrowheads="1"/>
            </p:cNvSpPr>
            <p:nvPr/>
          </p:nvSpPr>
          <p:spPr bwMode="auto">
            <a:xfrm>
              <a:off x="2383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34" name="Rectangle 78"/>
            <p:cNvSpPr>
              <a:spLocks noChangeArrowheads="1"/>
            </p:cNvSpPr>
            <p:nvPr/>
          </p:nvSpPr>
          <p:spPr bwMode="auto">
            <a:xfrm>
              <a:off x="3176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35" name="Rectangle 79"/>
            <p:cNvSpPr>
              <a:spLocks noChangeArrowheads="1"/>
            </p:cNvSpPr>
            <p:nvPr/>
          </p:nvSpPr>
          <p:spPr bwMode="auto">
            <a:xfrm>
              <a:off x="3967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36" name="Rectangle 80"/>
            <p:cNvSpPr>
              <a:spLocks noChangeArrowheads="1"/>
            </p:cNvSpPr>
            <p:nvPr/>
          </p:nvSpPr>
          <p:spPr bwMode="auto">
            <a:xfrm>
              <a:off x="4760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37" name="Rectangle 81"/>
            <p:cNvSpPr>
              <a:spLocks noChangeArrowheads="1"/>
            </p:cNvSpPr>
            <p:nvPr/>
          </p:nvSpPr>
          <p:spPr bwMode="auto">
            <a:xfrm>
              <a:off x="5552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38" name="Rectangle 82"/>
            <p:cNvSpPr>
              <a:spLocks noChangeArrowheads="1"/>
            </p:cNvSpPr>
            <p:nvPr/>
          </p:nvSpPr>
          <p:spPr bwMode="auto">
            <a:xfrm>
              <a:off x="798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39" name="Rectangle 83"/>
            <p:cNvSpPr>
              <a:spLocks noChangeArrowheads="1"/>
            </p:cNvSpPr>
            <p:nvPr/>
          </p:nvSpPr>
          <p:spPr bwMode="auto">
            <a:xfrm>
              <a:off x="1591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40" name="Rectangle 84"/>
            <p:cNvSpPr>
              <a:spLocks noChangeArrowheads="1"/>
            </p:cNvSpPr>
            <p:nvPr/>
          </p:nvSpPr>
          <p:spPr bwMode="auto">
            <a:xfrm>
              <a:off x="2383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41" name="Rectangle 85"/>
            <p:cNvSpPr>
              <a:spLocks noChangeArrowheads="1"/>
            </p:cNvSpPr>
            <p:nvPr/>
          </p:nvSpPr>
          <p:spPr bwMode="auto">
            <a:xfrm>
              <a:off x="3176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42" name="Rectangle 86"/>
            <p:cNvSpPr>
              <a:spLocks noChangeArrowheads="1"/>
            </p:cNvSpPr>
            <p:nvPr/>
          </p:nvSpPr>
          <p:spPr bwMode="auto">
            <a:xfrm>
              <a:off x="3967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43" name="Rectangle 87"/>
            <p:cNvSpPr>
              <a:spLocks noChangeArrowheads="1"/>
            </p:cNvSpPr>
            <p:nvPr/>
          </p:nvSpPr>
          <p:spPr bwMode="auto">
            <a:xfrm>
              <a:off x="4760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544" name="Rectangle 88"/>
            <p:cNvSpPr>
              <a:spLocks noChangeArrowheads="1"/>
            </p:cNvSpPr>
            <p:nvPr/>
          </p:nvSpPr>
          <p:spPr bwMode="auto">
            <a:xfrm>
              <a:off x="5552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47545" name="Group 89"/>
          <p:cNvGrpSpPr>
            <a:grpSpLocks/>
          </p:cNvGrpSpPr>
          <p:nvPr/>
        </p:nvGrpSpPr>
        <p:grpSpPr bwMode="auto">
          <a:xfrm>
            <a:off x="1582738" y="1447800"/>
            <a:ext cx="7927975" cy="5238750"/>
            <a:chOff x="826" y="636"/>
            <a:chExt cx="4994" cy="3300"/>
          </a:xfrm>
        </p:grpSpPr>
        <p:grpSp>
          <p:nvGrpSpPr>
            <p:cNvPr id="147546" name="Group 90"/>
            <p:cNvGrpSpPr>
              <a:grpSpLocks/>
            </p:cNvGrpSpPr>
            <p:nvPr/>
          </p:nvGrpSpPr>
          <p:grpSpPr bwMode="auto">
            <a:xfrm>
              <a:off x="826" y="636"/>
              <a:ext cx="4994" cy="240"/>
              <a:chOff x="826" y="688"/>
              <a:chExt cx="4994" cy="240"/>
            </a:xfrm>
          </p:grpSpPr>
          <p:sp>
            <p:nvSpPr>
              <p:cNvPr id="147547" name="Oval 91"/>
              <p:cNvSpPr>
                <a:spLocks noChangeArrowheads="1"/>
              </p:cNvSpPr>
              <p:nvPr/>
            </p:nvSpPr>
            <p:spPr bwMode="auto">
              <a:xfrm>
                <a:off x="826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48" name="Oval 92"/>
              <p:cNvSpPr>
                <a:spLocks noChangeArrowheads="1"/>
              </p:cNvSpPr>
              <p:nvPr/>
            </p:nvSpPr>
            <p:spPr bwMode="auto">
              <a:xfrm>
                <a:off x="1619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49" name="Oval 93"/>
              <p:cNvSpPr>
                <a:spLocks noChangeArrowheads="1"/>
              </p:cNvSpPr>
              <p:nvPr/>
            </p:nvSpPr>
            <p:spPr bwMode="auto">
              <a:xfrm>
                <a:off x="2412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50" name="Oval 94"/>
              <p:cNvSpPr>
                <a:spLocks noChangeArrowheads="1"/>
              </p:cNvSpPr>
              <p:nvPr/>
            </p:nvSpPr>
            <p:spPr bwMode="auto">
              <a:xfrm>
                <a:off x="3204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51" name="Oval 95"/>
              <p:cNvSpPr>
                <a:spLocks noChangeArrowheads="1"/>
              </p:cNvSpPr>
              <p:nvPr/>
            </p:nvSpPr>
            <p:spPr bwMode="auto">
              <a:xfrm>
                <a:off x="3995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52" name="Oval 96"/>
              <p:cNvSpPr>
                <a:spLocks noChangeArrowheads="1"/>
              </p:cNvSpPr>
              <p:nvPr/>
            </p:nvSpPr>
            <p:spPr bwMode="auto">
              <a:xfrm>
                <a:off x="4789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53" name="Oval 97"/>
              <p:cNvSpPr>
                <a:spLocks noChangeArrowheads="1"/>
              </p:cNvSpPr>
              <p:nvPr/>
            </p:nvSpPr>
            <p:spPr bwMode="auto">
              <a:xfrm>
                <a:off x="5580" y="688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7554" name="Group 98"/>
            <p:cNvGrpSpPr>
              <a:grpSpLocks/>
            </p:cNvGrpSpPr>
            <p:nvPr/>
          </p:nvGrpSpPr>
          <p:grpSpPr bwMode="auto">
            <a:xfrm>
              <a:off x="826" y="1656"/>
              <a:ext cx="4994" cy="240"/>
              <a:chOff x="826" y="1776"/>
              <a:chExt cx="4994" cy="240"/>
            </a:xfrm>
          </p:grpSpPr>
          <p:sp>
            <p:nvSpPr>
              <p:cNvPr id="147555" name="Oval 99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56" name="Oval 100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57" name="Oval 101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58" name="Oval 102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59" name="Oval 103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60" name="Oval 104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61" name="Oval 105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7562" name="Group 106"/>
            <p:cNvGrpSpPr>
              <a:grpSpLocks/>
            </p:cNvGrpSpPr>
            <p:nvPr/>
          </p:nvGrpSpPr>
          <p:grpSpPr bwMode="auto">
            <a:xfrm>
              <a:off x="826" y="2676"/>
              <a:ext cx="4994" cy="240"/>
              <a:chOff x="826" y="1776"/>
              <a:chExt cx="4994" cy="240"/>
            </a:xfrm>
          </p:grpSpPr>
          <p:sp>
            <p:nvSpPr>
              <p:cNvPr id="147563" name="Oval 107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64" name="Oval 108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65" name="Oval 109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66" name="Oval 110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67" name="Oval 111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68" name="Oval 112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69" name="Oval 113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7570" name="Group 114"/>
            <p:cNvGrpSpPr>
              <a:grpSpLocks/>
            </p:cNvGrpSpPr>
            <p:nvPr/>
          </p:nvGrpSpPr>
          <p:grpSpPr bwMode="auto">
            <a:xfrm>
              <a:off x="826" y="3696"/>
              <a:ext cx="4994" cy="240"/>
              <a:chOff x="826" y="1776"/>
              <a:chExt cx="4994" cy="240"/>
            </a:xfrm>
          </p:grpSpPr>
          <p:sp>
            <p:nvSpPr>
              <p:cNvPr id="147571" name="Oval 115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72" name="Oval 116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73" name="Oval 117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74" name="Oval 118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75" name="Oval 119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76" name="Oval 120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7577" name="Oval 121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147578" name="Rectangle 122"/>
          <p:cNvSpPr>
            <a:spLocks noChangeArrowheads="1"/>
          </p:cNvSpPr>
          <p:nvPr/>
        </p:nvSpPr>
        <p:spPr bwMode="auto">
          <a:xfrm>
            <a:off x="2143125" y="411163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79" name="Rectangle 123"/>
          <p:cNvSpPr>
            <a:spLocks noChangeArrowheads="1"/>
          </p:cNvSpPr>
          <p:nvPr/>
        </p:nvSpPr>
        <p:spPr bwMode="auto">
          <a:xfrm>
            <a:off x="3392488" y="411163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80" name="Rectangle 124"/>
          <p:cNvSpPr>
            <a:spLocks noChangeArrowheads="1"/>
          </p:cNvSpPr>
          <p:nvPr/>
        </p:nvSpPr>
        <p:spPr bwMode="auto">
          <a:xfrm>
            <a:off x="4664075" y="411163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81" name="Rectangle 125"/>
          <p:cNvSpPr>
            <a:spLocks noChangeArrowheads="1"/>
          </p:cNvSpPr>
          <p:nvPr/>
        </p:nvSpPr>
        <p:spPr bwMode="auto">
          <a:xfrm>
            <a:off x="5897563" y="411163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82" name="Rectangle 126"/>
          <p:cNvSpPr>
            <a:spLocks noChangeArrowheads="1"/>
          </p:cNvSpPr>
          <p:nvPr/>
        </p:nvSpPr>
        <p:spPr bwMode="auto">
          <a:xfrm>
            <a:off x="7146925" y="411163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83" name="Rectangle 127"/>
          <p:cNvSpPr>
            <a:spLocks noChangeArrowheads="1"/>
          </p:cNvSpPr>
          <p:nvPr/>
        </p:nvSpPr>
        <p:spPr bwMode="auto">
          <a:xfrm>
            <a:off x="8418513" y="411163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84" name="Rectangle 128"/>
          <p:cNvSpPr>
            <a:spLocks noChangeArrowheads="1"/>
          </p:cNvSpPr>
          <p:nvPr/>
        </p:nvSpPr>
        <p:spPr bwMode="auto">
          <a:xfrm>
            <a:off x="831850" y="2019300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85" name="Rectangle 129"/>
          <p:cNvSpPr>
            <a:spLocks noChangeArrowheads="1"/>
          </p:cNvSpPr>
          <p:nvPr/>
        </p:nvSpPr>
        <p:spPr bwMode="auto">
          <a:xfrm>
            <a:off x="2103438" y="2019300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86" name="Rectangle 130"/>
          <p:cNvSpPr>
            <a:spLocks noChangeArrowheads="1"/>
          </p:cNvSpPr>
          <p:nvPr/>
        </p:nvSpPr>
        <p:spPr bwMode="auto">
          <a:xfrm>
            <a:off x="3352800" y="2019300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87" name="Rectangle 131"/>
          <p:cNvSpPr>
            <a:spLocks noChangeArrowheads="1"/>
          </p:cNvSpPr>
          <p:nvPr/>
        </p:nvSpPr>
        <p:spPr bwMode="auto">
          <a:xfrm>
            <a:off x="4624388" y="2019300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88" name="Rectangle 132"/>
          <p:cNvSpPr>
            <a:spLocks noChangeArrowheads="1"/>
          </p:cNvSpPr>
          <p:nvPr/>
        </p:nvSpPr>
        <p:spPr bwMode="auto">
          <a:xfrm>
            <a:off x="5857875" y="2019300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89" name="Rectangle 133"/>
          <p:cNvSpPr>
            <a:spLocks noChangeArrowheads="1"/>
          </p:cNvSpPr>
          <p:nvPr/>
        </p:nvSpPr>
        <p:spPr bwMode="auto">
          <a:xfrm>
            <a:off x="7107238" y="2019300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90" name="Rectangle 134"/>
          <p:cNvSpPr>
            <a:spLocks noChangeArrowheads="1"/>
          </p:cNvSpPr>
          <p:nvPr/>
        </p:nvSpPr>
        <p:spPr bwMode="auto">
          <a:xfrm>
            <a:off x="8378825" y="2019300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91" name="Rectangle 135"/>
          <p:cNvSpPr>
            <a:spLocks noChangeArrowheads="1"/>
          </p:cNvSpPr>
          <p:nvPr/>
        </p:nvSpPr>
        <p:spPr bwMode="auto">
          <a:xfrm>
            <a:off x="841375" y="3627438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92" name="Rectangle 136"/>
          <p:cNvSpPr>
            <a:spLocks noChangeArrowheads="1"/>
          </p:cNvSpPr>
          <p:nvPr/>
        </p:nvSpPr>
        <p:spPr bwMode="auto">
          <a:xfrm>
            <a:off x="2112963" y="3627438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93" name="Rectangle 137"/>
          <p:cNvSpPr>
            <a:spLocks noChangeArrowheads="1"/>
          </p:cNvSpPr>
          <p:nvPr/>
        </p:nvSpPr>
        <p:spPr bwMode="auto">
          <a:xfrm>
            <a:off x="3362325" y="3627438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94" name="Rectangle 138"/>
          <p:cNvSpPr>
            <a:spLocks noChangeArrowheads="1"/>
          </p:cNvSpPr>
          <p:nvPr/>
        </p:nvSpPr>
        <p:spPr bwMode="auto">
          <a:xfrm>
            <a:off x="4633913" y="3627438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95" name="Rectangle 139"/>
          <p:cNvSpPr>
            <a:spLocks noChangeArrowheads="1"/>
          </p:cNvSpPr>
          <p:nvPr/>
        </p:nvSpPr>
        <p:spPr bwMode="auto">
          <a:xfrm>
            <a:off x="5867400" y="3627438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96" name="Rectangle 140"/>
          <p:cNvSpPr>
            <a:spLocks noChangeArrowheads="1"/>
          </p:cNvSpPr>
          <p:nvPr/>
        </p:nvSpPr>
        <p:spPr bwMode="auto">
          <a:xfrm>
            <a:off x="7116763" y="3627438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97" name="Rectangle 141"/>
          <p:cNvSpPr>
            <a:spLocks noChangeArrowheads="1"/>
          </p:cNvSpPr>
          <p:nvPr/>
        </p:nvSpPr>
        <p:spPr bwMode="auto">
          <a:xfrm>
            <a:off x="8388350" y="3627438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98" name="Rectangle 142"/>
          <p:cNvSpPr>
            <a:spLocks noChangeArrowheads="1"/>
          </p:cNvSpPr>
          <p:nvPr/>
        </p:nvSpPr>
        <p:spPr bwMode="auto">
          <a:xfrm>
            <a:off x="850900" y="5253038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599" name="Rectangle 143"/>
          <p:cNvSpPr>
            <a:spLocks noChangeArrowheads="1"/>
          </p:cNvSpPr>
          <p:nvPr/>
        </p:nvSpPr>
        <p:spPr bwMode="auto">
          <a:xfrm>
            <a:off x="2122488" y="5253038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600" name="Rectangle 144"/>
          <p:cNvSpPr>
            <a:spLocks noChangeArrowheads="1"/>
          </p:cNvSpPr>
          <p:nvPr/>
        </p:nvSpPr>
        <p:spPr bwMode="auto">
          <a:xfrm>
            <a:off x="3371850" y="5253038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601" name="Rectangle 145"/>
          <p:cNvSpPr>
            <a:spLocks noChangeArrowheads="1"/>
          </p:cNvSpPr>
          <p:nvPr/>
        </p:nvSpPr>
        <p:spPr bwMode="auto">
          <a:xfrm>
            <a:off x="4643438" y="5253038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602" name="Rectangle 146"/>
          <p:cNvSpPr>
            <a:spLocks noChangeArrowheads="1"/>
          </p:cNvSpPr>
          <p:nvPr/>
        </p:nvSpPr>
        <p:spPr bwMode="auto">
          <a:xfrm>
            <a:off x="5876925" y="5253038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603" name="Rectangle 147"/>
          <p:cNvSpPr>
            <a:spLocks noChangeArrowheads="1"/>
          </p:cNvSpPr>
          <p:nvPr/>
        </p:nvSpPr>
        <p:spPr bwMode="auto">
          <a:xfrm>
            <a:off x="7126288" y="5253038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47604" name="Rectangle 148"/>
          <p:cNvSpPr>
            <a:spLocks noChangeArrowheads="1"/>
          </p:cNvSpPr>
          <p:nvPr/>
        </p:nvSpPr>
        <p:spPr bwMode="auto">
          <a:xfrm>
            <a:off x="8397875" y="5253038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R5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871538" y="425450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grpSp>
        <p:nvGrpSpPr>
          <p:cNvPr id="151582" name="Group 30"/>
          <p:cNvGrpSpPr>
            <a:grpSpLocks/>
          </p:cNvGrpSpPr>
          <p:nvPr/>
        </p:nvGrpSpPr>
        <p:grpSpPr bwMode="auto">
          <a:xfrm>
            <a:off x="1141413" y="1092200"/>
            <a:ext cx="8267700" cy="5073650"/>
            <a:chOff x="719" y="688"/>
            <a:chExt cx="5208" cy="3196"/>
          </a:xfrm>
        </p:grpSpPr>
        <p:sp>
          <p:nvSpPr>
            <p:cNvPr id="151583" name="Rectangle 31"/>
            <p:cNvSpPr>
              <a:spLocks noChangeArrowheads="1"/>
            </p:cNvSpPr>
            <p:nvPr/>
          </p:nvSpPr>
          <p:spPr bwMode="auto">
            <a:xfrm>
              <a:off x="720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84" name="Rectangle 32"/>
            <p:cNvSpPr>
              <a:spLocks noChangeArrowheads="1"/>
            </p:cNvSpPr>
            <p:nvPr/>
          </p:nvSpPr>
          <p:spPr bwMode="auto">
            <a:xfrm>
              <a:off x="719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85" name="Rectangle 33"/>
            <p:cNvSpPr>
              <a:spLocks noChangeArrowheads="1"/>
            </p:cNvSpPr>
            <p:nvPr/>
          </p:nvSpPr>
          <p:spPr bwMode="auto">
            <a:xfrm>
              <a:off x="1513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86" name="Rectangle 34"/>
            <p:cNvSpPr>
              <a:spLocks noChangeArrowheads="1"/>
            </p:cNvSpPr>
            <p:nvPr/>
          </p:nvSpPr>
          <p:spPr bwMode="auto">
            <a:xfrm>
              <a:off x="2305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87" name="Rectangle 35"/>
            <p:cNvSpPr>
              <a:spLocks noChangeArrowheads="1"/>
            </p:cNvSpPr>
            <p:nvPr/>
          </p:nvSpPr>
          <p:spPr bwMode="auto">
            <a:xfrm>
              <a:off x="3098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88" name="Rectangle 36"/>
            <p:cNvSpPr>
              <a:spLocks noChangeArrowheads="1"/>
            </p:cNvSpPr>
            <p:nvPr/>
          </p:nvSpPr>
          <p:spPr bwMode="auto">
            <a:xfrm>
              <a:off x="3889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89" name="Rectangle 37"/>
            <p:cNvSpPr>
              <a:spLocks noChangeArrowheads="1"/>
            </p:cNvSpPr>
            <p:nvPr/>
          </p:nvSpPr>
          <p:spPr bwMode="auto">
            <a:xfrm>
              <a:off x="4682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90" name="Rectangle 38"/>
            <p:cNvSpPr>
              <a:spLocks noChangeArrowheads="1"/>
            </p:cNvSpPr>
            <p:nvPr/>
          </p:nvSpPr>
          <p:spPr bwMode="auto">
            <a:xfrm>
              <a:off x="5474" y="68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91" name="Rectangle 39"/>
            <p:cNvSpPr>
              <a:spLocks noChangeArrowheads="1"/>
            </p:cNvSpPr>
            <p:nvPr/>
          </p:nvSpPr>
          <p:spPr bwMode="auto">
            <a:xfrm>
              <a:off x="720" y="170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92" name="Rectangle 40"/>
            <p:cNvSpPr>
              <a:spLocks noChangeArrowheads="1"/>
            </p:cNvSpPr>
            <p:nvPr/>
          </p:nvSpPr>
          <p:spPr bwMode="auto">
            <a:xfrm>
              <a:off x="1513" y="170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93" name="Rectangle 41"/>
            <p:cNvSpPr>
              <a:spLocks noChangeArrowheads="1"/>
            </p:cNvSpPr>
            <p:nvPr/>
          </p:nvSpPr>
          <p:spPr bwMode="auto">
            <a:xfrm>
              <a:off x="2305" y="170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94" name="Rectangle 42"/>
            <p:cNvSpPr>
              <a:spLocks noChangeArrowheads="1"/>
            </p:cNvSpPr>
            <p:nvPr/>
          </p:nvSpPr>
          <p:spPr bwMode="auto">
            <a:xfrm>
              <a:off x="3098" y="170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95" name="Rectangle 43"/>
            <p:cNvSpPr>
              <a:spLocks noChangeArrowheads="1"/>
            </p:cNvSpPr>
            <p:nvPr/>
          </p:nvSpPr>
          <p:spPr bwMode="auto">
            <a:xfrm>
              <a:off x="3889" y="170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96" name="Rectangle 44"/>
            <p:cNvSpPr>
              <a:spLocks noChangeArrowheads="1"/>
            </p:cNvSpPr>
            <p:nvPr/>
          </p:nvSpPr>
          <p:spPr bwMode="auto">
            <a:xfrm>
              <a:off x="4682" y="170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97" name="Rectangle 45"/>
            <p:cNvSpPr>
              <a:spLocks noChangeArrowheads="1"/>
            </p:cNvSpPr>
            <p:nvPr/>
          </p:nvSpPr>
          <p:spPr bwMode="auto">
            <a:xfrm>
              <a:off x="5474" y="170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98" name="Rectangle 46"/>
            <p:cNvSpPr>
              <a:spLocks noChangeArrowheads="1"/>
            </p:cNvSpPr>
            <p:nvPr/>
          </p:nvSpPr>
          <p:spPr bwMode="auto">
            <a:xfrm>
              <a:off x="720" y="272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599" name="Rectangle 47"/>
            <p:cNvSpPr>
              <a:spLocks noChangeArrowheads="1"/>
            </p:cNvSpPr>
            <p:nvPr/>
          </p:nvSpPr>
          <p:spPr bwMode="auto">
            <a:xfrm>
              <a:off x="1513" y="272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00" name="Rectangle 48"/>
            <p:cNvSpPr>
              <a:spLocks noChangeArrowheads="1"/>
            </p:cNvSpPr>
            <p:nvPr/>
          </p:nvSpPr>
          <p:spPr bwMode="auto">
            <a:xfrm>
              <a:off x="2305" y="272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01" name="Rectangle 49"/>
            <p:cNvSpPr>
              <a:spLocks noChangeArrowheads="1"/>
            </p:cNvSpPr>
            <p:nvPr/>
          </p:nvSpPr>
          <p:spPr bwMode="auto">
            <a:xfrm>
              <a:off x="3098" y="272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02" name="Rectangle 50"/>
            <p:cNvSpPr>
              <a:spLocks noChangeArrowheads="1"/>
            </p:cNvSpPr>
            <p:nvPr/>
          </p:nvSpPr>
          <p:spPr bwMode="auto">
            <a:xfrm>
              <a:off x="3889" y="272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03" name="Rectangle 51"/>
            <p:cNvSpPr>
              <a:spLocks noChangeArrowheads="1"/>
            </p:cNvSpPr>
            <p:nvPr/>
          </p:nvSpPr>
          <p:spPr bwMode="auto">
            <a:xfrm>
              <a:off x="4682" y="272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04" name="Rectangle 52"/>
            <p:cNvSpPr>
              <a:spLocks noChangeArrowheads="1"/>
            </p:cNvSpPr>
            <p:nvPr/>
          </p:nvSpPr>
          <p:spPr bwMode="auto">
            <a:xfrm>
              <a:off x="5474" y="272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05" name="Rectangle 53"/>
            <p:cNvSpPr>
              <a:spLocks noChangeArrowheads="1"/>
            </p:cNvSpPr>
            <p:nvPr/>
          </p:nvSpPr>
          <p:spPr bwMode="auto">
            <a:xfrm>
              <a:off x="720" y="374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06" name="Rectangle 54"/>
            <p:cNvSpPr>
              <a:spLocks noChangeArrowheads="1"/>
            </p:cNvSpPr>
            <p:nvPr/>
          </p:nvSpPr>
          <p:spPr bwMode="auto">
            <a:xfrm>
              <a:off x="1513" y="374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07" name="Rectangle 55"/>
            <p:cNvSpPr>
              <a:spLocks noChangeArrowheads="1"/>
            </p:cNvSpPr>
            <p:nvPr/>
          </p:nvSpPr>
          <p:spPr bwMode="auto">
            <a:xfrm>
              <a:off x="2305" y="374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08" name="Rectangle 56"/>
            <p:cNvSpPr>
              <a:spLocks noChangeArrowheads="1"/>
            </p:cNvSpPr>
            <p:nvPr/>
          </p:nvSpPr>
          <p:spPr bwMode="auto">
            <a:xfrm>
              <a:off x="3098" y="374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09" name="Rectangle 57"/>
            <p:cNvSpPr>
              <a:spLocks noChangeArrowheads="1"/>
            </p:cNvSpPr>
            <p:nvPr/>
          </p:nvSpPr>
          <p:spPr bwMode="auto">
            <a:xfrm>
              <a:off x="3889" y="374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10" name="Rectangle 58"/>
            <p:cNvSpPr>
              <a:spLocks noChangeArrowheads="1"/>
            </p:cNvSpPr>
            <p:nvPr/>
          </p:nvSpPr>
          <p:spPr bwMode="auto">
            <a:xfrm>
              <a:off x="4682" y="374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11" name="Rectangle 59"/>
            <p:cNvSpPr>
              <a:spLocks noChangeArrowheads="1"/>
            </p:cNvSpPr>
            <p:nvPr/>
          </p:nvSpPr>
          <p:spPr bwMode="auto">
            <a:xfrm>
              <a:off x="5474" y="3748"/>
              <a:ext cx="453" cy="136"/>
            </a:xfrm>
            <a:prstGeom prst="rect">
              <a:avLst/>
            </a:prstGeom>
            <a:solidFill>
              <a:srgbClr val="0000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51612" name="Group 60"/>
          <p:cNvGrpSpPr>
            <a:grpSpLocks/>
          </p:cNvGrpSpPr>
          <p:nvPr/>
        </p:nvGrpSpPr>
        <p:grpSpPr bwMode="auto">
          <a:xfrm>
            <a:off x="1038225" y="1612900"/>
            <a:ext cx="8015288" cy="5073650"/>
            <a:chOff x="798" y="688"/>
            <a:chExt cx="5049" cy="3196"/>
          </a:xfrm>
        </p:grpSpPr>
        <p:sp>
          <p:nvSpPr>
            <p:cNvPr id="151613" name="Rectangle 61"/>
            <p:cNvSpPr>
              <a:spLocks noChangeArrowheads="1"/>
            </p:cNvSpPr>
            <p:nvPr/>
          </p:nvSpPr>
          <p:spPr bwMode="auto">
            <a:xfrm>
              <a:off x="798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14" name="Rectangle 62"/>
            <p:cNvSpPr>
              <a:spLocks noChangeArrowheads="1"/>
            </p:cNvSpPr>
            <p:nvPr/>
          </p:nvSpPr>
          <p:spPr bwMode="auto">
            <a:xfrm>
              <a:off x="1591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15" name="Rectangle 63"/>
            <p:cNvSpPr>
              <a:spLocks noChangeArrowheads="1"/>
            </p:cNvSpPr>
            <p:nvPr/>
          </p:nvSpPr>
          <p:spPr bwMode="auto">
            <a:xfrm>
              <a:off x="2383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16" name="Rectangle 64"/>
            <p:cNvSpPr>
              <a:spLocks noChangeArrowheads="1"/>
            </p:cNvSpPr>
            <p:nvPr/>
          </p:nvSpPr>
          <p:spPr bwMode="auto">
            <a:xfrm>
              <a:off x="3176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17" name="Rectangle 65"/>
            <p:cNvSpPr>
              <a:spLocks noChangeArrowheads="1"/>
            </p:cNvSpPr>
            <p:nvPr/>
          </p:nvSpPr>
          <p:spPr bwMode="auto">
            <a:xfrm>
              <a:off x="3967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18" name="Rectangle 66"/>
            <p:cNvSpPr>
              <a:spLocks noChangeArrowheads="1"/>
            </p:cNvSpPr>
            <p:nvPr/>
          </p:nvSpPr>
          <p:spPr bwMode="auto">
            <a:xfrm>
              <a:off x="4760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19" name="Rectangle 67"/>
            <p:cNvSpPr>
              <a:spLocks noChangeArrowheads="1"/>
            </p:cNvSpPr>
            <p:nvPr/>
          </p:nvSpPr>
          <p:spPr bwMode="auto">
            <a:xfrm>
              <a:off x="5552" y="68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20" name="Rectangle 68"/>
            <p:cNvSpPr>
              <a:spLocks noChangeArrowheads="1"/>
            </p:cNvSpPr>
            <p:nvPr/>
          </p:nvSpPr>
          <p:spPr bwMode="auto">
            <a:xfrm>
              <a:off x="798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21" name="Rectangle 69"/>
            <p:cNvSpPr>
              <a:spLocks noChangeArrowheads="1"/>
            </p:cNvSpPr>
            <p:nvPr/>
          </p:nvSpPr>
          <p:spPr bwMode="auto">
            <a:xfrm>
              <a:off x="1591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22" name="Rectangle 70"/>
            <p:cNvSpPr>
              <a:spLocks noChangeArrowheads="1"/>
            </p:cNvSpPr>
            <p:nvPr/>
          </p:nvSpPr>
          <p:spPr bwMode="auto">
            <a:xfrm>
              <a:off x="2383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23" name="Rectangle 71"/>
            <p:cNvSpPr>
              <a:spLocks noChangeArrowheads="1"/>
            </p:cNvSpPr>
            <p:nvPr/>
          </p:nvSpPr>
          <p:spPr bwMode="auto">
            <a:xfrm>
              <a:off x="3176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24" name="Rectangle 72"/>
            <p:cNvSpPr>
              <a:spLocks noChangeArrowheads="1"/>
            </p:cNvSpPr>
            <p:nvPr/>
          </p:nvSpPr>
          <p:spPr bwMode="auto">
            <a:xfrm>
              <a:off x="3967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25" name="Rectangle 73"/>
            <p:cNvSpPr>
              <a:spLocks noChangeArrowheads="1"/>
            </p:cNvSpPr>
            <p:nvPr/>
          </p:nvSpPr>
          <p:spPr bwMode="auto">
            <a:xfrm>
              <a:off x="4760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26" name="Rectangle 74"/>
            <p:cNvSpPr>
              <a:spLocks noChangeArrowheads="1"/>
            </p:cNvSpPr>
            <p:nvPr/>
          </p:nvSpPr>
          <p:spPr bwMode="auto">
            <a:xfrm>
              <a:off x="5552" y="170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27" name="Rectangle 75"/>
            <p:cNvSpPr>
              <a:spLocks noChangeArrowheads="1"/>
            </p:cNvSpPr>
            <p:nvPr/>
          </p:nvSpPr>
          <p:spPr bwMode="auto">
            <a:xfrm>
              <a:off x="798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28" name="Rectangle 76"/>
            <p:cNvSpPr>
              <a:spLocks noChangeArrowheads="1"/>
            </p:cNvSpPr>
            <p:nvPr/>
          </p:nvSpPr>
          <p:spPr bwMode="auto">
            <a:xfrm>
              <a:off x="1591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29" name="Rectangle 77"/>
            <p:cNvSpPr>
              <a:spLocks noChangeArrowheads="1"/>
            </p:cNvSpPr>
            <p:nvPr/>
          </p:nvSpPr>
          <p:spPr bwMode="auto">
            <a:xfrm>
              <a:off x="2383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30" name="Rectangle 78"/>
            <p:cNvSpPr>
              <a:spLocks noChangeArrowheads="1"/>
            </p:cNvSpPr>
            <p:nvPr/>
          </p:nvSpPr>
          <p:spPr bwMode="auto">
            <a:xfrm>
              <a:off x="3176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31" name="Rectangle 79"/>
            <p:cNvSpPr>
              <a:spLocks noChangeArrowheads="1"/>
            </p:cNvSpPr>
            <p:nvPr/>
          </p:nvSpPr>
          <p:spPr bwMode="auto">
            <a:xfrm>
              <a:off x="3967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32" name="Rectangle 80"/>
            <p:cNvSpPr>
              <a:spLocks noChangeArrowheads="1"/>
            </p:cNvSpPr>
            <p:nvPr/>
          </p:nvSpPr>
          <p:spPr bwMode="auto">
            <a:xfrm>
              <a:off x="4760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33" name="Rectangle 81"/>
            <p:cNvSpPr>
              <a:spLocks noChangeArrowheads="1"/>
            </p:cNvSpPr>
            <p:nvPr/>
          </p:nvSpPr>
          <p:spPr bwMode="auto">
            <a:xfrm>
              <a:off x="5552" y="272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34" name="Rectangle 82"/>
            <p:cNvSpPr>
              <a:spLocks noChangeArrowheads="1"/>
            </p:cNvSpPr>
            <p:nvPr/>
          </p:nvSpPr>
          <p:spPr bwMode="auto">
            <a:xfrm>
              <a:off x="798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35" name="Rectangle 83"/>
            <p:cNvSpPr>
              <a:spLocks noChangeArrowheads="1"/>
            </p:cNvSpPr>
            <p:nvPr/>
          </p:nvSpPr>
          <p:spPr bwMode="auto">
            <a:xfrm>
              <a:off x="1591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36" name="Rectangle 84"/>
            <p:cNvSpPr>
              <a:spLocks noChangeArrowheads="1"/>
            </p:cNvSpPr>
            <p:nvPr/>
          </p:nvSpPr>
          <p:spPr bwMode="auto">
            <a:xfrm>
              <a:off x="2383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37" name="Rectangle 85"/>
            <p:cNvSpPr>
              <a:spLocks noChangeArrowheads="1"/>
            </p:cNvSpPr>
            <p:nvPr/>
          </p:nvSpPr>
          <p:spPr bwMode="auto">
            <a:xfrm>
              <a:off x="3176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38" name="Rectangle 86"/>
            <p:cNvSpPr>
              <a:spLocks noChangeArrowheads="1"/>
            </p:cNvSpPr>
            <p:nvPr/>
          </p:nvSpPr>
          <p:spPr bwMode="auto">
            <a:xfrm>
              <a:off x="3967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39" name="Rectangle 87"/>
            <p:cNvSpPr>
              <a:spLocks noChangeArrowheads="1"/>
            </p:cNvSpPr>
            <p:nvPr/>
          </p:nvSpPr>
          <p:spPr bwMode="auto">
            <a:xfrm>
              <a:off x="4760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640" name="Rectangle 88"/>
            <p:cNvSpPr>
              <a:spLocks noChangeArrowheads="1"/>
            </p:cNvSpPr>
            <p:nvPr/>
          </p:nvSpPr>
          <p:spPr bwMode="auto">
            <a:xfrm>
              <a:off x="5552" y="3748"/>
              <a:ext cx="295" cy="1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51641" name="Group 89"/>
          <p:cNvGrpSpPr>
            <a:grpSpLocks/>
          </p:cNvGrpSpPr>
          <p:nvPr/>
        </p:nvGrpSpPr>
        <p:grpSpPr bwMode="auto">
          <a:xfrm>
            <a:off x="1582738" y="1447800"/>
            <a:ext cx="7927975" cy="5238750"/>
            <a:chOff x="826" y="636"/>
            <a:chExt cx="4994" cy="3300"/>
          </a:xfrm>
        </p:grpSpPr>
        <p:grpSp>
          <p:nvGrpSpPr>
            <p:cNvPr id="151642" name="Group 90"/>
            <p:cNvGrpSpPr>
              <a:grpSpLocks/>
            </p:cNvGrpSpPr>
            <p:nvPr/>
          </p:nvGrpSpPr>
          <p:grpSpPr bwMode="auto">
            <a:xfrm>
              <a:off x="826" y="636"/>
              <a:ext cx="4994" cy="240"/>
              <a:chOff x="826" y="688"/>
              <a:chExt cx="4994" cy="240"/>
            </a:xfrm>
          </p:grpSpPr>
          <p:sp>
            <p:nvSpPr>
              <p:cNvPr id="151643" name="Oval 91"/>
              <p:cNvSpPr>
                <a:spLocks noChangeArrowheads="1"/>
              </p:cNvSpPr>
              <p:nvPr/>
            </p:nvSpPr>
            <p:spPr bwMode="auto">
              <a:xfrm>
                <a:off x="826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44" name="Oval 92"/>
              <p:cNvSpPr>
                <a:spLocks noChangeArrowheads="1"/>
              </p:cNvSpPr>
              <p:nvPr/>
            </p:nvSpPr>
            <p:spPr bwMode="auto">
              <a:xfrm>
                <a:off x="1619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45" name="Oval 93"/>
              <p:cNvSpPr>
                <a:spLocks noChangeArrowheads="1"/>
              </p:cNvSpPr>
              <p:nvPr/>
            </p:nvSpPr>
            <p:spPr bwMode="auto">
              <a:xfrm>
                <a:off x="2412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46" name="Oval 94"/>
              <p:cNvSpPr>
                <a:spLocks noChangeArrowheads="1"/>
              </p:cNvSpPr>
              <p:nvPr/>
            </p:nvSpPr>
            <p:spPr bwMode="auto">
              <a:xfrm>
                <a:off x="3204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47" name="Oval 95"/>
              <p:cNvSpPr>
                <a:spLocks noChangeArrowheads="1"/>
              </p:cNvSpPr>
              <p:nvPr/>
            </p:nvSpPr>
            <p:spPr bwMode="auto">
              <a:xfrm>
                <a:off x="3995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48" name="Oval 96"/>
              <p:cNvSpPr>
                <a:spLocks noChangeArrowheads="1"/>
              </p:cNvSpPr>
              <p:nvPr/>
            </p:nvSpPr>
            <p:spPr bwMode="auto">
              <a:xfrm>
                <a:off x="4789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49" name="Oval 97"/>
              <p:cNvSpPr>
                <a:spLocks noChangeArrowheads="1"/>
              </p:cNvSpPr>
              <p:nvPr/>
            </p:nvSpPr>
            <p:spPr bwMode="auto">
              <a:xfrm>
                <a:off x="5580" y="688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51650" name="Group 98"/>
            <p:cNvGrpSpPr>
              <a:grpSpLocks/>
            </p:cNvGrpSpPr>
            <p:nvPr/>
          </p:nvGrpSpPr>
          <p:grpSpPr bwMode="auto">
            <a:xfrm>
              <a:off x="826" y="1656"/>
              <a:ext cx="4994" cy="240"/>
              <a:chOff x="826" y="1776"/>
              <a:chExt cx="4994" cy="240"/>
            </a:xfrm>
          </p:grpSpPr>
          <p:sp>
            <p:nvSpPr>
              <p:cNvPr id="151651" name="Oval 99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52" name="Oval 100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53" name="Oval 101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54" name="Oval 102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55" name="Oval 103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56" name="Oval 104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57" name="Oval 105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51658" name="Group 106"/>
            <p:cNvGrpSpPr>
              <a:grpSpLocks/>
            </p:cNvGrpSpPr>
            <p:nvPr/>
          </p:nvGrpSpPr>
          <p:grpSpPr bwMode="auto">
            <a:xfrm>
              <a:off x="826" y="2676"/>
              <a:ext cx="4994" cy="240"/>
              <a:chOff x="826" y="1776"/>
              <a:chExt cx="4994" cy="240"/>
            </a:xfrm>
          </p:grpSpPr>
          <p:sp>
            <p:nvSpPr>
              <p:cNvPr id="151659" name="Oval 107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60" name="Oval 108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61" name="Oval 109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62" name="Oval 110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63" name="Oval 111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64" name="Oval 112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65" name="Oval 113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51666" name="Group 114"/>
            <p:cNvGrpSpPr>
              <a:grpSpLocks/>
            </p:cNvGrpSpPr>
            <p:nvPr/>
          </p:nvGrpSpPr>
          <p:grpSpPr bwMode="auto">
            <a:xfrm>
              <a:off x="826" y="3696"/>
              <a:ext cx="4994" cy="240"/>
              <a:chOff x="826" y="1776"/>
              <a:chExt cx="4994" cy="240"/>
            </a:xfrm>
          </p:grpSpPr>
          <p:sp>
            <p:nvSpPr>
              <p:cNvPr id="151667" name="Oval 115"/>
              <p:cNvSpPr>
                <a:spLocks noChangeArrowheads="1"/>
              </p:cNvSpPr>
              <p:nvPr/>
            </p:nvSpPr>
            <p:spPr bwMode="auto">
              <a:xfrm>
                <a:off x="826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68" name="Oval 116"/>
              <p:cNvSpPr>
                <a:spLocks noChangeArrowheads="1"/>
              </p:cNvSpPr>
              <p:nvPr/>
            </p:nvSpPr>
            <p:spPr bwMode="auto">
              <a:xfrm>
                <a:off x="161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69" name="Oval 117"/>
              <p:cNvSpPr>
                <a:spLocks noChangeArrowheads="1"/>
              </p:cNvSpPr>
              <p:nvPr/>
            </p:nvSpPr>
            <p:spPr bwMode="auto">
              <a:xfrm>
                <a:off x="2412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70" name="Oval 118"/>
              <p:cNvSpPr>
                <a:spLocks noChangeArrowheads="1"/>
              </p:cNvSpPr>
              <p:nvPr/>
            </p:nvSpPr>
            <p:spPr bwMode="auto">
              <a:xfrm>
                <a:off x="3204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71" name="Oval 119"/>
              <p:cNvSpPr>
                <a:spLocks noChangeArrowheads="1"/>
              </p:cNvSpPr>
              <p:nvPr/>
            </p:nvSpPr>
            <p:spPr bwMode="auto">
              <a:xfrm>
                <a:off x="3995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72" name="Oval 120"/>
              <p:cNvSpPr>
                <a:spLocks noChangeArrowheads="1"/>
              </p:cNvSpPr>
              <p:nvPr/>
            </p:nvSpPr>
            <p:spPr bwMode="auto">
              <a:xfrm>
                <a:off x="4789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1673" name="Oval 121"/>
              <p:cNvSpPr>
                <a:spLocks noChangeArrowheads="1"/>
              </p:cNvSpPr>
              <p:nvPr/>
            </p:nvSpPr>
            <p:spPr bwMode="auto">
              <a:xfrm>
                <a:off x="5580" y="1776"/>
                <a:ext cx="240" cy="24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151674" name="Rectangle 122"/>
          <p:cNvSpPr>
            <a:spLocks noChangeArrowheads="1"/>
          </p:cNvSpPr>
          <p:nvPr/>
        </p:nvSpPr>
        <p:spPr bwMode="auto">
          <a:xfrm>
            <a:off x="2112963" y="425450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75" name="Rectangle 123"/>
          <p:cNvSpPr>
            <a:spLocks noChangeArrowheads="1"/>
          </p:cNvSpPr>
          <p:nvPr/>
        </p:nvSpPr>
        <p:spPr bwMode="auto">
          <a:xfrm>
            <a:off x="3384550" y="425450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76" name="Rectangle 124"/>
          <p:cNvSpPr>
            <a:spLocks noChangeArrowheads="1"/>
          </p:cNvSpPr>
          <p:nvPr/>
        </p:nvSpPr>
        <p:spPr bwMode="auto">
          <a:xfrm>
            <a:off x="4625975" y="425450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77" name="Rectangle 125"/>
          <p:cNvSpPr>
            <a:spLocks noChangeArrowheads="1"/>
          </p:cNvSpPr>
          <p:nvPr/>
        </p:nvSpPr>
        <p:spPr bwMode="auto">
          <a:xfrm>
            <a:off x="5895975" y="425450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78" name="Rectangle 126"/>
          <p:cNvSpPr>
            <a:spLocks noChangeArrowheads="1"/>
          </p:cNvSpPr>
          <p:nvPr/>
        </p:nvSpPr>
        <p:spPr bwMode="auto">
          <a:xfrm>
            <a:off x="7167563" y="425450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79" name="Rectangle 127"/>
          <p:cNvSpPr>
            <a:spLocks noChangeArrowheads="1"/>
          </p:cNvSpPr>
          <p:nvPr/>
        </p:nvSpPr>
        <p:spPr bwMode="auto">
          <a:xfrm>
            <a:off x="8408988" y="425450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80" name="Rectangle 128"/>
          <p:cNvSpPr>
            <a:spLocks noChangeArrowheads="1"/>
          </p:cNvSpPr>
          <p:nvPr/>
        </p:nvSpPr>
        <p:spPr bwMode="auto">
          <a:xfrm>
            <a:off x="871538" y="2003425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81" name="Rectangle 129"/>
          <p:cNvSpPr>
            <a:spLocks noChangeArrowheads="1"/>
          </p:cNvSpPr>
          <p:nvPr/>
        </p:nvSpPr>
        <p:spPr bwMode="auto">
          <a:xfrm>
            <a:off x="2112963" y="2003425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82" name="Rectangle 130"/>
          <p:cNvSpPr>
            <a:spLocks noChangeArrowheads="1"/>
          </p:cNvSpPr>
          <p:nvPr/>
        </p:nvSpPr>
        <p:spPr bwMode="auto">
          <a:xfrm>
            <a:off x="3384550" y="2003425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83" name="Rectangle 131"/>
          <p:cNvSpPr>
            <a:spLocks noChangeArrowheads="1"/>
          </p:cNvSpPr>
          <p:nvPr/>
        </p:nvSpPr>
        <p:spPr bwMode="auto">
          <a:xfrm>
            <a:off x="4625975" y="2003425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84" name="Rectangle 132"/>
          <p:cNvSpPr>
            <a:spLocks noChangeArrowheads="1"/>
          </p:cNvSpPr>
          <p:nvPr/>
        </p:nvSpPr>
        <p:spPr bwMode="auto">
          <a:xfrm>
            <a:off x="5895975" y="2003425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85" name="Rectangle 133"/>
          <p:cNvSpPr>
            <a:spLocks noChangeArrowheads="1"/>
          </p:cNvSpPr>
          <p:nvPr/>
        </p:nvSpPr>
        <p:spPr bwMode="auto">
          <a:xfrm>
            <a:off x="7167563" y="2003425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86" name="Rectangle 134"/>
          <p:cNvSpPr>
            <a:spLocks noChangeArrowheads="1"/>
          </p:cNvSpPr>
          <p:nvPr/>
        </p:nvSpPr>
        <p:spPr bwMode="auto">
          <a:xfrm>
            <a:off x="8408988" y="2003425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87" name="Rectangle 135"/>
          <p:cNvSpPr>
            <a:spLocks noChangeArrowheads="1"/>
          </p:cNvSpPr>
          <p:nvPr/>
        </p:nvSpPr>
        <p:spPr bwMode="auto">
          <a:xfrm>
            <a:off x="850900" y="3630613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88" name="Rectangle 136"/>
          <p:cNvSpPr>
            <a:spLocks noChangeArrowheads="1"/>
          </p:cNvSpPr>
          <p:nvPr/>
        </p:nvSpPr>
        <p:spPr bwMode="auto">
          <a:xfrm>
            <a:off x="2092325" y="3630613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89" name="Rectangle 137"/>
          <p:cNvSpPr>
            <a:spLocks noChangeArrowheads="1"/>
          </p:cNvSpPr>
          <p:nvPr/>
        </p:nvSpPr>
        <p:spPr bwMode="auto">
          <a:xfrm>
            <a:off x="3363913" y="3630613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90" name="Rectangle 138"/>
          <p:cNvSpPr>
            <a:spLocks noChangeArrowheads="1"/>
          </p:cNvSpPr>
          <p:nvPr/>
        </p:nvSpPr>
        <p:spPr bwMode="auto">
          <a:xfrm>
            <a:off x="4605338" y="3630613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91" name="Rectangle 139"/>
          <p:cNvSpPr>
            <a:spLocks noChangeArrowheads="1"/>
          </p:cNvSpPr>
          <p:nvPr/>
        </p:nvSpPr>
        <p:spPr bwMode="auto">
          <a:xfrm>
            <a:off x="5875338" y="3630613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92" name="Rectangle 140"/>
          <p:cNvSpPr>
            <a:spLocks noChangeArrowheads="1"/>
          </p:cNvSpPr>
          <p:nvPr/>
        </p:nvSpPr>
        <p:spPr bwMode="auto">
          <a:xfrm>
            <a:off x="7146925" y="3630613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93" name="Rectangle 141"/>
          <p:cNvSpPr>
            <a:spLocks noChangeArrowheads="1"/>
          </p:cNvSpPr>
          <p:nvPr/>
        </p:nvSpPr>
        <p:spPr bwMode="auto">
          <a:xfrm>
            <a:off x="8388350" y="3630613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94" name="Rectangle 142"/>
          <p:cNvSpPr>
            <a:spLocks noChangeArrowheads="1"/>
          </p:cNvSpPr>
          <p:nvPr/>
        </p:nvSpPr>
        <p:spPr bwMode="auto">
          <a:xfrm>
            <a:off x="890588" y="5256213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95" name="Rectangle 143"/>
          <p:cNvSpPr>
            <a:spLocks noChangeArrowheads="1"/>
          </p:cNvSpPr>
          <p:nvPr/>
        </p:nvSpPr>
        <p:spPr bwMode="auto">
          <a:xfrm>
            <a:off x="2132013" y="5256213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96" name="Rectangle 144"/>
          <p:cNvSpPr>
            <a:spLocks noChangeArrowheads="1"/>
          </p:cNvSpPr>
          <p:nvPr/>
        </p:nvSpPr>
        <p:spPr bwMode="auto">
          <a:xfrm>
            <a:off x="3403600" y="5256213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97" name="Rectangle 145"/>
          <p:cNvSpPr>
            <a:spLocks noChangeArrowheads="1"/>
          </p:cNvSpPr>
          <p:nvPr/>
        </p:nvSpPr>
        <p:spPr bwMode="auto">
          <a:xfrm>
            <a:off x="4645025" y="5256213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98" name="Rectangle 146"/>
          <p:cNvSpPr>
            <a:spLocks noChangeArrowheads="1"/>
          </p:cNvSpPr>
          <p:nvPr/>
        </p:nvSpPr>
        <p:spPr bwMode="auto">
          <a:xfrm>
            <a:off x="5915025" y="5256213"/>
            <a:ext cx="1258888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699" name="Rectangle 147"/>
          <p:cNvSpPr>
            <a:spLocks noChangeArrowheads="1"/>
          </p:cNvSpPr>
          <p:nvPr/>
        </p:nvSpPr>
        <p:spPr bwMode="auto">
          <a:xfrm>
            <a:off x="7186613" y="5256213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  <p:sp>
        <p:nvSpPr>
          <p:cNvPr id="151700" name="Rectangle 148"/>
          <p:cNvSpPr>
            <a:spLocks noChangeArrowheads="1"/>
          </p:cNvSpPr>
          <p:nvPr/>
        </p:nvSpPr>
        <p:spPr bwMode="auto">
          <a:xfrm>
            <a:off x="8428038" y="5256213"/>
            <a:ext cx="125888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r>
              <a:rPr lang="fr-FR" altLang="fr-FR" sz="1200" b="1"/>
              <a:t>Montage</a:t>
            </a:r>
          </a:p>
          <a:p>
            <a:pPr algn="ctr">
              <a:lnSpc>
                <a:spcPct val="130000"/>
              </a:lnSpc>
            </a:pPr>
            <a:r>
              <a:rPr lang="fr-FR" altLang="fr-FR" sz="1200" b="1"/>
              <a:t>1 R6</a:t>
            </a:r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  <a:p>
            <a:pPr algn="ctr">
              <a:lnSpc>
                <a:spcPct val="130000"/>
              </a:lnSpc>
            </a:pPr>
            <a:endParaRPr lang="fr-FR" altLang="fr-FR" sz="1200" b="1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odèle par défau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1901</Words>
  <Application>Microsoft Office PowerPoint</Application>
  <PresentationFormat>Personnalisé</PresentationFormat>
  <Paragraphs>2371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Times New Roman</vt:lpstr>
      <vt:lpstr>Eras Bold ITC</vt:lpstr>
      <vt:lpstr>Arial</vt:lpstr>
      <vt:lpstr>Modèle par défaut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PROCONSEIL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</dc:title>
  <dc:creator>SIMON</dc:creator>
  <cp:lastModifiedBy>BertrandS</cp:lastModifiedBy>
  <cp:revision>281</cp:revision>
  <cp:lastPrinted>2000-10-06T12:47:47Z</cp:lastPrinted>
  <dcterms:created xsi:type="dcterms:W3CDTF">1999-11-25T20:55:52Z</dcterms:created>
  <dcterms:modified xsi:type="dcterms:W3CDTF">2015-02-15T18:02:32Z</dcterms:modified>
</cp:coreProperties>
</file>