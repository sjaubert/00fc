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7"/>
  </p:notesMasterIdLst>
  <p:handoutMasterIdLst>
    <p:handoutMasterId r:id="rId218"/>
  </p:handoutMasterIdLst>
  <p:sldIdLst>
    <p:sldId id="566" r:id="rId2"/>
    <p:sldId id="335" r:id="rId3"/>
    <p:sldId id="336" r:id="rId4"/>
    <p:sldId id="544" r:id="rId5"/>
    <p:sldId id="361" r:id="rId6"/>
    <p:sldId id="511" r:id="rId7"/>
    <p:sldId id="342" r:id="rId8"/>
    <p:sldId id="353" r:id="rId9"/>
    <p:sldId id="354" r:id="rId10"/>
    <p:sldId id="356" r:id="rId11"/>
    <p:sldId id="358" r:id="rId12"/>
    <p:sldId id="359" r:id="rId13"/>
    <p:sldId id="536" r:id="rId14"/>
    <p:sldId id="541" r:id="rId15"/>
    <p:sldId id="564" r:id="rId16"/>
    <p:sldId id="565" r:id="rId17"/>
    <p:sldId id="360" r:id="rId18"/>
    <p:sldId id="562" r:id="rId19"/>
    <p:sldId id="318" r:id="rId20"/>
    <p:sldId id="334" r:id="rId21"/>
    <p:sldId id="567" r:id="rId22"/>
    <p:sldId id="319" r:id="rId23"/>
    <p:sldId id="514" r:id="rId24"/>
    <p:sldId id="320" r:id="rId25"/>
    <p:sldId id="501" r:id="rId26"/>
    <p:sldId id="348" r:id="rId27"/>
    <p:sldId id="321" r:id="rId28"/>
    <p:sldId id="518" r:id="rId29"/>
    <p:sldId id="322" r:id="rId30"/>
    <p:sldId id="337" r:id="rId31"/>
    <p:sldId id="515" r:id="rId32"/>
    <p:sldId id="349" r:id="rId33"/>
    <p:sldId id="350" r:id="rId34"/>
    <p:sldId id="351" r:id="rId35"/>
    <p:sldId id="499" r:id="rId36"/>
    <p:sldId id="558" r:id="rId37"/>
    <p:sldId id="516" r:id="rId38"/>
    <p:sldId id="498" r:id="rId39"/>
    <p:sldId id="339" r:id="rId40"/>
    <p:sldId id="340" r:id="rId41"/>
    <p:sldId id="355" r:id="rId42"/>
    <p:sldId id="323" r:id="rId43"/>
    <p:sldId id="324" r:id="rId44"/>
    <p:sldId id="345" r:id="rId45"/>
    <p:sldId id="341" r:id="rId46"/>
    <p:sldId id="503" r:id="rId47"/>
    <p:sldId id="517" r:id="rId48"/>
    <p:sldId id="317" r:id="rId49"/>
    <p:sldId id="363" r:id="rId50"/>
    <p:sldId id="371" r:id="rId51"/>
    <p:sldId id="372" r:id="rId52"/>
    <p:sldId id="373" r:id="rId53"/>
    <p:sldId id="374" r:id="rId54"/>
    <p:sldId id="375" r:id="rId55"/>
    <p:sldId id="376" r:id="rId56"/>
    <p:sldId id="364" r:id="rId57"/>
    <p:sldId id="417" r:id="rId58"/>
    <p:sldId id="418" r:id="rId59"/>
    <p:sldId id="419" r:id="rId60"/>
    <p:sldId id="420" r:id="rId61"/>
    <p:sldId id="421" r:id="rId62"/>
    <p:sldId id="422" r:id="rId63"/>
    <p:sldId id="528" r:id="rId64"/>
    <p:sldId id="423" r:id="rId65"/>
    <p:sldId id="365" r:id="rId66"/>
    <p:sldId id="424" r:id="rId67"/>
    <p:sldId id="425" r:id="rId68"/>
    <p:sldId id="426" r:id="rId69"/>
    <p:sldId id="427" r:id="rId70"/>
    <p:sldId id="428" r:id="rId71"/>
    <p:sldId id="429" r:id="rId72"/>
    <p:sldId id="430" r:id="rId73"/>
    <p:sldId id="366" r:id="rId74"/>
    <p:sldId id="459" r:id="rId75"/>
    <p:sldId id="460" r:id="rId76"/>
    <p:sldId id="461" r:id="rId77"/>
    <p:sldId id="462" r:id="rId78"/>
    <p:sldId id="463" r:id="rId79"/>
    <p:sldId id="529" r:id="rId80"/>
    <p:sldId id="464" r:id="rId81"/>
    <p:sldId id="465" r:id="rId82"/>
    <p:sldId id="385" r:id="rId83"/>
    <p:sldId id="545" r:id="rId84"/>
    <p:sldId id="546" r:id="rId85"/>
    <p:sldId id="512" r:id="rId86"/>
    <p:sldId id="386" r:id="rId87"/>
    <p:sldId id="519" r:id="rId88"/>
    <p:sldId id="520" r:id="rId89"/>
    <p:sldId id="521" r:id="rId90"/>
    <p:sldId id="523" r:id="rId91"/>
    <p:sldId id="362" r:id="rId92"/>
    <p:sldId id="505" r:id="rId93"/>
    <p:sldId id="506" r:id="rId94"/>
    <p:sldId id="513" r:id="rId95"/>
    <p:sldId id="507" r:id="rId96"/>
    <p:sldId id="367" r:id="rId97"/>
    <p:sldId id="431" r:id="rId98"/>
    <p:sldId id="432" r:id="rId99"/>
    <p:sldId id="433" r:id="rId100"/>
    <p:sldId id="434" r:id="rId101"/>
    <p:sldId id="435" r:id="rId102"/>
    <p:sldId id="436" r:id="rId103"/>
    <p:sldId id="437" r:id="rId104"/>
    <p:sldId id="368" r:id="rId105"/>
    <p:sldId id="438" r:id="rId106"/>
    <p:sldId id="439" r:id="rId107"/>
    <p:sldId id="440" r:id="rId108"/>
    <p:sldId id="441" r:id="rId109"/>
    <p:sldId id="442" r:id="rId110"/>
    <p:sldId id="443" r:id="rId111"/>
    <p:sldId id="530" r:id="rId112"/>
    <p:sldId id="444" r:id="rId113"/>
    <p:sldId id="508" r:id="rId114"/>
    <p:sldId id="510" r:id="rId115"/>
    <p:sldId id="369" r:id="rId116"/>
    <p:sldId id="445" r:id="rId117"/>
    <p:sldId id="446" r:id="rId118"/>
    <p:sldId id="447" r:id="rId119"/>
    <p:sldId id="448" r:id="rId120"/>
    <p:sldId id="449" r:id="rId121"/>
    <p:sldId id="450" r:id="rId122"/>
    <p:sldId id="451" r:id="rId123"/>
    <p:sldId id="370" r:id="rId124"/>
    <p:sldId id="466" r:id="rId125"/>
    <p:sldId id="467" r:id="rId126"/>
    <p:sldId id="468" r:id="rId127"/>
    <p:sldId id="469" r:id="rId128"/>
    <p:sldId id="470" r:id="rId129"/>
    <p:sldId id="539" r:id="rId130"/>
    <p:sldId id="471" r:id="rId131"/>
    <p:sldId id="472" r:id="rId132"/>
    <p:sldId id="494" r:id="rId133"/>
    <p:sldId id="557" r:id="rId134"/>
    <p:sldId id="560" r:id="rId135"/>
    <p:sldId id="377" r:id="rId136"/>
    <p:sldId id="473" r:id="rId137"/>
    <p:sldId id="474" r:id="rId138"/>
    <p:sldId id="475" r:id="rId139"/>
    <p:sldId id="476" r:id="rId140"/>
    <p:sldId id="477" r:id="rId141"/>
    <p:sldId id="478" r:id="rId142"/>
    <p:sldId id="479" r:id="rId143"/>
    <p:sldId id="378" r:id="rId144"/>
    <p:sldId id="480" r:id="rId145"/>
    <p:sldId id="481" r:id="rId146"/>
    <p:sldId id="482" r:id="rId147"/>
    <p:sldId id="483" r:id="rId148"/>
    <p:sldId id="484" r:id="rId149"/>
    <p:sldId id="485" r:id="rId150"/>
    <p:sldId id="532" r:id="rId151"/>
    <p:sldId id="486" r:id="rId152"/>
    <p:sldId id="549" r:id="rId153"/>
    <p:sldId id="559" r:id="rId154"/>
    <p:sldId id="379" r:id="rId155"/>
    <p:sldId id="452" r:id="rId156"/>
    <p:sldId id="453" r:id="rId157"/>
    <p:sldId id="454" r:id="rId158"/>
    <p:sldId id="455" r:id="rId159"/>
    <p:sldId id="456" r:id="rId160"/>
    <p:sldId id="457" r:id="rId161"/>
    <p:sldId id="458" r:id="rId162"/>
    <p:sldId id="380" r:id="rId163"/>
    <p:sldId id="487" r:id="rId164"/>
    <p:sldId id="488" r:id="rId165"/>
    <p:sldId id="489" r:id="rId166"/>
    <p:sldId id="490" r:id="rId167"/>
    <p:sldId id="540" r:id="rId168"/>
    <p:sldId id="491" r:id="rId169"/>
    <p:sldId id="492" r:id="rId170"/>
    <p:sldId id="493" r:id="rId171"/>
    <p:sldId id="495" r:id="rId172"/>
    <p:sldId id="556" r:id="rId173"/>
    <p:sldId id="381" r:id="rId174"/>
    <p:sldId id="389" r:id="rId175"/>
    <p:sldId id="390" r:id="rId176"/>
    <p:sldId id="391" r:id="rId177"/>
    <p:sldId id="392" r:id="rId178"/>
    <p:sldId id="393" r:id="rId179"/>
    <p:sldId id="394" r:id="rId180"/>
    <p:sldId id="395" r:id="rId181"/>
    <p:sldId id="382" r:id="rId182"/>
    <p:sldId id="396" r:id="rId183"/>
    <p:sldId id="397" r:id="rId184"/>
    <p:sldId id="398" r:id="rId185"/>
    <p:sldId id="399" r:id="rId186"/>
    <p:sldId id="400" r:id="rId187"/>
    <p:sldId id="401" r:id="rId188"/>
    <p:sldId id="534" r:id="rId189"/>
    <p:sldId id="402" r:id="rId190"/>
    <p:sldId id="550" r:id="rId191"/>
    <p:sldId id="561" r:id="rId192"/>
    <p:sldId id="383" r:id="rId193"/>
    <p:sldId id="403" r:id="rId194"/>
    <p:sldId id="404" r:id="rId195"/>
    <p:sldId id="405" r:id="rId196"/>
    <p:sldId id="407" r:id="rId197"/>
    <p:sldId id="408" r:id="rId198"/>
    <p:sldId id="406" r:id="rId199"/>
    <p:sldId id="409" r:id="rId200"/>
    <p:sldId id="384" r:id="rId201"/>
    <p:sldId id="410" r:id="rId202"/>
    <p:sldId id="411" r:id="rId203"/>
    <p:sldId id="412" r:id="rId204"/>
    <p:sldId id="413" r:id="rId205"/>
    <p:sldId id="414" r:id="rId206"/>
    <p:sldId id="538" r:id="rId207"/>
    <p:sldId id="415" r:id="rId208"/>
    <p:sldId id="416" r:id="rId209"/>
    <p:sldId id="551" r:id="rId210"/>
    <p:sldId id="527" r:id="rId211"/>
    <p:sldId id="547" r:id="rId212"/>
    <p:sldId id="543" r:id="rId213"/>
    <p:sldId id="525" r:id="rId214"/>
    <p:sldId id="526" r:id="rId215"/>
    <p:sldId id="542" r:id="rId216"/>
  </p:sldIdLst>
  <p:sldSz cx="9144000" cy="6858000" type="screen4x3"/>
  <p:notesSz cx="6797675" cy="9926638"/>
  <p:defaultTextStyle>
    <a:defPPr>
      <a:defRPr lang="fr-FR"/>
    </a:defPPr>
    <a:lvl1pPr algn="ctr" rtl="0" fontAlgn="base">
      <a:spcBef>
        <a:spcPct val="0"/>
      </a:spcBef>
      <a:spcAft>
        <a:spcPct val="0"/>
      </a:spcAft>
      <a:defRPr sz="1300" kern="1200">
        <a:solidFill>
          <a:schemeClr val="tx1"/>
        </a:solidFill>
        <a:latin typeface="Arial" pitchFamily="34" charset="0"/>
        <a:ea typeface="+mn-ea"/>
        <a:cs typeface="+mn-cs"/>
      </a:defRPr>
    </a:lvl1pPr>
    <a:lvl2pPr marL="457200" algn="ctr" rtl="0" fontAlgn="base">
      <a:spcBef>
        <a:spcPct val="0"/>
      </a:spcBef>
      <a:spcAft>
        <a:spcPct val="0"/>
      </a:spcAft>
      <a:defRPr sz="1300" kern="1200">
        <a:solidFill>
          <a:schemeClr val="tx1"/>
        </a:solidFill>
        <a:latin typeface="Arial" pitchFamily="34" charset="0"/>
        <a:ea typeface="+mn-ea"/>
        <a:cs typeface="+mn-cs"/>
      </a:defRPr>
    </a:lvl2pPr>
    <a:lvl3pPr marL="914400" algn="ctr" rtl="0" fontAlgn="base">
      <a:spcBef>
        <a:spcPct val="0"/>
      </a:spcBef>
      <a:spcAft>
        <a:spcPct val="0"/>
      </a:spcAft>
      <a:defRPr sz="1300" kern="1200">
        <a:solidFill>
          <a:schemeClr val="tx1"/>
        </a:solidFill>
        <a:latin typeface="Arial" pitchFamily="34" charset="0"/>
        <a:ea typeface="+mn-ea"/>
        <a:cs typeface="+mn-cs"/>
      </a:defRPr>
    </a:lvl3pPr>
    <a:lvl4pPr marL="1371600" algn="ctr" rtl="0" fontAlgn="base">
      <a:spcBef>
        <a:spcPct val="0"/>
      </a:spcBef>
      <a:spcAft>
        <a:spcPct val="0"/>
      </a:spcAft>
      <a:defRPr sz="1300" kern="1200">
        <a:solidFill>
          <a:schemeClr val="tx1"/>
        </a:solidFill>
        <a:latin typeface="Arial" pitchFamily="34" charset="0"/>
        <a:ea typeface="+mn-ea"/>
        <a:cs typeface="+mn-cs"/>
      </a:defRPr>
    </a:lvl4pPr>
    <a:lvl5pPr marL="1828800" algn="ctr" rtl="0" fontAlgn="base">
      <a:spcBef>
        <a:spcPct val="0"/>
      </a:spcBef>
      <a:spcAft>
        <a:spcPct val="0"/>
      </a:spcAft>
      <a:defRPr sz="1300" kern="1200">
        <a:solidFill>
          <a:schemeClr val="tx1"/>
        </a:solidFill>
        <a:latin typeface="Arial" pitchFamily="34" charset="0"/>
        <a:ea typeface="+mn-ea"/>
        <a:cs typeface="+mn-cs"/>
      </a:defRPr>
    </a:lvl5pPr>
    <a:lvl6pPr marL="2286000" algn="l" defTabSz="914400" rtl="0" eaLnBrk="1" latinLnBrk="0" hangingPunct="1">
      <a:defRPr sz="1300" kern="1200">
        <a:solidFill>
          <a:schemeClr val="tx1"/>
        </a:solidFill>
        <a:latin typeface="Arial" pitchFamily="34" charset="0"/>
        <a:ea typeface="+mn-ea"/>
        <a:cs typeface="+mn-cs"/>
      </a:defRPr>
    </a:lvl6pPr>
    <a:lvl7pPr marL="2743200" algn="l" defTabSz="914400" rtl="0" eaLnBrk="1" latinLnBrk="0" hangingPunct="1">
      <a:defRPr sz="1300" kern="1200">
        <a:solidFill>
          <a:schemeClr val="tx1"/>
        </a:solidFill>
        <a:latin typeface="Arial" pitchFamily="34" charset="0"/>
        <a:ea typeface="+mn-ea"/>
        <a:cs typeface="+mn-cs"/>
      </a:defRPr>
    </a:lvl7pPr>
    <a:lvl8pPr marL="3200400" algn="l" defTabSz="914400" rtl="0" eaLnBrk="1" latinLnBrk="0" hangingPunct="1">
      <a:defRPr sz="1300" kern="1200">
        <a:solidFill>
          <a:schemeClr val="tx1"/>
        </a:solidFill>
        <a:latin typeface="Arial" pitchFamily="34" charset="0"/>
        <a:ea typeface="+mn-ea"/>
        <a:cs typeface="+mn-cs"/>
      </a:defRPr>
    </a:lvl8pPr>
    <a:lvl9pPr marL="3657600" algn="l" defTabSz="914400" rtl="0" eaLnBrk="1" latinLnBrk="0" hangingPunct="1">
      <a:defRPr sz="1300" kern="1200">
        <a:solidFill>
          <a:schemeClr val="tx1"/>
        </a:solidFill>
        <a:latin typeface="Arial" pitchFamily="34" charset="0"/>
        <a:ea typeface="+mn-ea"/>
        <a:cs typeface="+mn-cs"/>
      </a:defRPr>
    </a:lvl9pPr>
  </p:defaultTextStyle>
  <p:extLst>
    <p:ext uri="{EFAFB233-063F-42B5-8137-9DF3F51BA10A}">
      <p15:sldGuideLst xmlns:p15="http://schemas.microsoft.com/office/powerpoint/2012/main">
        <p15:guide id="1" orient="horz" pos="2096">
          <p15:clr>
            <a:srgbClr val="A4A3A4"/>
          </p15:clr>
        </p15:guide>
        <p15:guide id="2" orient="horz" pos="491">
          <p15:clr>
            <a:srgbClr val="A4A3A4"/>
          </p15:clr>
        </p15:guide>
        <p15:guide id="3" orient="horz" pos="813">
          <p15:clr>
            <a:srgbClr val="A4A3A4"/>
          </p15:clr>
        </p15:guide>
        <p15:guide id="4" pos="2371">
          <p15:clr>
            <a:srgbClr val="A4A3A4"/>
          </p15:clr>
        </p15:guide>
        <p15:guide id="5" pos="4512">
          <p15:clr>
            <a:srgbClr val="A4A3A4"/>
          </p15:clr>
        </p15:guide>
        <p15:guide id="6" pos="238">
          <p15:clr>
            <a:srgbClr val="A4A3A4"/>
          </p15:clr>
        </p15:guide>
      </p15:sldGuideLst>
    </p:ext>
    <p:ext uri="{2D200454-40CA-4A62-9FC3-DE9A4176ACB9}">
      <p15:notesGuideLst xmlns:p15="http://schemas.microsoft.com/office/powerpoint/2012/main">
        <p15:guide id="1" orient="horz" pos="2960">
          <p15:clr>
            <a:srgbClr val="A4A3A4"/>
          </p15:clr>
        </p15:guide>
        <p15:guide id="2" pos="2141">
          <p15:clr>
            <a:srgbClr val="A4A3A4"/>
          </p15:clr>
        </p15:guide>
        <p15:guide id="3" pos="341">
          <p15:clr>
            <a:srgbClr val="A4A3A4"/>
          </p15:clr>
        </p15:guide>
        <p15:guide id="4" pos="3942">
          <p15:clr>
            <a:srgbClr val="A4A3A4"/>
          </p15:clr>
        </p15:guide>
        <p15:guide id="5" pos="113">
          <p15:clr>
            <a:srgbClr val="A4A3A4"/>
          </p15:clr>
        </p15:guide>
        <p15:guide id="6" pos="418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A8E0"/>
    <a:srgbClr val="E22B00"/>
    <a:srgbClr val="FF6D4B"/>
    <a:srgbClr val="FF6600"/>
    <a:srgbClr val="FC2C1C"/>
    <a:srgbClr val="FFFF00"/>
    <a:srgbClr val="00CC66"/>
    <a:srgbClr val="FFFF99"/>
    <a:srgbClr val="CC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AC5B88-08CE-4C4A-AEAC-E082FD601DE8}" v="52" dt="2026-09-01T08:23:30.707"/>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80440" autoAdjust="0"/>
  </p:normalViewPr>
  <p:slideViewPr>
    <p:cSldViewPr snapToGrid="0">
      <p:cViewPr varScale="1">
        <p:scale>
          <a:sx n="110" d="100"/>
          <a:sy n="110" d="100"/>
        </p:scale>
        <p:origin x="816" y="57"/>
      </p:cViewPr>
      <p:guideLst>
        <p:guide orient="horz" pos="2096"/>
        <p:guide orient="horz" pos="491"/>
        <p:guide orient="horz" pos="813"/>
        <p:guide pos="2371"/>
        <p:guide pos="4512"/>
        <p:guide pos="238"/>
      </p:guideLst>
    </p:cSldViewPr>
  </p:slideViewPr>
  <p:outlineViewPr>
    <p:cViewPr>
      <p:scale>
        <a:sx n="25" d="100"/>
        <a:sy n="25" d="100"/>
      </p:scale>
      <p:origin x="0" y="0"/>
    </p:cViewPr>
    <p:sldLst>
      <p:sld r:id="rId1" collapse="1"/>
      <p:sld r:id="rId2" collapse="1"/>
    </p:sldLst>
  </p:outlineViewPr>
  <p:notesTextViewPr>
    <p:cViewPr>
      <p:scale>
        <a:sx n="100" d="100"/>
        <a:sy n="100" d="100"/>
      </p:scale>
      <p:origin x="0" y="0"/>
    </p:cViewPr>
  </p:notesTextViewPr>
  <p:sorterViewPr>
    <p:cViewPr>
      <p:scale>
        <a:sx n="125" d="100"/>
        <a:sy n="125" d="100"/>
      </p:scale>
      <p:origin x="0" y="0"/>
    </p:cViewPr>
  </p:sorterViewPr>
  <p:notesViewPr>
    <p:cSldViewPr snapToGrid="0">
      <p:cViewPr varScale="1">
        <p:scale>
          <a:sx n="87" d="100"/>
          <a:sy n="87" d="100"/>
        </p:scale>
        <p:origin x="3858" y="96"/>
      </p:cViewPr>
      <p:guideLst>
        <p:guide orient="horz" pos="2960"/>
        <p:guide pos="2141"/>
        <p:guide pos="341"/>
        <p:guide pos="3942"/>
        <p:guide pos="113"/>
        <p:guide pos="4186"/>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handoutMaster" Target="handoutMasters/handoutMaster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presProps" Target="presProps.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theme" Target="theme/theme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ableStyles" Target="tableStyle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microsoft.com/office/2016/11/relationships/changesInfo" Target="changesInfos/changesInfo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microsoft.com/office/2015/10/relationships/revisionInfo" Target="revisionInfo.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_rels/viewProps.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éphane JAUBERT" userId="926aeaf5-0d8d-4569-9635-338e3b4850fc" providerId="ADAL" clId="{C777CAD2-2948-4130-A6C6-8CB11CD7CD00}"/>
    <pc:docChg chg="undo custSel modSld">
      <pc:chgData name="Stéphane JAUBERT" userId="926aeaf5-0d8d-4569-9635-338e3b4850fc" providerId="ADAL" clId="{C777CAD2-2948-4130-A6C6-8CB11CD7CD00}" dt="2026-09-01T08:23:33.011" v="347"/>
      <pc:docMkLst>
        <pc:docMk/>
      </pc:docMkLst>
      <pc:sldChg chg="addSp modSp mod">
        <pc:chgData name="Stéphane JAUBERT" userId="926aeaf5-0d8d-4569-9635-338e3b4850fc" providerId="ADAL" clId="{C777CAD2-2948-4130-A6C6-8CB11CD7CD00}" dt="2026-09-01T08:22:03.103" v="329" actId="1038"/>
        <pc:sldMkLst>
          <pc:docMk/>
          <pc:sldMk cId="0" sldId="317"/>
        </pc:sldMkLst>
        <pc:spChg chg="mod">
          <ac:chgData name="Stéphane JAUBERT" userId="926aeaf5-0d8d-4569-9635-338e3b4850fc" providerId="ADAL" clId="{C777CAD2-2948-4130-A6C6-8CB11CD7CD00}" dt="2026-09-01T06:13:22.166" v="238" actId="1076"/>
          <ac:spMkLst>
            <pc:docMk/>
            <pc:sldMk cId="0" sldId="317"/>
            <ac:spMk id="3" creationId="{DF6ACBEA-C5AC-F842-A2C9-0DC66F325B40}"/>
          </ac:spMkLst>
        </pc:spChg>
        <pc:spChg chg="mod">
          <ac:chgData name="Stéphane JAUBERT" userId="926aeaf5-0d8d-4569-9635-338e3b4850fc" providerId="ADAL" clId="{C777CAD2-2948-4130-A6C6-8CB11CD7CD00}" dt="2026-09-01T06:13:22.166" v="238" actId="1076"/>
          <ac:spMkLst>
            <pc:docMk/>
            <pc:sldMk cId="0" sldId="317"/>
            <ac:spMk id="4" creationId="{CBFC59E1-4B66-49D6-43C4-D30B4D0BD9A4}"/>
          </ac:spMkLst>
        </pc:spChg>
        <pc:spChg chg="mod">
          <ac:chgData name="Stéphane JAUBERT" userId="926aeaf5-0d8d-4569-9635-338e3b4850fc" providerId="ADAL" clId="{C777CAD2-2948-4130-A6C6-8CB11CD7CD00}" dt="2026-09-01T06:13:22.166" v="238" actId="1076"/>
          <ac:spMkLst>
            <pc:docMk/>
            <pc:sldMk cId="0" sldId="317"/>
            <ac:spMk id="6" creationId="{B8E0761C-5177-4E23-8F7A-FA5CE9AE09A6}"/>
          </ac:spMkLst>
        </pc:spChg>
        <pc:spChg chg="mod">
          <ac:chgData name="Stéphane JAUBERT" userId="926aeaf5-0d8d-4569-9635-338e3b4850fc" providerId="ADAL" clId="{C777CAD2-2948-4130-A6C6-8CB11CD7CD00}" dt="2026-09-01T06:13:22.166" v="238" actId="1076"/>
          <ac:spMkLst>
            <pc:docMk/>
            <pc:sldMk cId="0" sldId="317"/>
            <ac:spMk id="8" creationId="{D6DB3EB7-860C-859D-70C8-A514071EB5F3}"/>
          </ac:spMkLst>
        </pc:spChg>
        <pc:spChg chg="mod">
          <ac:chgData name="Stéphane JAUBERT" userId="926aeaf5-0d8d-4569-9635-338e3b4850fc" providerId="ADAL" clId="{C777CAD2-2948-4130-A6C6-8CB11CD7CD00}" dt="2026-09-01T06:13:22.166" v="238" actId="1076"/>
          <ac:spMkLst>
            <pc:docMk/>
            <pc:sldMk cId="0" sldId="317"/>
            <ac:spMk id="9" creationId="{0E05B6FF-61FA-D4A5-2A5D-7D13EBEF5367}"/>
          </ac:spMkLst>
        </pc:spChg>
        <pc:spChg chg="mod">
          <ac:chgData name="Stéphane JAUBERT" userId="926aeaf5-0d8d-4569-9635-338e3b4850fc" providerId="ADAL" clId="{C777CAD2-2948-4130-A6C6-8CB11CD7CD00}" dt="2026-09-01T06:13:22.166" v="238" actId="1076"/>
          <ac:spMkLst>
            <pc:docMk/>
            <pc:sldMk cId="0" sldId="317"/>
            <ac:spMk id="10" creationId="{AAC88E7F-3AD2-8FD8-C88F-5FB6F7457B48}"/>
          </ac:spMkLst>
        </pc:spChg>
        <pc:spChg chg="mod">
          <ac:chgData name="Stéphane JAUBERT" userId="926aeaf5-0d8d-4569-9635-338e3b4850fc" providerId="ADAL" clId="{C777CAD2-2948-4130-A6C6-8CB11CD7CD00}" dt="2026-09-01T08:22:03.103" v="329" actId="1038"/>
          <ac:spMkLst>
            <pc:docMk/>
            <pc:sldMk cId="0" sldId="317"/>
            <ac:spMk id="50186"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187"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196"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198"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04"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07"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12"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14"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20" creationId="{00000000-0000-0000-0000-000000000000}"/>
          </ac:spMkLst>
        </pc:spChg>
        <pc:spChg chg="mod">
          <ac:chgData name="Stéphane JAUBERT" userId="926aeaf5-0d8d-4569-9635-338e3b4850fc" providerId="ADAL" clId="{C777CAD2-2948-4130-A6C6-8CB11CD7CD00}" dt="2026-09-01T08:22:03.103" v="329" actId="1038"/>
          <ac:spMkLst>
            <pc:docMk/>
            <pc:sldMk cId="0" sldId="317"/>
            <ac:spMk id="50221" creationId="{00000000-0000-0000-0000-000000000000}"/>
          </ac:spMkLst>
        </pc:spChg>
        <pc:grpChg chg="add mod">
          <ac:chgData name="Stéphane JAUBERT" userId="926aeaf5-0d8d-4569-9635-338e3b4850fc" providerId="ADAL" clId="{C777CAD2-2948-4130-A6C6-8CB11CD7CD00}" dt="2026-09-01T06:13:22.166" v="238" actId="1076"/>
          <ac:grpSpMkLst>
            <pc:docMk/>
            <pc:sldMk cId="0" sldId="317"/>
            <ac:grpSpMk id="2" creationId="{0EA48FF5-7974-CE33-C4EB-0F1976B0C9DF}"/>
          </ac:grpSpMkLst>
        </pc:grpChg>
      </pc:sldChg>
      <pc:sldChg chg="addSp modSp mod">
        <pc:chgData name="Stéphane JAUBERT" userId="926aeaf5-0d8d-4569-9635-338e3b4850fc" providerId="ADAL" clId="{C777CAD2-2948-4130-A6C6-8CB11CD7CD00}" dt="2026-09-01T06:13:07.714" v="236" actId="1076"/>
        <pc:sldMkLst>
          <pc:docMk/>
          <pc:sldMk cId="0" sldId="364"/>
        </pc:sldMkLst>
        <pc:spChg chg="mod">
          <ac:chgData name="Stéphane JAUBERT" userId="926aeaf5-0d8d-4569-9635-338e3b4850fc" providerId="ADAL" clId="{C777CAD2-2948-4130-A6C6-8CB11CD7CD00}" dt="2026-09-01T06:13:07.714" v="236" actId="1076"/>
          <ac:spMkLst>
            <pc:docMk/>
            <pc:sldMk cId="0" sldId="364"/>
            <ac:spMk id="10" creationId="{24134A06-5477-23F6-860E-304127C3C120}"/>
          </ac:spMkLst>
        </pc:spChg>
        <pc:spChg chg="mod">
          <ac:chgData name="Stéphane JAUBERT" userId="926aeaf5-0d8d-4569-9635-338e3b4850fc" providerId="ADAL" clId="{C777CAD2-2948-4130-A6C6-8CB11CD7CD00}" dt="2026-09-01T06:13:07.714" v="236" actId="1076"/>
          <ac:spMkLst>
            <pc:docMk/>
            <pc:sldMk cId="0" sldId="364"/>
            <ac:spMk id="11" creationId="{4F4B58DC-F679-6CEB-B6B6-5D26A9E4F6D3}"/>
          </ac:spMkLst>
        </pc:spChg>
        <pc:spChg chg="mod">
          <ac:chgData name="Stéphane JAUBERT" userId="926aeaf5-0d8d-4569-9635-338e3b4850fc" providerId="ADAL" clId="{C777CAD2-2948-4130-A6C6-8CB11CD7CD00}" dt="2026-09-01T06:13:07.714" v="236" actId="1076"/>
          <ac:spMkLst>
            <pc:docMk/>
            <pc:sldMk cId="0" sldId="364"/>
            <ac:spMk id="12" creationId="{8FF91199-C0A0-09FF-8832-E2B836F0103D}"/>
          </ac:spMkLst>
        </pc:spChg>
        <pc:spChg chg="mod">
          <ac:chgData name="Stéphane JAUBERT" userId="926aeaf5-0d8d-4569-9635-338e3b4850fc" providerId="ADAL" clId="{C777CAD2-2948-4130-A6C6-8CB11CD7CD00}" dt="2026-09-01T06:13:07.714" v="236" actId="1076"/>
          <ac:spMkLst>
            <pc:docMk/>
            <pc:sldMk cId="0" sldId="364"/>
            <ac:spMk id="13" creationId="{C3456433-554D-AE20-6408-70484738D0E1}"/>
          </ac:spMkLst>
        </pc:spChg>
        <pc:spChg chg="mod">
          <ac:chgData name="Stéphane JAUBERT" userId="926aeaf5-0d8d-4569-9635-338e3b4850fc" providerId="ADAL" clId="{C777CAD2-2948-4130-A6C6-8CB11CD7CD00}" dt="2026-09-01T06:13:07.714" v="236" actId="1076"/>
          <ac:spMkLst>
            <pc:docMk/>
            <pc:sldMk cId="0" sldId="364"/>
            <ac:spMk id="14" creationId="{322592B5-E430-EFDC-25A2-F3E189A56880}"/>
          </ac:spMkLst>
        </pc:spChg>
        <pc:spChg chg="mod">
          <ac:chgData name="Stéphane JAUBERT" userId="926aeaf5-0d8d-4569-9635-338e3b4850fc" providerId="ADAL" clId="{C777CAD2-2948-4130-A6C6-8CB11CD7CD00}" dt="2026-09-01T06:13:07.714" v="236" actId="1076"/>
          <ac:spMkLst>
            <pc:docMk/>
            <pc:sldMk cId="0" sldId="364"/>
            <ac:spMk id="15" creationId="{162CB701-78D2-30D7-E75C-D8C4F96D6F81}"/>
          </ac:spMkLst>
        </pc:spChg>
        <pc:spChg chg="mod">
          <ac:chgData name="Stéphane JAUBERT" userId="926aeaf5-0d8d-4569-9635-338e3b4850fc" providerId="ADAL" clId="{C777CAD2-2948-4130-A6C6-8CB11CD7CD00}" dt="2026-09-01T06:13:01.639" v="234" actId="20577"/>
          <ac:spMkLst>
            <pc:docMk/>
            <pc:sldMk cId="0" sldId="364"/>
            <ac:spMk id="58372" creationId="{00000000-0000-0000-0000-000000000000}"/>
          </ac:spMkLst>
        </pc:spChg>
        <pc:grpChg chg="add mod">
          <ac:chgData name="Stéphane JAUBERT" userId="926aeaf5-0d8d-4569-9635-338e3b4850fc" providerId="ADAL" clId="{C777CAD2-2948-4130-A6C6-8CB11CD7CD00}" dt="2026-09-01T06:13:07.714" v="236" actId="1076"/>
          <ac:grpSpMkLst>
            <pc:docMk/>
            <pc:sldMk cId="0" sldId="364"/>
            <ac:grpSpMk id="9" creationId="{037AF1E6-8D4F-A898-7F25-D7873A600237}"/>
          </ac:grpSpMkLst>
        </pc:grpChg>
      </pc:sldChg>
      <pc:sldChg chg="addSp modSp mod">
        <pc:chgData name="Stéphane JAUBERT" userId="926aeaf5-0d8d-4569-9635-338e3b4850fc" providerId="ADAL" clId="{C777CAD2-2948-4130-A6C6-8CB11CD7CD00}" dt="2026-09-01T06:14:31.523" v="253" actId="20577"/>
        <pc:sldMkLst>
          <pc:docMk/>
          <pc:sldMk cId="0" sldId="368"/>
        </pc:sldMkLst>
        <pc:spChg chg="mod">
          <ac:chgData name="Stéphane JAUBERT" userId="926aeaf5-0d8d-4569-9635-338e3b4850fc" providerId="ADAL" clId="{C777CAD2-2948-4130-A6C6-8CB11CD7CD00}" dt="2026-09-01T06:14:22.864" v="247" actId="1076"/>
          <ac:spMkLst>
            <pc:docMk/>
            <pc:sldMk cId="0" sldId="368"/>
            <ac:spMk id="3" creationId="{B2D89C22-1505-BFEF-8A8E-517C24E52152}"/>
          </ac:spMkLst>
        </pc:spChg>
        <pc:spChg chg="mod">
          <ac:chgData name="Stéphane JAUBERT" userId="926aeaf5-0d8d-4569-9635-338e3b4850fc" providerId="ADAL" clId="{C777CAD2-2948-4130-A6C6-8CB11CD7CD00}" dt="2026-09-01T06:14:22.864" v="247" actId="1076"/>
          <ac:spMkLst>
            <pc:docMk/>
            <pc:sldMk cId="0" sldId="368"/>
            <ac:spMk id="4" creationId="{71F2FA2B-D643-FA2B-95D2-9D9D6AE945B8}"/>
          </ac:spMkLst>
        </pc:spChg>
        <pc:spChg chg="mod">
          <ac:chgData name="Stéphane JAUBERT" userId="926aeaf5-0d8d-4569-9635-338e3b4850fc" providerId="ADAL" clId="{C777CAD2-2948-4130-A6C6-8CB11CD7CD00}" dt="2026-09-01T06:14:22.864" v="247" actId="1076"/>
          <ac:spMkLst>
            <pc:docMk/>
            <pc:sldMk cId="0" sldId="368"/>
            <ac:spMk id="5" creationId="{73AF948B-C0B2-17F1-0348-33E5DA99644F}"/>
          </ac:spMkLst>
        </pc:spChg>
        <pc:spChg chg="mod">
          <ac:chgData name="Stéphane JAUBERT" userId="926aeaf5-0d8d-4569-9635-338e3b4850fc" providerId="ADAL" clId="{C777CAD2-2948-4130-A6C6-8CB11CD7CD00}" dt="2026-09-01T06:14:22.864" v="247" actId="1076"/>
          <ac:spMkLst>
            <pc:docMk/>
            <pc:sldMk cId="0" sldId="368"/>
            <ac:spMk id="6" creationId="{E23D669C-B094-4222-6200-52AC6A9EB1B7}"/>
          </ac:spMkLst>
        </pc:spChg>
        <pc:spChg chg="mod">
          <ac:chgData name="Stéphane JAUBERT" userId="926aeaf5-0d8d-4569-9635-338e3b4850fc" providerId="ADAL" clId="{C777CAD2-2948-4130-A6C6-8CB11CD7CD00}" dt="2026-09-01T06:14:22.864" v="247" actId="1076"/>
          <ac:spMkLst>
            <pc:docMk/>
            <pc:sldMk cId="0" sldId="368"/>
            <ac:spMk id="7" creationId="{875127FB-6499-63AF-1F0C-88CB94374761}"/>
          </ac:spMkLst>
        </pc:spChg>
        <pc:spChg chg="mod">
          <ac:chgData name="Stéphane JAUBERT" userId="926aeaf5-0d8d-4569-9635-338e3b4850fc" providerId="ADAL" clId="{C777CAD2-2948-4130-A6C6-8CB11CD7CD00}" dt="2026-09-01T06:14:22.864" v="247" actId="1076"/>
          <ac:spMkLst>
            <pc:docMk/>
            <pc:sldMk cId="0" sldId="368"/>
            <ac:spMk id="8" creationId="{8158ABCB-6C04-1CD8-136C-FBAF3B1847EC}"/>
          </ac:spMkLst>
        </pc:spChg>
        <pc:spChg chg="mod">
          <ac:chgData name="Stéphane JAUBERT" userId="926aeaf5-0d8d-4569-9635-338e3b4850fc" providerId="ADAL" clId="{C777CAD2-2948-4130-A6C6-8CB11CD7CD00}" dt="2026-09-01T06:14:18.930" v="246" actId="1076"/>
          <ac:spMkLst>
            <pc:docMk/>
            <pc:sldMk cId="0" sldId="368"/>
            <ac:spMk id="10" creationId="{2BA016B2-7156-C2CF-C551-9AAE28A783D8}"/>
          </ac:spMkLst>
        </pc:spChg>
        <pc:spChg chg="mod">
          <ac:chgData name="Stéphane JAUBERT" userId="926aeaf5-0d8d-4569-9635-338e3b4850fc" providerId="ADAL" clId="{C777CAD2-2948-4130-A6C6-8CB11CD7CD00}" dt="2026-09-01T06:14:18.930" v="246" actId="1076"/>
          <ac:spMkLst>
            <pc:docMk/>
            <pc:sldMk cId="0" sldId="368"/>
            <ac:spMk id="11" creationId="{E1DE53FD-3BAD-EEB0-9697-1A1A2D5AB26D}"/>
          </ac:spMkLst>
        </pc:spChg>
        <pc:spChg chg="mod">
          <ac:chgData name="Stéphane JAUBERT" userId="926aeaf5-0d8d-4569-9635-338e3b4850fc" providerId="ADAL" clId="{C777CAD2-2948-4130-A6C6-8CB11CD7CD00}" dt="2026-09-01T06:14:18.930" v="246" actId="1076"/>
          <ac:spMkLst>
            <pc:docMk/>
            <pc:sldMk cId="0" sldId="368"/>
            <ac:spMk id="12" creationId="{326DAD9D-25AB-BD6D-E82D-E52CD1449DFA}"/>
          </ac:spMkLst>
        </pc:spChg>
        <pc:spChg chg="mod">
          <ac:chgData name="Stéphane JAUBERT" userId="926aeaf5-0d8d-4569-9635-338e3b4850fc" providerId="ADAL" clId="{C777CAD2-2948-4130-A6C6-8CB11CD7CD00}" dt="2026-09-01T06:14:18.930" v="246" actId="1076"/>
          <ac:spMkLst>
            <pc:docMk/>
            <pc:sldMk cId="0" sldId="368"/>
            <ac:spMk id="13" creationId="{25D98062-E5C5-CD35-16E8-BE37B8BAD908}"/>
          </ac:spMkLst>
        </pc:spChg>
        <pc:spChg chg="mod">
          <ac:chgData name="Stéphane JAUBERT" userId="926aeaf5-0d8d-4569-9635-338e3b4850fc" providerId="ADAL" clId="{C777CAD2-2948-4130-A6C6-8CB11CD7CD00}" dt="2026-09-01T06:14:18.930" v="246" actId="1076"/>
          <ac:spMkLst>
            <pc:docMk/>
            <pc:sldMk cId="0" sldId="368"/>
            <ac:spMk id="14" creationId="{7D293B61-54E6-DF66-A018-24B8448AB49B}"/>
          </ac:spMkLst>
        </pc:spChg>
        <pc:spChg chg="mod">
          <ac:chgData name="Stéphane JAUBERT" userId="926aeaf5-0d8d-4569-9635-338e3b4850fc" providerId="ADAL" clId="{C777CAD2-2948-4130-A6C6-8CB11CD7CD00}" dt="2026-09-01T06:14:18.930" v="246" actId="1076"/>
          <ac:spMkLst>
            <pc:docMk/>
            <pc:sldMk cId="0" sldId="368"/>
            <ac:spMk id="15" creationId="{3525C235-029E-D406-8984-8960D784809F}"/>
          </ac:spMkLst>
        </pc:spChg>
        <pc:spChg chg="mod">
          <ac:chgData name="Stéphane JAUBERT" userId="926aeaf5-0d8d-4569-9635-338e3b4850fc" providerId="ADAL" clId="{C777CAD2-2948-4130-A6C6-8CB11CD7CD00}" dt="2026-09-01T06:14:16.892" v="245" actId="1076"/>
          <ac:spMkLst>
            <pc:docMk/>
            <pc:sldMk cId="0" sldId="368"/>
            <ac:spMk id="17" creationId="{6771899E-1EFC-29DF-50BA-ABF8ECC41C7E}"/>
          </ac:spMkLst>
        </pc:spChg>
        <pc:spChg chg="mod">
          <ac:chgData name="Stéphane JAUBERT" userId="926aeaf5-0d8d-4569-9635-338e3b4850fc" providerId="ADAL" clId="{C777CAD2-2948-4130-A6C6-8CB11CD7CD00}" dt="2026-09-01T06:14:16.892" v="245" actId="1076"/>
          <ac:spMkLst>
            <pc:docMk/>
            <pc:sldMk cId="0" sldId="368"/>
            <ac:spMk id="18" creationId="{4789FABA-7068-2DC4-7D24-01AE6B4001AB}"/>
          </ac:spMkLst>
        </pc:spChg>
        <pc:spChg chg="mod">
          <ac:chgData name="Stéphane JAUBERT" userId="926aeaf5-0d8d-4569-9635-338e3b4850fc" providerId="ADAL" clId="{C777CAD2-2948-4130-A6C6-8CB11CD7CD00}" dt="2026-09-01T06:14:16.892" v="245" actId="1076"/>
          <ac:spMkLst>
            <pc:docMk/>
            <pc:sldMk cId="0" sldId="368"/>
            <ac:spMk id="19" creationId="{020D1C22-8E15-6CA1-E713-2676173D150F}"/>
          </ac:spMkLst>
        </pc:spChg>
        <pc:spChg chg="mod">
          <ac:chgData name="Stéphane JAUBERT" userId="926aeaf5-0d8d-4569-9635-338e3b4850fc" providerId="ADAL" clId="{C777CAD2-2948-4130-A6C6-8CB11CD7CD00}" dt="2026-09-01T06:14:16.892" v="245" actId="1076"/>
          <ac:spMkLst>
            <pc:docMk/>
            <pc:sldMk cId="0" sldId="368"/>
            <ac:spMk id="20" creationId="{52F9E55E-3C2A-EC8A-6235-EDBFC79E3C57}"/>
          </ac:spMkLst>
        </pc:spChg>
        <pc:spChg chg="mod">
          <ac:chgData name="Stéphane JAUBERT" userId="926aeaf5-0d8d-4569-9635-338e3b4850fc" providerId="ADAL" clId="{C777CAD2-2948-4130-A6C6-8CB11CD7CD00}" dt="2026-09-01T06:14:16.892" v="245" actId="1076"/>
          <ac:spMkLst>
            <pc:docMk/>
            <pc:sldMk cId="0" sldId="368"/>
            <ac:spMk id="21" creationId="{91487BE1-886E-8EC8-7715-2E85BEF5723F}"/>
          </ac:spMkLst>
        </pc:spChg>
        <pc:spChg chg="mod">
          <ac:chgData name="Stéphane JAUBERT" userId="926aeaf5-0d8d-4569-9635-338e3b4850fc" providerId="ADAL" clId="{C777CAD2-2948-4130-A6C6-8CB11CD7CD00}" dt="2026-09-01T06:14:16.892" v="245" actId="1076"/>
          <ac:spMkLst>
            <pc:docMk/>
            <pc:sldMk cId="0" sldId="368"/>
            <ac:spMk id="22" creationId="{E5DAF72D-D6AD-0AE7-AFCB-109AA4D33070}"/>
          </ac:spMkLst>
        </pc:spChg>
        <pc:spChg chg="mod">
          <ac:chgData name="Stéphane JAUBERT" userId="926aeaf5-0d8d-4569-9635-338e3b4850fc" providerId="ADAL" clId="{C777CAD2-2948-4130-A6C6-8CB11CD7CD00}" dt="2026-09-01T06:14:28.754" v="251" actId="20577"/>
          <ac:spMkLst>
            <pc:docMk/>
            <pc:sldMk cId="0" sldId="368"/>
            <ac:spMk id="107525" creationId="{00000000-0000-0000-0000-000000000000}"/>
          </ac:spMkLst>
        </pc:spChg>
        <pc:spChg chg="mod">
          <ac:chgData name="Stéphane JAUBERT" userId="926aeaf5-0d8d-4569-9635-338e3b4850fc" providerId="ADAL" clId="{C777CAD2-2948-4130-A6C6-8CB11CD7CD00}" dt="2026-09-01T06:14:31.523" v="253" actId="20577"/>
          <ac:spMkLst>
            <pc:docMk/>
            <pc:sldMk cId="0" sldId="368"/>
            <ac:spMk id="107541" creationId="{00000000-0000-0000-0000-000000000000}"/>
          </ac:spMkLst>
        </pc:spChg>
        <pc:spChg chg="mod">
          <ac:chgData name="Stéphane JAUBERT" userId="926aeaf5-0d8d-4569-9635-338e3b4850fc" providerId="ADAL" clId="{C777CAD2-2948-4130-A6C6-8CB11CD7CD00}" dt="2026-09-01T06:14:25.339" v="249" actId="20577"/>
          <ac:spMkLst>
            <pc:docMk/>
            <pc:sldMk cId="0" sldId="368"/>
            <ac:spMk id="107543" creationId="{00000000-0000-0000-0000-000000000000}"/>
          </ac:spMkLst>
        </pc:spChg>
        <pc:grpChg chg="add mod">
          <ac:chgData name="Stéphane JAUBERT" userId="926aeaf5-0d8d-4569-9635-338e3b4850fc" providerId="ADAL" clId="{C777CAD2-2948-4130-A6C6-8CB11CD7CD00}" dt="2026-09-01T06:14:22.864" v="247" actId="1076"/>
          <ac:grpSpMkLst>
            <pc:docMk/>
            <pc:sldMk cId="0" sldId="368"/>
            <ac:grpSpMk id="2" creationId="{9F7D5F18-083F-AF0B-5A79-584B3A17B5EB}"/>
          </ac:grpSpMkLst>
        </pc:grpChg>
        <pc:grpChg chg="add mod">
          <ac:chgData name="Stéphane JAUBERT" userId="926aeaf5-0d8d-4569-9635-338e3b4850fc" providerId="ADAL" clId="{C777CAD2-2948-4130-A6C6-8CB11CD7CD00}" dt="2026-09-01T06:14:18.930" v="246" actId="1076"/>
          <ac:grpSpMkLst>
            <pc:docMk/>
            <pc:sldMk cId="0" sldId="368"/>
            <ac:grpSpMk id="9" creationId="{53373B0B-DC42-15FB-F8EA-C611C193355C}"/>
          </ac:grpSpMkLst>
        </pc:grpChg>
        <pc:grpChg chg="add mod">
          <ac:chgData name="Stéphane JAUBERT" userId="926aeaf5-0d8d-4569-9635-338e3b4850fc" providerId="ADAL" clId="{C777CAD2-2948-4130-A6C6-8CB11CD7CD00}" dt="2026-09-01T06:14:16.892" v="245" actId="1076"/>
          <ac:grpSpMkLst>
            <pc:docMk/>
            <pc:sldMk cId="0" sldId="368"/>
            <ac:grpSpMk id="16" creationId="{1527A236-3FBE-FF34-E801-8B94A424E9E3}"/>
          </ac:grpSpMkLst>
        </pc:grpChg>
      </pc:sldChg>
      <pc:sldChg chg="addSp modSp mod">
        <pc:chgData name="Stéphane JAUBERT" userId="926aeaf5-0d8d-4569-9635-338e3b4850fc" providerId="ADAL" clId="{C777CAD2-2948-4130-A6C6-8CB11CD7CD00}" dt="2026-09-01T06:15:01.423" v="257" actId="20577"/>
        <pc:sldMkLst>
          <pc:docMk/>
          <pc:sldMk cId="0" sldId="370"/>
        </pc:sldMkLst>
        <pc:spChg chg="mod">
          <ac:chgData name="Stéphane JAUBERT" userId="926aeaf5-0d8d-4569-9635-338e3b4850fc" providerId="ADAL" clId="{C777CAD2-2948-4130-A6C6-8CB11CD7CD00}" dt="2026-09-01T06:14:58.530" v="255" actId="1076"/>
          <ac:spMkLst>
            <pc:docMk/>
            <pc:sldMk cId="0" sldId="370"/>
            <ac:spMk id="3" creationId="{E97FDED6-1D12-8651-432E-DF54C181168A}"/>
          </ac:spMkLst>
        </pc:spChg>
        <pc:spChg chg="mod">
          <ac:chgData name="Stéphane JAUBERT" userId="926aeaf5-0d8d-4569-9635-338e3b4850fc" providerId="ADAL" clId="{C777CAD2-2948-4130-A6C6-8CB11CD7CD00}" dt="2026-09-01T06:14:58.530" v="255" actId="1076"/>
          <ac:spMkLst>
            <pc:docMk/>
            <pc:sldMk cId="0" sldId="370"/>
            <ac:spMk id="4" creationId="{421B8E82-A34C-2102-FFD5-C1BBDB5923AE}"/>
          </ac:spMkLst>
        </pc:spChg>
        <pc:spChg chg="mod">
          <ac:chgData name="Stéphane JAUBERT" userId="926aeaf5-0d8d-4569-9635-338e3b4850fc" providerId="ADAL" clId="{C777CAD2-2948-4130-A6C6-8CB11CD7CD00}" dt="2026-09-01T06:14:58.530" v="255" actId="1076"/>
          <ac:spMkLst>
            <pc:docMk/>
            <pc:sldMk cId="0" sldId="370"/>
            <ac:spMk id="5" creationId="{A9BE6C53-AE18-915A-21CE-A96E3E32493D}"/>
          </ac:spMkLst>
        </pc:spChg>
        <pc:spChg chg="mod">
          <ac:chgData name="Stéphane JAUBERT" userId="926aeaf5-0d8d-4569-9635-338e3b4850fc" providerId="ADAL" clId="{C777CAD2-2948-4130-A6C6-8CB11CD7CD00}" dt="2026-09-01T06:14:58.530" v="255" actId="1076"/>
          <ac:spMkLst>
            <pc:docMk/>
            <pc:sldMk cId="0" sldId="370"/>
            <ac:spMk id="6" creationId="{43DB1A48-183D-D05D-1C9E-E82B61176374}"/>
          </ac:spMkLst>
        </pc:spChg>
        <pc:spChg chg="mod">
          <ac:chgData name="Stéphane JAUBERT" userId="926aeaf5-0d8d-4569-9635-338e3b4850fc" providerId="ADAL" clId="{C777CAD2-2948-4130-A6C6-8CB11CD7CD00}" dt="2026-09-01T06:14:58.530" v="255" actId="1076"/>
          <ac:spMkLst>
            <pc:docMk/>
            <pc:sldMk cId="0" sldId="370"/>
            <ac:spMk id="7" creationId="{BE27C6EC-F191-93EE-28EB-6A35E411B7E5}"/>
          </ac:spMkLst>
        </pc:spChg>
        <pc:spChg chg="mod">
          <ac:chgData name="Stéphane JAUBERT" userId="926aeaf5-0d8d-4569-9635-338e3b4850fc" providerId="ADAL" clId="{C777CAD2-2948-4130-A6C6-8CB11CD7CD00}" dt="2026-09-01T06:14:58.530" v="255" actId="1076"/>
          <ac:spMkLst>
            <pc:docMk/>
            <pc:sldMk cId="0" sldId="370"/>
            <ac:spMk id="8" creationId="{A8448A75-4121-154F-33D2-4AD009C72D9A}"/>
          </ac:spMkLst>
        </pc:spChg>
        <pc:spChg chg="mod">
          <ac:chgData name="Stéphane JAUBERT" userId="926aeaf5-0d8d-4569-9635-338e3b4850fc" providerId="ADAL" clId="{C777CAD2-2948-4130-A6C6-8CB11CD7CD00}" dt="2026-09-01T06:15:01.423" v="257" actId="20577"/>
          <ac:spMkLst>
            <pc:docMk/>
            <pc:sldMk cId="0" sldId="370"/>
            <ac:spMk id="126992" creationId="{00000000-0000-0000-0000-000000000000}"/>
          </ac:spMkLst>
        </pc:spChg>
        <pc:grpChg chg="add mod">
          <ac:chgData name="Stéphane JAUBERT" userId="926aeaf5-0d8d-4569-9635-338e3b4850fc" providerId="ADAL" clId="{C777CAD2-2948-4130-A6C6-8CB11CD7CD00}" dt="2026-09-01T06:14:58.530" v="255" actId="1076"/>
          <ac:grpSpMkLst>
            <pc:docMk/>
            <pc:sldMk cId="0" sldId="370"/>
            <ac:grpSpMk id="2" creationId="{6C57D91F-4001-6062-93B7-C5BF41A40612}"/>
          </ac:grpSpMkLst>
        </pc:grpChg>
      </pc:sldChg>
      <pc:sldChg chg="addSp delSp modSp mod modAnim">
        <pc:chgData name="Stéphane JAUBERT" userId="926aeaf5-0d8d-4569-9635-338e3b4850fc" providerId="ADAL" clId="{C777CAD2-2948-4130-A6C6-8CB11CD7CD00}" dt="2026-09-01T08:23:05.425" v="343" actId="20577"/>
        <pc:sldMkLst>
          <pc:docMk/>
          <pc:sldMk cId="0" sldId="371"/>
        </pc:sldMkLst>
        <pc:spChg chg="mod">
          <ac:chgData name="Stéphane JAUBERT" userId="926aeaf5-0d8d-4569-9635-338e3b4850fc" providerId="ADAL" clId="{C777CAD2-2948-4130-A6C6-8CB11CD7CD00}" dt="2026-09-01T08:22:49.727" v="339" actId="20577"/>
          <ac:spMkLst>
            <pc:docMk/>
            <pc:sldMk cId="0" sldId="371"/>
            <ac:spMk id="3" creationId="{5B46AAAC-66E1-041F-07A4-9D2D60C0288C}"/>
          </ac:spMkLst>
        </pc:spChg>
        <pc:spChg chg="mod">
          <ac:chgData name="Stéphane JAUBERT" userId="926aeaf5-0d8d-4569-9635-338e3b4850fc" providerId="ADAL" clId="{C777CAD2-2948-4130-A6C6-8CB11CD7CD00}" dt="2026-09-01T08:22:56.624" v="341" actId="20577"/>
          <ac:spMkLst>
            <pc:docMk/>
            <pc:sldMk cId="0" sldId="371"/>
            <ac:spMk id="4" creationId="{3E6EBA1C-4956-103D-2AFC-7615AA5808AF}"/>
          </ac:spMkLst>
        </pc:spChg>
        <pc:spChg chg="mod">
          <ac:chgData name="Stéphane JAUBERT" userId="926aeaf5-0d8d-4569-9635-338e3b4850fc" providerId="ADAL" clId="{C777CAD2-2948-4130-A6C6-8CB11CD7CD00}" dt="2026-09-01T08:23:05.425" v="343" actId="20577"/>
          <ac:spMkLst>
            <pc:docMk/>
            <pc:sldMk cId="0" sldId="371"/>
            <ac:spMk id="5" creationId="{F042CC87-9D29-F92C-F3A0-808A59DB3540}"/>
          </ac:spMkLst>
        </pc:spChg>
        <pc:spChg chg="mod">
          <ac:chgData name="Stéphane JAUBERT" userId="926aeaf5-0d8d-4569-9635-338e3b4850fc" providerId="ADAL" clId="{C777CAD2-2948-4130-A6C6-8CB11CD7CD00}" dt="2026-09-01T08:22:12.852" v="331"/>
          <ac:spMkLst>
            <pc:docMk/>
            <pc:sldMk cId="0" sldId="371"/>
            <ac:spMk id="6" creationId="{85CE9019-FB64-9819-08BE-EF87AAB19F19}"/>
          </ac:spMkLst>
        </pc:spChg>
        <pc:spChg chg="mod">
          <ac:chgData name="Stéphane JAUBERT" userId="926aeaf5-0d8d-4569-9635-338e3b4850fc" providerId="ADAL" clId="{C777CAD2-2948-4130-A6C6-8CB11CD7CD00}" dt="2026-09-01T08:22:12.852" v="331"/>
          <ac:spMkLst>
            <pc:docMk/>
            <pc:sldMk cId="0" sldId="371"/>
            <ac:spMk id="14" creationId="{4ED9AACA-BF56-FA8F-82AF-971B904C4276}"/>
          </ac:spMkLst>
        </pc:spChg>
        <pc:spChg chg="mod">
          <ac:chgData name="Stéphane JAUBERT" userId="926aeaf5-0d8d-4569-9635-338e3b4850fc" providerId="ADAL" clId="{C777CAD2-2948-4130-A6C6-8CB11CD7CD00}" dt="2026-09-01T08:22:12.852" v="331"/>
          <ac:spMkLst>
            <pc:docMk/>
            <pc:sldMk cId="0" sldId="371"/>
            <ac:spMk id="15" creationId="{A4AC4F8C-FE05-B3C8-EA03-51521CA568AA}"/>
          </ac:spMkLst>
        </pc:spChg>
        <pc:spChg chg="mod">
          <ac:chgData name="Stéphane JAUBERT" userId="926aeaf5-0d8d-4569-9635-338e3b4850fc" providerId="ADAL" clId="{C777CAD2-2948-4130-A6C6-8CB11CD7CD00}" dt="2026-09-01T08:22:40.652" v="335" actId="478"/>
          <ac:spMkLst>
            <pc:docMk/>
            <pc:sldMk cId="0" sldId="371"/>
            <ac:spMk id="16" creationId="{36482267-79B4-88D7-11EA-ADBAF6223A29}"/>
          </ac:spMkLst>
        </pc:spChg>
        <pc:spChg chg="mod">
          <ac:chgData name="Stéphane JAUBERT" userId="926aeaf5-0d8d-4569-9635-338e3b4850fc" providerId="ADAL" clId="{C777CAD2-2948-4130-A6C6-8CB11CD7CD00}" dt="2026-09-01T08:22:40.652" v="335" actId="478"/>
          <ac:spMkLst>
            <pc:docMk/>
            <pc:sldMk cId="0" sldId="371"/>
            <ac:spMk id="22" creationId="{67EF6758-CA73-F9E9-E6A1-5A9680E06FF9}"/>
          </ac:spMkLst>
        </pc:spChg>
        <pc:spChg chg="mod">
          <ac:chgData name="Stéphane JAUBERT" userId="926aeaf5-0d8d-4569-9635-338e3b4850fc" providerId="ADAL" clId="{C777CAD2-2948-4130-A6C6-8CB11CD7CD00}" dt="2026-09-01T08:22:40.652" v="335" actId="478"/>
          <ac:spMkLst>
            <pc:docMk/>
            <pc:sldMk cId="0" sldId="371"/>
            <ac:spMk id="23" creationId="{4DD15C13-0B01-28CB-5423-5869FEE3F378}"/>
          </ac:spMkLst>
        </pc:spChg>
        <pc:spChg chg="mod">
          <ac:chgData name="Stéphane JAUBERT" userId="926aeaf5-0d8d-4569-9635-338e3b4850fc" providerId="ADAL" clId="{C777CAD2-2948-4130-A6C6-8CB11CD7CD00}" dt="2026-09-01T08:22:40.652" v="335" actId="478"/>
          <ac:spMkLst>
            <pc:docMk/>
            <pc:sldMk cId="0" sldId="371"/>
            <ac:spMk id="24" creationId="{95E09E0E-A0E0-52AA-B4E9-907D8C9DF3CA}"/>
          </ac:spMkLst>
        </pc:spChg>
        <pc:spChg chg="mod">
          <ac:chgData name="Stéphane JAUBERT" userId="926aeaf5-0d8d-4569-9635-338e3b4850fc" providerId="ADAL" clId="{C777CAD2-2948-4130-A6C6-8CB11CD7CD00}" dt="2026-09-01T08:22:40.652" v="335" actId="478"/>
          <ac:spMkLst>
            <pc:docMk/>
            <pc:sldMk cId="0" sldId="371"/>
            <ac:spMk id="26" creationId="{17DD13EF-51F1-5808-9AAF-192439F710B8}"/>
          </ac:spMkLst>
        </pc:spChg>
        <pc:spChg chg="mod">
          <ac:chgData name="Stéphane JAUBERT" userId="926aeaf5-0d8d-4569-9635-338e3b4850fc" providerId="ADAL" clId="{C777CAD2-2948-4130-A6C6-8CB11CD7CD00}" dt="2026-09-01T08:22:40.652" v="335" actId="478"/>
          <ac:spMkLst>
            <pc:docMk/>
            <pc:sldMk cId="0" sldId="371"/>
            <ac:spMk id="27" creationId="{D4AA3217-E96A-F50D-2B10-1A652CBB9C4B}"/>
          </ac:spMkLst>
        </pc:spChg>
        <pc:spChg chg="mod">
          <ac:chgData name="Stéphane JAUBERT" userId="926aeaf5-0d8d-4569-9635-338e3b4850fc" providerId="ADAL" clId="{C777CAD2-2948-4130-A6C6-8CB11CD7CD00}" dt="2026-09-01T08:22:12.852" v="331"/>
          <ac:spMkLst>
            <pc:docMk/>
            <pc:sldMk cId="0" sldId="371"/>
            <ac:spMk id="28" creationId="{A2A75B4A-B770-EFBD-EB78-449D83964CAE}"/>
          </ac:spMkLst>
        </pc:spChg>
        <pc:spChg chg="mod">
          <ac:chgData name="Stéphane JAUBERT" userId="926aeaf5-0d8d-4569-9635-338e3b4850fc" providerId="ADAL" clId="{C777CAD2-2948-4130-A6C6-8CB11CD7CD00}" dt="2026-09-01T08:22:12.852" v="331"/>
          <ac:spMkLst>
            <pc:docMk/>
            <pc:sldMk cId="0" sldId="371"/>
            <ac:spMk id="29" creationId="{D54C9057-9855-DF94-97D4-F9A0B28182C2}"/>
          </ac:spMkLst>
        </pc:spChg>
        <pc:spChg chg="mod">
          <ac:chgData name="Stéphane JAUBERT" userId="926aeaf5-0d8d-4569-9635-338e3b4850fc" providerId="ADAL" clId="{C777CAD2-2948-4130-A6C6-8CB11CD7CD00}" dt="2026-09-01T08:22:40.652" v="335" actId="478"/>
          <ac:spMkLst>
            <pc:docMk/>
            <pc:sldMk cId="0" sldId="371"/>
            <ac:spMk id="30" creationId="{DBDC8057-6E14-51B2-56FD-C1119040FF20}"/>
          </ac:spMkLst>
        </pc:spChg>
        <pc:spChg chg="mod">
          <ac:chgData name="Stéphane JAUBERT" userId="926aeaf5-0d8d-4569-9635-338e3b4850fc" providerId="ADAL" clId="{C777CAD2-2948-4130-A6C6-8CB11CD7CD00}" dt="2026-09-01T08:22:12.852" v="331"/>
          <ac:spMkLst>
            <pc:docMk/>
            <pc:sldMk cId="0" sldId="371"/>
            <ac:spMk id="32" creationId="{136C5E35-ADF2-68DD-7755-96624905D963}"/>
          </ac:spMkLst>
        </pc:spChg>
        <pc:spChg chg="mod">
          <ac:chgData name="Stéphane JAUBERT" userId="926aeaf5-0d8d-4569-9635-338e3b4850fc" providerId="ADAL" clId="{C777CAD2-2948-4130-A6C6-8CB11CD7CD00}" dt="2026-09-01T08:22:12.852" v="331"/>
          <ac:spMkLst>
            <pc:docMk/>
            <pc:sldMk cId="0" sldId="371"/>
            <ac:spMk id="33" creationId="{839ABE9B-0550-010A-9788-58B1C73543F4}"/>
          </ac:spMkLst>
        </pc:spChg>
        <pc:spChg chg="del mod">
          <ac:chgData name="Stéphane JAUBERT" userId="926aeaf5-0d8d-4569-9635-338e3b4850fc" providerId="ADAL" clId="{C777CAD2-2948-4130-A6C6-8CB11CD7CD00}" dt="2026-09-01T08:22:43.522" v="336" actId="478"/>
          <ac:spMkLst>
            <pc:docMk/>
            <pc:sldMk cId="0" sldId="371"/>
            <ac:spMk id="36" creationId="{A4F5A589-0C46-B45C-5B90-8850184AC63F}"/>
          </ac:spMkLst>
        </pc:spChg>
        <pc:spChg chg="del">
          <ac:chgData name="Stéphane JAUBERT" userId="926aeaf5-0d8d-4569-9635-338e3b4850fc" providerId="ADAL" clId="{C777CAD2-2948-4130-A6C6-8CB11CD7CD00}" dt="2026-09-01T08:22:46.676" v="337" actId="478"/>
          <ac:spMkLst>
            <pc:docMk/>
            <pc:sldMk cId="0" sldId="371"/>
            <ac:spMk id="39" creationId="{4EE28B5A-E659-CF65-F484-7DA8523AA18A}"/>
          </ac:spMkLst>
        </pc:spChg>
        <pc:spChg chg="del mod">
          <ac:chgData name="Stéphane JAUBERT" userId="926aeaf5-0d8d-4569-9635-338e3b4850fc" providerId="ADAL" clId="{C777CAD2-2948-4130-A6C6-8CB11CD7CD00}" dt="2026-09-01T08:22:34.106" v="333" actId="478"/>
          <ac:spMkLst>
            <pc:docMk/>
            <pc:sldMk cId="0" sldId="371"/>
            <ac:spMk id="40" creationId="{FE9CB894-6D76-4DA2-F1ED-720513D92B27}"/>
          </ac:spMkLst>
        </pc:spChg>
        <pc:spChg chg="del">
          <ac:chgData name="Stéphane JAUBERT" userId="926aeaf5-0d8d-4569-9635-338e3b4850fc" providerId="ADAL" clId="{C777CAD2-2948-4130-A6C6-8CB11CD7CD00}" dt="2026-09-01T08:22:37.437" v="334" actId="478"/>
          <ac:spMkLst>
            <pc:docMk/>
            <pc:sldMk cId="0" sldId="371"/>
            <ac:spMk id="41" creationId="{A9E1F267-7DE2-8A2B-4395-11AD54503E35}"/>
          </ac:spMkLst>
        </pc:spChg>
        <pc:spChg chg="del mod">
          <ac:chgData name="Stéphane JAUBERT" userId="926aeaf5-0d8d-4569-9635-338e3b4850fc" providerId="ADAL" clId="{C777CAD2-2948-4130-A6C6-8CB11CD7CD00}" dt="2026-09-01T08:22:11.585" v="330" actId="478"/>
          <ac:spMkLst>
            <pc:docMk/>
            <pc:sldMk cId="0" sldId="371"/>
            <ac:spMk id="52233" creationId="{00000000-0000-0000-0000-000000000000}"/>
          </ac:spMkLst>
        </pc:spChg>
        <pc:grpChg chg="del">
          <ac:chgData name="Stéphane JAUBERT" userId="926aeaf5-0d8d-4569-9635-338e3b4850fc" providerId="ADAL" clId="{C777CAD2-2948-4130-A6C6-8CB11CD7CD00}" dt="2026-09-01T08:22:46.676" v="337" actId="478"/>
          <ac:grpSpMkLst>
            <pc:docMk/>
            <pc:sldMk cId="0" sldId="371"/>
            <ac:grpSpMk id="7" creationId="{41E2BF53-D12A-B111-E77F-459F9E15AE43}"/>
          </ac:grpSpMkLst>
        </pc:grpChg>
      </pc:sldChg>
      <pc:sldChg chg="addSp modSp mod">
        <pc:chgData name="Stéphane JAUBERT" userId="926aeaf5-0d8d-4569-9635-338e3b4850fc" providerId="ADAL" clId="{C777CAD2-2948-4130-A6C6-8CB11CD7CD00}" dt="2026-09-01T06:15:57.450" v="263" actId="20577"/>
        <pc:sldMkLst>
          <pc:docMk/>
          <pc:sldMk cId="0" sldId="379"/>
        </pc:sldMkLst>
        <pc:spChg chg="mod">
          <ac:chgData name="Stéphane JAUBERT" userId="926aeaf5-0d8d-4569-9635-338e3b4850fc" providerId="ADAL" clId="{C777CAD2-2948-4130-A6C6-8CB11CD7CD00}" dt="2026-09-01T06:15:54.317" v="261" actId="1076"/>
          <ac:spMkLst>
            <pc:docMk/>
            <pc:sldMk cId="0" sldId="379"/>
            <ac:spMk id="3" creationId="{0DD922E4-6E39-DF45-6B9C-91647C2F17AC}"/>
          </ac:spMkLst>
        </pc:spChg>
        <pc:spChg chg="mod">
          <ac:chgData name="Stéphane JAUBERT" userId="926aeaf5-0d8d-4569-9635-338e3b4850fc" providerId="ADAL" clId="{C777CAD2-2948-4130-A6C6-8CB11CD7CD00}" dt="2026-09-01T06:15:54.317" v="261" actId="1076"/>
          <ac:spMkLst>
            <pc:docMk/>
            <pc:sldMk cId="0" sldId="379"/>
            <ac:spMk id="4" creationId="{6283898D-D161-BC0F-440D-E634ACC9885F}"/>
          </ac:spMkLst>
        </pc:spChg>
        <pc:spChg chg="mod">
          <ac:chgData name="Stéphane JAUBERT" userId="926aeaf5-0d8d-4569-9635-338e3b4850fc" providerId="ADAL" clId="{C777CAD2-2948-4130-A6C6-8CB11CD7CD00}" dt="2026-09-01T06:15:54.317" v="261" actId="1076"/>
          <ac:spMkLst>
            <pc:docMk/>
            <pc:sldMk cId="0" sldId="379"/>
            <ac:spMk id="5" creationId="{B49AF1F9-B69B-41DF-5843-78EA6C331194}"/>
          </ac:spMkLst>
        </pc:spChg>
        <pc:spChg chg="mod">
          <ac:chgData name="Stéphane JAUBERT" userId="926aeaf5-0d8d-4569-9635-338e3b4850fc" providerId="ADAL" clId="{C777CAD2-2948-4130-A6C6-8CB11CD7CD00}" dt="2026-09-01T06:15:54.317" v="261" actId="1076"/>
          <ac:spMkLst>
            <pc:docMk/>
            <pc:sldMk cId="0" sldId="379"/>
            <ac:spMk id="6" creationId="{0F26DC6E-B87A-4054-8622-50445ECFEE6A}"/>
          </ac:spMkLst>
        </pc:spChg>
        <pc:spChg chg="mod">
          <ac:chgData name="Stéphane JAUBERT" userId="926aeaf5-0d8d-4569-9635-338e3b4850fc" providerId="ADAL" clId="{C777CAD2-2948-4130-A6C6-8CB11CD7CD00}" dt="2026-09-01T06:15:54.317" v="261" actId="1076"/>
          <ac:spMkLst>
            <pc:docMk/>
            <pc:sldMk cId="0" sldId="379"/>
            <ac:spMk id="7" creationId="{DEB1ED63-9D1B-2622-F243-2863F8E59090}"/>
          </ac:spMkLst>
        </pc:spChg>
        <pc:spChg chg="mod">
          <ac:chgData name="Stéphane JAUBERT" userId="926aeaf5-0d8d-4569-9635-338e3b4850fc" providerId="ADAL" clId="{C777CAD2-2948-4130-A6C6-8CB11CD7CD00}" dt="2026-09-01T06:15:54.317" v="261" actId="1076"/>
          <ac:spMkLst>
            <pc:docMk/>
            <pc:sldMk cId="0" sldId="379"/>
            <ac:spMk id="8" creationId="{30C9D540-BD58-18B6-36B5-1D86687DF53B}"/>
          </ac:spMkLst>
        </pc:spChg>
        <pc:spChg chg="mod">
          <ac:chgData name="Stéphane JAUBERT" userId="926aeaf5-0d8d-4569-9635-338e3b4850fc" providerId="ADAL" clId="{C777CAD2-2948-4130-A6C6-8CB11CD7CD00}" dt="2026-09-01T06:15:57.450" v="263" actId="20577"/>
          <ac:spMkLst>
            <pc:docMk/>
            <pc:sldMk cId="0" sldId="379"/>
            <ac:spMk id="158741" creationId="{00000000-0000-0000-0000-000000000000}"/>
          </ac:spMkLst>
        </pc:spChg>
        <pc:grpChg chg="add mod">
          <ac:chgData name="Stéphane JAUBERT" userId="926aeaf5-0d8d-4569-9635-338e3b4850fc" providerId="ADAL" clId="{C777CAD2-2948-4130-A6C6-8CB11CD7CD00}" dt="2026-09-01T06:15:54.317" v="261" actId="1076"/>
          <ac:grpSpMkLst>
            <pc:docMk/>
            <pc:sldMk cId="0" sldId="379"/>
            <ac:grpSpMk id="2" creationId="{2AB3A638-3A36-787A-9AA9-2F36F36590CE}"/>
          </ac:grpSpMkLst>
        </pc:grpChg>
      </pc:sldChg>
      <pc:sldChg chg="modSp mod">
        <pc:chgData name="Stéphane JAUBERT" userId="926aeaf5-0d8d-4569-9635-338e3b4850fc" providerId="ADAL" clId="{C777CAD2-2948-4130-A6C6-8CB11CD7CD00}" dt="2026-09-01T06:18:15.221" v="293" actId="1076"/>
        <pc:sldMkLst>
          <pc:docMk/>
          <pc:sldMk cId="0" sldId="383"/>
        </pc:sldMkLst>
        <pc:spChg chg="mod">
          <ac:chgData name="Stéphane JAUBERT" userId="926aeaf5-0d8d-4569-9635-338e3b4850fc" providerId="ADAL" clId="{C777CAD2-2948-4130-A6C6-8CB11CD7CD00}" dt="2026-09-01T06:18:04.815" v="290" actId="1076"/>
          <ac:spMkLst>
            <pc:docMk/>
            <pc:sldMk cId="0" sldId="383"/>
            <ac:spMk id="3" creationId="{7F7AA16F-44B9-8A52-F543-20904C5C4F21}"/>
          </ac:spMkLst>
        </pc:spChg>
        <pc:spChg chg="mod">
          <ac:chgData name="Stéphane JAUBERT" userId="926aeaf5-0d8d-4569-9635-338e3b4850fc" providerId="ADAL" clId="{C777CAD2-2948-4130-A6C6-8CB11CD7CD00}" dt="2026-09-01T06:18:04.815" v="290" actId="1076"/>
          <ac:spMkLst>
            <pc:docMk/>
            <pc:sldMk cId="0" sldId="383"/>
            <ac:spMk id="4" creationId="{43E63C71-6419-04E0-F939-C3D26A778677}"/>
          </ac:spMkLst>
        </pc:spChg>
        <pc:spChg chg="mod">
          <ac:chgData name="Stéphane JAUBERT" userId="926aeaf5-0d8d-4569-9635-338e3b4850fc" providerId="ADAL" clId="{C777CAD2-2948-4130-A6C6-8CB11CD7CD00}" dt="2026-09-01T06:18:04.815" v="290" actId="1076"/>
          <ac:spMkLst>
            <pc:docMk/>
            <pc:sldMk cId="0" sldId="383"/>
            <ac:spMk id="5" creationId="{AA2201C5-1A55-F7D1-E428-C7B2A9471743}"/>
          </ac:spMkLst>
        </pc:spChg>
        <pc:spChg chg="mod">
          <ac:chgData name="Stéphane JAUBERT" userId="926aeaf5-0d8d-4569-9635-338e3b4850fc" providerId="ADAL" clId="{C777CAD2-2948-4130-A6C6-8CB11CD7CD00}" dt="2026-09-01T06:18:04.815" v="290" actId="1076"/>
          <ac:spMkLst>
            <pc:docMk/>
            <pc:sldMk cId="0" sldId="383"/>
            <ac:spMk id="6" creationId="{C5BB66A1-0483-DD0E-0BD4-01AB6FEDDEE8}"/>
          </ac:spMkLst>
        </pc:spChg>
        <pc:spChg chg="mod">
          <ac:chgData name="Stéphane JAUBERT" userId="926aeaf5-0d8d-4569-9635-338e3b4850fc" providerId="ADAL" clId="{C777CAD2-2948-4130-A6C6-8CB11CD7CD00}" dt="2026-09-01T06:18:04.815" v="290" actId="1076"/>
          <ac:spMkLst>
            <pc:docMk/>
            <pc:sldMk cId="0" sldId="383"/>
            <ac:spMk id="7" creationId="{E392EC9C-06C1-DF0C-F84E-991100B58B9D}"/>
          </ac:spMkLst>
        </pc:spChg>
        <pc:spChg chg="mod">
          <ac:chgData name="Stéphane JAUBERT" userId="926aeaf5-0d8d-4569-9635-338e3b4850fc" providerId="ADAL" clId="{C777CAD2-2948-4130-A6C6-8CB11CD7CD00}" dt="2026-09-01T06:18:04.815" v="290" actId="1076"/>
          <ac:spMkLst>
            <pc:docMk/>
            <pc:sldMk cId="0" sldId="383"/>
            <ac:spMk id="8" creationId="{D6249FEF-E03D-AFFF-6087-A229EE2941EB}"/>
          </ac:spMkLst>
        </pc:spChg>
        <pc:spChg chg="mod">
          <ac:chgData name="Stéphane JAUBERT" userId="926aeaf5-0d8d-4569-9635-338e3b4850fc" providerId="ADAL" clId="{C777CAD2-2948-4130-A6C6-8CB11CD7CD00}" dt="2026-09-01T06:18:08.188" v="291" actId="1076"/>
          <ac:spMkLst>
            <pc:docMk/>
            <pc:sldMk cId="0" sldId="383"/>
            <ac:spMk id="10" creationId="{B51B3432-8CAE-41FB-2D80-3CE78DAA5851}"/>
          </ac:spMkLst>
        </pc:spChg>
        <pc:spChg chg="mod">
          <ac:chgData name="Stéphane JAUBERT" userId="926aeaf5-0d8d-4569-9635-338e3b4850fc" providerId="ADAL" clId="{C777CAD2-2948-4130-A6C6-8CB11CD7CD00}" dt="2026-09-01T06:18:08.188" v="291" actId="1076"/>
          <ac:spMkLst>
            <pc:docMk/>
            <pc:sldMk cId="0" sldId="383"/>
            <ac:spMk id="11" creationId="{54D2A24E-801A-B59D-E0CD-5067B83CD77B}"/>
          </ac:spMkLst>
        </pc:spChg>
        <pc:spChg chg="mod">
          <ac:chgData name="Stéphane JAUBERT" userId="926aeaf5-0d8d-4569-9635-338e3b4850fc" providerId="ADAL" clId="{C777CAD2-2948-4130-A6C6-8CB11CD7CD00}" dt="2026-09-01T06:18:08.188" v="291" actId="1076"/>
          <ac:spMkLst>
            <pc:docMk/>
            <pc:sldMk cId="0" sldId="383"/>
            <ac:spMk id="12" creationId="{C1136C97-0290-BA6D-A394-9DA80F0CB3CB}"/>
          </ac:spMkLst>
        </pc:spChg>
        <pc:spChg chg="mod">
          <ac:chgData name="Stéphane JAUBERT" userId="926aeaf5-0d8d-4569-9635-338e3b4850fc" providerId="ADAL" clId="{C777CAD2-2948-4130-A6C6-8CB11CD7CD00}" dt="2026-09-01T06:18:08.188" v="291" actId="1076"/>
          <ac:spMkLst>
            <pc:docMk/>
            <pc:sldMk cId="0" sldId="383"/>
            <ac:spMk id="13" creationId="{3D7720B5-F93D-B015-4FAB-B15CB4F81983}"/>
          </ac:spMkLst>
        </pc:spChg>
        <pc:spChg chg="mod">
          <ac:chgData name="Stéphane JAUBERT" userId="926aeaf5-0d8d-4569-9635-338e3b4850fc" providerId="ADAL" clId="{C777CAD2-2948-4130-A6C6-8CB11CD7CD00}" dt="2026-09-01T06:18:08.188" v="291" actId="1076"/>
          <ac:spMkLst>
            <pc:docMk/>
            <pc:sldMk cId="0" sldId="383"/>
            <ac:spMk id="14" creationId="{274AB772-305F-F16D-7045-B1A61715A7F3}"/>
          </ac:spMkLst>
        </pc:spChg>
        <pc:spChg chg="mod">
          <ac:chgData name="Stéphane JAUBERT" userId="926aeaf5-0d8d-4569-9635-338e3b4850fc" providerId="ADAL" clId="{C777CAD2-2948-4130-A6C6-8CB11CD7CD00}" dt="2026-09-01T06:18:08.188" v="291" actId="1076"/>
          <ac:spMkLst>
            <pc:docMk/>
            <pc:sldMk cId="0" sldId="383"/>
            <ac:spMk id="15" creationId="{168ED138-2987-49D1-3D2E-D92BDD99EFCF}"/>
          </ac:spMkLst>
        </pc:spChg>
        <pc:spChg chg="mod">
          <ac:chgData name="Stéphane JAUBERT" userId="926aeaf5-0d8d-4569-9635-338e3b4850fc" providerId="ADAL" clId="{C777CAD2-2948-4130-A6C6-8CB11CD7CD00}" dt="2026-09-01T06:18:15.221" v="293" actId="1076"/>
          <ac:spMkLst>
            <pc:docMk/>
            <pc:sldMk cId="0" sldId="383"/>
            <ac:spMk id="197638" creationId="{00000000-0000-0000-0000-000000000000}"/>
          </ac:spMkLst>
        </pc:spChg>
        <pc:grpChg chg="mod">
          <ac:chgData name="Stéphane JAUBERT" userId="926aeaf5-0d8d-4569-9635-338e3b4850fc" providerId="ADAL" clId="{C777CAD2-2948-4130-A6C6-8CB11CD7CD00}" dt="2026-09-01T06:18:04.815" v="290" actId="1076"/>
          <ac:grpSpMkLst>
            <pc:docMk/>
            <pc:sldMk cId="0" sldId="383"/>
            <ac:grpSpMk id="2" creationId="{DC0DE871-E211-69CC-3B3A-17183D10F2AC}"/>
          </ac:grpSpMkLst>
        </pc:grpChg>
        <pc:grpChg chg="mod">
          <ac:chgData name="Stéphane JAUBERT" userId="926aeaf5-0d8d-4569-9635-338e3b4850fc" providerId="ADAL" clId="{C777CAD2-2948-4130-A6C6-8CB11CD7CD00}" dt="2026-09-01T06:18:08.188" v="291" actId="1076"/>
          <ac:grpSpMkLst>
            <pc:docMk/>
            <pc:sldMk cId="0" sldId="383"/>
            <ac:grpSpMk id="9" creationId="{245F2828-BC5A-675F-3AB5-53120C25CF79}"/>
          </ac:grpSpMkLst>
        </pc:grpChg>
      </pc:sldChg>
      <pc:sldChg chg="modSp">
        <pc:chgData name="Stéphane JAUBERT" userId="926aeaf5-0d8d-4569-9635-338e3b4850fc" providerId="ADAL" clId="{C777CAD2-2948-4130-A6C6-8CB11CD7CD00}" dt="2026-09-01T06:19:28.477" v="313" actId="1076"/>
        <pc:sldMkLst>
          <pc:docMk/>
          <pc:sldMk cId="0" sldId="384"/>
        </pc:sldMkLst>
        <pc:spChg chg="mod">
          <ac:chgData name="Stéphane JAUBERT" userId="926aeaf5-0d8d-4569-9635-338e3b4850fc" providerId="ADAL" clId="{C777CAD2-2948-4130-A6C6-8CB11CD7CD00}" dt="2026-09-01T06:19:25.839" v="312" actId="1076"/>
          <ac:spMkLst>
            <pc:docMk/>
            <pc:sldMk cId="0" sldId="384"/>
            <ac:spMk id="3" creationId="{74AA1D97-6AE1-1DEE-C62A-ADC72E534174}"/>
          </ac:spMkLst>
        </pc:spChg>
        <pc:spChg chg="mod">
          <ac:chgData name="Stéphane JAUBERT" userId="926aeaf5-0d8d-4569-9635-338e3b4850fc" providerId="ADAL" clId="{C777CAD2-2948-4130-A6C6-8CB11CD7CD00}" dt="2026-09-01T06:19:25.839" v="312" actId="1076"/>
          <ac:spMkLst>
            <pc:docMk/>
            <pc:sldMk cId="0" sldId="384"/>
            <ac:spMk id="4" creationId="{6B0953CA-F1A8-A899-C2E7-0A28E99FF2D9}"/>
          </ac:spMkLst>
        </pc:spChg>
        <pc:spChg chg="mod">
          <ac:chgData name="Stéphane JAUBERT" userId="926aeaf5-0d8d-4569-9635-338e3b4850fc" providerId="ADAL" clId="{C777CAD2-2948-4130-A6C6-8CB11CD7CD00}" dt="2026-09-01T06:19:25.839" v="312" actId="1076"/>
          <ac:spMkLst>
            <pc:docMk/>
            <pc:sldMk cId="0" sldId="384"/>
            <ac:spMk id="5" creationId="{A61C1319-6D25-655E-B28A-8BE7B6D39F0E}"/>
          </ac:spMkLst>
        </pc:spChg>
        <pc:spChg chg="mod">
          <ac:chgData name="Stéphane JAUBERT" userId="926aeaf5-0d8d-4569-9635-338e3b4850fc" providerId="ADAL" clId="{C777CAD2-2948-4130-A6C6-8CB11CD7CD00}" dt="2026-09-01T06:19:25.839" v="312" actId="1076"/>
          <ac:spMkLst>
            <pc:docMk/>
            <pc:sldMk cId="0" sldId="384"/>
            <ac:spMk id="6" creationId="{0366A36C-51B8-D895-8399-19F249AF5847}"/>
          </ac:spMkLst>
        </pc:spChg>
        <pc:spChg chg="mod">
          <ac:chgData name="Stéphane JAUBERT" userId="926aeaf5-0d8d-4569-9635-338e3b4850fc" providerId="ADAL" clId="{C777CAD2-2948-4130-A6C6-8CB11CD7CD00}" dt="2026-09-01T06:19:25.839" v="312" actId="1076"/>
          <ac:spMkLst>
            <pc:docMk/>
            <pc:sldMk cId="0" sldId="384"/>
            <ac:spMk id="7" creationId="{F7AEE51A-46A9-AE6F-10F5-2D40761426E7}"/>
          </ac:spMkLst>
        </pc:spChg>
        <pc:spChg chg="mod">
          <ac:chgData name="Stéphane JAUBERT" userId="926aeaf5-0d8d-4569-9635-338e3b4850fc" providerId="ADAL" clId="{C777CAD2-2948-4130-A6C6-8CB11CD7CD00}" dt="2026-09-01T06:19:25.839" v="312" actId="1076"/>
          <ac:spMkLst>
            <pc:docMk/>
            <pc:sldMk cId="0" sldId="384"/>
            <ac:spMk id="8" creationId="{8DDD4C11-E04D-8269-C0BE-AB5A7D9F0C55}"/>
          </ac:spMkLst>
        </pc:spChg>
        <pc:spChg chg="mod">
          <ac:chgData name="Stéphane JAUBERT" userId="926aeaf5-0d8d-4569-9635-338e3b4850fc" providerId="ADAL" clId="{C777CAD2-2948-4130-A6C6-8CB11CD7CD00}" dt="2026-09-01T06:19:28.477" v="313" actId="1076"/>
          <ac:spMkLst>
            <pc:docMk/>
            <pc:sldMk cId="0" sldId="384"/>
            <ac:spMk id="10" creationId="{E2EB9163-BD11-DCD6-F5E1-A1FCFD429CE8}"/>
          </ac:spMkLst>
        </pc:spChg>
        <pc:spChg chg="mod">
          <ac:chgData name="Stéphane JAUBERT" userId="926aeaf5-0d8d-4569-9635-338e3b4850fc" providerId="ADAL" clId="{C777CAD2-2948-4130-A6C6-8CB11CD7CD00}" dt="2026-09-01T06:19:28.477" v="313" actId="1076"/>
          <ac:spMkLst>
            <pc:docMk/>
            <pc:sldMk cId="0" sldId="384"/>
            <ac:spMk id="11" creationId="{E1014E08-F52E-FA0A-ADFC-43CE9CE74D72}"/>
          </ac:spMkLst>
        </pc:spChg>
        <pc:spChg chg="mod">
          <ac:chgData name="Stéphane JAUBERT" userId="926aeaf5-0d8d-4569-9635-338e3b4850fc" providerId="ADAL" clId="{C777CAD2-2948-4130-A6C6-8CB11CD7CD00}" dt="2026-09-01T06:19:28.477" v="313" actId="1076"/>
          <ac:spMkLst>
            <pc:docMk/>
            <pc:sldMk cId="0" sldId="384"/>
            <ac:spMk id="12" creationId="{79E4B983-91E2-ECE4-942A-1B7212420005}"/>
          </ac:spMkLst>
        </pc:spChg>
        <pc:spChg chg="mod">
          <ac:chgData name="Stéphane JAUBERT" userId="926aeaf5-0d8d-4569-9635-338e3b4850fc" providerId="ADAL" clId="{C777CAD2-2948-4130-A6C6-8CB11CD7CD00}" dt="2026-09-01T06:19:28.477" v="313" actId="1076"/>
          <ac:spMkLst>
            <pc:docMk/>
            <pc:sldMk cId="0" sldId="384"/>
            <ac:spMk id="13" creationId="{ADB363BF-A291-0AF7-89F2-83F095C55F50}"/>
          </ac:spMkLst>
        </pc:spChg>
        <pc:spChg chg="mod">
          <ac:chgData name="Stéphane JAUBERT" userId="926aeaf5-0d8d-4569-9635-338e3b4850fc" providerId="ADAL" clId="{C777CAD2-2948-4130-A6C6-8CB11CD7CD00}" dt="2026-09-01T06:19:28.477" v="313" actId="1076"/>
          <ac:spMkLst>
            <pc:docMk/>
            <pc:sldMk cId="0" sldId="384"/>
            <ac:spMk id="14" creationId="{C6730717-50A6-E812-AA33-CC641DCF82A3}"/>
          </ac:spMkLst>
        </pc:spChg>
        <pc:spChg chg="mod">
          <ac:chgData name="Stéphane JAUBERT" userId="926aeaf5-0d8d-4569-9635-338e3b4850fc" providerId="ADAL" clId="{C777CAD2-2948-4130-A6C6-8CB11CD7CD00}" dt="2026-09-01T06:19:28.477" v="313" actId="1076"/>
          <ac:spMkLst>
            <pc:docMk/>
            <pc:sldMk cId="0" sldId="384"/>
            <ac:spMk id="15" creationId="{56136CCA-B51E-03A7-6041-047618A680CB}"/>
          </ac:spMkLst>
        </pc:spChg>
        <pc:grpChg chg="mod">
          <ac:chgData name="Stéphane JAUBERT" userId="926aeaf5-0d8d-4569-9635-338e3b4850fc" providerId="ADAL" clId="{C777CAD2-2948-4130-A6C6-8CB11CD7CD00}" dt="2026-09-01T06:19:25.839" v="312" actId="1076"/>
          <ac:grpSpMkLst>
            <pc:docMk/>
            <pc:sldMk cId="0" sldId="384"/>
            <ac:grpSpMk id="2" creationId="{E6F46D86-0DBB-BBDC-76CA-FF53333E51C7}"/>
          </ac:grpSpMkLst>
        </pc:grpChg>
        <pc:grpChg chg="mod">
          <ac:chgData name="Stéphane JAUBERT" userId="926aeaf5-0d8d-4569-9635-338e3b4850fc" providerId="ADAL" clId="{C777CAD2-2948-4130-A6C6-8CB11CD7CD00}" dt="2026-09-01T06:19:28.477" v="313" actId="1076"/>
          <ac:grpSpMkLst>
            <pc:docMk/>
            <pc:sldMk cId="0" sldId="384"/>
            <ac:grpSpMk id="9" creationId="{F5F544B5-B2AA-9D4D-7451-5772C9A9E993}"/>
          </ac:grpSpMkLst>
        </pc:grpChg>
      </pc:sldChg>
      <pc:sldChg chg="addSp modSp mod">
        <pc:chgData name="Stéphane JAUBERT" userId="926aeaf5-0d8d-4569-9635-338e3b4850fc" providerId="ADAL" clId="{C777CAD2-2948-4130-A6C6-8CB11CD7CD00}" dt="2026-09-01T06:16:53.284" v="275" actId="1076"/>
        <pc:sldMkLst>
          <pc:docMk/>
          <pc:sldMk cId="0" sldId="390"/>
        </pc:sldMkLst>
        <pc:spChg chg="add mod">
          <ac:chgData name="Stéphane JAUBERT" userId="926aeaf5-0d8d-4569-9635-338e3b4850fc" providerId="ADAL" clId="{C777CAD2-2948-4130-A6C6-8CB11CD7CD00}" dt="2026-09-01T06:16:38.466" v="270" actId="1076"/>
          <ac:spMkLst>
            <pc:docMk/>
            <pc:sldMk cId="0" sldId="390"/>
            <ac:spMk id="4" creationId="{5B34E036-6893-5999-337E-4B478B5BEE23}"/>
          </ac:spMkLst>
        </pc:spChg>
        <pc:spChg chg="add mod">
          <ac:chgData name="Stéphane JAUBERT" userId="926aeaf5-0d8d-4569-9635-338e3b4850fc" providerId="ADAL" clId="{C777CAD2-2948-4130-A6C6-8CB11CD7CD00}" dt="2026-09-01T06:16:33.456" v="269" actId="1076"/>
          <ac:spMkLst>
            <pc:docMk/>
            <pc:sldMk cId="0" sldId="390"/>
            <ac:spMk id="6" creationId="{D1CE7156-BCC5-6946-415C-377F58909F3B}"/>
          </ac:spMkLst>
        </pc:spChg>
        <pc:spChg chg="mod">
          <ac:chgData name="Stéphane JAUBERT" userId="926aeaf5-0d8d-4569-9635-338e3b4850fc" providerId="ADAL" clId="{C777CAD2-2948-4130-A6C6-8CB11CD7CD00}" dt="2026-09-01T06:16:53.284" v="275" actId="1076"/>
          <ac:spMkLst>
            <pc:docMk/>
            <pc:sldMk cId="0" sldId="390"/>
            <ac:spMk id="8" creationId="{92A0B749-38F0-1571-1FFD-64B40FBF9F38}"/>
          </ac:spMkLst>
        </pc:spChg>
        <pc:spChg chg="mod">
          <ac:chgData name="Stéphane JAUBERT" userId="926aeaf5-0d8d-4569-9635-338e3b4850fc" providerId="ADAL" clId="{C777CAD2-2948-4130-A6C6-8CB11CD7CD00}" dt="2026-09-01T06:16:53.284" v="275" actId="1076"/>
          <ac:spMkLst>
            <pc:docMk/>
            <pc:sldMk cId="0" sldId="390"/>
            <ac:spMk id="9" creationId="{9464D1B5-BB3C-8626-2D34-1E3E7E875029}"/>
          </ac:spMkLst>
        </pc:spChg>
        <pc:spChg chg="mod">
          <ac:chgData name="Stéphane JAUBERT" userId="926aeaf5-0d8d-4569-9635-338e3b4850fc" providerId="ADAL" clId="{C777CAD2-2948-4130-A6C6-8CB11CD7CD00}" dt="2026-09-01T06:16:53.284" v="275" actId="1076"/>
          <ac:spMkLst>
            <pc:docMk/>
            <pc:sldMk cId="0" sldId="390"/>
            <ac:spMk id="10" creationId="{59412234-18C8-9020-813F-F8D87A312934}"/>
          </ac:spMkLst>
        </pc:spChg>
        <pc:spChg chg="mod">
          <ac:chgData name="Stéphane JAUBERT" userId="926aeaf5-0d8d-4569-9635-338e3b4850fc" providerId="ADAL" clId="{C777CAD2-2948-4130-A6C6-8CB11CD7CD00}" dt="2026-09-01T06:16:53.284" v="275" actId="1076"/>
          <ac:spMkLst>
            <pc:docMk/>
            <pc:sldMk cId="0" sldId="390"/>
            <ac:spMk id="11" creationId="{1F00CCF4-35C4-614D-A2CE-0B3F8C50C495}"/>
          </ac:spMkLst>
        </pc:spChg>
        <pc:spChg chg="mod">
          <ac:chgData name="Stéphane JAUBERT" userId="926aeaf5-0d8d-4569-9635-338e3b4850fc" providerId="ADAL" clId="{C777CAD2-2948-4130-A6C6-8CB11CD7CD00}" dt="2026-09-01T06:16:53.284" v="275" actId="1076"/>
          <ac:spMkLst>
            <pc:docMk/>
            <pc:sldMk cId="0" sldId="390"/>
            <ac:spMk id="12" creationId="{66328414-01B2-2ED2-9A51-07423C6B4AEB}"/>
          </ac:spMkLst>
        </pc:spChg>
        <pc:spChg chg="mod">
          <ac:chgData name="Stéphane JAUBERT" userId="926aeaf5-0d8d-4569-9635-338e3b4850fc" providerId="ADAL" clId="{C777CAD2-2948-4130-A6C6-8CB11CD7CD00}" dt="2026-09-01T06:16:53.284" v="275" actId="1076"/>
          <ac:spMkLst>
            <pc:docMk/>
            <pc:sldMk cId="0" sldId="390"/>
            <ac:spMk id="13" creationId="{EB6C5683-DE74-6AA1-4D63-F6FB716F2B52}"/>
          </ac:spMkLst>
        </pc:spChg>
        <pc:spChg chg="mod">
          <ac:chgData name="Stéphane JAUBERT" userId="926aeaf5-0d8d-4569-9635-338e3b4850fc" providerId="ADAL" clId="{C777CAD2-2948-4130-A6C6-8CB11CD7CD00}" dt="2026-09-01T06:16:26.563" v="266" actId="20577"/>
          <ac:spMkLst>
            <pc:docMk/>
            <pc:sldMk cId="0" sldId="390"/>
            <ac:spMk id="180228" creationId="{00000000-0000-0000-0000-000000000000}"/>
          </ac:spMkLst>
        </pc:spChg>
        <pc:spChg chg="mod">
          <ac:chgData name="Stéphane JAUBERT" userId="926aeaf5-0d8d-4569-9635-338e3b4850fc" providerId="ADAL" clId="{C777CAD2-2948-4130-A6C6-8CB11CD7CD00}" dt="2026-09-01T06:16:46.284" v="273" actId="20577"/>
          <ac:spMkLst>
            <pc:docMk/>
            <pc:sldMk cId="0" sldId="390"/>
            <ac:spMk id="180236" creationId="{00000000-0000-0000-0000-000000000000}"/>
          </ac:spMkLst>
        </pc:spChg>
        <pc:grpChg chg="add mod">
          <ac:chgData name="Stéphane JAUBERT" userId="926aeaf5-0d8d-4569-9635-338e3b4850fc" providerId="ADAL" clId="{C777CAD2-2948-4130-A6C6-8CB11CD7CD00}" dt="2026-09-01T06:16:53.284" v="275" actId="1076"/>
          <ac:grpSpMkLst>
            <pc:docMk/>
            <pc:sldMk cId="0" sldId="390"/>
            <ac:grpSpMk id="7" creationId="{3C0AC1F9-5306-B0C1-0B31-3731B663109C}"/>
          </ac:grpSpMkLst>
        </pc:grpChg>
      </pc:sldChg>
      <pc:sldChg chg="addSp delSp modSp mod">
        <pc:chgData name="Stéphane JAUBERT" userId="926aeaf5-0d8d-4569-9635-338e3b4850fc" providerId="ADAL" clId="{C777CAD2-2948-4130-A6C6-8CB11CD7CD00}" dt="2026-09-01T06:17:08.412" v="282"/>
        <pc:sldMkLst>
          <pc:docMk/>
          <pc:sldMk cId="0" sldId="392"/>
        </pc:sldMkLst>
        <pc:spChg chg="mod">
          <ac:chgData name="Stéphane JAUBERT" userId="926aeaf5-0d8d-4569-9635-338e3b4850fc" providerId="ADAL" clId="{C777CAD2-2948-4130-A6C6-8CB11CD7CD00}" dt="2026-09-01T06:17:02.112" v="277" actId="1076"/>
          <ac:spMkLst>
            <pc:docMk/>
            <pc:sldMk cId="0" sldId="392"/>
            <ac:spMk id="3" creationId="{D3E964B6-B6B2-5B01-F00D-654956DC29D9}"/>
          </ac:spMkLst>
        </pc:spChg>
        <pc:spChg chg="mod">
          <ac:chgData name="Stéphane JAUBERT" userId="926aeaf5-0d8d-4569-9635-338e3b4850fc" providerId="ADAL" clId="{C777CAD2-2948-4130-A6C6-8CB11CD7CD00}" dt="2026-09-01T06:17:02.112" v="277" actId="1076"/>
          <ac:spMkLst>
            <pc:docMk/>
            <pc:sldMk cId="0" sldId="392"/>
            <ac:spMk id="4" creationId="{B26CC3C2-0387-B8A2-650F-DC2C80BF0F65}"/>
          </ac:spMkLst>
        </pc:spChg>
        <pc:spChg chg="mod">
          <ac:chgData name="Stéphane JAUBERT" userId="926aeaf5-0d8d-4569-9635-338e3b4850fc" providerId="ADAL" clId="{C777CAD2-2948-4130-A6C6-8CB11CD7CD00}" dt="2026-09-01T06:17:02.112" v="277" actId="1076"/>
          <ac:spMkLst>
            <pc:docMk/>
            <pc:sldMk cId="0" sldId="392"/>
            <ac:spMk id="5" creationId="{4F949F1D-14E0-B92A-E703-A4D1D8C1FFB0}"/>
          </ac:spMkLst>
        </pc:spChg>
        <pc:spChg chg="mod">
          <ac:chgData name="Stéphane JAUBERT" userId="926aeaf5-0d8d-4569-9635-338e3b4850fc" providerId="ADAL" clId="{C777CAD2-2948-4130-A6C6-8CB11CD7CD00}" dt="2026-09-01T06:17:02.112" v="277" actId="1076"/>
          <ac:spMkLst>
            <pc:docMk/>
            <pc:sldMk cId="0" sldId="392"/>
            <ac:spMk id="6" creationId="{A5698E50-DF0C-6D9E-208D-2270A31BB75C}"/>
          </ac:spMkLst>
        </pc:spChg>
        <pc:spChg chg="mod">
          <ac:chgData name="Stéphane JAUBERT" userId="926aeaf5-0d8d-4569-9635-338e3b4850fc" providerId="ADAL" clId="{C777CAD2-2948-4130-A6C6-8CB11CD7CD00}" dt="2026-09-01T06:17:02.112" v="277" actId="1076"/>
          <ac:spMkLst>
            <pc:docMk/>
            <pc:sldMk cId="0" sldId="392"/>
            <ac:spMk id="7" creationId="{03647B36-7034-85FD-1195-0AA4E8560F81}"/>
          </ac:spMkLst>
        </pc:spChg>
        <pc:spChg chg="mod">
          <ac:chgData name="Stéphane JAUBERT" userId="926aeaf5-0d8d-4569-9635-338e3b4850fc" providerId="ADAL" clId="{C777CAD2-2948-4130-A6C6-8CB11CD7CD00}" dt="2026-09-01T06:17:02.112" v="277" actId="1076"/>
          <ac:spMkLst>
            <pc:docMk/>
            <pc:sldMk cId="0" sldId="392"/>
            <ac:spMk id="8" creationId="{DFBA391F-4819-5917-05B2-E27CE53F90AF}"/>
          </ac:spMkLst>
        </pc:spChg>
        <pc:spChg chg="add del mod">
          <ac:chgData name="Stéphane JAUBERT" userId="926aeaf5-0d8d-4569-9635-338e3b4850fc" providerId="ADAL" clId="{C777CAD2-2948-4130-A6C6-8CB11CD7CD00}" dt="2026-09-01T06:17:08.412" v="282"/>
          <ac:spMkLst>
            <pc:docMk/>
            <pc:sldMk cId="0" sldId="392"/>
            <ac:spMk id="9" creationId="{B3433EEE-51E5-3D8F-1D45-7578E2A6D6EF}"/>
          </ac:spMkLst>
        </pc:spChg>
        <pc:spChg chg="mod">
          <ac:chgData name="Stéphane JAUBERT" userId="926aeaf5-0d8d-4569-9635-338e3b4850fc" providerId="ADAL" clId="{C777CAD2-2948-4130-A6C6-8CB11CD7CD00}" dt="2026-09-01T06:17:04.481" v="279" actId="20577"/>
          <ac:spMkLst>
            <pc:docMk/>
            <pc:sldMk cId="0" sldId="392"/>
            <ac:spMk id="182276" creationId="{00000000-0000-0000-0000-000000000000}"/>
          </ac:spMkLst>
        </pc:spChg>
        <pc:grpChg chg="add mod">
          <ac:chgData name="Stéphane JAUBERT" userId="926aeaf5-0d8d-4569-9635-338e3b4850fc" providerId="ADAL" clId="{C777CAD2-2948-4130-A6C6-8CB11CD7CD00}" dt="2026-09-01T06:17:02.112" v="277" actId="1076"/>
          <ac:grpSpMkLst>
            <pc:docMk/>
            <pc:sldMk cId="0" sldId="392"/>
            <ac:grpSpMk id="2" creationId="{A37A74EB-6FBA-C067-BC88-F0AF9446F279}"/>
          </ac:grpSpMkLst>
        </pc:grpChg>
      </pc:sldChg>
      <pc:sldChg chg="modSp mod">
        <pc:chgData name="Stéphane JAUBERT" userId="926aeaf5-0d8d-4569-9635-338e3b4850fc" providerId="ADAL" clId="{C777CAD2-2948-4130-A6C6-8CB11CD7CD00}" dt="2026-09-01T06:17:16.322" v="284" actId="20577"/>
        <pc:sldMkLst>
          <pc:docMk/>
          <pc:sldMk cId="0" sldId="394"/>
        </pc:sldMkLst>
        <pc:spChg chg="mod">
          <ac:chgData name="Stéphane JAUBERT" userId="926aeaf5-0d8d-4569-9635-338e3b4850fc" providerId="ADAL" clId="{C777CAD2-2948-4130-A6C6-8CB11CD7CD00}" dt="2026-09-01T06:17:16.322" v="284" actId="20577"/>
          <ac:spMkLst>
            <pc:docMk/>
            <pc:sldMk cId="0" sldId="394"/>
            <ac:spMk id="184324" creationId="{00000000-0000-0000-0000-000000000000}"/>
          </ac:spMkLst>
        </pc:spChg>
      </pc:sldChg>
      <pc:sldChg chg="addSp modSp mod">
        <pc:chgData name="Stéphane JAUBERT" userId="926aeaf5-0d8d-4569-9635-338e3b4850fc" providerId="ADAL" clId="{C777CAD2-2948-4130-A6C6-8CB11CD7CD00}" dt="2026-09-01T06:17:48.536" v="288" actId="1076"/>
        <pc:sldMkLst>
          <pc:docMk/>
          <pc:sldMk cId="0" sldId="402"/>
        </pc:sldMkLst>
        <pc:spChg chg="mod">
          <ac:chgData name="Stéphane JAUBERT" userId="926aeaf5-0d8d-4569-9635-338e3b4850fc" providerId="ADAL" clId="{C777CAD2-2948-4130-A6C6-8CB11CD7CD00}" dt="2026-09-01T06:17:48.536" v="288" actId="1076"/>
          <ac:spMkLst>
            <pc:docMk/>
            <pc:sldMk cId="0" sldId="402"/>
            <ac:spMk id="3" creationId="{80543E74-227F-AD9D-5056-3972BAAD1CA9}"/>
          </ac:spMkLst>
        </pc:spChg>
        <pc:spChg chg="mod">
          <ac:chgData name="Stéphane JAUBERT" userId="926aeaf5-0d8d-4569-9635-338e3b4850fc" providerId="ADAL" clId="{C777CAD2-2948-4130-A6C6-8CB11CD7CD00}" dt="2026-09-01T06:17:48.536" v="288" actId="1076"/>
          <ac:spMkLst>
            <pc:docMk/>
            <pc:sldMk cId="0" sldId="402"/>
            <ac:spMk id="4" creationId="{E2C2E3D1-54BD-EBDB-9A9B-08662A31E71B}"/>
          </ac:spMkLst>
        </pc:spChg>
        <pc:spChg chg="mod">
          <ac:chgData name="Stéphane JAUBERT" userId="926aeaf5-0d8d-4569-9635-338e3b4850fc" providerId="ADAL" clId="{C777CAD2-2948-4130-A6C6-8CB11CD7CD00}" dt="2026-09-01T06:17:48.536" v="288" actId="1076"/>
          <ac:spMkLst>
            <pc:docMk/>
            <pc:sldMk cId="0" sldId="402"/>
            <ac:spMk id="5" creationId="{023469DF-465F-EBA4-F7A1-D48BF43E7F03}"/>
          </ac:spMkLst>
        </pc:spChg>
        <pc:spChg chg="mod">
          <ac:chgData name="Stéphane JAUBERT" userId="926aeaf5-0d8d-4569-9635-338e3b4850fc" providerId="ADAL" clId="{C777CAD2-2948-4130-A6C6-8CB11CD7CD00}" dt="2026-09-01T06:17:48.536" v="288" actId="1076"/>
          <ac:spMkLst>
            <pc:docMk/>
            <pc:sldMk cId="0" sldId="402"/>
            <ac:spMk id="6" creationId="{9C13A4C5-E118-5083-CC3D-F50BC91897F0}"/>
          </ac:spMkLst>
        </pc:spChg>
        <pc:spChg chg="mod">
          <ac:chgData name="Stéphane JAUBERT" userId="926aeaf5-0d8d-4569-9635-338e3b4850fc" providerId="ADAL" clId="{C777CAD2-2948-4130-A6C6-8CB11CD7CD00}" dt="2026-09-01T06:17:48.536" v="288" actId="1076"/>
          <ac:spMkLst>
            <pc:docMk/>
            <pc:sldMk cId="0" sldId="402"/>
            <ac:spMk id="7" creationId="{F3D89E2B-C83B-AED5-65A9-64DF0D5EF03D}"/>
          </ac:spMkLst>
        </pc:spChg>
        <pc:spChg chg="mod">
          <ac:chgData name="Stéphane JAUBERT" userId="926aeaf5-0d8d-4569-9635-338e3b4850fc" providerId="ADAL" clId="{C777CAD2-2948-4130-A6C6-8CB11CD7CD00}" dt="2026-09-01T06:17:48.536" v="288" actId="1076"/>
          <ac:spMkLst>
            <pc:docMk/>
            <pc:sldMk cId="0" sldId="402"/>
            <ac:spMk id="8" creationId="{2C5C4BEE-2CEB-B71D-68D4-774CDC8B9DFF}"/>
          </ac:spMkLst>
        </pc:spChg>
        <pc:spChg chg="mod">
          <ac:chgData name="Stéphane JAUBERT" userId="926aeaf5-0d8d-4569-9635-338e3b4850fc" providerId="ADAL" clId="{C777CAD2-2948-4130-A6C6-8CB11CD7CD00}" dt="2026-09-01T06:17:43.710" v="286" actId="20577"/>
          <ac:spMkLst>
            <pc:docMk/>
            <pc:sldMk cId="0" sldId="402"/>
            <ac:spMk id="194570" creationId="{00000000-0000-0000-0000-000000000000}"/>
          </ac:spMkLst>
        </pc:spChg>
        <pc:grpChg chg="add mod">
          <ac:chgData name="Stéphane JAUBERT" userId="926aeaf5-0d8d-4569-9635-338e3b4850fc" providerId="ADAL" clId="{C777CAD2-2948-4130-A6C6-8CB11CD7CD00}" dt="2026-09-01T06:17:48.536" v="288" actId="1076"/>
          <ac:grpSpMkLst>
            <pc:docMk/>
            <pc:sldMk cId="0" sldId="402"/>
            <ac:grpSpMk id="2" creationId="{DEE77950-556F-F2B7-A40B-328B2B0CFACA}"/>
          </ac:grpSpMkLst>
        </pc:grpChg>
      </pc:sldChg>
      <pc:sldChg chg="modSp mod">
        <pc:chgData name="Stéphane JAUBERT" userId="926aeaf5-0d8d-4569-9635-338e3b4850fc" providerId="ADAL" clId="{C777CAD2-2948-4130-A6C6-8CB11CD7CD00}" dt="2026-09-01T06:18:36.052" v="298" actId="1076"/>
        <pc:sldMkLst>
          <pc:docMk/>
          <pc:sldMk cId="0" sldId="404"/>
        </pc:sldMkLst>
        <pc:spChg chg="mod">
          <ac:chgData name="Stéphane JAUBERT" userId="926aeaf5-0d8d-4569-9635-338e3b4850fc" providerId="ADAL" clId="{C777CAD2-2948-4130-A6C6-8CB11CD7CD00}" dt="2026-09-01T06:18:26.146" v="295" actId="1076"/>
          <ac:spMkLst>
            <pc:docMk/>
            <pc:sldMk cId="0" sldId="404"/>
            <ac:spMk id="3" creationId="{8416A331-3F93-54D6-6B80-245BA316FD22}"/>
          </ac:spMkLst>
        </pc:spChg>
        <pc:spChg chg="mod">
          <ac:chgData name="Stéphane JAUBERT" userId="926aeaf5-0d8d-4569-9635-338e3b4850fc" providerId="ADAL" clId="{C777CAD2-2948-4130-A6C6-8CB11CD7CD00}" dt="2026-09-01T06:18:26.146" v="295" actId="1076"/>
          <ac:spMkLst>
            <pc:docMk/>
            <pc:sldMk cId="0" sldId="404"/>
            <ac:spMk id="4" creationId="{8E62AE5C-4AFF-D033-7996-89C5B1B5F396}"/>
          </ac:spMkLst>
        </pc:spChg>
        <pc:spChg chg="mod">
          <ac:chgData name="Stéphane JAUBERT" userId="926aeaf5-0d8d-4569-9635-338e3b4850fc" providerId="ADAL" clId="{C777CAD2-2948-4130-A6C6-8CB11CD7CD00}" dt="2026-09-01T06:18:26.146" v="295" actId="1076"/>
          <ac:spMkLst>
            <pc:docMk/>
            <pc:sldMk cId="0" sldId="404"/>
            <ac:spMk id="5" creationId="{02FB0C24-9F18-F5B1-39BB-609067BE51C5}"/>
          </ac:spMkLst>
        </pc:spChg>
        <pc:spChg chg="mod">
          <ac:chgData name="Stéphane JAUBERT" userId="926aeaf5-0d8d-4569-9635-338e3b4850fc" providerId="ADAL" clId="{C777CAD2-2948-4130-A6C6-8CB11CD7CD00}" dt="2026-09-01T06:18:26.146" v="295" actId="1076"/>
          <ac:spMkLst>
            <pc:docMk/>
            <pc:sldMk cId="0" sldId="404"/>
            <ac:spMk id="6" creationId="{3045BA50-04AC-FD63-269A-E75025B1F0C6}"/>
          </ac:spMkLst>
        </pc:spChg>
        <pc:spChg chg="mod">
          <ac:chgData name="Stéphane JAUBERT" userId="926aeaf5-0d8d-4569-9635-338e3b4850fc" providerId="ADAL" clId="{C777CAD2-2948-4130-A6C6-8CB11CD7CD00}" dt="2026-09-01T06:18:26.146" v="295" actId="1076"/>
          <ac:spMkLst>
            <pc:docMk/>
            <pc:sldMk cId="0" sldId="404"/>
            <ac:spMk id="7" creationId="{2F1692F8-0C2E-A8F4-D48B-88F39644AF1A}"/>
          </ac:spMkLst>
        </pc:spChg>
        <pc:spChg chg="mod">
          <ac:chgData name="Stéphane JAUBERT" userId="926aeaf5-0d8d-4569-9635-338e3b4850fc" providerId="ADAL" clId="{C777CAD2-2948-4130-A6C6-8CB11CD7CD00}" dt="2026-09-01T06:18:26.146" v="295" actId="1076"/>
          <ac:spMkLst>
            <pc:docMk/>
            <pc:sldMk cId="0" sldId="404"/>
            <ac:spMk id="8" creationId="{B4A1B9C4-56CB-87FE-B92D-AD3ADCE6C809}"/>
          </ac:spMkLst>
        </pc:spChg>
        <pc:spChg chg="mod">
          <ac:chgData name="Stéphane JAUBERT" userId="926aeaf5-0d8d-4569-9635-338e3b4850fc" providerId="ADAL" clId="{C777CAD2-2948-4130-A6C6-8CB11CD7CD00}" dt="2026-09-01T06:18:28.318" v="296" actId="1076"/>
          <ac:spMkLst>
            <pc:docMk/>
            <pc:sldMk cId="0" sldId="404"/>
            <ac:spMk id="10" creationId="{BD328239-FAD4-0E1D-427C-645C38F926DA}"/>
          </ac:spMkLst>
        </pc:spChg>
        <pc:spChg chg="mod">
          <ac:chgData name="Stéphane JAUBERT" userId="926aeaf5-0d8d-4569-9635-338e3b4850fc" providerId="ADAL" clId="{C777CAD2-2948-4130-A6C6-8CB11CD7CD00}" dt="2026-09-01T06:18:28.318" v="296" actId="1076"/>
          <ac:spMkLst>
            <pc:docMk/>
            <pc:sldMk cId="0" sldId="404"/>
            <ac:spMk id="11" creationId="{6B363DA2-B536-D9B2-293A-84041425DC79}"/>
          </ac:spMkLst>
        </pc:spChg>
        <pc:spChg chg="mod">
          <ac:chgData name="Stéphane JAUBERT" userId="926aeaf5-0d8d-4569-9635-338e3b4850fc" providerId="ADAL" clId="{C777CAD2-2948-4130-A6C6-8CB11CD7CD00}" dt="2026-09-01T06:18:28.318" v="296" actId="1076"/>
          <ac:spMkLst>
            <pc:docMk/>
            <pc:sldMk cId="0" sldId="404"/>
            <ac:spMk id="12" creationId="{7E043B05-61E2-E9C9-D66D-5D9346FE2BA9}"/>
          </ac:spMkLst>
        </pc:spChg>
        <pc:spChg chg="mod">
          <ac:chgData name="Stéphane JAUBERT" userId="926aeaf5-0d8d-4569-9635-338e3b4850fc" providerId="ADAL" clId="{C777CAD2-2948-4130-A6C6-8CB11CD7CD00}" dt="2026-09-01T06:18:28.318" v="296" actId="1076"/>
          <ac:spMkLst>
            <pc:docMk/>
            <pc:sldMk cId="0" sldId="404"/>
            <ac:spMk id="13" creationId="{4A5C934A-5288-96D4-E8A1-FCE864AF0EA8}"/>
          </ac:spMkLst>
        </pc:spChg>
        <pc:spChg chg="mod">
          <ac:chgData name="Stéphane JAUBERT" userId="926aeaf5-0d8d-4569-9635-338e3b4850fc" providerId="ADAL" clId="{C777CAD2-2948-4130-A6C6-8CB11CD7CD00}" dt="2026-09-01T06:18:28.318" v="296" actId="1076"/>
          <ac:spMkLst>
            <pc:docMk/>
            <pc:sldMk cId="0" sldId="404"/>
            <ac:spMk id="14" creationId="{7FB30134-3768-54F3-EF05-A38F15C1E536}"/>
          </ac:spMkLst>
        </pc:spChg>
        <pc:spChg chg="mod">
          <ac:chgData name="Stéphane JAUBERT" userId="926aeaf5-0d8d-4569-9635-338e3b4850fc" providerId="ADAL" clId="{C777CAD2-2948-4130-A6C6-8CB11CD7CD00}" dt="2026-09-01T06:18:28.318" v="296" actId="1076"/>
          <ac:spMkLst>
            <pc:docMk/>
            <pc:sldMk cId="0" sldId="404"/>
            <ac:spMk id="15" creationId="{46A33190-FA93-0B4A-8E53-B5A967646161}"/>
          </ac:spMkLst>
        </pc:spChg>
        <pc:spChg chg="mod">
          <ac:chgData name="Stéphane JAUBERT" userId="926aeaf5-0d8d-4569-9635-338e3b4850fc" providerId="ADAL" clId="{C777CAD2-2948-4130-A6C6-8CB11CD7CD00}" dt="2026-09-01T06:18:36.052" v="298" actId="1076"/>
          <ac:spMkLst>
            <pc:docMk/>
            <pc:sldMk cId="0" sldId="404"/>
            <ac:spMk id="199693" creationId="{00000000-0000-0000-0000-000000000000}"/>
          </ac:spMkLst>
        </pc:spChg>
        <pc:grpChg chg="mod">
          <ac:chgData name="Stéphane JAUBERT" userId="926aeaf5-0d8d-4569-9635-338e3b4850fc" providerId="ADAL" clId="{C777CAD2-2948-4130-A6C6-8CB11CD7CD00}" dt="2026-09-01T06:18:26.146" v="295" actId="1076"/>
          <ac:grpSpMkLst>
            <pc:docMk/>
            <pc:sldMk cId="0" sldId="404"/>
            <ac:grpSpMk id="2" creationId="{DFC83ACA-5371-BEE7-39F9-D6C1D84E59E9}"/>
          </ac:grpSpMkLst>
        </pc:grpChg>
        <pc:grpChg chg="mod">
          <ac:chgData name="Stéphane JAUBERT" userId="926aeaf5-0d8d-4569-9635-338e3b4850fc" providerId="ADAL" clId="{C777CAD2-2948-4130-A6C6-8CB11CD7CD00}" dt="2026-09-01T06:18:28.318" v="296" actId="1076"/>
          <ac:grpSpMkLst>
            <pc:docMk/>
            <pc:sldMk cId="0" sldId="404"/>
            <ac:grpSpMk id="9" creationId="{59FFA2FA-A352-56E3-82D3-F9BCE0F7110E}"/>
          </ac:grpSpMkLst>
        </pc:grpChg>
      </pc:sldChg>
      <pc:sldChg chg="modSp">
        <pc:chgData name="Stéphane JAUBERT" userId="926aeaf5-0d8d-4569-9635-338e3b4850fc" providerId="ADAL" clId="{C777CAD2-2948-4130-A6C6-8CB11CD7CD00}" dt="2026-09-01T06:18:46.822" v="301" actId="1076"/>
        <pc:sldMkLst>
          <pc:docMk/>
          <pc:sldMk cId="0" sldId="405"/>
        </pc:sldMkLst>
        <pc:spChg chg="mod">
          <ac:chgData name="Stéphane JAUBERT" userId="926aeaf5-0d8d-4569-9635-338e3b4850fc" providerId="ADAL" clId="{C777CAD2-2948-4130-A6C6-8CB11CD7CD00}" dt="2026-09-01T06:18:44.014" v="300" actId="1076"/>
          <ac:spMkLst>
            <pc:docMk/>
            <pc:sldMk cId="0" sldId="405"/>
            <ac:spMk id="3" creationId="{9B4A3D9E-58F7-5D3F-7283-ABD723A02385}"/>
          </ac:spMkLst>
        </pc:spChg>
        <pc:spChg chg="mod">
          <ac:chgData name="Stéphane JAUBERT" userId="926aeaf5-0d8d-4569-9635-338e3b4850fc" providerId="ADAL" clId="{C777CAD2-2948-4130-A6C6-8CB11CD7CD00}" dt="2026-09-01T06:18:44.014" v="300" actId="1076"/>
          <ac:spMkLst>
            <pc:docMk/>
            <pc:sldMk cId="0" sldId="405"/>
            <ac:spMk id="4" creationId="{1C81B985-3608-7E90-316D-C72FB44ECB7F}"/>
          </ac:spMkLst>
        </pc:spChg>
        <pc:spChg chg="mod">
          <ac:chgData name="Stéphane JAUBERT" userId="926aeaf5-0d8d-4569-9635-338e3b4850fc" providerId="ADAL" clId="{C777CAD2-2948-4130-A6C6-8CB11CD7CD00}" dt="2026-09-01T06:18:44.014" v="300" actId="1076"/>
          <ac:spMkLst>
            <pc:docMk/>
            <pc:sldMk cId="0" sldId="405"/>
            <ac:spMk id="5" creationId="{FA018F0A-2D0F-083A-5DAD-D75A4601520D}"/>
          </ac:spMkLst>
        </pc:spChg>
        <pc:spChg chg="mod">
          <ac:chgData name="Stéphane JAUBERT" userId="926aeaf5-0d8d-4569-9635-338e3b4850fc" providerId="ADAL" clId="{C777CAD2-2948-4130-A6C6-8CB11CD7CD00}" dt="2026-09-01T06:18:44.014" v="300" actId="1076"/>
          <ac:spMkLst>
            <pc:docMk/>
            <pc:sldMk cId="0" sldId="405"/>
            <ac:spMk id="6" creationId="{4CCBC6CE-BA1E-CC2D-B079-6E8F18A19184}"/>
          </ac:spMkLst>
        </pc:spChg>
        <pc:spChg chg="mod">
          <ac:chgData name="Stéphane JAUBERT" userId="926aeaf5-0d8d-4569-9635-338e3b4850fc" providerId="ADAL" clId="{C777CAD2-2948-4130-A6C6-8CB11CD7CD00}" dt="2026-09-01T06:18:44.014" v="300" actId="1076"/>
          <ac:spMkLst>
            <pc:docMk/>
            <pc:sldMk cId="0" sldId="405"/>
            <ac:spMk id="7" creationId="{3EF8CD97-8E2E-6617-F95B-D8ED695C27E8}"/>
          </ac:spMkLst>
        </pc:spChg>
        <pc:spChg chg="mod">
          <ac:chgData name="Stéphane JAUBERT" userId="926aeaf5-0d8d-4569-9635-338e3b4850fc" providerId="ADAL" clId="{C777CAD2-2948-4130-A6C6-8CB11CD7CD00}" dt="2026-09-01T06:18:44.014" v="300" actId="1076"/>
          <ac:spMkLst>
            <pc:docMk/>
            <pc:sldMk cId="0" sldId="405"/>
            <ac:spMk id="8" creationId="{3B8871E9-5F32-854E-F964-6C8AE304EA22}"/>
          </ac:spMkLst>
        </pc:spChg>
        <pc:spChg chg="mod">
          <ac:chgData name="Stéphane JAUBERT" userId="926aeaf5-0d8d-4569-9635-338e3b4850fc" providerId="ADAL" clId="{C777CAD2-2948-4130-A6C6-8CB11CD7CD00}" dt="2026-09-01T06:18:46.822" v="301" actId="1076"/>
          <ac:spMkLst>
            <pc:docMk/>
            <pc:sldMk cId="0" sldId="405"/>
            <ac:spMk id="10" creationId="{C033E987-FC8B-5BDA-EFF6-447DD648B790}"/>
          </ac:spMkLst>
        </pc:spChg>
        <pc:spChg chg="mod">
          <ac:chgData name="Stéphane JAUBERT" userId="926aeaf5-0d8d-4569-9635-338e3b4850fc" providerId="ADAL" clId="{C777CAD2-2948-4130-A6C6-8CB11CD7CD00}" dt="2026-09-01T06:18:46.822" v="301" actId="1076"/>
          <ac:spMkLst>
            <pc:docMk/>
            <pc:sldMk cId="0" sldId="405"/>
            <ac:spMk id="11" creationId="{8115B429-6223-8651-4152-CDD2CF3033C4}"/>
          </ac:spMkLst>
        </pc:spChg>
        <pc:spChg chg="mod">
          <ac:chgData name="Stéphane JAUBERT" userId="926aeaf5-0d8d-4569-9635-338e3b4850fc" providerId="ADAL" clId="{C777CAD2-2948-4130-A6C6-8CB11CD7CD00}" dt="2026-09-01T06:18:46.822" v="301" actId="1076"/>
          <ac:spMkLst>
            <pc:docMk/>
            <pc:sldMk cId="0" sldId="405"/>
            <ac:spMk id="12" creationId="{F2743D25-A3D6-0180-3D2F-FF9E557E72E1}"/>
          </ac:spMkLst>
        </pc:spChg>
        <pc:spChg chg="mod">
          <ac:chgData name="Stéphane JAUBERT" userId="926aeaf5-0d8d-4569-9635-338e3b4850fc" providerId="ADAL" clId="{C777CAD2-2948-4130-A6C6-8CB11CD7CD00}" dt="2026-09-01T06:18:46.822" v="301" actId="1076"/>
          <ac:spMkLst>
            <pc:docMk/>
            <pc:sldMk cId="0" sldId="405"/>
            <ac:spMk id="13" creationId="{519D0DDA-93C1-5127-F40B-C997B6FF0B81}"/>
          </ac:spMkLst>
        </pc:spChg>
        <pc:spChg chg="mod">
          <ac:chgData name="Stéphane JAUBERT" userId="926aeaf5-0d8d-4569-9635-338e3b4850fc" providerId="ADAL" clId="{C777CAD2-2948-4130-A6C6-8CB11CD7CD00}" dt="2026-09-01T06:18:46.822" v="301" actId="1076"/>
          <ac:spMkLst>
            <pc:docMk/>
            <pc:sldMk cId="0" sldId="405"/>
            <ac:spMk id="14" creationId="{E5C891FA-1AFB-2616-DA81-E991D6ECAA34}"/>
          </ac:spMkLst>
        </pc:spChg>
        <pc:spChg chg="mod">
          <ac:chgData name="Stéphane JAUBERT" userId="926aeaf5-0d8d-4569-9635-338e3b4850fc" providerId="ADAL" clId="{C777CAD2-2948-4130-A6C6-8CB11CD7CD00}" dt="2026-09-01T06:18:46.822" v="301" actId="1076"/>
          <ac:spMkLst>
            <pc:docMk/>
            <pc:sldMk cId="0" sldId="405"/>
            <ac:spMk id="15" creationId="{A2C7D60C-DBB7-26F7-041B-A0BD56E91E68}"/>
          </ac:spMkLst>
        </pc:spChg>
        <pc:grpChg chg="mod">
          <ac:chgData name="Stéphane JAUBERT" userId="926aeaf5-0d8d-4569-9635-338e3b4850fc" providerId="ADAL" clId="{C777CAD2-2948-4130-A6C6-8CB11CD7CD00}" dt="2026-09-01T06:18:44.014" v="300" actId="1076"/>
          <ac:grpSpMkLst>
            <pc:docMk/>
            <pc:sldMk cId="0" sldId="405"/>
            <ac:grpSpMk id="2" creationId="{81AC9653-6DB2-6F68-2715-B289D269421D}"/>
          </ac:grpSpMkLst>
        </pc:grpChg>
        <pc:grpChg chg="mod">
          <ac:chgData name="Stéphane JAUBERT" userId="926aeaf5-0d8d-4569-9635-338e3b4850fc" providerId="ADAL" clId="{C777CAD2-2948-4130-A6C6-8CB11CD7CD00}" dt="2026-09-01T06:18:46.822" v="301" actId="1076"/>
          <ac:grpSpMkLst>
            <pc:docMk/>
            <pc:sldMk cId="0" sldId="405"/>
            <ac:grpSpMk id="9" creationId="{854803E0-2BD0-7741-1DEE-2986D505F914}"/>
          </ac:grpSpMkLst>
        </pc:grpChg>
      </pc:sldChg>
      <pc:sldChg chg="modSp">
        <pc:chgData name="Stéphane JAUBERT" userId="926aeaf5-0d8d-4569-9635-338e3b4850fc" providerId="ADAL" clId="{C777CAD2-2948-4130-A6C6-8CB11CD7CD00}" dt="2026-09-01T06:19:10.202" v="307" actId="1076"/>
        <pc:sldMkLst>
          <pc:docMk/>
          <pc:sldMk cId="0" sldId="406"/>
        </pc:sldMkLst>
        <pc:spChg chg="mod">
          <ac:chgData name="Stéphane JAUBERT" userId="926aeaf5-0d8d-4569-9635-338e3b4850fc" providerId="ADAL" clId="{C777CAD2-2948-4130-A6C6-8CB11CD7CD00}" dt="2026-09-01T06:19:10.202" v="307" actId="1076"/>
          <ac:spMkLst>
            <pc:docMk/>
            <pc:sldMk cId="0" sldId="406"/>
            <ac:spMk id="3" creationId="{C5483B55-6AA9-1CC0-7521-021B3AC8F243}"/>
          </ac:spMkLst>
        </pc:spChg>
        <pc:spChg chg="mod">
          <ac:chgData name="Stéphane JAUBERT" userId="926aeaf5-0d8d-4569-9635-338e3b4850fc" providerId="ADAL" clId="{C777CAD2-2948-4130-A6C6-8CB11CD7CD00}" dt="2026-09-01T06:19:10.202" v="307" actId="1076"/>
          <ac:spMkLst>
            <pc:docMk/>
            <pc:sldMk cId="0" sldId="406"/>
            <ac:spMk id="4" creationId="{AB9D10C9-F359-F43C-BDBA-EC971525A806}"/>
          </ac:spMkLst>
        </pc:spChg>
        <pc:spChg chg="mod">
          <ac:chgData name="Stéphane JAUBERT" userId="926aeaf5-0d8d-4569-9635-338e3b4850fc" providerId="ADAL" clId="{C777CAD2-2948-4130-A6C6-8CB11CD7CD00}" dt="2026-09-01T06:19:10.202" v="307" actId="1076"/>
          <ac:spMkLst>
            <pc:docMk/>
            <pc:sldMk cId="0" sldId="406"/>
            <ac:spMk id="5" creationId="{009699E1-A418-A42A-4D80-E2455F5985B4}"/>
          </ac:spMkLst>
        </pc:spChg>
        <pc:spChg chg="mod">
          <ac:chgData name="Stéphane JAUBERT" userId="926aeaf5-0d8d-4569-9635-338e3b4850fc" providerId="ADAL" clId="{C777CAD2-2948-4130-A6C6-8CB11CD7CD00}" dt="2026-09-01T06:19:10.202" v="307" actId="1076"/>
          <ac:spMkLst>
            <pc:docMk/>
            <pc:sldMk cId="0" sldId="406"/>
            <ac:spMk id="6" creationId="{F5255D14-1CD3-381F-4973-CF24013A3C1A}"/>
          </ac:spMkLst>
        </pc:spChg>
        <pc:spChg chg="mod">
          <ac:chgData name="Stéphane JAUBERT" userId="926aeaf5-0d8d-4569-9635-338e3b4850fc" providerId="ADAL" clId="{C777CAD2-2948-4130-A6C6-8CB11CD7CD00}" dt="2026-09-01T06:19:10.202" v="307" actId="1076"/>
          <ac:spMkLst>
            <pc:docMk/>
            <pc:sldMk cId="0" sldId="406"/>
            <ac:spMk id="7" creationId="{62820455-BDB9-C058-E1E3-1728802008B3}"/>
          </ac:spMkLst>
        </pc:spChg>
        <pc:spChg chg="mod">
          <ac:chgData name="Stéphane JAUBERT" userId="926aeaf5-0d8d-4569-9635-338e3b4850fc" providerId="ADAL" clId="{C777CAD2-2948-4130-A6C6-8CB11CD7CD00}" dt="2026-09-01T06:19:10.202" v="307" actId="1076"/>
          <ac:spMkLst>
            <pc:docMk/>
            <pc:sldMk cId="0" sldId="406"/>
            <ac:spMk id="8" creationId="{AEC6314B-CCA2-6EA2-33D8-030229EBFB6E}"/>
          </ac:spMkLst>
        </pc:spChg>
        <pc:grpChg chg="mod">
          <ac:chgData name="Stéphane JAUBERT" userId="926aeaf5-0d8d-4569-9635-338e3b4850fc" providerId="ADAL" clId="{C777CAD2-2948-4130-A6C6-8CB11CD7CD00}" dt="2026-09-01T06:19:10.202" v="307" actId="1076"/>
          <ac:grpSpMkLst>
            <pc:docMk/>
            <pc:sldMk cId="0" sldId="406"/>
            <ac:grpSpMk id="2" creationId="{E2213E48-C390-5F0B-838F-AE8282F20C5B}"/>
          </ac:grpSpMkLst>
        </pc:grpChg>
      </pc:sldChg>
      <pc:sldChg chg="modSp">
        <pc:chgData name="Stéphane JAUBERT" userId="926aeaf5-0d8d-4569-9635-338e3b4850fc" providerId="ADAL" clId="{C777CAD2-2948-4130-A6C6-8CB11CD7CD00}" dt="2026-09-01T06:18:52.305" v="302" actId="1076"/>
        <pc:sldMkLst>
          <pc:docMk/>
          <pc:sldMk cId="0" sldId="407"/>
        </pc:sldMkLst>
        <pc:spChg chg="mod">
          <ac:chgData name="Stéphane JAUBERT" userId="926aeaf5-0d8d-4569-9635-338e3b4850fc" providerId="ADAL" clId="{C777CAD2-2948-4130-A6C6-8CB11CD7CD00}" dt="2026-09-01T06:18:52.305" v="302" actId="1076"/>
          <ac:spMkLst>
            <pc:docMk/>
            <pc:sldMk cId="0" sldId="407"/>
            <ac:spMk id="3" creationId="{A9177613-57A6-CEA9-6706-27D646273DF9}"/>
          </ac:spMkLst>
        </pc:spChg>
        <pc:spChg chg="mod">
          <ac:chgData name="Stéphane JAUBERT" userId="926aeaf5-0d8d-4569-9635-338e3b4850fc" providerId="ADAL" clId="{C777CAD2-2948-4130-A6C6-8CB11CD7CD00}" dt="2026-09-01T06:18:52.305" v="302" actId="1076"/>
          <ac:spMkLst>
            <pc:docMk/>
            <pc:sldMk cId="0" sldId="407"/>
            <ac:spMk id="4" creationId="{76063873-57F1-369A-597D-60EA922D34F9}"/>
          </ac:spMkLst>
        </pc:spChg>
        <pc:spChg chg="mod">
          <ac:chgData name="Stéphane JAUBERT" userId="926aeaf5-0d8d-4569-9635-338e3b4850fc" providerId="ADAL" clId="{C777CAD2-2948-4130-A6C6-8CB11CD7CD00}" dt="2026-09-01T06:18:52.305" v="302" actId="1076"/>
          <ac:spMkLst>
            <pc:docMk/>
            <pc:sldMk cId="0" sldId="407"/>
            <ac:spMk id="5" creationId="{2E87D019-4A03-2F50-0B0E-9182F3B91F5C}"/>
          </ac:spMkLst>
        </pc:spChg>
        <pc:spChg chg="mod">
          <ac:chgData name="Stéphane JAUBERT" userId="926aeaf5-0d8d-4569-9635-338e3b4850fc" providerId="ADAL" clId="{C777CAD2-2948-4130-A6C6-8CB11CD7CD00}" dt="2026-09-01T06:18:52.305" v="302" actId="1076"/>
          <ac:spMkLst>
            <pc:docMk/>
            <pc:sldMk cId="0" sldId="407"/>
            <ac:spMk id="6" creationId="{F58684C9-4DCC-C2F2-D21E-D01264908BC9}"/>
          </ac:spMkLst>
        </pc:spChg>
        <pc:spChg chg="mod">
          <ac:chgData name="Stéphane JAUBERT" userId="926aeaf5-0d8d-4569-9635-338e3b4850fc" providerId="ADAL" clId="{C777CAD2-2948-4130-A6C6-8CB11CD7CD00}" dt="2026-09-01T06:18:52.305" v="302" actId="1076"/>
          <ac:spMkLst>
            <pc:docMk/>
            <pc:sldMk cId="0" sldId="407"/>
            <ac:spMk id="7" creationId="{48FCD47C-B4DB-AE82-8861-2E46D71DA070}"/>
          </ac:spMkLst>
        </pc:spChg>
        <pc:spChg chg="mod">
          <ac:chgData name="Stéphane JAUBERT" userId="926aeaf5-0d8d-4569-9635-338e3b4850fc" providerId="ADAL" clId="{C777CAD2-2948-4130-A6C6-8CB11CD7CD00}" dt="2026-09-01T06:18:52.305" v="302" actId="1076"/>
          <ac:spMkLst>
            <pc:docMk/>
            <pc:sldMk cId="0" sldId="407"/>
            <ac:spMk id="8" creationId="{C55E13D9-D696-59D4-D436-59D409274FB2}"/>
          </ac:spMkLst>
        </pc:spChg>
        <pc:grpChg chg="mod">
          <ac:chgData name="Stéphane JAUBERT" userId="926aeaf5-0d8d-4569-9635-338e3b4850fc" providerId="ADAL" clId="{C777CAD2-2948-4130-A6C6-8CB11CD7CD00}" dt="2026-09-01T06:18:52.305" v="302" actId="1076"/>
          <ac:grpSpMkLst>
            <pc:docMk/>
            <pc:sldMk cId="0" sldId="407"/>
            <ac:grpSpMk id="2" creationId="{765912A0-89B9-1463-DE1A-CE04EF0132CB}"/>
          </ac:grpSpMkLst>
        </pc:grpChg>
      </pc:sldChg>
      <pc:sldChg chg="addSp modSp mod">
        <pc:chgData name="Stéphane JAUBERT" userId="926aeaf5-0d8d-4569-9635-338e3b4850fc" providerId="ADAL" clId="{C777CAD2-2948-4130-A6C6-8CB11CD7CD00}" dt="2026-09-01T06:19:05.430" v="306" actId="1076"/>
        <pc:sldMkLst>
          <pc:docMk/>
          <pc:sldMk cId="0" sldId="408"/>
        </pc:sldMkLst>
        <pc:spChg chg="mod">
          <ac:chgData name="Stéphane JAUBERT" userId="926aeaf5-0d8d-4569-9635-338e3b4850fc" providerId="ADAL" clId="{C777CAD2-2948-4130-A6C6-8CB11CD7CD00}" dt="2026-09-01T06:19:05.430" v="306" actId="1076"/>
          <ac:spMkLst>
            <pc:docMk/>
            <pc:sldMk cId="0" sldId="408"/>
            <ac:spMk id="3" creationId="{2CE327CF-67E2-778D-DC3F-E34C72701001}"/>
          </ac:spMkLst>
        </pc:spChg>
        <pc:spChg chg="mod">
          <ac:chgData name="Stéphane JAUBERT" userId="926aeaf5-0d8d-4569-9635-338e3b4850fc" providerId="ADAL" clId="{C777CAD2-2948-4130-A6C6-8CB11CD7CD00}" dt="2026-09-01T06:19:05.430" v="306" actId="1076"/>
          <ac:spMkLst>
            <pc:docMk/>
            <pc:sldMk cId="0" sldId="408"/>
            <ac:spMk id="4" creationId="{9CC0595C-5810-84CA-C586-3B829F59F823}"/>
          </ac:spMkLst>
        </pc:spChg>
        <pc:spChg chg="mod">
          <ac:chgData name="Stéphane JAUBERT" userId="926aeaf5-0d8d-4569-9635-338e3b4850fc" providerId="ADAL" clId="{C777CAD2-2948-4130-A6C6-8CB11CD7CD00}" dt="2026-09-01T06:19:05.430" v="306" actId="1076"/>
          <ac:spMkLst>
            <pc:docMk/>
            <pc:sldMk cId="0" sldId="408"/>
            <ac:spMk id="5" creationId="{87D3655D-C795-C8DA-4E1D-D7E7B6F3C435}"/>
          </ac:spMkLst>
        </pc:spChg>
        <pc:spChg chg="mod">
          <ac:chgData name="Stéphane JAUBERT" userId="926aeaf5-0d8d-4569-9635-338e3b4850fc" providerId="ADAL" clId="{C777CAD2-2948-4130-A6C6-8CB11CD7CD00}" dt="2026-09-01T06:19:05.430" v="306" actId="1076"/>
          <ac:spMkLst>
            <pc:docMk/>
            <pc:sldMk cId="0" sldId="408"/>
            <ac:spMk id="6" creationId="{D9B40A4F-94B5-BC37-7418-13147995BDA7}"/>
          </ac:spMkLst>
        </pc:spChg>
        <pc:spChg chg="mod">
          <ac:chgData name="Stéphane JAUBERT" userId="926aeaf5-0d8d-4569-9635-338e3b4850fc" providerId="ADAL" clId="{C777CAD2-2948-4130-A6C6-8CB11CD7CD00}" dt="2026-09-01T06:19:05.430" v="306" actId="1076"/>
          <ac:spMkLst>
            <pc:docMk/>
            <pc:sldMk cId="0" sldId="408"/>
            <ac:spMk id="7" creationId="{8C2EBEB4-8764-083D-BE7C-2139E46202DE}"/>
          </ac:spMkLst>
        </pc:spChg>
        <pc:spChg chg="mod">
          <ac:chgData name="Stéphane JAUBERT" userId="926aeaf5-0d8d-4569-9635-338e3b4850fc" providerId="ADAL" clId="{C777CAD2-2948-4130-A6C6-8CB11CD7CD00}" dt="2026-09-01T06:19:05.430" v="306" actId="1076"/>
          <ac:spMkLst>
            <pc:docMk/>
            <pc:sldMk cId="0" sldId="408"/>
            <ac:spMk id="8" creationId="{38E8D2B5-54EB-276A-E96B-2EC6F3E69E22}"/>
          </ac:spMkLst>
        </pc:spChg>
        <pc:spChg chg="mod">
          <ac:chgData name="Stéphane JAUBERT" userId="926aeaf5-0d8d-4569-9635-338e3b4850fc" providerId="ADAL" clId="{C777CAD2-2948-4130-A6C6-8CB11CD7CD00}" dt="2026-09-01T06:18:58.037" v="304" actId="20577"/>
          <ac:spMkLst>
            <pc:docMk/>
            <pc:sldMk cId="0" sldId="408"/>
            <ac:spMk id="202756" creationId="{00000000-0000-0000-0000-000000000000}"/>
          </ac:spMkLst>
        </pc:spChg>
        <pc:grpChg chg="add mod">
          <ac:chgData name="Stéphane JAUBERT" userId="926aeaf5-0d8d-4569-9635-338e3b4850fc" providerId="ADAL" clId="{C777CAD2-2948-4130-A6C6-8CB11CD7CD00}" dt="2026-09-01T06:19:05.430" v="306" actId="1076"/>
          <ac:grpSpMkLst>
            <pc:docMk/>
            <pc:sldMk cId="0" sldId="408"/>
            <ac:grpSpMk id="2" creationId="{BA81A051-F7FB-78FD-BA55-9342BE24762A}"/>
          </ac:grpSpMkLst>
        </pc:grpChg>
      </pc:sldChg>
      <pc:sldChg chg="modSp mod">
        <pc:chgData name="Stéphane JAUBERT" userId="926aeaf5-0d8d-4569-9635-338e3b4850fc" providerId="ADAL" clId="{C777CAD2-2948-4130-A6C6-8CB11CD7CD00}" dt="2026-09-01T06:19:21.481" v="311" actId="1076"/>
        <pc:sldMkLst>
          <pc:docMk/>
          <pc:sldMk cId="0" sldId="409"/>
        </pc:sldMkLst>
        <pc:spChg chg="mod">
          <ac:chgData name="Stéphane JAUBERT" userId="926aeaf5-0d8d-4569-9635-338e3b4850fc" providerId="ADAL" clId="{C777CAD2-2948-4130-A6C6-8CB11CD7CD00}" dt="2026-09-01T06:19:14.195" v="308" actId="1076"/>
          <ac:spMkLst>
            <pc:docMk/>
            <pc:sldMk cId="0" sldId="409"/>
            <ac:spMk id="3" creationId="{DF123FAE-8FFE-7C73-3D73-5C28B59D32CF}"/>
          </ac:spMkLst>
        </pc:spChg>
        <pc:spChg chg="mod">
          <ac:chgData name="Stéphane JAUBERT" userId="926aeaf5-0d8d-4569-9635-338e3b4850fc" providerId="ADAL" clId="{C777CAD2-2948-4130-A6C6-8CB11CD7CD00}" dt="2026-09-01T06:19:14.195" v="308" actId="1076"/>
          <ac:spMkLst>
            <pc:docMk/>
            <pc:sldMk cId="0" sldId="409"/>
            <ac:spMk id="4" creationId="{7E84E24F-C337-11DA-DF68-EC3034D71A25}"/>
          </ac:spMkLst>
        </pc:spChg>
        <pc:spChg chg="mod">
          <ac:chgData name="Stéphane JAUBERT" userId="926aeaf5-0d8d-4569-9635-338e3b4850fc" providerId="ADAL" clId="{C777CAD2-2948-4130-A6C6-8CB11CD7CD00}" dt="2026-09-01T06:19:14.195" v="308" actId="1076"/>
          <ac:spMkLst>
            <pc:docMk/>
            <pc:sldMk cId="0" sldId="409"/>
            <ac:spMk id="5" creationId="{30C88D40-C58D-742A-258A-D505FD8B10F1}"/>
          </ac:spMkLst>
        </pc:spChg>
        <pc:spChg chg="mod">
          <ac:chgData name="Stéphane JAUBERT" userId="926aeaf5-0d8d-4569-9635-338e3b4850fc" providerId="ADAL" clId="{C777CAD2-2948-4130-A6C6-8CB11CD7CD00}" dt="2026-09-01T06:19:14.195" v="308" actId="1076"/>
          <ac:spMkLst>
            <pc:docMk/>
            <pc:sldMk cId="0" sldId="409"/>
            <ac:spMk id="6" creationId="{2573E788-C914-E670-1E35-E3E3933972EE}"/>
          </ac:spMkLst>
        </pc:spChg>
        <pc:spChg chg="mod">
          <ac:chgData name="Stéphane JAUBERT" userId="926aeaf5-0d8d-4569-9635-338e3b4850fc" providerId="ADAL" clId="{C777CAD2-2948-4130-A6C6-8CB11CD7CD00}" dt="2026-09-01T06:19:14.195" v="308" actId="1076"/>
          <ac:spMkLst>
            <pc:docMk/>
            <pc:sldMk cId="0" sldId="409"/>
            <ac:spMk id="7" creationId="{52999926-8B62-5B37-70A3-8EBE7FD8C416}"/>
          </ac:spMkLst>
        </pc:spChg>
        <pc:spChg chg="mod">
          <ac:chgData name="Stéphane JAUBERT" userId="926aeaf5-0d8d-4569-9635-338e3b4850fc" providerId="ADAL" clId="{C777CAD2-2948-4130-A6C6-8CB11CD7CD00}" dt="2026-09-01T06:19:14.195" v="308" actId="1076"/>
          <ac:spMkLst>
            <pc:docMk/>
            <pc:sldMk cId="0" sldId="409"/>
            <ac:spMk id="8" creationId="{BE9FC38D-8E3D-59DF-E36F-6B5B8A63E380}"/>
          </ac:spMkLst>
        </pc:spChg>
        <pc:spChg chg="mod">
          <ac:chgData name="Stéphane JAUBERT" userId="926aeaf5-0d8d-4569-9635-338e3b4850fc" providerId="ADAL" clId="{C777CAD2-2948-4130-A6C6-8CB11CD7CD00}" dt="2026-09-01T06:19:17.259" v="309" actId="1076"/>
          <ac:spMkLst>
            <pc:docMk/>
            <pc:sldMk cId="0" sldId="409"/>
            <ac:spMk id="9" creationId="{275D2460-132F-9303-301F-B8C9503DA568}"/>
          </ac:spMkLst>
        </pc:spChg>
        <pc:spChg chg="mod">
          <ac:chgData name="Stéphane JAUBERT" userId="926aeaf5-0d8d-4569-9635-338e3b4850fc" providerId="ADAL" clId="{C777CAD2-2948-4130-A6C6-8CB11CD7CD00}" dt="2026-09-01T06:19:21.481" v="311" actId="1076"/>
          <ac:spMkLst>
            <pc:docMk/>
            <pc:sldMk cId="0" sldId="409"/>
            <ac:spMk id="204813" creationId="{00000000-0000-0000-0000-000000000000}"/>
          </ac:spMkLst>
        </pc:spChg>
        <pc:grpChg chg="mod">
          <ac:chgData name="Stéphane JAUBERT" userId="926aeaf5-0d8d-4569-9635-338e3b4850fc" providerId="ADAL" clId="{C777CAD2-2948-4130-A6C6-8CB11CD7CD00}" dt="2026-09-01T06:19:14.195" v="308" actId="1076"/>
          <ac:grpSpMkLst>
            <pc:docMk/>
            <pc:sldMk cId="0" sldId="409"/>
            <ac:grpSpMk id="2" creationId="{873A8B9F-C322-C650-EFF8-6D23146B426A}"/>
          </ac:grpSpMkLst>
        </pc:grpChg>
      </pc:sldChg>
      <pc:sldChg chg="addSp modSp">
        <pc:chgData name="Stéphane JAUBERT" userId="926aeaf5-0d8d-4569-9635-338e3b4850fc" providerId="ADAL" clId="{C777CAD2-2948-4130-A6C6-8CB11CD7CD00}" dt="2026-09-01T06:19:40.382" v="315" actId="1076"/>
        <pc:sldMkLst>
          <pc:docMk/>
          <pc:sldMk cId="0" sldId="411"/>
        </pc:sldMkLst>
        <pc:spChg chg="mod">
          <ac:chgData name="Stéphane JAUBERT" userId="926aeaf5-0d8d-4569-9635-338e3b4850fc" providerId="ADAL" clId="{C777CAD2-2948-4130-A6C6-8CB11CD7CD00}" dt="2026-09-01T06:19:40.382" v="315" actId="1076"/>
          <ac:spMkLst>
            <pc:docMk/>
            <pc:sldMk cId="0" sldId="411"/>
            <ac:spMk id="3" creationId="{B3664D38-AF73-49A2-8639-917EAB17B5A9}"/>
          </ac:spMkLst>
        </pc:spChg>
        <pc:spChg chg="mod">
          <ac:chgData name="Stéphane JAUBERT" userId="926aeaf5-0d8d-4569-9635-338e3b4850fc" providerId="ADAL" clId="{C777CAD2-2948-4130-A6C6-8CB11CD7CD00}" dt="2026-09-01T06:19:40.382" v="315" actId="1076"/>
          <ac:spMkLst>
            <pc:docMk/>
            <pc:sldMk cId="0" sldId="411"/>
            <ac:spMk id="4" creationId="{B9D2BC2F-5377-B7E7-6F23-DD16D2AE499C}"/>
          </ac:spMkLst>
        </pc:spChg>
        <pc:spChg chg="mod">
          <ac:chgData name="Stéphane JAUBERT" userId="926aeaf5-0d8d-4569-9635-338e3b4850fc" providerId="ADAL" clId="{C777CAD2-2948-4130-A6C6-8CB11CD7CD00}" dt="2026-09-01T06:19:40.382" v="315" actId="1076"/>
          <ac:spMkLst>
            <pc:docMk/>
            <pc:sldMk cId="0" sldId="411"/>
            <ac:spMk id="5" creationId="{2A2B8B4B-66EE-89E6-7A83-290442D3CC1D}"/>
          </ac:spMkLst>
        </pc:spChg>
        <pc:spChg chg="mod">
          <ac:chgData name="Stéphane JAUBERT" userId="926aeaf5-0d8d-4569-9635-338e3b4850fc" providerId="ADAL" clId="{C777CAD2-2948-4130-A6C6-8CB11CD7CD00}" dt="2026-09-01T06:19:40.382" v="315" actId="1076"/>
          <ac:spMkLst>
            <pc:docMk/>
            <pc:sldMk cId="0" sldId="411"/>
            <ac:spMk id="6" creationId="{653BF90D-8D5A-CCF4-3F1D-99B6A283AA78}"/>
          </ac:spMkLst>
        </pc:spChg>
        <pc:spChg chg="mod">
          <ac:chgData name="Stéphane JAUBERT" userId="926aeaf5-0d8d-4569-9635-338e3b4850fc" providerId="ADAL" clId="{C777CAD2-2948-4130-A6C6-8CB11CD7CD00}" dt="2026-09-01T06:19:40.382" v="315" actId="1076"/>
          <ac:spMkLst>
            <pc:docMk/>
            <pc:sldMk cId="0" sldId="411"/>
            <ac:spMk id="7" creationId="{195C9E1E-2473-A39A-A0CB-B8898296B423}"/>
          </ac:spMkLst>
        </pc:spChg>
        <pc:spChg chg="mod">
          <ac:chgData name="Stéphane JAUBERT" userId="926aeaf5-0d8d-4569-9635-338e3b4850fc" providerId="ADAL" clId="{C777CAD2-2948-4130-A6C6-8CB11CD7CD00}" dt="2026-09-01T06:19:40.382" v="315" actId="1076"/>
          <ac:spMkLst>
            <pc:docMk/>
            <pc:sldMk cId="0" sldId="411"/>
            <ac:spMk id="8" creationId="{74E288B7-F269-6E3D-54C2-6FF1BDF93E3A}"/>
          </ac:spMkLst>
        </pc:spChg>
        <pc:grpChg chg="add mod">
          <ac:chgData name="Stéphane JAUBERT" userId="926aeaf5-0d8d-4569-9635-338e3b4850fc" providerId="ADAL" clId="{C777CAD2-2948-4130-A6C6-8CB11CD7CD00}" dt="2026-09-01T06:19:40.382" v="315" actId="1076"/>
          <ac:grpSpMkLst>
            <pc:docMk/>
            <pc:sldMk cId="0" sldId="411"/>
            <ac:grpSpMk id="2" creationId="{24E0B21D-F309-F18D-A150-79B16185259E}"/>
          </ac:grpSpMkLst>
        </pc:grpChg>
      </pc:sldChg>
      <pc:sldChg chg="modSp mod">
        <pc:chgData name="Stéphane JAUBERT" userId="926aeaf5-0d8d-4569-9635-338e3b4850fc" providerId="ADAL" clId="{C777CAD2-2948-4130-A6C6-8CB11CD7CD00}" dt="2026-09-01T06:19:56.388" v="319" actId="1076"/>
        <pc:sldMkLst>
          <pc:docMk/>
          <pc:sldMk cId="0" sldId="412"/>
        </pc:sldMkLst>
        <pc:spChg chg="mod">
          <ac:chgData name="Stéphane JAUBERT" userId="926aeaf5-0d8d-4569-9635-338e3b4850fc" providerId="ADAL" clId="{C777CAD2-2948-4130-A6C6-8CB11CD7CD00}" dt="2026-09-01T06:19:45.903" v="316" actId="1076"/>
          <ac:spMkLst>
            <pc:docMk/>
            <pc:sldMk cId="0" sldId="412"/>
            <ac:spMk id="3" creationId="{2C8B53F7-AF5A-9CF9-14D2-77776A6D3C64}"/>
          </ac:spMkLst>
        </pc:spChg>
        <pc:spChg chg="mod">
          <ac:chgData name="Stéphane JAUBERT" userId="926aeaf5-0d8d-4569-9635-338e3b4850fc" providerId="ADAL" clId="{C777CAD2-2948-4130-A6C6-8CB11CD7CD00}" dt="2026-09-01T06:19:45.903" v="316" actId="1076"/>
          <ac:spMkLst>
            <pc:docMk/>
            <pc:sldMk cId="0" sldId="412"/>
            <ac:spMk id="4" creationId="{4D0C4D4C-3B42-0BD9-CCDB-2ADFE4635351}"/>
          </ac:spMkLst>
        </pc:spChg>
        <pc:spChg chg="mod">
          <ac:chgData name="Stéphane JAUBERT" userId="926aeaf5-0d8d-4569-9635-338e3b4850fc" providerId="ADAL" clId="{C777CAD2-2948-4130-A6C6-8CB11CD7CD00}" dt="2026-09-01T06:19:45.903" v="316" actId="1076"/>
          <ac:spMkLst>
            <pc:docMk/>
            <pc:sldMk cId="0" sldId="412"/>
            <ac:spMk id="5" creationId="{460E462E-0BE8-0BD2-ABB1-798898C82938}"/>
          </ac:spMkLst>
        </pc:spChg>
        <pc:spChg chg="mod">
          <ac:chgData name="Stéphane JAUBERT" userId="926aeaf5-0d8d-4569-9635-338e3b4850fc" providerId="ADAL" clId="{C777CAD2-2948-4130-A6C6-8CB11CD7CD00}" dt="2026-09-01T06:19:45.903" v="316" actId="1076"/>
          <ac:spMkLst>
            <pc:docMk/>
            <pc:sldMk cId="0" sldId="412"/>
            <ac:spMk id="6" creationId="{B777709A-152B-5CB4-C5B3-36E0345FF5F4}"/>
          </ac:spMkLst>
        </pc:spChg>
        <pc:spChg chg="mod">
          <ac:chgData name="Stéphane JAUBERT" userId="926aeaf5-0d8d-4569-9635-338e3b4850fc" providerId="ADAL" clId="{C777CAD2-2948-4130-A6C6-8CB11CD7CD00}" dt="2026-09-01T06:19:45.903" v="316" actId="1076"/>
          <ac:spMkLst>
            <pc:docMk/>
            <pc:sldMk cId="0" sldId="412"/>
            <ac:spMk id="7" creationId="{B53A26BD-AA90-4C81-740A-F9F2F84629FC}"/>
          </ac:spMkLst>
        </pc:spChg>
        <pc:spChg chg="mod">
          <ac:chgData name="Stéphane JAUBERT" userId="926aeaf5-0d8d-4569-9635-338e3b4850fc" providerId="ADAL" clId="{C777CAD2-2948-4130-A6C6-8CB11CD7CD00}" dt="2026-09-01T06:19:45.903" v="316" actId="1076"/>
          <ac:spMkLst>
            <pc:docMk/>
            <pc:sldMk cId="0" sldId="412"/>
            <ac:spMk id="8" creationId="{3D9814A6-C2DE-99D7-EC20-4F827085FF9C}"/>
          </ac:spMkLst>
        </pc:spChg>
        <pc:spChg chg="mod">
          <ac:chgData name="Stéphane JAUBERT" userId="926aeaf5-0d8d-4569-9635-338e3b4850fc" providerId="ADAL" clId="{C777CAD2-2948-4130-A6C6-8CB11CD7CD00}" dt="2026-09-01T06:19:49.552" v="317" actId="1076"/>
          <ac:spMkLst>
            <pc:docMk/>
            <pc:sldMk cId="0" sldId="412"/>
            <ac:spMk id="9" creationId="{2D7AE55E-A89F-5F3E-99E4-6964024CB4B9}"/>
          </ac:spMkLst>
        </pc:spChg>
        <pc:spChg chg="mod">
          <ac:chgData name="Stéphane JAUBERT" userId="926aeaf5-0d8d-4569-9635-338e3b4850fc" providerId="ADAL" clId="{C777CAD2-2948-4130-A6C6-8CB11CD7CD00}" dt="2026-09-01T06:19:56.388" v="319" actId="1076"/>
          <ac:spMkLst>
            <pc:docMk/>
            <pc:sldMk cId="0" sldId="412"/>
            <ac:spMk id="208909" creationId="{00000000-0000-0000-0000-000000000000}"/>
          </ac:spMkLst>
        </pc:spChg>
        <pc:grpChg chg="mod">
          <ac:chgData name="Stéphane JAUBERT" userId="926aeaf5-0d8d-4569-9635-338e3b4850fc" providerId="ADAL" clId="{C777CAD2-2948-4130-A6C6-8CB11CD7CD00}" dt="2026-09-01T06:19:45.903" v="316" actId="1076"/>
          <ac:grpSpMkLst>
            <pc:docMk/>
            <pc:sldMk cId="0" sldId="412"/>
            <ac:grpSpMk id="2" creationId="{16F31B63-386A-78A9-211B-312D29C5FB0E}"/>
          </ac:grpSpMkLst>
        </pc:grpChg>
      </pc:sldChg>
      <pc:sldChg chg="addSp modSp mod">
        <pc:chgData name="Stéphane JAUBERT" userId="926aeaf5-0d8d-4569-9635-338e3b4850fc" providerId="ADAL" clId="{C777CAD2-2948-4130-A6C6-8CB11CD7CD00}" dt="2026-09-01T06:20:15.131" v="325" actId="1076"/>
        <pc:sldMkLst>
          <pc:docMk/>
          <pc:sldMk cId="0" sldId="414"/>
        </pc:sldMkLst>
        <pc:spChg chg="mod">
          <ac:chgData name="Stéphane JAUBERT" userId="926aeaf5-0d8d-4569-9635-338e3b4850fc" providerId="ADAL" clId="{C777CAD2-2948-4130-A6C6-8CB11CD7CD00}" dt="2026-09-01T06:20:15.131" v="325" actId="1076"/>
          <ac:spMkLst>
            <pc:docMk/>
            <pc:sldMk cId="0" sldId="414"/>
            <ac:spMk id="2" creationId="{38673871-496A-FABA-5D36-A949D2FA7C40}"/>
          </ac:spMkLst>
        </pc:spChg>
        <pc:spChg chg="mod">
          <ac:chgData name="Stéphane JAUBERT" userId="926aeaf5-0d8d-4569-9635-338e3b4850fc" providerId="ADAL" clId="{C777CAD2-2948-4130-A6C6-8CB11CD7CD00}" dt="2026-09-01T06:20:06.274" v="321" actId="1076"/>
          <ac:spMkLst>
            <pc:docMk/>
            <pc:sldMk cId="0" sldId="414"/>
            <ac:spMk id="4" creationId="{BA7FC06F-1BD8-732B-8F6E-9D85E95DCB1D}"/>
          </ac:spMkLst>
        </pc:spChg>
        <pc:spChg chg="mod">
          <ac:chgData name="Stéphane JAUBERT" userId="926aeaf5-0d8d-4569-9635-338e3b4850fc" providerId="ADAL" clId="{C777CAD2-2948-4130-A6C6-8CB11CD7CD00}" dt="2026-09-01T06:20:06.274" v="321" actId="1076"/>
          <ac:spMkLst>
            <pc:docMk/>
            <pc:sldMk cId="0" sldId="414"/>
            <ac:spMk id="5" creationId="{4FBA4DB0-18D1-C201-FE79-266483A9B37E}"/>
          </ac:spMkLst>
        </pc:spChg>
        <pc:spChg chg="mod">
          <ac:chgData name="Stéphane JAUBERT" userId="926aeaf5-0d8d-4569-9635-338e3b4850fc" providerId="ADAL" clId="{C777CAD2-2948-4130-A6C6-8CB11CD7CD00}" dt="2026-09-01T06:20:06.274" v="321" actId="1076"/>
          <ac:spMkLst>
            <pc:docMk/>
            <pc:sldMk cId="0" sldId="414"/>
            <ac:spMk id="6" creationId="{14B766F2-E58E-3600-E42C-FC3AE71B2DC1}"/>
          </ac:spMkLst>
        </pc:spChg>
        <pc:spChg chg="mod">
          <ac:chgData name="Stéphane JAUBERT" userId="926aeaf5-0d8d-4569-9635-338e3b4850fc" providerId="ADAL" clId="{C777CAD2-2948-4130-A6C6-8CB11CD7CD00}" dt="2026-09-01T06:20:06.274" v="321" actId="1076"/>
          <ac:spMkLst>
            <pc:docMk/>
            <pc:sldMk cId="0" sldId="414"/>
            <ac:spMk id="7" creationId="{FBC74AE9-4D41-F8F1-73F5-8E6F024C9CB8}"/>
          </ac:spMkLst>
        </pc:spChg>
        <pc:spChg chg="mod">
          <ac:chgData name="Stéphane JAUBERT" userId="926aeaf5-0d8d-4569-9635-338e3b4850fc" providerId="ADAL" clId="{C777CAD2-2948-4130-A6C6-8CB11CD7CD00}" dt="2026-09-01T06:20:06.274" v="321" actId="1076"/>
          <ac:spMkLst>
            <pc:docMk/>
            <pc:sldMk cId="0" sldId="414"/>
            <ac:spMk id="8" creationId="{B29FC18A-9F03-C373-D8EE-CC927B29368C}"/>
          </ac:spMkLst>
        </pc:spChg>
        <pc:spChg chg="mod">
          <ac:chgData name="Stéphane JAUBERT" userId="926aeaf5-0d8d-4569-9635-338e3b4850fc" providerId="ADAL" clId="{C777CAD2-2948-4130-A6C6-8CB11CD7CD00}" dt="2026-09-01T06:20:06.274" v="321" actId="1076"/>
          <ac:spMkLst>
            <pc:docMk/>
            <pc:sldMk cId="0" sldId="414"/>
            <ac:spMk id="9" creationId="{53FB976C-CA23-D8D9-9ADC-137DC6A4555A}"/>
          </ac:spMkLst>
        </pc:spChg>
        <pc:spChg chg="mod">
          <ac:chgData name="Stéphane JAUBERT" userId="926aeaf5-0d8d-4569-9635-338e3b4850fc" providerId="ADAL" clId="{C777CAD2-2948-4130-A6C6-8CB11CD7CD00}" dt="2026-09-01T06:20:08.772" v="323" actId="20577"/>
          <ac:spMkLst>
            <pc:docMk/>
            <pc:sldMk cId="0" sldId="414"/>
            <ac:spMk id="210948" creationId="{00000000-0000-0000-0000-000000000000}"/>
          </ac:spMkLst>
        </pc:spChg>
        <pc:spChg chg="mod">
          <ac:chgData name="Stéphane JAUBERT" userId="926aeaf5-0d8d-4569-9635-338e3b4850fc" providerId="ADAL" clId="{C777CAD2-2948-4130-A6C6-8CB11CD7CD00}" dt="2026-09-01T06:20:11.594" v="324" actId="20577"/>
          <ac:spMkLst>
            <pc:docMk/>
            <pc:sldMk cId="0" sldId="414"/>
            <ac:spMk id="210957" creationId="{00000000-0000-0000-0000-000000000000}"/>
          </ac:spMkLst>
        </pc:spChg>
        <pc:grpChg chg="add mod">
          <ac:chgData name="Stéphane JAUBERT" userId="926aeaf5-0d8d-4569-9635-338e3b4850fc" providerId="ADAL" clId="{C777CAD2-2948-4130-A6C6-8CB11CD7CD00}" dt="2026-09-01T06:20:06.274" v="321" actId="1076"/>
          <ac:grpSpMkLst>
            <pc:docMk/>
            <pc:sldMk cId="0" sldId="414"/>
            <ac:grpSpMk id="3" creationId="{311E4332-E6BD-15F4-9787-7DAB4C33F160}"/>
          </ac:grpSpMkLst>
        </pc:grpChg>
      </pc:sldChg>
      <pc:sldChg chg="mod modShow">
        <pc:chgData name="Stéphane JAUBERT" userId="926aeaf5-0d8d-4569-9635-338e3b4850fc" providerId="ADAL" clId="{C777CAD2-2948-4130-A6C6-8CB11CD7CD00}" dt="2026-09-01T06:16:14.539" v="264" actId="729"/>
        <pc:sldMkLst>
          <pc:docMk/>
          <pc:sldMk cId="0" sldId="495"/>
        </pc:sldMkLst>
      </pc:sldChg>
      <pc:sldChg chg="mod modShow">
        <pc:chgData name="Stéphane JAUBERT" userId="926aeaf5-0d8d-4569-9635-338e3b4850fc" providerId="ADAL" clId="{C777CAD2-2948-4130-A6C6-8CB11CD7CD00}" dt="2026-09-01T06:12:18.823" v="232" actId="729"/>
        <pc:sldMkLst>
          <pc:docMk/>
          <pc:sldMk cId="0" sldId="503"/>
        </pc:sldMkLst>
      </pc:sldChg>
      <pc:sldChg chg="addSp delSp modSp mod modShow">
        <pc:chgData name="Stéphane JAUBERT" userId="926aeaf5-0d8d-4569-9635-338e3b4850fc" providerId="ADAL" clId="{C777CAD2-2948-4130-A6C6-8CB11CD7CD00}" dt="2026-09-01T08:23:33.011" v="347"/>
        <pc:sldMkLst>
          <pc:docMk/>
          <pc:sldMk cId="0" sldId="528"/>
        </pc:sldMkLst>
        <pc:spChg chg="add del mod">
          <ac:chgData name="Stéphane JAUBERT" userId="926aeaf5-0d8d-4569-9635-338e3b4850fc" providerId="ADAL" clId="{C777CAD2-2948-4130-A6C6-8CB11CD7CD00}" dt="2026-09-01T08:23:33.011" v="347"/>
          <ac:spMkLst>
            <pc:docMk/>
            <pc:sldMk cId="0" sldId="528"/>
            <ac:spMk id="2" creationId="{30E6AD91-FEB0-F0EC-A01C-D7207DAFD712}"/>
          </ac:spMkLst>
        </pc:spChg>
      </pc:sldChg>
      <pc:sldChg chg="mod modShow">
        <pc:chgData name="Stéphane JAUBERT" userId="926aeaf5-0d8d-4569-9635-338e3b4850fc" providerId="ADAL" clId="{C777CAD2-2948-4130-A6C6-8CB11CD7CD00}" dt="2026-09-01T06:13:50.123" v="241" actId="729"/>
        <pc:sldMkLst>
          <pc:docMk/>
          <pc:sldMk cId="0" sldId="529"/>
        </pc:sldMkLst>
      </pc:sldChg>
      <pc:sldChg chg="mod modShow">
        <pc:chgData name="Stéphane JAUBERT" userId="926aeaf5-0d8d-4569-9635-338e3b4850fc" providerId="ADAL" clId="{C777CAD2-2948-4130-A6C6-8CB11CD7CD00}" dt="2026-09-01T06:15:32.969" v="259" actId="729"/>
        <pc:sldMkLst>
          <pc:docMk/>
          <pc:sldMk cId="0" sldId="532"/>
        </pc:sldMkLst>
      </pc:sldChg>
      <pc:sldChg chg="mod modShow">
        <pc:chgData name="Stéphane JAUBERT" userId="926aeaf5-0d8d-4569-9635-338e3b4850fc" providerId="ADAL" clId="{C777CAD2-2948-4130-A6C6-8CB11CD7CD00}" dt="2026-09-01T06:15:10.403" v="258" actId="729"/>
        <pc:sldMkLst>
          <pc:docMk/>
          <pc:sldMk cId="0" sldId="539"/>
        </pc:sldMkLst>
      </pc:sldChg>
      <pc:sldChg chg="mod modShow">
        <pc:chgData name="Stéphane JAUBERT" userId="926aeaf5-0d8d-4569-9635-338e3b4850fc" providerId="ADAL" clId="{C777CAD2-2948-4130-A6C6-8CB11CD7CD00}" dt="2026-09-01T06:20:25.359" v="327" actId="34476"/>
        <pc:sldMkLst>
          <pc:docMk/>
          <pc:sldMk cId="0" sldId="54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3970" name="Rectangle 2"/>
          <p:cNvSpPr>
            <a:spLocks noGrp="1" noChangeArrowheads="1"/>
          </p:cNvSpPr>
          <p:nvPr>
            <p:ph type="hdr" sz="quarter"/>
          </p:nvPr>
        </p:nvSpPr>
        <p:spPr bwMode="auto">
          <a:xfrm>
            <a:off x="0" y="1"/>
            <a:ext cx="2946861" cy="496930"/>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l">
              <a:defRPr sz="1200">
                <a:latin typeface="Times New Roman" pitchFamily="18" charset="0"/>
              </a:defRPr>
            </a:lvl1pPr>
          </a:lstStyle>
          <a:p>
            <a:pPr>
              <a:defRPr/>
            </a:pPr>
            <a:endParaRPr lang="fr-FR"/>
          </a:p>
        </p:txBody>
      </p:sp>
      <p:sp>
        <p:nvSpPr>
          <p:cNvPr id="83971" name="Rectangle 3"/>
          <p:cNvSpPr>
            <a:spLocks noGrp="1" noChangeArrowheads="1"/>
          </p:cNvSpPr>
          <p:nvPr>
            <p:ph type="dt" sz="quarter" idx="1"/>
          </p:nvPr>
        </p:nvSpPr>
        <p:spPr bwMode="auto">
          <a:xfrm>
            <a:off x="3850814" y="1"/>
            <a:ext cx="2946861" cy="496930"/>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r">
              <a:defRPr sz="1200">
                <a:latin typeface="Times New Roman" pitchFamily="18" charset="0"/>
              </a:defRPr>
            </a:lvl1pPr>
          </a:lstStyle>
          <a:p>
            <a:pPr>
              <a:defRPr/>
            </a:pPr>
            <a:endParaRPr lang="fr-FR"/>
          </a:p>
        </p:txBody>
      </p:sp>
      <p:sp>
        <p:nvSpPr>
          <p:cNvPr id="83972" name="Rectangle 4"/>
          <p:cNvSpPr>
            <a:spLocks noGrp="1" noChangeArrowheads="1"/>
          </p:cNvSpPr>
          <p:nvPr>
            <p:ph type="ftr" sz="quarter" idx="2"/>
          </p:nvPr>
        </p:nvSpPr>
        <p:spPr bwMode="auto">
          <a:xfrm>
            <a:off x="0" y="9429708"/>
            <a:ext cx="2946861" cy="496930"/>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l">
              <a:defRPr sz="1200">
                <a:latin typeface="Times New Roman" pitchFamily="18" charset="0"/>
              </a:defRPr>
            </a:lvl1pPr>
          </a:lstStyle>
          <a:p>
            <a:pPr>
              <a:defRPr/>
            </a:pPr>
            <a:endParaRPr lang="fr-FR"/>
          </a:p>
        </p:txBody>
      </p:sp>
      <p:sp>
        <p:nvSpPr>
          <p:cNvPr id="83973" name="Rectangle 5"/>
          <p:cNvSpPr>
            <a:spLocks noGrp="1" noChangeArrowheads="1"/>
          </p:cNvSpPr>
          <p:nvPr>
            <p:ph type="sldNum" sz="quarter" idx="3"/>
          </p:nvPr>
        </p:nvSpPr>
        <p:spPr bwMode="auto">
          <a:xfrm>
            <a:off x="3850814" y="9429708"/>
            <a:ext cx="2946861" cy="496930"/>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r">
              <a:defRPr sz="1200">
                <a:latin typeface="Times New Roman" pitchFamily="18" charset="0"/>
              </a:defRPr>
            </a:lvl1pPr>
          </a:lstStyle>
          <a:p>
            <a:pPr>
              <a:defRPr/>
            </a:pPr>
            <a:fld id="{34C14E7A-280D-4049-B4D1-BE37DE6283A2}" type="slidenum">
              <a:rPr lang="fr-FR"/>
              <a:pPr>
                <a:defRPr/>
              </a:pPr>
              <a:t>‹N°›</a:t>
            </a:fld>
            <a:endParaRPr lang="fr-FR"/>
          </a:p>
        </p:txBody>
      </p:sp>
    </p:spTree>
    <p:extLst>
      <p:ext uri="{BB962C8B-B14F-4D97-AF65-F5344CB8AC3E}">
        <p14:creationId xmlns:p14="http://schemas.microsoft.com/office/powerpoint/2010/main" val="9900717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2210" name="Text Box 11"/>
          <p:cNvSpPr txBox="1">
            <a:spLocks noChangeArrowheads="1"/>
          </p:cNvSpPr>
          <p:nvPr/>
        </p:nvSpPr>
        <p:spPr bwMode="auto">
          <a:xfrm>
            <a:off x="5470726" y="9665365"/>
            <a:ext cx="1326949" cy="236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r">
              <a:defRPr/>
            </a:pPr>
            <a:r>
              <a:rPr lang="fr-FR" sz="1000" b="1">
                <a:solidFill>
                  <a:srgbClr val="474747"/>
                </a:solidFill>
              </a:rPr>
              <a:t>diapo </a:t>
            </a:r>
            <a:fld id="{D8A8FCF6-190F-467E-BD5E-7CA2B3EC2C83}" type="slidenum">
              <a:rPr lang="fr-FR" sz="1000" b="1" smtClean="0">
                <a:solidFill>
                  <a:srgbClr val="474747"/>
                </a:solidFill>
              </a:rPr>
              <a:pPr algn="r">
                <a:defRPr/>
              </a:pPr>
              <a:t>‹N°›</a:t>
            </a:fld>
            <a:endParaRPr lang="fr-FR" sz="1000" b="1">
              <a:solidFill>
                <a:srgbClr val="474747"/>
              </a:solidFill>
            </a:endParaRPr>
          </a:p>
        </p:txBody>
      </p:sp>
      <p:sp>
        <p:nvSpPr>
          <p:cNvPr id="124930" name="Rectangle 2"/>
          <p:cNvSpPr>
            <a:spLocks noGrp="1" noChangeArrowheads="1"/>
          </p:cNvSpPr>
          <p:nvPr>
            <p:ph type="hdr" sz="quarter"/>
          </p:nvPr>
        </p:nvSpPr>
        <p:spPr bwMode="auto">
          <a:xfrm>
            <a:off x="0" y="0"/>
            <a:ext cx="2946861" cy="464484"/>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l">
              <a:defRPr sz="1200">
                <a:latin typeface="Times New Roman" pitchFamily="18" charset="0"/>
              </a:defRPr>
            </a:lvl1pPr>
          </a:lstStyle>
          <a:p>
            <a:pPr>
              <a:defRPr/>
            </a:pPr>
            <a:endParaRPr lang="fr-FR"/>
          </a:p>
        </p:txBody>
      </p:sp>
      <p:sp>
        <p:nvSpPr>
          <p:cNvPr id="124931" name="Rectangle 3"/>
          <p:cNvSpPr>
            <a:spLocks noGrp="1" noChangeArrowheads="1"/>
          </p:cNvSpPr>
          <p:nvPr>
            <p:ph type="dt" idx="1"/>
          </p:nvPr>
        </p:nvSpPr>
        <p:spPr bwMode="auto">
          <a:xfrm>
            <a:off x="3850814" y="0"/>
            <a:ext cx="2946861" cy="464484"/>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r">
              <a:defRPr sz="1200">
                <a:latin typeface="Times New Roman" pitchFamily="18" charset="0"/>
              </a:defRPr>
            </a:lvl1pPr>
          </a:lstStyle>
          <a:p>
            <a:pPr>
              <a:defRPr/>
            </a:pPr>
            <a:endParaRPr lang="fr-FR"/>
          </a:p>
        </p:txBody>
      </p:sp>
      <p:sp>
        <p:nvSpPr>
          <p:cNvPr id="222213" name="Rectangle 4"/>
          <p:cNvSpPr>
            <a:spLocks noGrp="1" noRot="1" noChangeAspect="1" noChangeArrowheads="1" noTextEdit="1"/>
          </p:cNvSpPr>
          <p:nvPr>
            <p:ph type="sldImg" idx="2"/>
          </p:nvPr>
        </p:nvSpPr>
        <p:spPr bwMode="auto">
          <a:xfrm>
            <a:off x="290513" y="23813"/>
            <a:ext cx="6229350" cy="4672012"/>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4933" name="Rectangle 5"/>
          <p:cNvSpPr>
            <a:spLocks noGrp="1" noChangeArrowheads="1"/>
          </p:cNvSpPr>
          <p:nvPr>
            <p:ph type="body" sz="quarter" idx="3"/>
          </p:nvPr>
        </p:nvSpPr>
        <p:spPr bwMode="auto">
          <a:xfrm>
            <a:off x="496628" y="4904404"/>
            <a:ext cx="5805988" cy="1237244"/>
          </a:xfrm>
          <a:prstGeom prst="rect">
            <a:avLst/>
          </a:prstGeom>
          <a:noFill/>
          <a:ln w="6350">
            <a:noFill/>
            <a:miter lim="800000"/>
            <a:headEnd/>
            <a:tailEnd/>
          </a:ln>
          <a:effectLst/>
        </p:spPr>
        <p:txBody>
          <a:bodyPr vert="horz" wrap="square" lIns="53989" tIns="45711" rIns="53989" bIns="45711" numCol="1" anchor="t" anchorCtr="0" compatLnSpc="1">
            <a:prstTxWarp prst="textNoShape">
              <a:avLst/>
            </a:prstTxWarp>
            <a:spAutoFit/>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124934" name="Rectangle 6"/>
          <p:cNvSpPr>
            <a:spLocks noGrp="1" noChangeArrowheads="1"/>
          </p:cNvSpPr>
          <p:nvPr>
            <p:ph type="ftr" sz="quarter" idx="4"/>
          </p:nvPr>
        </p:nvSpPr>
        <p:spPr bwMode="auto">
          <a:xfrm>
            <a:off x="0" y="9438247"/>
            <a:ext cx="2946861" cy="464484"/>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l">
              <a:defRPr sz="1200">
                <a:latin typeface="Times New Roman" pitchFamily="18" charset="0"/>
              </a:defRPr>
            </a:lvl1pPr>
          </a:lstStyle>
          <a:p>
            <a:pPr>
              <a:defRPr/>
            </a:pPr>
            <a:endParaRPr lang="fr-FR"/>
          </a:p>
        </p:txBody>
      </p:sp>
      <p:sp>
        <p:nvSpPr>
          <p:cNvPr id="222216" name="Text Box 10"/>
          <p:cNvSpPr txBox="1">
            <a:spLocks noChangeArrowheads="1"/>
          </p:cNvSpPr>
          <p:nvPr/>
        </p:nvSpPr>
        <p:spPr bwMode="auto">
          <a:xfrm>
            <a:off x="0" y="9665366"/>
            <a:ext cx="2166610" cy="1907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28" tIns="41114" rIns="82228" bIns="41114">
            <a:spAutoFit/>
          </a:bodyPr>
          <a:lstStyle>
            <a:lvl1pPr defTabSz="820738" eaLnBrk="0" hangingPunct="0">
              <a:defRPr sz="1300">
                <a:solidFill>
                  <a:schemeClr val="tx1"/>
                </a:solidFill>
                <a:latin typeface="Arial" pitchFamily="34" charset="0"/>
              </a:defRPr>
            </a:lvl1pPr>
            <a:lvl2pPr marL="742950" indent="-285750" defTabSz="820738" eaLnBrk="0" hangingPunct="0">
              <a:defRPr sz="1300">
                <a:solidFill>
                  <a:schemeClr val="tx1"/>
                </a:solidFill>
                <a:latin typeface="Arial" pitchFamily="34" charset="0"/>
              </a:defRPr>
            </a:lvl2pPr>
            <a:lvl3pPr marL="1143000" indent="-228600" defTabSz="820738" eaLnBrk="0" hangingPunct="0">
              <a:defRPr sz="1300">
                <a:solidFill>
                  <a:schemeClr val="tx1"/>
                </a:solidFill>
                <a:latin typeface="Arial" pitchFamily="34" charset="0"/>
              </a:defRPr>
            </a:lvl3pPr>
            <a:lvl4pPr marL="1600200" indent="-228600" defTabSz="820738" eaLnBrk="0" hangingPunct="0">
              <a:defRPr sz="1300">
                <a:solidFill>
                  <a:schemeClr val="tx1"/>
                </a:solidFill>
                <a:latin typeface="Arial" pitchFamily="34" charset="0"/>
              </a:defRPr>
            </a:lvl4pPr>
            <a:lvl5pPr marL="2057400" indent="-228600" defTabSz="820738" eaLnBrk="0" hangingPunct="0">
              <a:defRPr sz="1300">
                <a:solidFill>
                  <a:schemeClr val="tx1"/>
                </a:solidFill>
                <a:latin typeface="Arial" pitchFamily="34" charset="0"/>
              </a:defRPr>
            </a:lvl5pPr>
            <a:lvl6pPr marL="2514600" indent="-228600" algn="ctr" defTabSz="820738" eaLnBrk="0" fontAlgn="base" hangingPunct="0">
              <a:spcBef>
                <a:spcPct val="0"/>
              </a:spcBef>
              <a:spcAft>
                <a:spcPct val="0"/>
              </a:spcAft>
              <a:defRPr sz="1300">
                <a:solidFill>
                  <a:schemeClr val="tx1"/>
                </a:solidFill>
                <a:latin typeface="Arial" pitchFamily="34" charset="0"/>
              </a:defRPr>
            </a:lvl6pPr>
            <a:lvl7pPr marL="2971800" indent="-228600" algn="ctr" defTabSz="820738" eaLnBrk="0" fontAlgn="base" hangingPunct="0">
              <a:spcBef>
                <a:spcPct val="0"/>
              </a:spcBef>
              <a:spcAft>
                <a:spcPct val="0"/>
              </a:spcAft>
              <a:defRPr sz="1300">
                <a:solidFill>
                  <a:schemeClr val="tx1"/>
                </a:solidFill>
                <a:latin typeface="Arial" pitchFamily="34" charset="0"/>
              </a:defRPr>
            </a:lvl7pPr>
            <a:lvl8pPr marL="3429000" indent="-228600" algn="ctr" defTabSz="820738" eaLnBrk="0" fontAlgn="base" hangingPunct="0">
              <a:spcBef>
                <a:spcPct val="0"/>
              </a:spcBef>
              <a:spcAft>
                <a:spcPct val="0"/>
              </a:spcAft>
              <a:defRPr sz="1300">
                <a:solidFill>
                  <a:schemeClr val="tx1"/>
                </a:solidFill>
                <a:latin typeface="Arial" pitchFamily="34" charset="0"/>
              </a:defRPr>
            </a:lvl8pPr>
            <a:lvl9pPr marL="3886200" indent="-228600" algn="ctr" defTabSz="820738" eaLnBrk="0" fontAlgn="base" hangingPunct="0">
              <a:spcBef>
                <a:spcPct val="0"/>
              </a:spcBef>
              <a:spcAft>
                <a:spcPct val="0"/>
              </a:spcAft>
              <a:defRPr sz="1300">
                <a:solidFill>
                  <a:schemeClr val="tx1"/>
                </a:solidFill>
                <a:latin typeface="Arial" pitchFamily="34" charset="0"/>
              </a:defRPr>
            </a:lvl9pPr>
          </a:lstStyle>
          <a:p>
            <a:pPr algn="l">
              <a:defRPr/>
            </a:pPr>
            <a:r>
              <a:rPr lang="fr-FR" sz="700">
                <a:solidFill>
                  <a:srgbClr val="474747"/>
                </a:solidFill>
              </a:rPr>
              <a:t>Le Jeu du Kanban</a:t>
            </a:r>
            <a:r>
              <a:rPr lang="fr-FR" sz="700" baseline="30000">
                <a:solidFill>
                  <a:srgbClr val="474747"/>
                </a:solidFill>
                <a:cs typeface="Arial" pitchFamily="34" charset="0"/>
              </a:rPr>
              <a:t>©</a:t>
            </a:r>
            <a:r>
              <a:rPr lang="fr-FR" sz="700">
                <a:solidFill>
                  <a:srgbClr val="474747"/>
                </a:solidFill>
              </a:rPr>
              <a:t> - CIPE / Tous Droits Réservés</a:t>
            </a:r>
          </a:p>
        </p:txBody>
      </p:sp>
    </p:spTree>
    <p:extLst>
      <p:ext uri="{BB962C8B-B14F-4D97-AF65-F5344CB8AC3E}">
        <p14:creationId xmlns:p14="http://schemas.microsoft.com/office/powerpoint/2010/main" val="41345549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b="1" kern="1200">
        <a:solidFill>
          <a:schemeClr val="accent2"/>
        </a:solidFill>
        <a:latin typeface="Arial" pitchFamily="34" charset="0"/>
        <a:ea typeface="+mn-ea"/>
        <a:cs typeface="+mn-cs"/>
      </a:defRPr>
    </a:lvl1pPr>
    <a:lvl2pPr marL="1905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image" Target="../media/image2.jpe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e l'image des diapositives 4"/>
          <p:cNvSpPr>
            <a:spLocks noGrp="1" noRot="1" noChangeAspect="1"/>
          </p:cNvSpPr>
          <p:nvPr>
            <p:ph type="sldImg"/>
          </p:nvPr>
        </p:nvSpPr>
        <p:spPr>
          <a:xfrm>
            <a:off x="714375" y="195263"/>
            <a:ext cx="5657850" cy="4243387"/>
          </a:xfrm>
        </p:spPr>
      </p:sp>
      <p:sp>
        <p:nvSpPr>
          <p:cNvPr id="2" name="Rectangle 1"/>
          <p:cNvSpPr/>
          <p:nvPr/>
        </p:nvSpPr>
        <p:spPr>
          <a:xfrm>
            <a:off x="2" y="3"/>
            <a:ext cx="6797675" cy="99266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0404" tIns="45201" rIns="90404" bIns="45201" rtlCol="0" anchor="ctr"/>
          <a:lstStyle/>
          <a:p>
            <a:pPr algn="ctr"/>
            <a:endParaRPr lang="fr-FR" dirty="0">
              <a:latin typeface="Calibri" pitchFamily="34" charset="0"/>
            </a:endParaRPr>
          </a:p>
        </p:txBody>
      </p:sp>
      <p:sp>
        <p:nvSpPr>
          <p:cNvPr id="15" name="Rectangle 14"/>
          <p:cNvSpPr/>
          <p:nvPr/>
        </p:nvSpPr>
        <p:spPr>
          <a:xfrm>
            <a:off x="559489" y="255218"/>
            <a:ext cx="5969212" cy="8988200"/>
          </a:xfrm>
          <a:prstGeom prst="rect">
            <a:avLst/>
          </a:prstGeom>
          <a:solidFill>
            <a:schemeClr val="bg1"/>
          </a:solidFill>
          <a:ln>
            <a:solidFill>
              <a:srgbClr val="27A8E0"/>
            </a:solidFill>
          </a:ln>
          <a:effectLst>
            <a:outerShdw blurRad="139700" dist="889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404" tIns="45201" rIns="90404" bIns="45201" rtlCol="0" anchor="ctr"/>
          <a:lstStyle/>
          <a:p>
            <a:pPr algn="ctr"/>
            <a:endParaRPr lang="fr-FR" dirty="0">
              <a:latin typeface="Calibri" pitchFamily="34" charset="0"/>
            </a:endParaRPr>
          </a:p>
        </p:txBody>
      </p:sp>
      <p:sp>
        <p:nvSpPr>
          <p:cNvPr id="18" name="Rectangle 629"/>
          <p:cNvSpPr>
            <a:spLocks noChangeArrowheads="1"/>
          </p:cNvSpPr>
          <p:nvPr/>
        </p:nvSpPr>
        <p:spPr bwMode="auto">
          <a:xfrm>
            <a:off x="949731" y="9492269"/>
            <a:ext cx="5188731" cy="4914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414" tIns="45208" rIns="90414" bIns="45208">
            <a:spAutoFit/>
          </a:bodyPr>
          <a:lstStyle/>
          <a:p>
            <a:pPr algn="ctr"/>
            <a:r>
              <a:rPr lang="fr-FR" dirty="0">
                <a:solidFill>
                  <a:schemeClr val="tx1">
                    <a:lumMod val="65000"/>
                    <a:lumOff val="35000"/>
                  </a:schemeClr>
                </a:solidFill>
                <a:latin typeface="Calibri" pitchFamily="34" charset="0"/>
                <a:cs typeface="Times New Roman" pitchFamily="18" charset="0"/>
              </a:rPr>
              <a:t>CIPE  –  Centre International de la Pédagogie d'Entreprise</a:t>
            </a:r>
          </a:p>
          <a:p>
            <a:pPr algn="ctr" eaLnBrk="0" hangingPunct="0"/>
            <a:r>
              <a:rPr lang="fr-FR" dirty="0">
                <a:solidFill>
                  <a:schemeClr val="tx1">
                    <a:lumMod val="65000"/>
                    <a:lumOff val="35000"/>
                  </a:schemeClr>
                </a:solidFill>
                <a:latin typeface="Calibri" pitchFamily="34" charset="0"/>
                <a:cs typeface="Times New Roman" pitchFamily="18" charset="0"/>
              </a:rPr>
              <a:t>40 bd Edgar Quinet 75014 PARIS   –   info@cipe.fr   –   www.cipe.fr</a:t>
            </a:r>
            <a:endParaRPr lang="fr-FR" dirty="0">
              <a:solidFill>
                <a:schemeClr val="tx1">
                  <a:lumMod val="65000"/>
                  <a:lumOff val="35000"/>
                </a:schemeClr>
              </a:solidFill>
              <a:latin typeface="Calibri" pitchFamily="34" charset="0"/>
            </a:endParaRPr>
          </a:p>
        </p:txBody>
      </p:sp>
      <p:pic>
        <p:nvPicPr>
          <p:cNvPr id="19" name="Picture 10" descr="C:\Users\bertrands\Dropbox\Marketing\Logo Cipe\Logo CIPE Baseline image Couleurs bureautique.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2486" y="8254596"/>
            <a:ext cx="2123221" cy="781799"/>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3081"/>
          <p:cNvSpPr>
            <a:spLocks noChangeArrowheads="1"/>
          </p:cNvSpPr>
          <p:nvPr/>
        </p:nvSpPr>
        <p:spPr bwMode="auto">
          <a:xfrm>
            <a:off x="993147" y="5395164"/>
            <a:ext cx="5101896" cy="1081192"/>
          </a:xfrm>
          <a:prstGeom prst="rect">
            <a:avLst/>
          </a:prstGeom>
          <a:noFill/>
          <a:ln>
            <a:noFill/>
          </a:ln>
          <a:effectLst/>
          <a:extLst>
            <a:ext uri="{909E8E84-426E-40DD-AFC4-6F175D3DCCD1}">
              <a14:hiddenFill xmlns:a14="http://schemas.microsoft.com/office/drawing/2010/main">
                <a:solidFill>
                  <a:schemeClr val="folHlink"/>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87" tIns="47688" rIns="92087" bIns="47688">
            <a:spAutoFit/>
          </a:bodyPr>
          <a:lstStyle/>
          <a:p>
            <a:pPr defTabSz="927453"/>
            <a:r>
              <a:rPr lang="fr-FR" sz="3200" b="1" dirty="0">
                <a:solidFill>
                  <a:srgbClr val="27A8E0"/>
                </a:solidFill>
                <a:latin typeface="Calibri" pitchFamily="34" charset="0"/>
              </a:rPr>
              <a:t>Guide</a:t>
            </a:r>
          </a:p>
          <a:p>
            <a:pPr defTabSz="927453"/>
            <a:r>
              <a:rPr lang="fr-FR" sz="3200" b="1" dirty="0">
                <a:solidFill>
                  <a:srgbClr val="27A8E0"/>
                </a:solidFill>
                <a:latin typeface="Calibri" pitchFamily="34" charset="0"/>
              </a:rPr>
              <a:t>de l'Animateur</a:t>
            </a:r>
          </a:p>
        </p:txBody>
      </p:sp>
      <p:pic>
        <p:nvPicPr>
          <p:cNvPr id="416770" name="Picture 2" descr="C:\Users\BertrandS\Dropbox\Marketing\logos Jeux\a logos 300 dpi\kanban_300dpi.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0477" y="1676613"/>
            <a:ext cx="3327239" cy="2727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02655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
        <p:nvSpPr>
          <p:cNvPr id="4" name="ZoneTexte 3"/>
          <p:cNvSpPr txBox="1"/>
          <p:nvPr/>
        </p:nvSpPr>
        <p:spPr>
          <a:xfrm>
            <a:off x="892987" y="2328941"/>
            <a:ext cx="1494581" cy="292388"/>
          </a:xfrm>
          <a:prstGeom prst="rect">
            <a:avLst/>
          </a:prstGeom>
          <a:noFill/>
        </p:spPr>
        <p:txBody>
          <a:bodyPr wrap="square" rtlCol="0">
            <a:spAutoFit/>
          </a:bodyPr>
          <a:lstStyle/>
          <a:p>
            <a:r>
              <a:rPr lang="fr-FR" dirty="0"/>
              <a:t>Licence n</a:t>
            </a:r>
            <a:r>
              <a:rPr lang="fr-FR"/>
              <a:t>° 160</a:t>
            </a:r>
            <a:endParaRPr lang="fr-FR" dirty="0"/>
          </a:p>
        </p:txBody>
      </p:sp>
    </p:spTree>
    <p:extLst>
      <p:ext uri="{BB962C8B-B14F-4D97-AF65-F5344CB8AC3E}">
        <p14:creationId xmlns:p14="http://schemas.microsoft.com/office/powerpoint/2010/main" val="29369199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Espace réservé de l'image des diapositives 1"/>
          <p:cNvSpPr>
            <a:spLocks noGrp="1" noRot="1" noChangeAspect="1" noTextEdit="1"/>
          </p:cNvSpPr>
          <p:nvPr>
            <p:ph type="sldImg"/>
          </p:nvPr>
        </p:nvSpPr>
        <p:spPr>
          <a:ln/>
        </p:spPr>
      </p:sp>
      <p:sp>
        <p:nvSpPr>
          <p:cNvPr id="224259"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7307832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4179418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404449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134427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4469304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85959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9077475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9887118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725523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1350213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595155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6685890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9830143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066805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577019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5484518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ln/>
        </p:spPr>
      </p:sp>
      <p:sp>
        <p:nvSpPr>
          <p:cNvPr id="2" name="Espace réservé des commentaires 1"/>
          <p:cNvSpPr>
            <a:spLocks noGrp="1"/>
          </p:cNvSpPr>
          <p:nvPr>
            <p:ph type="body" sz="quarter" idx="10"/>
          </p:nvPr>
        </p:nvSpPr>
        <p:spPr>
          <a:xfrm>
            <a:off x="496628" y="4904404"/>
            <a:ext cx="5805988" cy="276981"/>
          </a:xfrm>
        </p:spPr>
        <p:txBody>
          <a:bodyPr/>
          <a:lstStyle/>
          <a:p>
            <a:endParaRPr lang="fr-F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ln/>
        </p:spPr>
      </p:sp>
      <p:sp>
        <p:nvSpPr>
          <p:cNvPr id="2" name="Espace réservé des commentaires 1"/>
          <p:cNvSpPr>
            <a:spLocks noGrp="1"/>
          </p:cNvSpPr>
          <p:nvPr>
            <p:ph type="body" sz="quarter" idx="10"/>
          </p:nvPr>
        </p:nvSpPr>
        <p:spPr>
          <a:xfrm>
            <a:off x="496628" y="4904404"/>
            <a:ext cx="5805988" cy="276981"/>
          </a:xfrm>
        </p:spPr>
        <p:txBody>
          <a:bodyPr/>
          <a:lstStyle/>
          <a:p>
            <a:endParaRPr lang="fr-F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0916278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1499141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2"/>
          <p:cNvSpPr>
            <a:spLocks noGrp="1" noRot="1" noChangeAspect="1" noChangeArrowheads="1" noTextEdit="1"/>
          </p:cNvSpPr>
          <p:nvPr>
            <p:ph type="sldImg"/>
          </p:nvPr>
        </p:nvSpPr>
        <p:spPr>
          <a:ln/>
        </p:spPr>
      </p:sp>
      <p:sp>
        <p:nvSpPr>
          <p:cNvPr id="226307"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Ces valeurs servent à donner une image plus précise de l’entreprise. Elles n’ont pas d’utilité pratique dans le jeu, sauf dans la variante financière.</a:t>
            </a:r>
          </a:p>
          <a:p>
            <a:pPr eaLnBrk="1" hangingPunct="1"/>
            <a:endParaRPr lang="fr-FR" altLang="fr-FR" b="0"/>
          </a:p>
          <a:p>
            <a:pPr eaLnBrk="1" hangingPunct="1"/>
            <a:r>
              <a:rPr lang="fr-FR" altLang="fr-FR" b="0"/>
              <a:t>L’animateur indiquera dès à présent que pour simplifier la simulation on simulera une version « réduite » de l’entreprise, qu’il s’agisse du nombre de postes de travail ou du nombre de produits finis et de la quantité de produits fabriqués.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p:cNvSpPr>
            <a:spLocks noGrp="1" noRot="1" noChangeAspect="1" noChangeArrowheads="1" noTextEdit="1"/>
          </p:cNvSpPr>
          <p:nvPr>
            <p:ph type="sldImg"/>
          </p:nvPr>
        </p:nvSpPr>
        <p:spPr>
          <a:ln/>
        </p:spPr>
      </p:sp>
      <p:sp>
        <p:nvSpPr>
          <p:cNvPr id="227331" name="Rectangle 3"/>
          <p:cNvSpPr>
            <a:spLocks noGrp="1" noChangeArrowheads="1"/>
          </p:cNvSpPr>
          <p:nvPr>
            <p:ph type="body" idx="1"/>
          </p:nvPr>
        </p:nvSpPr>
        <p:spPr>
          <a:xfrm>
            <a:off x="496628" y="4904405"/>
            <a:ext cx="5805988" cy="70171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attribue à chaque équipe sa lettre. Cette désignation servira pour repérer les équipes, en particulier sur le tableau de bord Excel.</a:t>
            </a:r>
          </a:p>
          <a:p>
            <a:pPr eaLnBrk="1" hangingPunct="1"/>
            <a:endParaRPr lang="fr-FR" altLang="fr-FR" b="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354" name="Rectangle 2"/>
          <p:cNvSpPr>
            <a:spLocks noGrp="1" noRot="1" noChangeAspect="1" noChangeArrowheads="1" noTextEdit="1"/>
          </p:cNvSpPr>
          <p:nvPr>
            <p:ph type="sldImg"/>
          </p:nvPr>
        </p:nvSpPr>
        <p:spPr>
          <a:ln/>
        </p:spPr>
      </p:sp>
      <p:sp>
        <p:nvSpPr>
          <p:cNvPr id="22835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expéditions ont lieu chaque jour en début de journée. Cette information ne doit pas être donnée à ce moment. Les participants la découvriront à la lecture des cartes Prévisions des ventes.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378" name="Rectangle 2"/>
          <p:cNvSpPr>
            <a:spLocks noGrp="1" noRot="1" noChangeAspect="1" noChangeArrowheads="1" noTextEdit="1"/>
          </p:cNvSpPr>
          <p:nvPr>
            <p:ph type="sldImg"/>
          </p:nvPr>
        </p:nvSpPr>
        <p:spPr>
          <a:ln/>
        </p:spPr>
      </p:sp>
      <p:sp>
        <p:nvSpPr>
          <p:cNvPr id="229379"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Expliquer que le produit fini comporte toujours 3 composants usinés (un engrenage, un carte et une couronne en phase B). Les couronnes en phase B sont elles-mêmes le résultat de la transformation d’une couronne en phase A</a:t>
            </a:r>
          </a:p>
          <a:p>
            <a:pPr eaLnBrk="1" hangingPunct="1"/>
            <a:endParaRPr lang="fr-FR" altLang="fr-FR" b="0"/>
          </a:p>
          <a:p>
            <a:pPr eaLnBrk="1" hangingPunct="1"/>
            <a:r>
              <a:rPr lang="fr-FR" altLang="fr-FR" b="0"/>
              <a:t>L’animateur distribue les fiches plastifiées Règles du jeu de façon à ce que chacun ait une copie des informations projetées.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402" name="Rectangle 2"/>
          <p:cNvSpPr>
            <a:spLocks noGrp="1" noRot="1" noChangeAspect="1" noChangeArrowheads="1" noTextEdit="1"/>
          </p:cNvSpPr>
          <p:nvPr>
            <p:ph type="sldImg"/>
          </p:nvPr>
        </p:nvSpPr>
        <p:spPr>
          <a:ln/>
        </p:spPr>
      </p:sp>
      <p:sp>
        <p:nvSpPr>
          <p:cNvPr id="23040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utilise cette diapo pour présenter la fabrication dans son ensemble.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426" name="Rectangle 2"/>
          <p:cNvSpPr>
            <a:spLocks noGrp="1" noRot="1" noChangeAspect="1" noChangeArrowheads="1" noTextEdit="1"/>
          </p:cNvSpPr>
          <p:nvPr>
            <p:ph type="sldImg"/>
          </p:nvPr>
        </p:nvSpPr>
        <p:spPr>
          <a:ln/>
        </p:spPr>
      </p:sp>
      <p:sp>
        <p:nvSpPr>
          <p:cNvPr id="231427" name="Rectangle 3"/>
          <p:cNvSpPr>
            <a:spLocks noGrp="1" noChangeArrowheads="1"/>
          </p:cNvSpPr>
          <p:nvPr>
            <p:ph type="body" idx="1"/>
          </p:nvPr>
        </p:nvSpPr>
        <p:spPr>
          <a:xfrm>
            <a:off x="166065" y="4822437"/>
            <a:ext cx="6467112" cy="32901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a:t>L’animateur se sert de cette diapo pour expliquer le flux des pièces</a:t>
            </a:r>
          </a:p>
          <a:p>
            <a:pPr lvl="1" eaLnBrk="1" hangingPunct="1"/>
            <a:r>
              <a:rPr lang="fr-FR" altLang="fr-FR"/>
              <a:t>Les postes Engrenages et Carters usinent des pièces qu’ils transfèrent ensuite dans la zone de stockage des Pièces. </a:t>
            </a:r>
          </a:p>
          <a:p>
            <a:pPr lvl="1" eaLnBrk="1" hangingPunct="1"/>
            <a:r>
              <a:rPr lang="fr-FR" altLang="fr-FR"/>
              <a:t>Le poste Couronnes (phase A) usine des pièces qu’il transfère dans la zone de stock Couronnes phase A.</a:t>
            </a:r>
          </a:p>
          <a:p>
            <a:pPr lvl="1" eaLnBrk="1" hangingPunct="1"/>
            <a:r>
              <a:rPr lang="fr-FR" altLang="fr-FR"/>
              <a:t>Le poste Couronnes (phase B) prend ces pièces pour les usiner et les transférer ensuite dans le Stock de Pièces. </a:t>
            </a:r>
          </a:p>
          <a:p>
            <a:pPr lvl="1" eaLnBrk="1" hangingPunct="1"/>
            <a:r>
              <a:rPr lang="fr-FR" altLang="fr-FR"/>
              <a:t>Le montage se sert dans le stock des Pièces pour assembler les pièces et les ranger dans le stock de Produit finis.</a:t>
            </a:r>
          </a:p>
          <a:p>
            <a:pPr lvl="1" eaLnBrk="1" hangingPunct="1"/>
            <a:endParaRPr lang="fr-FR" altLang="fr-FR"/>
          </a:p>
          <a:p>
            <a:pPr eaLnBrk="1" hangingPunct="1"/>
            <a:r>
              <a:rPr lang="fr-FR" altLang="fr-FR"/>
              <a:t>Important</a:t>
            </a:r>
          </a:p>
          <a:p>
            <a:pPr lvl="1" eaLnBrk="1" hangingPunct="1"/>
            <a:r>
              <a:rPr lang="fr-FR" altLang="fr-FR"/>
              <a:t>La société vend également des couronnes usinées en phase A, qui sont utilisées par les clients comme pièces de rechange. Seules les couronnes blanches sont vendues en pièces détachées.</a:t>
            </a:r>
          </a:p>
          <a:p>
            <a:pPr eaLnBrk="1" hangingPunct="1"/>
            <a:endParaRPr lang="fr-FR" altLang="fr-F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450" name="Rectangle 2"/>
          <p:cNvSpPr>
            <a:spLocks noGrp="1" noRot="1" noChangeAspect="1" noChangeArrowheads="1" noTextEdit="1"/>
          </p:cNvSpPr>
          <p:nvPr>
            <p:ph type="sldImg"/>
          </p:nvPr>
        </p:nvSpPr>
        <p:spPr>
          <a:ln/>
        </p:spPr>
      </p:sp>
      <p:sp>
        <p:nvSpPr>
          <p:cNvPr id="232451" name="Rectangle 3"/>
          <p:cNvSpPr>
            <a:spLocks noGrp="1" noChangeArrowheads="1"/>
          </p:cNvSpPr>
          <p:nvPr>
            <p:ph type="body" idx="1"/>
          </p:nvPr>
        </p:nvSpPr>
        <p:spPr>
          <a:xfrm>
            <a:off x="553027" y="4740469"/>
            <a:ext cx="5805988" cy="488661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dirty="0"/>
              <a:t>Les cadences</a:t>
            </a:r>
          </a:p>
          <a:p>
            <a:pPr algn="just">
              <a:spcBef>
                <a:spcPct val="0"/>
              </a:spcBef>
            </a:pPr>
            <a:r>
              <a:rPr lang="fr-FR" altLang="fr-FR" b="0" dirty="0">
                <a:solidFill>
                  <a:schemeClr val="tx1"/>
                </a:solidFill>
              </a:rPr>
              <a:t>Les cadences sont définies de telle façon qu’il y ait un équilibre entre la capacité de production de l’usine et les ventes.</a:t>
            </a:r>
          </a:p>
          <a:p>
            <a:pPr algn="just">
              <a:spcBef>
                <a:spcPct val="0"/>
              </a:spcBef>
            </a:pPr>
            <a:r>
              <a:rPr lang="fr-FR" altLang="fr-FR" b="0" dirty="0">
                <a:solidFill>
                  <a:schemeClr val="tx1"/>
                </a:solidFill>
              </a:rPr>
              <a:t>Toutefois, la cadence moyenne sur une période peut différer de la cadence instantanée. Il faut en effet tenir compte des changements de série, des pannes machines et des autres incidents susceptibles de ralentir la production. </a:t>
            </a:r>
          </a:p>
          <a:p>
            <a:pPr algn="just">
              <a:spcBef>
                <a:spcPct val="0"/>
              </a:spcBef>
            </a:pPr>
            <a:r>
              <a:rPr lang="fr-FR" altLang="fr-FR" b="0" dirty="0">
                <a:solidFill>
                  <a:schemeClr val="tx1"/>
                </a:solidFill>
              </a:rPr>
              <a:t>Une machine peut être dans trois états :</a:t>
            </a:r>
          </a:p>
          <a:p>
            <a:pPr lvl="1" eaLnBrk="1" hangingPunct="1"/>
            <a:r>
              <a:rPr lang="fr-FR" altLang="fr-FR" dirty="0"/>
              <a:t>- soit elle produit au rythme indiqué plus haut,</a:t>
            </a:r>
          </a:p>
          <a:p>
            <a:pPr lvl="1" eaLnBrk="1" hangingPunct="1"/>
            <a:r>
              <a:rPr lang="fr-FR" altLang="fr-FR" dirty="0"/>
              <a:t>- soit elle est arrêtée pour un incident (panne, etc...),</a:t>
            </a:r>
          </a:p>
          <a:p>
            <a:pPr lvl="1" eaLnBrk="1" hangingPunct="1"/>
            <a:r>
              <a:rPr lang="fr-FR" altLang="fr-FR" dirty="0"/>
              <a:t>- soit elle est arrêtée sur décision du joueur parce qu’il n’y a plus de travail planifié.</a:t>
            </a:r>
          </a:p>
          <a:p>
            <a:pPr algn="just">
              <a:spcBef>
                <a:spcPct val="0"/>
              </a:spcBef>
            </a:pPr>
            <a:endParaRPr lang="fr-FR" altLang="fr-FR" b="0" dirty="0">
              <a:solidFill>
                <a:schemeClr val="tx1"/>
              </a:solidFill>
            </a:endParaRPr>
          </a:p>
          <a:p>
            <a:pPr algn="just">
              <a:spcBef>
                <a:spcPct val="0"/>
              </a:spcBef>
            </a:pPr>
            <a:r>
              <a:rPr lang="fr-FR" altLang="fr-FR" b="0" dirty="0">
                <a:solidFill>
                  <a:schemeClr val="tx1"/>
                </a:solidFill>
              </a:rPr>
              <a:t>Il n’est pas nécessaire que l’animateur parle ici de cet aspect. La question des aléas sera abordée plus loin.</a:t>
            </a:r>
          </a:p>
          <a:p>
            <a:pPr eaLnBrk="1" hangingPunct="1"/>
            <a:r>
              <a:rPr lang="fr-FR" altLang="fr-FR" dirty="0"/>
              <a:t>La main d’œuvre de fabrication</a:t>
            </a:r>
          </a:p>
          <a:p>
            <a:pPr eaLnBrk="1" hangingPunct="1"/>
            <a:r>
              <a:rPr lang="fr-FR" altLang="fr-FR" b="0" dirty="0">
                <a:solidFill>
                  <a:schemeClr val="tx1"/>
                </a:solidFill>
              </a:rPr>
              <a:t>Il faut noter qu’au cours de la simulation le volume des effectifs n’est pas explicitement géré par les participants. C’est le planning des machines qui est pris en considération pour déterminer la cadence de production.</a:t>
            </a:r>
          </a:p>
          <a:p>
            <a:pPr eaLnBrk="1" hangingPunct="1"/>
            <a:r>
              <a:rPr lang="fr-FR" altLang="fr-FR" b="0" dirty="0">
                <a:solidFill>
                  <a:schemeClr val="tx1"/>
                </a:solidFill>
              </a:rPr>
              <a:t>Sauf incident signalé, on admet qu’il y a équilibre satisfaisant entre les effectifs présents et la production prévue de sorte que l’utilisation de la capacité main d’œuvre n’entre pas en ligne de compte dans les décisions des participants.</a:t>
            </a:r>
          </a:p>
          <a:p>
            <a:pPr eaLnBrk="1" hangingPunct="1"/>
            <a:r>
              <a:rPr lang="fr-FR" altLang="fr-FR" b="0" dirty="0">
                <a:solidFill>
                  <a:schemeClr val="tx1"/>
                </a:solidFill>
              </a:rPr>
              <a:t>Quand un joueur décide d’arrêter une machine pour des raisons de planning, il peut considérer que la main d’œuvre est ré- employée ailleurs.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Rectangle 2"/>
          <p:cNvSpPr>
            <a:spLocks noGrp="1" noRot="1" noChangeAspect="1" noChangeArrowheads="1" noTextEdit="1"/>
          </p:cNvSpPr>
          <p:nvPr>
            <p:ph type="sldImg"/>
          </p:nvPr>
        </p:nvSpPr>
        <p:spPr>
          <a:ln/>
        </p:spPr>
      </p:sp>
      <p:sp>
        <p:nvSpPr>
          <p:cNvPr id="23347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coûts servent pour le chiffrage des stocks. Les prix de vente servent à donner une idée de la rentabilité, mais en pratique ils sont uniquement utilisés dans la  « variante Finances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820754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498" name="Rectangle 2"/>
          <p:cNvSpPr>
            <a:spLocks noGrp="1" noRot="1" noChangeAspect="1" noChangeArrowheads="1" noTextEdit="1"/>
          </p:cNvSpPr>
          <p:nvPr>
            <p:ph type="sldImg"/>
          </p:nvPr>
        </p:nvSpPr>
        <p:spPr>
          <a:ln/>
        </p:spPr>
      </p:sp>
      <p:sp>
        <p:nvSpPr>
          <p:cNvPr id="23449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dirty="0"/>
              <a:t>L’animateur peut projeter une diapo Incident pour illustrer son propos.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6688266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22" name="Rectangle 2"/>
          <p:cNvSpPr>
            <a:spLocks noGrp="1" noRot="1" noChangeAspect="1" noChangeArrowheads="1" noTextEdit="1"/>
          </p:cNvSpPr>
          <p:nvPr>
            <p:ph type="sldImg"/>
          </p:nvPr>
        </p:nvSpPr>
        <p:spPr>
          <a:ln/>
        </p:spPr>
      </p:sp>
      <p:sp>
        <p:nvSpPr>
          <p:cNvPr id="23552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546" name="Rectangle 2"/>
          <p:cNvSpPr>
            <a:spLocks noGrp="1" noRot="1" noChangeAspect="1" noChangeArrowheads="1" noTextEdit="1"/>
          </p:cNvSpPr>
          <p:nvPr>
            <p:ph type="sldImg"/>
          </p:nvPr>
        </p:nvSpPr>
        <p:spPr>
          <a:ln/>
        </p:spPr>
      </p:sp>
      <p:sp>
        <p:nvSpPr>
          <p:cNvPr id="236547" name="Rectangle 3"/>
          <p:cNvSpPr>
            <a:spLocks noGrp="1" noChangeArrowheads="1"/>
          </p:cNvSpPr>
          <p:nvPr>
            <p:ph type="body" idx="1"/>
          </p:nvPr>
        </p:nvSpPr>
        <p:spPr>
          <a:xfrm>
            <a:off x="534227" y="4729095"/>
            <a:ext cx="5805988" cy="429038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b="0" dirty="0"/>
              <a:t>L’animateur distribue à chaque participant cette feuille. Il précise qu’il faut la remplir chaque semaine, et que les explications sont au verso. Il indique qu’elle servira à suivre la production et les livraisons, et à calculer en fin de semaine les indicateurs d’efficience et le taux de service. Il utilise la diapo animée pour faire comprendre le mode d’emploi.</a:t>
            </a:r>
          </a:p>
          <a:p>
            <a:pPr eaLnBrk="1" hangingPunct="1"/>
            <a:r>
              <a:rPr lang="fr-FR" altLang="fr-FR" sz="1100" b="0" dirty="0"/>
              <a:t>NB : les calculs de synthèse (en bas du document) étant faits en fin de semaine, ils seront expliqués aux participants en détail à ce moment-là.</a:t>
            </a:r>
          </a:p>
          <a:p>
            <a:pPr eaLnBrk="1" hangingPunct="1"/>
            <a:r>
              <a:rPr lang="fr-FR" altLang="fr-FR" sz="1100" b="0" u="sng" dirty="0"/>
              <a:t>Arrêts :</a:t>
            </a:r>
            <a:r>
              <a:rPr lang="fr-FR" altLang="fr-FR" sz="1100" b="0" dirty="0"/>
              <a:t> </a:t>
            </a:r>
          </a:p>
          <a:p>
            <a:pPr eaLnBrk="1" hangingPunct="1"/>
            <a:r>
              <a:rPr lang="fr-FR" altLang="fr-FR" sz="1100" b="0" dirty="0"/>
              <a:t>- La colonne incident est concernée soit quand une carte incident provoque un arrêt, soit quand il y a un arrêt du à un manque d’approvisionnement (cette dernière cause ne concerne le montage par rupture de stock de pièces usinées ou le poste couronnes phase B par rupture du stock de couronnes phase A).</a:t>
            </a:r>
          </a:p>
          <a:p>
            <a:pPr marL="171450" indent="-171450" eaLnBrk="1" hangingPunct="1">
              <a:buFontTx/>
              <a:buChar char="-"/>
            </a:pPr>
            <a:r>
              <a:rPr lang="fr-FR" altLang="fr-FR" sz="1100" b="0" dirty="0"/>
              <a:t>La colonne Planning correspond aux arrêts décidés par un poste quand il a fini le programme de la semaine (ou quand il n’est plus sollicité par le poste aval dans un fonctionnement en Kanban).</a:t>
            </a:r>
          </a:p>
          <a:p>
            <a:pPr marL="171450" indent="-171450" eaLnBrk="1" hangingPunct="1">
              <a:buFontTx/>
              <a:buChar char="-"/>
            </a:pPr>
            <a:r>
              <a:rPr lang="fr-FR" altLang="fr-FR" sz="1100" b="0" u="sng" dirty="0"/>
              <a:t>Rôles</a:t>
            </a:r>
            <a:endParaRPr lang="fr-FR" altLang="fr-FR" sz="1100" b="0" dirty="0"/>
          </a:p>
          <a:p>
            <a:pPr eaLnBrk="1" hangingPunct="1"/>
            <a:r>
              <a:rPr lang="fr-FR" altLang="fr-FR" sz="1100" b="0" dirty="0"/>
              <a:t>La même feuille sert à suivre la production de chaque poste et les livraisons. En réalité, seul un poste suivra les livraisons. Si c’est par exemple les Engrenages qui suivent les livraisons, la personne chargée de ce poste remplira à la fois la partie gauche et la partie droite. Les autres postes ne rempliront que la partie gauche. D’une façon générale, il est souhaitable de donner le rôle de suivi des livraisons au poste qui est occupé par 2 participants, s’il y en a au moins un poste dans ce cas. On donnera ce rôle au montage, si le poste est doublé (c’est lui qu’on double en priorité). Si aucun poste n’est doublé, il vaut mieux confier ce rôle aux couronnes (A ou B) car elles ont moins de travail que le montage.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5581392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Rectangle 2"/>
          <p:cNvSpPr>
            <a:spLocks noGrp="1" noRot="1" noChangeAspect="1" noChangeArrowheads="1" noTextEdit="1"/>
          </p:cNvSpPr>
          <p:nvPr>
            <p:ph type="sldImg"/>
          </p:nvPr>
        </p:nvSpPr>
        <p:spPr>
          <a:ln/>
        </p:spPr>
      </p:sp>
      <p:sp>
        <p:nvSpPr>
          <p:cNvPr id="237571" name="Rectangle 3"/>
          <p:cNvSpPr>
            <a:spLocks noGrp="1" noChangeArrowheads="1"/>
          </p:cNvSpPr>
          <p:nvPr>
            <p:ph type="body" idx="1"/>
          </p:nvPr>
        </p:nvSpPr>
        <p:spPr>
          <a:xfrm>
            <a:off x="496628" y="4904405"/>
            <a:ext cx="5805988" cy="289923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demande aux participants de s’installer suivant ce schéma. S’il y a plus de 5 participants par table, l’animateur double les postes en commençant par le montage, puis les engrenages, les carters, les couronnes phase B. A partir de 10 personnes il est nettement préférable de constituer 2 tables (en réalité, il vaut mieux avoir 2 tables dès 8 personnes, quitte à confier à une même personne les 2 postes de couronnes (A, B).</a:t>
            </a:r>
          </a:p>
          <a:p>
            <a:pPr eaLnBrk="1" hangingPunct="1"/>
            <a:endParaRPr lang="fr-FR" altLang="fr-FR" b="0"/>
          </a:p>
          <a:p>
            <a:pPr eaLnBrk="1" hangingPunct="1"/>
            <a:r>
              <a:rPr lang="fr-FR" altLang="fr-FR" b="0"/>
              <a:t>On note que c’est le poste montage qui expédie les marchandises, puisque c’est lui qui contrôle le stock de produits finis (les couronnes phase A sont transmises en cas de commande vers l’expédition par le poste couronnes B). </a:t>
            </a:r>
          </a:p>
          <a:p>
            <a:pPr eaLnBrk="1" hangingPunct="1"/>
            <a:endParaRPr lang="fr-FR" altLang="fr-FR" b="0"/>
          </a:p>
          <a:p>
            <a:pPr eaLnBrk="1" hangingPunct="1"/>
            <a:r>
              <a:rPr lang="fr-FR" altLang="fr-FR" b="0"/>
              <a:t>En pratique, quand des conteneurs sont expédiés, ils sont posés à gauche du stock. Au bout d’un certain temps il faut recycler les boîtes et les jetons, c’est en général le montage qui s’en charge.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a:xfrm>
            <a:off x="496628" y="4904405"/>
            <a:ext cx="5805988" cy="1015644"/>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spcBef>
                <a:spcPct val="0"/>
              </a:spcBef>
            </a:pPr>
            <a:r>
              <a:rPr lang="fr-FR" altLang="fr-FR" b="0">
                <a:solidFill>
                  <a:schemeClr val="tx1"/>
                </a:solidFill>
              </a:rPr>
              <a:t>L’animateur explique brièvement la raison de cette règle : le montage, les engrenages et les carters travaillent un produit à l’heure, alors que les couronnes font 2 produits à l’heure. Donc avec ce rangement on a toujours un conteneur à transférer à l’heure, c’est-à-dire à chaque pas du jeu. En outre cette règle facilite les inventaires, ainsi que le fonctionnement en mode Kanban. </a:t>
            </a:r>
            <a:endParaRPr lang="fr-FR" altLang="fr-F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Rectangle 2"/>
          <p:cNvSpPr>
            <a:spLocks noGrp="1" noRot="1" noChangeAspect="1" noChangeArrowheads="1" noTextEdit="1"/>
          </p:cNvSpPr>
          <p:nvPr>
            <p:ph type="sldImg"/>
          </p:nvPr>
        </p:nvSpPr>
        <p:spPr>
          <a:ln/>
        </p:spPr>
      </p:sp>
      <p:sp>
        <p:nvSpPr>
          <p:cNvPr id="239619" name="Rectangle 3"/>
          <p:cNvSpPr>
            <a:spLocks noGrp="1" noChangeArrowheads="1"/>
          </p:cNvSpPr>
          <p:nvPr>
            <p:ph type="body" idx="1"/>
          </p:nvPr>
        </p:nvSpPr>
        <p:spPr>
          <a:xfrm>
            <a:off x="496628" y="4904405"/>
            <a:ext cx="5805988" cy="1126444"/>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Dire aux participants qu’ils ont ces chiffres sur les Fiches règles du jeu distribuées précédemment. </a:t>
            </a:r>
          </a:p>
          <a:p>
            <a:pPr eaLnBrk="1" hangingPunct="1"/>
            <a:endParaRPr lang="fr-FR" altLang="fr-FR" b="0"/>
          </a:p>
          <a:p>
            <a:pPr eaLnBrk="1" hangingPunct="1"/>
            <a:r>
              <a:rPr lang="fr-FR" altLang="fr-FR" b="0"/>
              <a:t>A noter : les boîtes « vendues » sont recyclées, c’est-à-dire qu’une fois expédiées elles sont vidées de façon à alimenter à nouveau le stock de matières.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9023592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Distribuer les documents à chaque table en expliquant son usage. Les diapos suivantes permettent d’expliquer plus en détail certains documents. La feuille de résultats ne servira qu’en fin de semaine 1.</a:t>
            </a:r>
          </a:p>
          <a:p>
            <a:pPr eaLnBrk="1" hangingPunct="1"/>
            <a:endParaRPr lang="fr-FR" altLang="fr-FR" b="0"/>
          </a:p>
          <a:p>
            <a:pPr eaLnBrk="1" hangingPunct="1"/>
            <a:r>
              <a:rPr lang="fr-FR" altLang="fr-FR" b="0"/>
              <a:t>La répartition des boîtes et des jetons se fait en donnant à chaque table le tiers de ce qui se trouve dans le kit (le kit permet d’animer trois tables).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6" name="Rectangle 2"/>
          <p:cNvSpPr>
            <a:spLocks noGrp="1" noRot="1" noChangeAspect="1" noChangeArrowheads="1" noTextEdit="1"/>
          </p:cNvSpPr>
          <p:nvPr>
            <p:ph type="sldImg"/>
          </p:nvPr>
        </p:nvSpPr>
        <p:spPr>
          <a:ln/>
        </p:spPr>
      </p:sp>
      <p:sp>
        <p:nvSpPr>
          <p:cNvPr id="241667" name="Rectangle 3"/>
          <p:cNvSpPr>
            <a:spLocks noGrp="1" noChangeArrowheads="1"/>
          </p:cNvSpPr>
          <p:nvPr>
            <p:ph type="body" idx="1"/>
          </p:nvPr>
        </p:nvSpPr>
        <p:spPr>
          <a:xfrm>
            <a:off x="496628" y="4904405"/>
            <a:ext cx="5805988" cy="363731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lnSpc>
                <a:spcPct val="120000"/>
              </a:lnSpc>
            </a:pPr>
            <a:r>
              <a:rPr lang="fr-FR" altLang="fr-FR" b="0">
                <a:solidFill>
                  <a:schemeClr val="tx1"/>
                </a:solidFill>
              </a:rPr>
              <a:t>La raison pour laquelle il ne faut pas modifier le programme est la suivante : en semaine 1 on est dans une programmation de la production en flux poussé, en suivant un ordonnancement calculé d’après un plan directeur de production. Donc il faut suivre ce programme, sauf s’il y a une « crise », c’est-à-dire une rupture de stock. Dans ce cas, on part du principe que la production est alertée et doit réagir. </a:t>
            </a:r>
          </a:p>
          <a:p>
            <a:pPr eaLnBrk="1" hangingPunct="1">
              <a:lnSpc>
                <a:spcPct val="120000"/>
              </a:lnSpc>
            </a:pPr>
            <a:r>
              <a:rPr lang="fr-FR" altLang="fr-FR" b="0">
                <a:solidFill>
                  <a:schemeClr val="tx1"/>
                </a:solidFill>
              </a:rPr>
              <a:t>En semaine 2, la méthode Kanban introduira un nouveau principe, selon lequel la production de chaque poste peut à tout moment tenir compte de l’évolution à la baisse ou à la hausse du stock aval.</a:t>
            </a:r>
          </a:p>
          <a:p>
            <a:pPr eaLnBrk="1" hangingPunct="1">
              <a:lnSpc>
                <a:spcPct val="120000"/>
              </a:lnSpc>
            </a:pPr>
            <a:r>
              <a:rPr lang="fr-FR" altLang="fr-FR" b="0" u="sng">
                <a:solidFill>
                  <a:schemeClr val="tx1"/>
                </a:solidFill>
              </a:rPr>
              <a:t>Remarque</a:t>
            </a:r>
            <a:r>
              <a:rPr lang="fr-FR" altLang="fr-FR" b="0">
                <a:solidFill>
                  <a:schemeClr val="tx1"/>
                </a:solidFill>
              </a:rPr>
              <a:t> : quand les participants ont terminé leur production en fin de semaine 1, ils posent la question : « que doit-on faire ? faut-il s’arrêter ou continuer à produire ? »</a:t>
            </a:r>
          </a:p>
          <a:p>
            <a:pPr eaLnBrk="1" hangingPunct="1">
              <a:lnSpc>
                <a:spcPct val="120000"/>
              </a:lnSpc>
            </a:pPr>
            <a:r>
              <a:rPr lang="fr-FR" altLang="fr-FR" b="0">
                <a:solidFill>
                  <a:schemeClr val="tx1"/>
                </a:solidFill>
              </a:rPr>
              <a:t>L’animateur peut répondre: faîtes comme vous voulez. S’ils produisent ils prennent de l’avance pour la deuxième semaine, mais c’est au détriment du stock qui augmente.</a:t>
            </a:r>
          </a:p>
          <a:p>
            <a:pPr eaLnBrk="1" hangingPunct="1">
              <a:lnSpc>
                <a:spcPct val="120000"/>
              </a:lnSpc>
            </a:pPr>
            <a:endParaRPr lang="fr-FR" altLang="fr-FR" b="0">
              <a:solidFill>
                <a:schemeClr val="tx1"/>
              </a:solidFil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Rot="1" noChangeAspect="1" noChangeArrowheads="1" noTextEdit="1"/>
          </p:cNvSpPr>
          <p:nvPr>
            <p:ph type="sldImg"/>
          </p:nvPr>
        </p:nvSpPr>
        <p:spPr>
          <a:ln/>
        </p:spPr>
      </p:sp>
      <p:sp>
        <p:nvSpPr>
          <p:cNvPr id="242691" name="Rectangle 3"/>
          <p:cNvSpPr>
            <a:spLocks noGrp="1" noChangeArrowheads="1"/>
          </p:cNvSpPr>
          <p:nvPr>
            <p:ph type="body" idx="1"/>
          </p:nvPr>
        </p:nvSpPr>
        <p:spPr>
          <a:xfrm>
            <a:off x="496628" y="4904405"/>
            <a:ext cx="5805988" cy="18651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distribue la feuille à chaque participant. Il la commente en expliquant qu’elle permettra de savoir combien produire de pièces sur chacun des postes.</a:t>
            </a:r>
          </a:p>
          <a:p>
            <a:pPr eaLnBrk="1" hangingPunct="1"/>
            <a:endParaRPr lang="fr-FR" altLang="fr-FR" b="0"/>
          </a:p>
          <a:p>
            <a:pPr eaLnBrk="1" hangingPunct="1"/>
            <a:r>
              <a:rPr lang="fr-FR" altLang="fr-FR" b="0"/>
              <a:t>Remarque : le calcul nécessite de connaître le programme de production de produits finis. Généralement les participants le prendront égal aux prévisions de vente (qui leurs seront distribuées à leur demande). Le calcul peut être fait par chaque participant pour son propre poste, ou bien un des participants peut se charger de faire l’ensemble des calculs. L’animateur laissera l’équipe libre de s’organiser comme elle l’entend.</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a:xfrm>
            <a:off x="567126" y="4877082"/>
            <a:ext cx="5690056" cy="25299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lnSpc>
                <a:spcPct val="120000"/>
              </a:lnSpc>
            </a:pPr>
            <a:r>
              <a:rPr lang="fr-FR" altLang="fr-FR" b="0">
                <a:solidFill>
                  <a:schemeClr val="tx1"/>
                </a:solidFill>
              </a:rPr>
              <a:t>L’animateur donne les informations uniquement si les participants précisent ce qu’ils veulent. </a:t>
            </a:r>
          </a:p>
          <a:p>
            <a:pPr eaLnBrk="1" hangingPunct="1">
              <a:lnSpc>
                <a:spcPct val="120000"/>
              </a:lnSpc>
            </a:pPr>
            <a:r>
              <a:rPr lang="fr-FR" altLang="fr-FR" b="0">
                <a:solidFill>
                  <a:schemeClr val="tx1"/>
                </a:solidFill>
              </a:rPr>
              <a:t>Bien sûr, s’il se rend compte que les informations telles que les prévisions de vente ne sont pas demandées, il doit « aider » les participants à faire leur demande. </a:t>
            </a:r>
          </a:p>
          <a:p>
            <a:pPr eaLnBrk="1" hangingPunct="1">
              <a:lnSpc>
                <a:spcPct val="120000"/>
              </a:lnSpc>
            </a:pPr>
            <a:endParaRPr lang="fr-FR" altLang="fr-FR" b="0">
              <a:solidFill>
                <a:schemeClr val="tx1"/>
              </a:solidFill>
            </a:endParaRPr>
          </a:p>
          <a:p>
            <a:pPr eaLnBrk="1" hangingPunct="1">
              <a:lnSpc>
                <a:spcPct val="120000"/>
              </a:lnSpc>
            </a:pPr>
            <a:r>
              <a:rPr lang="fr-FR" altLang="fr-FR" b="0">
                <a:solidFill>
                  <a:schemeClr val="tx1"/>
                </a:solidFill>
              </a:rPr>
              <a:t>Les informations sont données par le biais des petites fiches plastifiées : Prévision des ventes et Statistiques d’incidents.</a:t>
            </a:r>
          </a:p>
          <a:p>
            <a:pPr eaLnBrk="1" hangingPunct="1">
              <a:lnSpc>
                <a:spcPct val="120000"/>
              </a:lnSpc>
            </a:pPr>
            <a:r>
              <a:rPr lang="fr-FR" altLang="fr-FR" b="0">
                <a:solidFill>
                  <a:schemeClr val="tx1"/>
                </a:solidFill>
              </a:rPr>
              <a:t>Il n’y a qu’un seul jeu de 2 fiches par table, ce qui incite les participants à partager l’information.</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8948483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4469151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738" name="Rectangle 2"/>
          <p:cNvSpPr>
            <a:spLocks noGrp="1" noRot="1" noChangeAspect="1" noChangeArrowheads="1" noTextEdit="1"/>
          </p:cNvSpPr>
          <p:nvPr>
            <p:ph type="sldImg"/>
          </p:nvPr>
        </p:nvSpPr>
        <p:spPr>
          <a:solidFill>
            <a:srgbClr val="FFFFFF"/>
          </a:solidFill>
          <a:ln/>
        </p:spPr>
      </p:sp>
      <p:sp>
        <p:nvSpPr>
          <p:cNvPr id="244739" name="Rectangle 3"/>
          <p:cNvSpPr>
            <a:spLocks noGrp="1" noChangeArrowheads="1"/>
          </p:cNvSpPr>
          <p:nvPr>
            <p:ph type="body" idx="1"/>
          </p:nvPr>
        </p:nvSpPr>
        <p:spPr>
          <a:xfrm>
            <a:off x="178598" y="4750715"/>
            <a:ext cx="6467112" cy="1015644"/>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lvl="1" eaLnBrk="1" hangingPunct="1"/>
            <a:r>
              <a:rPr lang="fr-FR" altLang="fr-FR"/>
              <a:t>Les expéditions ont lieu en début de journée, c’est-à-dire ici en heure 1. Le poste de montage enlève les boîtes du stock, les place à la gauche du stock puis les recycle pour obtenir des matières premières qu’il redistribuera aux postes. On note qu’il n’y aura plus d’expéditions jusqu’à l’heure 9. Les participants disposaient de cette informations sur la fiche plastifiée Prévision des ventes.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2"/>
          <p:cNvSpPr>
            <a:spLocks noGrp="1" noRot="1" noChangeAspect="1" noChangeArrowheads="1" noTextEdit="1"/>
          </p:cNvSpPr>
          <p:nvPr>
            <p:ph type="sldImg"/>
          </p:nvPr>
        </p:nvSpPr>
        <p:spPr>
          <a:solidFill>
            <a:srgbClr val="FFFFFF"/>
          </a:solidFill>
          <a:ln/>
        </p:spPr>
      </p:sp>
      <p:sp>
        <p:nvSpPr>
          <p:cNvPr id="2457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2"/>
          <p:cNvSpPr>
            <a:spLocks noGrp="1" noRot="1" noChangeAspect="1" noChangeArrowheads="1" noTextEdit="1"/>
          </p:cNvSpPr>
          <p:nvPr>
            <p:ph type="sldImg"/>
          </p:nvPr>
        </p:nvSpPr>
        <p:spPr>
          <a:solidFill>
            <a:srgbClr val="FFFFFF"/>
          </a:solidFill>
          <a:ln/>
        </p:spPr>
      </p:sp>
      <p:sp>
        <p:nvSpPr>
          <p:cNvPr id="2467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Rectangle 2"/>
          <p:cNvSpPr>
            <a:spLocks noGrp="1" noRot="1" noChangeAspect="1" noChangeArrowheads="1" noTextEdit="1"/>
          </p:cNvSpPr>
          <p:nvPr>
            <p:ph type="sldImg"/>
          </p:nvPr>
        </p:nvSpPr>
        <p:spPr>
          <a:solidFill>
            <a:srgbClr val="FFFFFF"/>
          </a:solidFill>
          <a:ln/>
        </p:spPr>
      </p:sp>
      <p:sp>
        <p:nvSpPr>
          <p:cNvPr id="2478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Rot="1" noChangeAspect="1" noChangeArrowheads="1" noTextEdit="1"/>
          </p:cNvSpPr>
          <p:nvPr>
            <p:ph type="sldImg"/>
          </p:nvPr>
        </p:nvSpPr>
        <p:spPr>
          <a:solidFill>
            <a:srgbClr val="FFFFFF"/>
          </a:solidFill>
          <a:ln/>
        </p:spPr>
      </p:sp>
      <p:sp>
        <p:nvSpPr>
          <p:cNvPr id="2488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858" name="Rectangle 2"/>
          <p:cNvSpPr>
            <a:spLocks noGrp="1" noRot="1" noChangeAspect="1" noChangeArrowheads="1" noTextEdit="1"/>
          </p:cNvSpPr>
          <p:nvPr>
            <p:ph type="sldImg"/>
          </p:nvPr>
        </p:nvSpPr>
        <p:spPr>
          <a:solidFill>
            <a:srgbClr val="FFFFFF"/>
          </a:solidFill>
          <a:ln/>
        </p:spPr>
      </p:sp>
      <p:sp>
        <p:nvSpPr>
          <p:cNvPr id="2498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882" name="Rectangle 2"/>
          <p:cNvSpPr>
            <a:spLocks noGrp="1" noRot="1" noChangeAspect="1" noChangeArrowheads="1" noTextEdit="1"/>
          </p:cNvSpPr>
          <p:nvPr>
            <p:ph type="sldImg"/>
          </p:nvPr>
        </p:nvSpPr>
        <p:spPr>
          <a:solidFill>
            <a:srgbClr val="FFFFFF"/>
          </a:solidFill>
          <a:ln/>
        </p:spPr>
      </p:sp>
      <p:sp>
        <p:nvSpPr>
          <p:cNvPr id="2508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Rectangle 2"/>
          <p:cNvSpPr>
            <a:spLocks noGrp="1" noRot="1" noChangeAspect="1" noChangeArrowheads="1" noTextEdit="1"/>
          </p:cNvSpPr>
          <p:nvPr>
            <p:ph type="sldImg"/>
          </p:nvPr>
        </p:nvSpPr>
        <p:spPr>
          <a:solidFill>
            <a:srgbClr val="FFFFFF"/>
          </a:solidFill>
          <a:ln/>
        </p:spPr>
      </p:sp>
      <p:sp>
        <p:nvSpPr>
          <p:cNvPr id="2519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930" name="Rectangle 2"/>
          <p:cNvSpPr>
            <a:spLocks noGrp="1" noRot="1" noChangeAspect="1" noChangeArrowheads="1" noTextEdit="1"/>
          </p:cNvSpPr>
          <p:nvPr>
            <p:ph type="sldImg"/>
          </p:nvPr>
        </p:nvSpPr>
        <p:spPr>
          <a:solidFill>
            <a:srgbClr val="FFFFFF"/>
          </a:solidFill>
          <a:ln/>
        </p:spPr>
      </p:sp>
      <p:sp>
        <p:nvSpPr>
          <p:cNvPr id="2529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Rectangle 2"/>
          <p:cNvSpPr>
            <a:spLocks noGrp="1" noRot="1" noChangeAspect="1" noChangeArrowheads="1" noTextEdit="1"/>
          </p:cNvSpPr>
          <p:nvPr>
            <p:ph type="sldImg"/>
          </p:nvPr>
        </p:nvSpPr>
        <p:spPr>
          <a:solidFill>
            <a:srgbClr val="FFFFFF"/>
          </a:solidFill>
          <a:ln/>
        </p:spPr>
      </p:sp>
      <p:sp>
        <p:nvSpPr>
          <p:cNvPr id="2539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Rectangle 2"/>
          <p:cNvSpPr>
            <a:spLocks noGrp="1" noRot="1" noChangeAspect="1" noChangeArrowheads="1" noTextEdit="1"/>
          </p:cNvSpPr>
          <p:nvPr>
            <p:ph type="sldImg"/>
          </p:nvPr>
        </p:nvSpPr>
        <p:spPr>
          <a:solidFill>
            <a:srgbClr val="FFFFFF"/>
          </a:solidFill>
          <a:ln/>
        </p:spPr>
      </p:sp>
      <p:sp>
        <p:nvSpPr>
          <p:cNvPr id="25497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p:cNvSpPr>
            <a:spLocks noGrp="1" noRot="1" noChangeAspect="1" noChangeArrowheads="1" noTextEdit="1"/>
          </p:cNvSpPr>
          <p:nvPr>
            <p:ph type="sldImg"/>
          </p:nvPr>
        </p:nvSpPr>
        <p:spPr>
          <a:solidFill>
            <a:srgbClr val="FFFFFF"/>
          </a:solidFill>
          <a:ln/>
        </p:spPr>
      </p:sp>
      <p:sp>
        <p:nvSpPr>
          <p:cNvPr id="25600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p:cNvSpPr>
            <a:spLocks noGrp="1" noRot="1" noChangeAspect="1" noChangeArrowheads="1" noTextEdit="1"/>
          </p:cNvSpPr>
          <p:nvPr>
            <p:ph type="sldImg"/>
          </p:nvPr>
        </p:nvSpPr>
        <p:spPr>
          <a:solidFill>
            <a:srgbClr val="FFFFFF"/>
          </a:solidFill>
          <a:ln/>
        </p:spPr>
      </p:sp>
      <p:sp>
        <p:nvSpPr>
          <p:cNvPr id="25702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Rot="1" noChangeAspect="1" noChangeArrowheads="1" noTextEdit="1"/>
          </p:cNvSpPr>
          <p:nvPr>
            <p:ph type="sldImg"/>
          </p:nvPr>
        </p:nvSpPr>
        <p:spPr>
          <a:solidFill>
            <a:srgbClr val="FFFFFF"/>
          </a:solidFill>
          <a:ln/>
        </p:spPr>
      </p:sp>
      <p:sp>
        <p:nvSpPr>
          <p:cNvPr id="2580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Rectangle 2"/>
          <p:cNvSpPr>
            <a:spLocks noGrp="1" noRot="1" noChangeAspect="1" noChangeArrowheads="1" noTextEdit="1"/>
          </p:cNvSpPr>
          <p:nvPr>
            <p:ph type="sldImg"/>
          </p:nvPr>
        </p:nvSpPr>
        <p:spPr>
          <a:solidFill>
            <a:srgbClr val="FFFFFF"/>
          </a:solidFill>
          <a:ln/>
        </p:spPr>
      </p:sp>
      <p:sp>
        <p:nvSpPr>
          <p:cNvPr id="25907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2"/>
          <p:cNvSpPr>
            <a:spLocks noGrp="1" noRot="1" noChangeAspect="1" noChangeArrowheads="1" noTextEdit="1"/>
          </p:cNvSpPr>
          <p:nvPr>
            <p:ph type="sldImg"/>
          </p:nvPr>
        </p:nvSpPr>
        <p:spPr>
          <a:ln/>
        </p:spPr>
      </p:sp>
      <p:sp>
        <p:nvSpPr>
          <p:cNvPr id="260099" name="Rectangle 3"/>
          <p:cNvSpPr>
            <a:spLocks noGrp="1" noChangeArrowheads="1"/>
          </p:cNvSpPr>
          <p:nvPr>
            <p:ph type="body" idx="1"/>
          </p:nvPr>
        </p:nvSpPr>
        <p:spPr>
          <a:xfrm>
            <a:off x="496628" y="4904405"/>
            <a:ext cx="5805988" cy="212364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délai qui sépare un changement technique à l'usinage des carters de sa mise en application commerciale est normalement égal à la durée d'écoulement du stock de carters usinés et du stock de produits finis. On mesurera ce stock, et on calculera sa durée d'écoulement en divisant par le flux moyen de production (24 carters par semaine de 32 h, soit environ 0,8 par heure). On pourra également noter l'heure sur un conteneur au moment où il est usiné (coller un post-it), et relever l'heure à laquelle il est vendu. Dans ce cas, on mesure la durée d'écoulement d'un carter particulier, qui peut différer de la moyenne évaluée par le biais du stock (notion de rotation par référence). A noter : dans cette méthode de suivi il faut que le conteneur portant le post-it soit géré en FIFO, c’est-à-dire qu’il aille sur le dessous de la pile au moment de sa mise en stock.</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2"/>
          <p:cNvSpPr>
            <a:spLocks noGrp="1" noRot="1" noChangeAspect="1" noChangeArrowheads="1" noTextEdit="1"/>
          </p:cNvSpPr>
          <p:nvPr>
            <p:ph type="sldImg"/>
          </p:nvPr>
        </p:nvSpPr>
        <p:spPr>
          <a:solidFill>
            <a:srgbClr val="FFFFFF"/>
          </a:solidFill>
          <a:ln/>
        </p:spPr>
      </p:sp>
      <p:sp>
        <p:nvSpPr>
          <p:cNvPr id="26112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2"/>
          <p:cNvSpPr>
            <a:spLocks noGrp="1" noRot="1" noChangeAspect="1" noChangeArrowheads="1" noTextEdit="1"/>
          </p:cNvSpPr>
          <p:nvPr>
            <p:ph type="sldImg"/>
          </p:nvPr>
        </p:nvSpPr>
        <p:spPr>
          <a:solidFill>
            <a:srgbClr val="FFFFFF"/>
          </a:solidFill>
          <a:ln/>
        </p:spPr>
      </p:sp>
      <p:sp>
        <p:nvSpPr>
          <p:cNvPr id="26214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2"/>
          <p:cNvSpPr>
            <a:spLocks noGrp="1" noRot="1" noChangeAspect="1" noChangeArrowheads="1" noTextEdit="1"/>
          </p:cNvSpPr>
          <p:nvPr>
            <p:ph type="sldImg"/>
          </p:nvPr>
        </p:nvSpPr>
        <p:spPr>
          <a:solidFill>
            <a:srgbClr val="FFFFFF"/>
          </a:solidFill>
          <a:ln/>
        </p:spPr>
      </p:sp>
      <p:sp>
        <p:nvSpPr>
          <p:cNvPr id="26317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Rot="1" noChangeAspect="1" noChangeArrowheads="1" noTextEdit="1"/>
          </p:cNvSpPr>
          <p:nvPr>
            <p:ph type="sldImg"/>
          </p:nvPr>
        </p:nvSpPr>
        <p:spPr>
          <a:solidFill>
            <a:srgbClr val="FFFFFF"/>
          </a:solidFill>
          <a:ln/>
        </p:spPr>
      </p:sp>
      <p:sp>
        <p:nvSpPr>
          <p:cNvPr id="2641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Rot="1" noChangeAspect="1" noChangeArrowheads="1" noTextEdit="1"/>
          </p:cNvSpPr>
          <p:nvPr>
            <p:ph type="sldImg"/>
          </p:nvPr>
        </p:nvSpPr>
        <p:spPr>
          <a:solidFill>
            <a:srgbClr val="FFFFFF"/>
          </a:solidFill>
          <a:ln/>
        </p:spPr>
      </p:sp>
      <p:sp>
        <p:nvSpPr>
          <p:cNvPr id="26521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2"/>
          <p:cNvSpPr>
            <a:spLocks noGrp="1" noRot="1" noChangeAspect="1" noChangeArrowheads="1" noTextEdit="1"/>
          </p:cNvSpPr>
          <p:nvPr>
            <p:ph type="sldImg"/>
          </p:nvPr>
        </p:nvSpPr>
        <p:spPr>
          <a:solidFill>
            <a:srgbClr val="FFFFFF"/>
          </a:solidFill>
          <a:ln/>
        </p:spPr>
      </p:sp>
      <p:sp>
        <p:nvSpPr>
          <p:cNvPr id="26624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2"/>
          <p:cNvSpPr>
            <a:spLocks noGrp="1" noRot="1" noChangeAspect="1" noChangeArrowheads="1" noTextEdit="1"/>
          </p:cNvSpPr>
          <p:nvPr>
            <p:ph type="sldImg"/>
          </p:nvPr>
        </p:nvSpPr>
        <p:spPr>
          <a:solidFill>
            <a:srgbClr val="FFFFFF"/>
          </a:solidFill>
          <a:ln/>
        </p:spPr>
      </p:sp>
      <p:sp>
        <p:nvSpPr>
          <p:cNvPr id="2672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Rot="1" noChangeAspect="1" noChangeArrowheads="1" noTextEdit="1"/>
          </p:cNvSpPr>
          <p:nvPr>
            <p:ph type="sldImg"/>
          </p:nvPr>
        </p:nvSpPr>
        <p:spPr>
          <a:solidFill>
            <a:srgbClr val="FFFFFF"/>
          </a:solidFill>
          <a:ln/>
        </p:spPr>
      </p:sp>
      <p:sp>
        <p:nvSpPr>
          <p:cNvPr id="26829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2"/>
          <p:cNvSpPr>
            <a:spLocks noGrp="1" noRot="1" noChangeAspect="1" noChangeArrowheads="1" noTextEdit="1"/>
          </p:cNvSpPr>
          <p:nvPr>
            <p:ph type="sldImg"/>
          </p:nvPr>
        </p:nvSpPr>
        <p:spPr>
          <a:solidFill>
            <a:srgbClr val="FFFFFF"/>
          </a:solidFill>
          <a:ln/>
        </p:spPr>
      </p:sp>
      <p:sp>
        <p:nvSpPr>
          <p:cNvPr id="2693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spect="1" noChangeArrowheads="1" noTextEdit="1"/>
          </p:cNvSpPr>
          <p:nvPr>
            <p:ph type="sldImg"/>
          </p:nvPr>
        </p:nvSpPr>
        <p:spPr>
          <a:solidFill>
            <a:srgbClr val="FFFFFF"/>
          </a:solidFill>
          <a:ln/>
        </p:spPr>
      </p:sp>
      <p:sp>
        <p:nvSpPr>
          <p:cNvPr id="2703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2"/>
          <p:cNvSpPr>
            <a:spLocks noGrp="1" noRot="1" noChangeAspect="1" noChangeArrowheads="1" noTextEdit="1"/>
          </p:cNvSpPr>
          <p:nvPr>
            <p:ph type="sldImg"/>
          </p:nvPr>
        </p:nvSpPr>
        <p:spPr>
          <a:solidFill>
            <a:srgbClr val="FFFFFF"/>
          </a:solidFill>
          <a:ln/>
        </p:spPr>
      </p:sp>
      <p:sp>
        <p:nvSpPr>
          <p:cNvPr id="2713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p:cNvSpPr>
            <a:spLocks noGrp="1" noRot="1" noChangeAspect="1" noChangeArrowheads="1" noTextEdit="1"/>
          </p:cNvSpPr>
          <p:nvPr>
            <p:ph type="sldImg"/>
          </p:nvPr>
        </p:nvSpPr>
        <p:spPr>
          <a:solidFill>
            <a:srgbClr val="FFFFFF"/>
          </a:solidFill>
          <a:ln/>
        </p:spPr>
      </p:sp>
      <p:sp>
        <p:nvSpPr>
          <p:cNvPr id="2723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2"/>
          <p:cNvSpPr>
            <a:spLocks noGrp="1" noRot="1" noChangeAspect="1" noChangeArrowheads="1" noTextEdit="1"/>
          </p:cNvSpPr>
          <p:nvPr>
            <p:ph type="sldImg"/>
          </p:nvPr>
        </p:nvSpPr>
        <p:spPr>
          <a:solidFill>
            <a:srgbClr val="FFFFFF"/>
          </a:solidFill>
          <a:ln/>
        </p:spPr>
      </p:sp>
      <p:sp>
        <p:nvSpPr>
          <p:cNvPr id="2734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2"/>
          <p:cNvSpPr>
            <a:spLocks noGrp="1" noRot="1" noChangeAspect="1" noChangeArrowheads="1" noTextEdit="1"/>
          </p:cNvSpPr>
          <p:nvPr>
            <p:ph type="sldImg"/>
          </p:nvPr>
        </p:nvSpPr>
        <p:spPr>
          <a:solidFill>
            <a:srgbClr val="FFFFFF"/>
          </a:solidFill>
          <a:ln/>
        </p:spPr>
      </p:sp>
      <p:sp>
        <p:nvSpPr>
          <p:cNvPr id="2744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458" name="Rectangle 2"/>
          <p:cNvSpPr>
            <a:spLocks noGrp="1" noRot="1" noChangeAspect="1" noChangeArrowheads="1" noTextEdit="1"/>
          </p:cNvSpPr>
          <p:nvPr>
            <p:ph type="sldImg"/>
          </p:nvPr>
        </p:nvSpPr>
        <p:spPr>
          <a:solidFill>
            <a:srgbClr val="FFFFFF"/>
          </a:solidFill>
          <a:ln/>
        </p:spPr>
      </p:sp>
      <p:sp>
        <p:nvSpPr>
          <p:cNvPr id="2754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82" name="Rectangle 2"/>
          <p:cNvSpPr>
            <a:spLocks noGrp="1" noRot="1" noChangeAspect="1" noChangeArrowheads="1" noTextEdit="1"/>
          </p:cNvSpPr>
          <p:nvPr>
            <p:ph type="sldImg"/>
          </p:nvPr>
        </p:nvSpPr>
        <p:spPr>
          <a:ln/>
        </p:spPr>
      </p:sp>
      <p:sp>
        <p:nvSpPr>
          <p:cNvPr id="276483" name="Rectangle 3"/>
          <p:cNvSpPr>
            <a:spLocks noGrp="1" noChangeArrowheads="1"/>
          </p:cNvSpPr>
          <p:nvPr>
            <p:ph type="body" idx="1"/>
          </p:nvPr>
        </p:nvSpPr>
        <p:spPr>
          <a:xfrm>
            <a:off x="496628" y="4904405"/>
            <a:ext cx="5805988" cy="1384976"/>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L'analyse de la valeur permet de mieux adapter un produit à sa fonction. Mais ici, elle amène à envisager une modification qui crée deux références de plus : une en engrenage, une en carter. Le R2 ne pourra plus être fabriqué à partir de composants appartenant aussi aux autres produits finis, On risque à la fois d'accroître le stock de ces composants spéciaux, et d'être plus souvent en rupture. On notera cependant que les inconvénients évoqués ci-dessus sont fortement atténués dans un fonctionnement à flux tendu et à cycle court</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506" name="Rectangle 2"/>
          <p:cNvSpPr>
            <a:spLocks noGrp="1" noRot="1" noChangeAspect="1" noChangeArrowheads="1" noTextEdit="1"/>
          </p:cNvSpPr>
          <p:nvPr>
            <p:ph type="sldImg"/>
          </p:nvPr>
        </p:nvSpPr>
        <p:spPr>
          <a:solidFill>
            <a:srgbClr val="FFFFFF"/>
          </a:solidFill>
          <a:ln/>
        </p:spPr>
      </p:sp>
      <p:sp>
        <p:nvSpPr>
          <p:cNvPr id="2775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530" name="Rectangle 2"/>
          <p:cNvSpPr>
            <a:spLocks noGrp="1" noRot="1" noChangeAspect="1" noChangeArrowheads="1" noTextEdit="1"/>
          </p:cNvSpPr>
          <p:nvPr>
            <p:ph type="sldImg"/>
          </p:nvPr>
        </p:nvSpPr>
        <p:spPr>
          <a:solidFill>
            <a:srgbClr val="FFFFFF"/>
          </a:solidFill>
          <a:ln/>
        </p:spPr>
      </p:sp>
      <p:sp>
        <p:nvSpPr>
          <p:cNvPr id="2785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554" name="Rectangle 2"/>
          <p:cNvSpPr>
            <a:spLocks noGrp="1" noRot="1" noChangeAspect="1" noChangeArrowheads="1" noTextEdit="1"/>
          </p:cNvSpPr>
          <p:nvPr>
            <p:ph type="sldImg"/>
          </p:nvPr>
        </p:nvSpPr>
        <p:spPr>
          <a:ln/>
        </p:spPr>
      </p:sp>
      <p:sp>
        <p:nvSpPr>
          <p:cNvPr id="279555" name="Rectangle 3"/>
          <p:cNvSpPr>
            <a:spLocks noGrp="1" noChangeArrowheads="1"/>
          </p:cNvSpPr>
          <p:nvPr>
            <p:ph type="body" idx="1"/>
          </p:nvPr>
        </p:nvSpPr>
        <p:spPr>
          <a:xfrm>
            <a:off x="496628" y="4904404"/>
            <a:ext cx="5805988" cy="17543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Ce graphique a deux fonctions : la première est d’indiquer aux participants le montant des ventes de la semaine, chiffre qu’ils utiliseront comme diviseur pour calculer le taux de service (ils auraient pu le calculer eux-mêmes en totalisant les commandes reçues, mais comme ils n’enregistrent pas ce chiffre sur la feuille de suivi il est souvent plus rapide de leur donner directement). La deuxième fonction est de montrer que les ventes ont été globalement égales aux prévisions, et que les différences ne portent que sur les ventes par référence. Ce constat souligne bien la difficulté qu’il y a à gérer un grand nombre de références (même si le chiffre de 6 est faible, on peut imaginer la difficulté quand il y a des milliers de références).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578" name="Rectangle 2"/>
          <p:cNvSpPr>
            <a:spLocks noGrp="1" noRot="1" noChangeAspect="1" noChangeArrowheads="1" noTextEdit="1"/>
          </p:cNvSpPr>
          <p:nvPr>
            <p:ph type="sldImg"/>
          </p:nvPr>
        </p:nvSpPr>
        <p:spPr>
          <a:ln/>
        </p:spPr>
      </p:sp>
      <p:sp>
        <p:nvSpPr>
          <p:cNvPr id="280579" name="Rectangle 3"/>
          <p:cNvSpPr>
            <a:spLocks noGrp="1" noChangeArrowheads="1"/>
          </p:cNvSpPr>
          <p:nvPr>
            <p:ph type="body" idx="1"/>
          </p:nvPr>
        </p:nvSpPr>
        <p:spPr>
          <a:xfrm>
            <a:off x="553027" y="4719978"/>
            <a:ext cx="5805988" cy="46212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900" b="0" u="sng" dirty="0"/>
              <a:t>Calcul de l’efficience</a:t>
            </a:r>
          </a:p>
          <a:p>
            <a:pPr eaLnBrk="1" hangingPunct="1"/>
            <a:r>
              <a:rPr lang="fr-FR" altLang="fr-FR" sz="900" b="0" dirty="0"/>
              <a:t>Le calcul de l’efficience tient compte de tous les arrêts, à l’exclusion des arrêts notés dans la colonne Planning. En semaine 1 (travail sur programme) de tels arrêts interviennent uniquement en fin de semaine. Quand on travaillera en Kanban (semaines 2 et suivantes), de tels arrêts pourront survenir à tout moment, s’il n’y a plus de Kanban au poste. Donc la règle générale est : les arrêts par manque de travail ne sont pas pris en compte dans les pertes d’efficience. </a:t>
            </a:r>
          </a:p>
          <a:p>
            <a:pPr eaLnBrk="1" hangingPunct="1"/>
            <a:r>
              <a:rPr lang="fr-FR" altLang="fr-FR" sz="900" b="0" dirty="0"/>
              <a:t>Les reprises et les rebuts ont été pris en compte de la façon suivante : on considère qu’un conteneur à reprendre ou à rebuter occasionnera une heure de travail à refaire sur le poste. C’est la raison pour laquelle on ajoute le nombre de conteneurs à refaire au nombre d’heures d’arrêt pour obtenir l’efficience du poste en terme de « pièces bonnes  ».</a:t>
            </a:r>
          </a:p>
          <a:p>
            <a:pPr eaLnBrk="1" hangingPunct="1"/>
            <a:r>
              <a:rPr lang="fr-FR" altLang="fr-FR" sz="900" b="0" dirty="0"/>
              <a:t>On considère qu’un produit fini rebuté ne pénalise que le poste de montage (c’est donc lui seul qui inscrit la croix dans sa feuille de suivi). Normalement, les autres postes devraient également subir une perte d’efficience (ils devront refaire le produit fabriqué). Mais cette règle simple permet de ne pas compliquer l’enregistrement des pertes.</a:t>
            </a:r>
          </a:p>
          <a:p>
            <a:pPr eaLnBrk="1" hangingPunct="1"/>
            <a:r>
              <a:rPr lang="fr-FR" altLang="fr-FR" sz="900" b="0" u="sng" dirty="0"/>
              <a:t>Calcul du taux de service</a:t>
            </a:r>
          </a:p>
          <a:p>
            <a:pPr eaLnBrk="1" hangingPunct="1"/>
            <a:r>
              <a:rPr lang="fr-FR" altLang="fr-FR" sz="900" b="0" dirty="0"/>
              <a:t>Cette façon de calculer un taux de service n’est certainement pas habituelle dans les entreprises ! Ici elle est justifiée par la volonté de simplifier les calculs. L’animateur pourra expliquer aux joueurs qu’il s’agit d’une simplification et que les entreprise procèdent autrement pour calculer un taux de service.</a:t>
            </a:r>
          </a:p>
          <a:p>
            <a:pPr eaLnBrk="1" hangingPunct="1"/>
            <a:r>
              <a:rPr lang="fr-FR" altLang="fr-FR" sz="900" b="0" dirty="0"/>
              <a:t>Pour éviter d’alourdir les calculs, on ne demande pas aux équipes de mesurer les quantités vendues. Elle sont pré- inscrites une fois pour toutes sur la feuille de suivi.</a:t>
            </a:r>
          </a:p>
          <a:p>
            <a:pPr eaLnBrk="1" hangingPunct="1"/>
            <a:r>
              <a:rPr lang="fr-FR" altLang="fr-FR" sz="900" b="0" dirty="0"/>
              <a:t>On notera que le chiffre 34 inclut les ventes de pièces détachées, ce qui est normal puisqu’elles peuvent également être en rupture.</a:t>
            </a:r>
          </a:p>
          <a:p>
            <a:pPr eaLnBrk="1" hangingPunct="1"/>
            <a:r>
              <a:rPr lang="fr-FR" altLang="fr-FR" sz="900" b="0" u="sng" dirty="0"/>
              <a:t>Rôles</a:t>
            </a:r>
            <a:endParaRPr lang="fr-FR" altLang="fr-FR" sz="900" b="0" dirty="0"/>
          </a:p>
          <a:p>
            <a:pPr eaLnBrk="1" hangingPunct="1"/>
            <a:r>
              <a:rPr lang="fr-FR" altLang="fr-FR" sz="900" b="0" dirty="0"/>
              <a:t>La même feuille sert à suivre la production de chaque poste et les livraisons. En réalité, seul un poste suivra les livraisons. Si c’est par exemple les Engrenages qui suivent les livraisons, la personne chargée de ce poste remplira à la fois la partie gauche et la partie droite. Les autres postes ne rempliront que la partie gauche. D’une façon générale, il est souhaitable de donner le rôle de suivi des livraisons au poste qui est occupé par 2 participants, s’il y en a au moins un poste dans ce cas. D’une façon générale, on donnera le rôle de suivre les livraisons au montage, si le poste est doublé (c’est lui qu’on double en priorité). Si aucun poste n’est doublé, il vaut mieux confier ce rôle aux couronnes (A ou B) car elles ont moins de travail que le montage.</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602" name="Rectangle 2"/>
          <p:cNvSpPr>
            <a:spLocks noGrp="1" noRot="1" noChangeAspect="1" noChangeArrowheads="1" noTextEdit="1"/>
          </p:cNvSpPr>
          <p:nvPr>
            <p:ph type="sldImg"/>
          </p:nvPr>
        </p:nvSpPr>
        <p:spPr>
          <a:ln/>
        </p:spPr>
      </p:sp>
      <p:sp>
        <p:nvSpPr>
          <p:cNvPr id="281603" name="Rectangle 3"/>
          <p:cNvSpPr>
            <a:spLocks noGrp="1" noChangeArrowheads="1"/>
          </p:cNvSpPr>
          <p:nvPr>
            <p:ph type="body" idx="1"/>
          </p:nvPr>
        </p:nvSpPr>
        <p:spPr>
          <a:xfrm>
            <a:off x="496628" y="4904404"/>
            <a:ext cx="5805988" cy="25853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Distribuer la feuille de résultats aux participants. On peut en donner une à chaque participant, ou une à un membre de l’équipe désigné qui fait le calcul.</a:t>
            </a:r>
          </a:p>
          <a:p>
            <a:pPr eaLnBrk="1" hangingPunct="1"/>
            <a:r>
              <a:rPr lang="fr-FR" altLang="fr-FR" b="0"/>
              <a:t>Ne pas expliquer pour le moment la partie basse (actions de progrès) qui sera présentée un peu plus loin.</a:t>
            </a:r>
          </a:p>
          <a:p>
            <a:pPr eaLnBrk="1" hangingPunct="1"/>
            <a:endParaRPr lang="fr-FR" altLang="fr-FR" b="0"/>
          </a:p>
          <a:p>
            <a:pPr eaLnBrk="1" hangingPunct="1"/>
            <a:r>
              <a:rPr lang="fr-FR" altLang="fr-FR" b="0"/>
              <a:t>Ce document sert à récapituler les indicateurs de chaque équipe pour l’ensemble de la simulation. Il sera utilisé par l’animateur pour mettre à jour le Tableau de bord Excel.</a:t>
            </a:r>
          </a:p>
          <a:p>
            <a:pPr eaLnBrk="1" hangingPunct="1"/>
            <a:endParaRPr lang="fr-FR" altLang="fr-FR" b="0"/>
          </a:p>
          <a:p>
            <a:pPr eaLnBrk="1" hangingPunct="1"/>
            <a:r>
              <a:rPr lang="fr-FR" altLang="fr-FR" b="0"/>
              <a:t>Remarque : le stock sera calculé en milieu de semaine à partir de la semaine 2, l’inventaire étant réalisé après que les joueurs aient éventuellement diminué leurs stocks (voir plus loin la diapo Ajustement des stocks en heure 17 semaine 2)</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626" name="Rectangle 2"/>
          <p:cNvSpPr>
            <a:spLocks noGrp="1" noRot="1" noChangeAspect="1" noChangeArrowheads="1" noTextEdit="1"/>
          </p:cNvSpPr>
          <p:nvPr>
            <p:ph type="sldImg"/>
          </p:nvPr>
        </p:nvSpPr>
        <p:spPr>
          <a:ln/>
        </p:spPr>
      </p:sp>
      <p:sp>
        <p:nvSpPr>
          <p:cNvPr id="282627" name="Rectangle 3"/>
          <p:cNvSpPr>
            <a:spLocks noGrp="1" noChangeArrowheads="1"/>
          </p:cNvSpPr>
          <p:nvPr>
            <p:ph type="body" idx="1"/>
          </p:nvPr>
        </p:nvSpPr>
        <p:spPr>
          <a:xfrm>
            <a:off x="496628" y="4904405"/>
            <a:ext cx="5805988" cy="326856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demande à chaque équipe de lui indiquer ses valeurs de Taux de service, Efficience et Stocks. Il les rentre dans le fichier Tableau de bord (Excel, onglet : Données). Une fois les données rentrées, il projette le tableau de bord. Il demande aux équipes de réagir à ces résultats.</a:t>
            </a:r>
          </a:p>
          <a:p>
            <a:pPr eaLnBrk="1" hangingPunct="1"/>
            <a:r>
              <a:rPr lang="fr-FR" altLang="fr-FR" b="0"/>
              <a:t>Il peut faire remarquer que le taux de service est assez dégradé, alors que les ventes ont été globalement égales aux prévisions. En outre, le stock n’a pas vraiment baissé, il a même probablement augmenté par rapport à la valeur d’origine. Mais il est mal réparti : certaines références ont probablement trop de stocks, d’autres pas assez. Cela souligne les difficultés de coordination de la production et conduit à rechercher davantage de flexibilité, pour pouvoir passer plus rapidement d’une référence à une autre.</a:t>
            </a:r>
          </a:p>
          <a:p>
            <a:pPr eaLnBrk="1" hangingPunct="1"/>
            <a:r>
              <a:rPr lang="fr-FR" altLang="fr-FR" b="0"/>
              <a:t>C’est ce qui sera maintenant proposé aux équipes (possibilité de faire des progrès, voir plus loin).</a:t>
            </a:r>
          </a:p>
          <a:p>
            <a:pPr eaLnBrk="1" hangingPunct="1"/>
            <a:endParaRPr lang="fr-FR" altLang="fr-FR" b="0"/>
          </a:p>
          <a:p>
            <a:pPr eaLnBrk="1" hangingPunct="1"/>
            <a:r>
              <a:rPr lang="fr-FR" altLang="fr-FR" b="0" u="sng"/>
              <a:t>Autre solution</a:t>
            </a:r>
            <a:r>
              <a:rPr lang="fr-FR" altLang="fr-FR" b="0"/>
              <a:t> : si une affiche a été prévue, chaque équipe vient la mettre à jour elle-même.</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27494986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650" name="Rectangle 2"/>
          <p:cNvSpPr>
            <a:spLocks noGrp="1" noRot="1" noChangeAspect="1" noChangeArrowheads="1" noTextEdit="1"/>
          </p:cNvSpPr>
          <p:nvPr>
            <p:ph type="sldImg"/>
          </p:nvPr>
        </p:nvSpPr>
        <p:spPr>
          <a:ln/>
        </p:spPr>
      </p:sp>
      <p:sp>
        <p:nvSpPr>
          <p:cNvPr id="283651" name="Rectangle 3"/>
          <p:cNvSpPr>
            <a:spLocks noGrp="1" noChangeArrowheads="1"/>
          </p:cNvSpPr>
          <p:nvPr>
            <p:ph type="body" idx="1"/>
          </p:nvPr>
        </p:nvSpPr>
        <p:spPr>
          <a:xfrm>
            <a:off x="496628" y="4904405"/>
            <a:ext cx="5805988" cy="17543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explique que le Poste Carters pourra dorénavant travailler à condition de disposer de tickets Kanban, qui serviront ainsi d’ordres de fabrication. Comme pendant la semaine 1, il place la matière première dans le conteneur, mais désormais il doit glisser le ticket dans la boîte (rainure prévue à cet effet). Il place ensuite la boîte équipée de son ticket dans le stock de pièces usinées. Le même principe s’applique aux autre postes. Pour le montage, il faut associer un engrenage, un carter et une couronne à un ticket kanban de montage. Attention : pour les couronnes, le ticket correspond à 2 pièces, c’est-à-dire à la quantité standard d’un conteneur.</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674" name="Rectangle 2"/>
          <p:cNvSpPr>
            <a:spLocks noGrp="1" noRot="1" noChangeAspect="1" noChangeArrowheads="1" noTextEdit="1"/>
          </p:cNvSpPr>
          <p:nvPr>
            <p:ph type="sldImg"/>
          </p:nvPr>
        </p:nvSpPr>
        <p:spPr>
          <a:ln/>
        </p:spPr>
      </p:sp>
      <p:sp>
        <p:nvSpPr>
          <p:cNvPr id="28467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montage travaille de la même façon. Il a besoin d’un ticket de la référence pour produire. Mais en outre il renvoie les tickets des conteneurs de pièces qu’il utilise. Ces tickets retournent aux postes d’usinage où ils servent d’ordre de fabrication.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698" name="Rectangle 2"/>
          <p:cNvSpPr>
            <a:spLocks noGrp="1" noRot="1" noChangeAspect="1" noChangeArrowheads="1" noTextEdit="1"/>
          </p:cNvSpPr>
          <p:nvPr>
            <p:ph type="sldImg"/>
          </p:nvPr>
        </p:nvSpPr>
        <p:spPr>
          <a:ln/>
        </p:spPr>
      </p:sp>
      <p:sp>
        <p:nvSpPr>
          <p:cNvPr id="285699"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montage reçoit ses tickets du stocks de produits finis. Quand une expédition a lieu, le conteneur « libère » le ticket qui retourne au montage.</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22" name="Rectangle 2"/>
          <p:cNvSpPr>
            <a:spLocks noGrp="1" noRot="1" noChangeAspect="1" noChangeArrowheads="1" noTextEdit="1"/>
          </p:cNvSpPr>
          <p:nvPr>
            <p:ph type="sldImg"/>
          </p:nvPr>
        </p:nvSpPr>
        <p:spPr>
          <a:ln/>
        </p:spPr>
      </p:sp>
      <p:sp>
        <p:nvSpPr>
          <p:cNvPr id="286723"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du nombre de tickets kanban est abordée ici de façon simplifiée. L’animateur pourra y revenir en fin de partie. </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Rot="1" noChangeAspect="1" noChangeArrowheads="1" noTextEdit="1"/>
          </p:cNvSpPr>
          <p:nvPr>
            <p:ph type="sldImg"/>
          </p:nvPr>
        </p:nvSpPr>
        <p:spPr>
          <a:ln/>
        </p:spPr>
      </p:sp>
      <p:sp>
        <p:nvSpPr>
          <p:cNvPr id="287747"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distribue des tickets à chaque table. Le nombre n’a pas d’importance : il donne à l’équipe ce qu’elle demande. </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770" name="Rectangle 2"/>
          <p:cNvSpPr>
            <a:spLocks noGrp="1" noRot="1" noChangeAspect="1" noChangeArrowheads="1" noTextEdit="1"/>
          </p:cNvSpPr>
          <p:nvPr>
            <p:ph type="sldImg"/>
          </p:nvPr>
        </p:nvSpPr>
        <p:spPr>
          <a:ln/>
        </p:spPr>
      </p:sp>
      <p:sp>
        <p:nvSpPr>
          <p:cNvPr id="288771"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explique que les progrès coûtent un certain nombre de points. Il utilise l’animation pour expliquer ce que sont les niveaux 1 et 2 de progrès.</a:t>
            </a:r>
          </a:p>
          <a:p>
            <a:pPr eaLnBrk="1" hangingPunct="1"/>
            <a:endParaRPr lang="fr-FR" altLang="fr-FR" b="0"/>
          </a:p>
          <a:p>
            <a:pPr eaLnBrk="1" hangingPunct="1"/>
            <a:r>
              <a:rPr lang="fr-FR" altLang="fr-FR" b="0"/>
              <a:t>Le montage ayant déjà un temps de changement de série réduit à une heure, il ne peut que passer à moins de 10 minutes, soit 0 à l’échelle du jeu. Mais cela coûte 2 points.</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794" name="Rectangle 2"/>
          <p:cNvSpPr>
            <a:spLocks noGrp="1" noRot="1" noChangeAspect="1" noChangeArrowheads="1" noTextEdit="1"/>
          </p:cNvSpPr>
          <p:nvPr>
            <p:ph type="sldImg"/>
          </p:nvPr>
        </p:nvSpPr>
        <p:spPr>
          <a:ln/>
        </p:spPr>
      </p:sp>
      <p:sp>
        <p:nvSpPr>
          <p:cNvPr id="289795" name="Rectangle 3"/>
          <p:cNvSpPr>
            <a:spLocks noGrp="1" noChangeArrowheads="1"/>
          </p:cNvSpPr>
          <p:nvPr>
            <p:ph type="body" idx="1"/>
          </p:nvPr>
        </p:nvSpPr>
        <p:spPr>
          <a:xfrm>
            <a:off x="496628" y="4904405"/>
            <a:ext cx="5805988" cy="16065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Utiliser cette diapo pour expliquer aux participants comment reporter leurs décisions de progrès sur leur feuille Résultats. Souligner le fait que le changement de série rapide au montage coûte 2 points, il n’est pas possible de miser un seul point.</a:t>
            </a:r>
          </a:p>
          <a:p>
            <a:pPr eaLnBrk="1" hangingPunct="1"/>
            <a:endParaRPr lang="fr-FR" altLang="fr-FR" b="0"/>
          </a:p>
          <a:p>
            <a:pPr eaLnBrk="1" hangingPunct="1"/>
            <a:r>
              <a:rPr lang="fr-FR" altLang="fr-FR" b="0" u="sng"/>
              <a:t>Si une affiche a été prévue</a:t>
            </a:r>
            <a:r>
              <a:rPr lang="fr-FR" altLang="fr-FR" b="0"/>
              <a:t>, chaque équipe la met à jour elle-même.</a:t>
            </a:r>
          </a:p>
          <a:p>
            <a:pPr eaLnBrk="1" hangingPunct="1"/>
            <a:endParaRPr lang="fr-FR" altLang="fr-FR" b="0"/>
          </a:p>
          <a:p>
            <a:pPr eaLnBrk="1" hangingPunct="1"/>
            <a:endParaRPr lang="fr-FR" altLang="fr-FR" b="0"/>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818" name="Rectangle 2"/>
          <p:cNvSpPr>
            <a:spLocks noGrp="1" noRot="1" noChangeAspect="1" noChangeArrowheads="1" noTextEdit="1"/>
          </p:cNvSpPr>
          <p:nvPr>
            <p:ph type="sldImg"/>
          </p:nvPr>
        </p:nvSpPr>
        <p:spPr>
          <a:ln/>
        </p:spPr>
      </p:sp>
      <p:sp>
        <p:nvSpPr>
          <p:cNvPr id="29081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842" name="Rectangle 2"/>
          <p:cNvSpPr>
            <a:spLocks noGrp="1" noRot="1" noChangeAspect="1" noChangeArrowheads="1" noTextEdit="1"/>
          </p:cNvSpPr>
          <p:nvPr>
            <p:ph type="sldImg"/>
          </p:nvPr>
        </p:nvSpPr>
        <p:spPr>
          <a:ln/>
        </p:spPr>
      </p:sp>
      <p:sp>
        <p:nvSpPr>
          <p:cNvPr id="291843" name="Rectangle 3"/>
          <p:cNvSpPr>
            <a:spLocks noGrp="1" noChangeArrowheads="1"/>
          </p:cNvSpPr>
          <p:nvPr>
            <p:ph type="body" idx="1"/>
          </p:nvPr>
        </p:nvSpPr>
        <p:spPr>
          <a:xfrm>
            <a:off x="496628" y="4904404"/>
            <a:ext cx="5805988" cy="3804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a:t>Baisse du stock</a:t>
            </a:r>
          </a:p>
          <a:p>
            <a:pPr eaLnBrk="1" hangingPunct="1"/>
            <a:r>
              <a:rPr lang="fr-FR" altLang="fr-FR" b="0"/>
              <a:t>Cette baisse du stock (comme celles qui auront lieu par la suite) s’effectue de façon artificielle, en enlevant purement et simplement les conteneurs du stock. Dans une entreprise on ne procède évidemment pas comme cela, on diminue la production en amont jusqu’à ce que les stocks aient atteint le bon niveau. Mais dans le jeu, cette façon d’agir prendrait trop de temps, c’est pourquoi on effectue ce retrait en une seule fois.</a:t>
            </a:r>
          </a:p>
          <a:p>
            <a:pPr eaLnBrk="1" hangingPunct="1"/>
            <a:endParaRPr lang="fr-FR" altLang="fr-FR" b="0"/>
          </a:p>
          <a:p>
            <a:pPr eaLnBrk="1" hangingPunct="1"/>
            <a:r>
              <a:rPr lang="fr-FR" altLang="fr-FR"/>
              <a:t>Pourquoi faire l’inventaire en milieu de semaine ?</a:t>
            </a:r>
          </a:p>
          <a:p>
            <a:pPr eaLnBrk="1" hangingPunct="1"/>
            <a:r>
              <a:rPr lang="fr-FR" altLang="fr-FR" b="0"/>
              <a:t>Les équipes sont invitées à baisser leurs stocks 2 fois par semaine, après avoir pris des décisions de progrès qui permettent de « tendre le flux ». Si nous leur proposons de ne faire l’inventaire qu’une fois par semaine (en milieu de semaine) c’est pour gagner du temps et éviter trop de calculs. </a:t>
            </a:r>
          </a:p>
          <a:p>
            <a:pPr eaLnBrk="1" hangingPunct="1"/>
            <a:endParaRPr lang="fr-FR" altLang="fr-FR" b="0"/>
          </a:p>
          <a:p>
            <a:pPr eaLnBrk="1" hangingPunct="1"/>
            <a:r>
              <a:rPr lang="fr-FR" altLang="fr-FR"/>
              <a:t>Programme de production</a:t>
            </a:r>
          </a:p>
          <a:p>
            <a:pPr eaLnBrk="1" hangingPunct="1"/>
            <a:r>
              <a:rPr lang="fr-FR" altLang="fr-FR" b="0"/>
              <a:t>La méthode Kanban fonctionne sans programme de production, mais pas sans prévision des ventes. Si les joueurs demandent quelles sont les prévisions de vente, répondez qu’elles sont les mêmes que la semaine précédente.</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866" name="Rectangle 2"/>
          <p:cNvSpPr>
            <a:spLocks noGrp="1" noRot="1" noChangeAspect="1" noChangeArrowheads="1" noTextEdit="1"/>
          </p:cNvSpPr>
          <p:nvPr>
            <p:ph type="sldImg"/>
          </p:nvPr>
        </p:nvSpPr>
        <p:spPr>
          <a:solidFill>
            <a:srgbClr val="FFFFFF"/>
          </a:solidFill>
          <a:ln/>
        </p:spPr>
      </p:sp>
      <p:sp>
        <p:nvSpPr>
          <p:cNvPr id="2928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s’assure que les participants ont bien compris la façon dont les tickets circulent.</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890" name="Rectangle 2"/>
          <p:cNvSpPr>
            <a:spLocks noGrp="1" noRot="1" noChangeAspect="1" noChangeArrowheads="1" noTextEdit="1"/>
          </p:cNvSpPr>
          <p:nvPr>
            <p:ph type="sldImg"/>
          </p:nvPr>
        </p:nvSpPr>
        <p:spPr>
          <a:ln/>
        </p:spPr>
      </p:sp>
      <p:sp>
        <p:nvSpPr>
          <p:cNvPr id="2938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914" name="Rectangle 2"/>
          <p:cNvSpPr>
            <a:spLocks noGrp="1" noRot="1" noChangeAspect="1" noChangeArrowheads="1" noTextEdit="1"/>
          </p:cNvSpPr>
          <p:nvPr>
            <p:ph type="sldImg"/>
          </p:nvPr>
        </p:nvSpPr>
        <p:spPr>
          <a:ln/>
        </p:spPr>
      </p:sp>
      <p:sp>
        <p:nvSpPr>
          <p:cNvPr id="29491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938" name="Rectangle 2"/>
          <p:cNvSpPr>
            <a:spLocks noGrp="1" noRot="1" noChangeAspect="1" noChangeArrowheads="1" noTextEdit="1"/>
          </p:cNvSpPr>
          <p:nvPr>
            <p:ph type="sldImg"/>
          </p:nvPr>
        </p:nvSpPr>
        <p:spPr>
          <a:ln/>
        </p:spPr>
      </p:sp>
      <p:sp>
        <p:nvSpPr>
          <p:cNvPr id="2959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62" name="Rectangle 2"/>
          <p:cNvSpPr>
            <a:spLocks noGrp="1" noRot="1" noChangeAspect="1" noChangeArrowheads="1" noTextEdit="1"/>
          </p:cNvSpPr>
          <p:nvPr>
            <p:ph type="sldImg"/>
          </p:nvPr>
        </p:nvSpPr>
        <p:spPr>
          <a:ln/>
        </p:spPr>
      </p:sp>
      <p:sp>
        <p:nvSpPr>
          <p:cNvPr id="29696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986" name="Rectangle 2"/>
          <p:cNvSpPr>
            <a:spLocks noGrp="1" noRot="1" noChangeAspect="1" noChangeArrowheads="1" noTextEdit="1"/>
          </p:cNvSpPr>
          <p:nvPr>
            <p:ph type="sldImg"/>
          </p:nvPr>
        </p:nvSpPr>
        <p:spPr>
          <a:ln/>
        </p:spPr>
      </p:sp>
      <p:sp>
        <p:nvSpPr>
          <p:cNvPr id="2979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010" name="Rectangle 2"/>
          <p:cNvSpPr>
            <a:spLocks noGrp="1" noRot="1" noChangeAspect="1" noChangeArrowheads="1" noTextEdit="1"/>
          </p:cNvSpPr>
          <p:nvPr>
            <p:ph type="sldImg"/>
          </p:nvPr>
        </p:nvSpPr>
        <p:spPr>
          <a:ln/>
        </p:spPr>
      </p:sp>
      <p:sp>
        <p:nvSpPr>
          <p:cNvPr id="29901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034" name="Rectangle 2"/>
          <p:cNvSpPr>
            <a:spLocks noGrp="1" noRot="1" noChangeAspect="1" noChangeArrowheads="1" noTextEdit="1"/>
          </p:cNvSpPr>
          <p:nvPr>
            <p:ph type="sldImg"/>
          </p:nvPr>
        </p:nvSpPr>
        <p:spPr>
          <a:ln/>
        </p:spPr>
      </p:sp>
      <p:sp>
        <p:nvSpPr>
          <p:cNvPr id="30003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dirty="0"/>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058" name="Rectangle 2"/>
          <p:cNvSpPr>
            <a:spLocks noGrp="1" noRot="1" noChangeAspect="1" noChangeArrowheads="1" noTextEdit="1"/>
          </p:cNvSpPr>
          <p:nvPr>
            <p:ph type="sldImg"/>
          </p:nvPr>
        </p:nvSpPr>
        <p:spPr>
          <a:solidFill>
            <a:srgbClr val="FFFFFF"/>
          </a:solidFill>
          <a:ln/>
        </p:spPr>
      </p:sp>
      <p:sp>
        <p:nvSpPr>
          <p:cNvPr id="3010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082" name="Rectangle 2"/>
          <p:cNvSpPr>
            <a:spLocks noGrp="1" noRot="1" noChangeAspect="1" noChangeArrowheads="1" noTextEdit="1"/>
          </p:cNvSpPr>
          <p:nvPr>
            <p:ph type="sldImg"/>
          </p:nvPr>
        </p:nvSpPr>
        <p:spPr>
          <a:ln/>
        </p:spPr>
      </p:sp>
      <p:sp>
        <p:nvSpPr>
          <p:cNvPr id="3020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3106" name="Rectangle 2"/>
          <p:cNvSpPr>
            <a:spLocks noGrp="1" noRot="1" noChangeAspect="1" noChangeArrowheads="1" noTextEdit="1"/>
          </p:cNvSpPr>
          <p:nvPr>
            <p:ph type="sldImg"/>
          </p:nvPr>
        </p:nvSpPr>
        <p:spPr>
          <a:ln/>
        </p:spPr>
      </p:sp>
      <p:sp>
        <p:nvSpPr>
          <p:cNvPr id="3031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130" name="Rectangle 2"/>
          <p:cNvSpPr>
            <a:spLocks noGrp="1" noRot="1" noChangeAspect="1" noChangeArrowheads="1" noTextEdit="1"/>
          </p:cNvSpPr>
          <p:nvPr>
            <p:ph type="sldImg"/>
          </p:nvPr>
        </p:nvSpPr>
        <p:spPr>
          <a:ln/>
        </p:spPr>
      </p:sp>
      <p:sp>
        <p:nvSpPr>
          <p:cNvPr id="30413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154" name="Rectangle 2"/>
          <p:cNvSpPr>
            <a:spLocks noGrp="1" noRot="1" noChangeAspect="1" noChangeArrowheads="1" noTextEdit="1"/>
          </p:cNvSpPr>
          <p:nvPr>
            <p:ph type="sldImg"/>
          </p:nvPr>
        </p:nvSpPr>
        <p:spPr>
          <a:ln/>
        </p:spPr>
      </p:sp>
      <p:sp>
        <p:nvSpPr>
          <p:cNvPr id="30515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178" name="Rectangle 2"/>
          <p:cNvSpPr>
            <a:spLocks noGrp="1" noRot="1" noChangeAspect="1" noChangeArrowheads="1" noTextEdit="1"/>
          </p:cNvSpPr>
          <p:nvPr>
            <p:ph type="sldImg"/>
          </p:nvPr>
        </p:nvSpPr>
        <p:spPr>
          <a:ln/>
        </p:spPr>
      </p:sp>
      <p:sp>
        <p:nvSpPr>
          <p:cNvPr id="30617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02" name="Rectangle 2"/>
          <p:cNvSpPr>
            <a:spLocks noGrp="1" noRot="1" noChangeAspect="1" noChangeArrowheads="1" noTextEdit="1"/>
          </p:cNvSpPr>
          <p:nvPr>
            <p:ph type="sldImg"/>
          </p:nvPr>
        </p:nvSpPr>
        <p:spPr>
          <a:ln/>
        </p:spPr>
      </p:sp>
      <p:sp>
        <p:nvSpPr>
          <p:cNvPr id="30720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226" name="Rectangle 2"/>
          <p:cNvSpPr>
            <a:spLocks noGrp="1" noRot="1" noChangeAspect="1" noChangeArrowheads="1" noTextEdit="1"/>
          </p:cNvSpPr>
          <p:nvPr>
            <p:ph type="sldImg"/>
          </p:nvPr>
        </p:nvSpPr>
        <p:spPr>
          <a:ln/>
        </p:spPr>
      </p:sp>
      <p:sp>
        <p:nvSpPr>
          <p:cNvPr id="308227" name="Rectangle 3"/>
          <p:cNvSpPr>
            <a:spLocks noGrp="1" noChangeArrowheads="1"/>
          </p:cNvSpPr>
          <p:nvPr>
            <p:ph type="body" idx="1"/>
          </p:nvPr>
        </p:nvSpPr>
        <p:spPr>
          <a:xfrm>
            <a:off x="496628" y="4904404"/>
            <a:ext cx="5805988" cy="12003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Toute création de variété dans une gamme de produits est susceptible de rendre plus difficile la gestion des stocks et la programmation, Cependant, si le choix existe, il est préférable de prendre une formule qui laisse le produit standard le plus loin possible dans son cycle d'élaboration (concept de différenciation retardée). Ainsi, on personnalise le produit le plus tard possible, ce qui permet de gérer la majeure partie de la production en standard. Ici, la solution du joint présente cet avantage.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250" name="Rectangle 2"/>
          <p:cNvSpPr>
            <a:spLocks noGrp="1" noRot="1" noChangeAspect="1" noChangeArrowheads="1" noTextEdit="1"/>
          </p:cNvSpPr>
          <p:nvPr>
            <p:ph type="sldImg"/>
          </p:nvPr>
        </p:nvSpPr>
        <p:spPr>
          <a:ln/>
        </p:spPr>
      </p:sp>
      <p:sp>
        <p:nvSpPr>
          <p:cNvPr id="30925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Rot="1" noChangeAspect="1" noChangeArrowheads="1" noTextEdit="1"/>
          </p:cNvSpPr>
          <p:nvPr>
            <p:ph type="sldImg"/>
          </p:nvPr>
        </p:nvSpPr>
        <p:spPr>
          <a:ln/>
        </p:spPr>
      </p:sp>
      <p:sp>
        <p:nvSpPr>
          <p:cNvPr id="31027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8" name="Rectangle 2"/>
          <p:cNvSpPr>
            <a:spLocks noGrp="1" noRot="1" noChangeAspect="1" noChangeArrowheads="1" noTextEdit="1"/>
          </p:cNvSpPr>
          <p:nvPr>
            <p:ph type="sldImg"/>
          </p:nvPr>
        </p:nvSpPr>
        <p:spPr>
          <a:ln/>
        </p:spPr>
      </p:sp>
      <p:sp>
        <p:nvSpPr>
          <p:cNvPr id="31129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Rot="1" noChangeAspect="1" noChangeArrowheads="1" noTextEdit="1"/>
          </p:cNvSpPr>
          <p:nvPr>
            <p:ph type="sldImg"/>
          </p:nvPr>
        </p:nvSpPr>
        <p:spPr>
          <a:solidFill>
            <a:srgbClr val="FFFFFF"/>
          </a:solidFill>
          <a:ln/>
        </p:spPr>
      </p:sp>
      <p:sp>
        <p:nvSpPr>
          <p:cNvPr id="31232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Rot="1" noChangeAspect="1" noChangeArrowheads="1" noTextEdit="1"/>
          </p:cNvSpPr>
          <p:nvPr>
            <p:ph type="sldImg"/>
          </p:nvPr>
        </p:nvSpPr>
        <p:spPr>
          <a:ln/>
        </p:spPr>
      </p:sp>
      <p:sp>
        <p:nvSpPr>
          <p:cNvPr id="3133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370" name="Rectangle 2"/>
          <p:cNvSpPr>
            <a:spLocks noGrp="1" noRot="1" noChangeAspect="1" noChangeArrowheads="1" noTextEdit="1"/>
          </p:cNvSpPr>
          <p:nvPr>
            <p:ph type="sldImg"/>
          </p:nvPr>
        </p:nvSpPr>
        <p:spPr>
          <a:ln/>
        </p:spPr>
      </p:sp>
      <p:sp>
        <p:nvSpPr>
          <p:cNvPr id="31437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394" name="Rectangle 2"/>
          <p:cNvSpPr>
            <a:spLocks noGrp="1" noRot="1" noChangeAspect="1" noChangeArrowheads="1" noTextEdit="1"/>
          </p:cNvSpPr>
          <p:nvPr>
            <p:ph type="sldImg"/>
          </p:nvPr>
        </p:nvSpPr>
        <p:spPr>
          <a:ln/>
        </p:spPr>
      </p:sp>
      <p:sp>
        <p:nvSpPr>
          <p:cNvPr id="31539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6418" name="Rectangle 2"/>
          <p:cNvSpPr>
            <a:spLocks noGrp="1" noRot="1" noChangeAspect="1" noChangeArrowheads="1" noTextEdit="1"/>
          </p:cNvSpPr>
          <p:nvPr>
            <p:ph type="sldImg"/>
          </p:nvPr>
        </p:nvSpPr>
        <p:spPr>
          <a:ln/>
        </p:spPr>
      </p:sp>
      <p:sp>
        <p:nvSpPr>
          <p:cNvPr id="3164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Rot="1" noChangeAspect="1" noChangeArrowheads="1" noTextEdit="1"/>
          </p:cNvSpPr>
          <p:nvPr>
            <p:ph type="sldImg"/>
          </p:nvPr>
        </p:nvSpPr>
        <p:spPr>
          <a:ln/>
        </p:spPr>
      </p:sp>
      <p:sp>
        <p:nvSpPr>
          <p:cNvPr id="3174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466" name="Rectangle 2"/>
          <p:cNvSpPr>
            <a:spLocks noGrp="1" noRot="1" noChangeAspect="1" noChangeArrowheads="1" noTextEdit="1"/>
          </p:cNvSpPr>
          <p:nvPr>
            <p:ph type="sldImg"/>
          </p:nvPr>
        </p:nvSpPr>
        <p:spPr>
          <a:ln/>
        </p:spPr>
      </p:sp>
      <p:sp>
        <p:nvSpPr>
          <p:cNvPr id="31846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490" name="Rectangle 2"/>
          <p:cNvSpPr>
            <a:spLocks noGrp="1" noRot="1" noChangeAspect="1" noChangeArrowheads="1" noTextEdit="1"/>
          </p:cNvSpPr>
          <p:nvPr>
            <p:ph type="sldImg"/>
          </p:nvPr>
        </p:nvSpPr>
        <p:spPr>
          <a:ln/>
        </p:spPr>
      </p:sp>
      <p:sp>
        <p:nvSpPr>
          <p:cNvPr id="3194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514" name="Rectangle 2"/>
          <p:cNvSpPr>
            <a:spLocks noGrp="1" noRot="1" noChangeAspect="1" noChangeArrowheads="1" noTextEdit="1"/>
          </p:cNvSpPr>
          <p:nvPr>
            <p:ph type="sldImg"/>
          </p:nvPr>
        </p:nvSpPr>
        <p:spPr>
          <a:solidFill>
            <a:srgbClr val="FFFFFF"/>
          </a:solidFill>
          <a:ln/>
        </p:spPr>
      </p:sp>
      <p:sp>
        <p:nvSpPr>
          <p:cNvPr id="3205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538" name="Rectangle 2"/>
          <p:cNvSpPr>
            <a:spLocks noGrp="1" noRot="1" noChangeAspect="1" noChangeArrowheads="1" noTextEdit="1"/>
          </p:cNvSpPr>
          <p:nvPr>
            <p:ph type="sldImg"/>
          </p:nvPr>
        </p:nvSpPr>
        <p:spPr>
          <a:ln/>
        </p:spPr>
      </p:sp>
      <p:sp>
        <p:nvSpPr>
          <p:cNvPr id="3215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562" name="Rectangle 2"/>
          <p:cNvSpPr>
            <a:spLocks noGrp="1" noRot="1" noChangeAspect="1" noChangeArrowheads="1" noTextEdit="1"/>
          </p:cNvSpPr>
          <p:nvPr>
            <p:ph type="sldImg"/>
          </p:nvPr>
        </p:nvSpPr>
        <p:spPr>
          <a:ln/>
        </p:spPr>
      </p:sp>
      <p:sp>
        <p:nvSpPr>
          <p:cNvPr id="32256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586" name="Rectangle 2"/>
          <p:cNvSpPr>
            <a:spLocks noGrp="1" noRot="1" noChangeAspect="1" noChangeArrowheads="1" noTextEdit="1"/>
          </p:cNvSpPr>
          <p:nvPr>
            <p:ph type="sldImg"/>
          </p:nvPr>
        </p:nvSpPr>
        <p:spPr>
          <a:ln/>
        </p:spPr>
      </p:sp>
      <p:sp>
        <p:nvSpPr>
          <p:cNvPr id="3235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p:sp>
        <p:nvSpPr>
          <p:cNvPr id="32461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634" name="Rectangle 2"/>
          <p:cNvSpPr>
            <a:spLocks noGrp="1" noRot="1" noChangeAspect="1" noChangeArrowheads="1" noTextEdit="1"/>
          </p:cNvSpPr>
          <p:nvPr>
            <p:ph type="sldImg"/>
          </p:nvPr>
        </p:nvSpPr>
        <p:spPr>
          <a:ln/>
        </p:spPr>
      </p:sp>
      <p:sp>
        <p:nvSpPr>
          <p:cNvPr id="32563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6658" name="Rectangle 2"/>
          <p:cNvSpPr>
            <a:spLocks noGrp="1" noRot="1" noChangeAspect="1" noChangeArrowheads="1" noTextEdit="1"/>
          </p:cNvSpPr>
          <p:nvPr>
            <p:ph type="sldImg"/>
          </p:nvPr>
        </p:nvSpPr>
        <p:spPr>
          <a:ln/>
        </p:spPr>
      </p:sp>
      <p:sp>
        <p:nvSpPr>
          <p:cNvPr id="326659" name="Rectangle 3"/>
          <p:cNvSpPr>
            <a:spLocks noGrp="1" noChangeArrowheads="1"/>
          </p:cNvSpPr>
          <p:nvPr>
            <p:ph type="body" idx="1"/>
          </p:nvPr>
        </p:nvSpPr>
        <p:spPr>
          <a:xfrm>
            <a:off x="496628" y="4904405"/>
            <a:ext cx="5805988" cy="156964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Une chaîne logistique forme un tout inséparable. Ce que décide le client est ressenti par le fournisseur, et inversement. II n'est pas possible d'imposer au fournisseur les conditions de livraison en KANBAN si celui-ci n'est pas préparé. Cela suppose une étude préalable approfondie, qui va jusqu'à remettre en cause l'organisation même du fournisseur. Cette étude ne doit pas être menée par le Service Achats seul, mais implique en premier lieu les Services de Production de chaque partenaire. S'il n'y a pas une coopération entre le client et son fournisseur, le risque est effectivement que le fournisseur seul supporte le coût des stocks.</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82" name="Rectangle 2"/>
          <p:cNvSpPr>
            <a:spLocks noGrp="1" noRot="1" noChangeAspect="1" noChangeArrowheads="1" noTextEdit="1"/>
          </p:cNvSpPr>
          <p:nvPr>
            <p:ph type="sldImg"/>
          </p:nvPr>
        </p:nvSpPr>
        <p:spPr>
          <a:ln/>
        </p:spPr>
      </p:sp>
      <p:sp>
        <p:nvSpPr>
          <p:cNvPr id="3276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Rectangle 2"/>
          <p:cNvSpPr>
            <a:spLocks noGrp="1" noRot="1" noChangeAspect="1" noChangeArrowheads="1" noTextEdit="1"/>
          </p:cNvSpPr>
          <p:nvPr>
            <p:ph type="sldImg"/>
          </p:nvPr>
        </p:nvSpPr>
        <p:spPr>
          <a:ln/>
        </p:spPr>
      </p:sp>
      <p:sp>
        <p:nvSpPr>
          <p:cNvPr id="3287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730" name="Rectangle 2"/>
          <p:cNvSpPr>
            <a:spLocks noGrp="1" noRot="1" noChangeAspect="1" noChangeArrowheads="1" noTextEdit="1"/>
          </p:cNvSpPr>
          <p:nvPr>
            <p:ph type="sldImg"/>
          </p:nvPr>
        </p:nvSpPr>
        <p:spPr>
          <a:ln/>
        </p:spPr>
      </p:sp>
      <p:sp>
        <p:nvSpPr>
          <p:cNvPr id="329731"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enregistre les décisions de progrès sur la feuille Relevé des progrès et met à jour la cartographie des progrès.</a:t>
            </a:r>
            <a:endParaRPr lang="fr-FR" altLang="fr-F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Rectangle 2"/>
          <p:cNvSpPr>
            <a:spLocks noGrp="1" noRot="1" noChangeAspect="1" noChangeArrowheads="1" noTextEdit="1"/>
          </p:cNvSpPr>
          <p:nvPr>
            <p:ph type="sldImg"/>
          </p:nvPr>
        </p:nvSpPr>
        <p:spPr>
          <a:ln/>
        </p:spPr>
      </p:sp>
      <p:sp>
        <p:nvSpPr>
          <p:cNvPr id="330755"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Rectangle 2"/>
          <p:cNvSpPr>
            <a:spLocks noGrp="1" noRot="1" noChangeAspect="1" noChangeArrowheads="1" noTextEdit="1"/>
          </p:cNvSpPr>
          <p:nvPr>
            <p:ph type="sldImg"/>
          </p:nvPr>
        </p:nvSpPr>
        <p:spPr>
          <a:ln/>
        </p:spPr>
      </p:sp>
      <p:sp>
        <p:nvSpPr>
          <p:cNvPr id="331779"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802" name="Rectangle 2"/>
          <p:cNvSpPr>
            <a:spLocks noGrp="1" noRot="1" noChangeAspect="1" noChangeArrowheads="1" noTextEdit="1"/>
          </p:cNvSpPr>
          <p:nvPr>
            <p:ph type="sldImg"/>
          </p:nvPr>
        </p:nvSpPr>
        <p:spPr>
          <a:solidFill>
            <a:srgbClr val="FFFFFF"/>
          </a:solidFill>
          <a:ln/>
        </p:spPr>
      </p:sp>
      <p:sp>
        <p:nvSpPr>
          <p:cNvPr id="332803" name="Rectangle 3"/>
          <p:cNvSpPr>
            <a:spLocks noGrp="1" noChangeArrowheads="1"/>
          </p:cNvSpPr>
          <p:nvPr>
            <p:ph type="body" idx="1"/>
          </p:nvPr>
        </p:nvSpPr>
        <p:spPr>
          <a:xfrm>
            <a:off x="178598" y="4750715"/>
            <a:ext cx="6467112" cy="2345239"/>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a:t>Variante pour aller plus vite</a:t>
            </a:r>
          </a:p>
          <a:p>
            <a:pPr eaLnBrk="1" hangingPunct="1"/>
            <a:endParaRPr lang="fr-FR" altLang="fr-FR"/>
          </a:p>
          <a:p>
            <a:pPr eaLnBrk="1" hangingPunct="1"/>
            <a:r>
              <a:rPr lang="fr-FR" altLang="fr-FR" b="0"/>
              <a:t>Il est possible de ne pas simuler la semaine 3.</a:t>
            </a:r>
            <a:r>
              <a:rPr lang="fr-FR" altLang="fr-FR"/>
              <a:t> </a:t>
            </a:r>
            <a:r>
              <a:rPr lang="fr-FR" altLang="fr-FR" b="0"/>
              <a:t>Nous conseillons de sauter la semaine 3 plutôt que la semaine 4, car cette dernière comporte une particularité importante : les expéditions sont lissées, elles se font heure par heure et non jour par jour, ce qui permet de réduire sensiblement les stocks de produits finis.</a:t>
            </a:r>
          </a:p>
          <a:p>
            <a:pPr eaLnBrk="1" hangingPunct="1"/>
            <a:endParaRPr lang="fr-FR" altLang="fr-FR" b="0"/>
          </a:p>
          <a:p>
            <a:pPr eaLnBrk="1" hangingPunct="1"/>
            <a:r>
              <a:rPr lang="fr-FR" altLang="fr-FR" b="0"/>
              <a:t>Si l’animateur décide de sauter la semaine 3, il doit le signaler quand il présente le tableau des progrès. En effet, pour que les participants disposent du même nombre de progrès il faut que les points attribués pour la semaine 3 (soit 6 points) soient répartis sur la semaine 2 (2 points en plus) et sur la semaine 4 (4 points en plus).</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6" name="Rectangle 2"/>
          <p:cNvSpPr>
            <a:spLocks noGrp="1" noRot="1" noChangeAspect="1" noChangeArrowheads="1" noTextEdit="1"/>
          </p:cNvSpPr>
          <p:nvPr>
            <p:ph type="sldImg"/>
          </p:nvPr>
        </p:nvSpPr>
        <p:spPr>
          <a:ln/>
        </p:spPr>
      </p:sp>
      <p:sp>
        <p:nvSpPr>
          <p:cNvPr id="33382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50" name="Rectangle 2"/>
          <p:cNvSpPr>
            <a:spLocks noGrp="1" noRot="1" noChangeAspect="1" noChangeArrowheads="1" noTextEdit="1"/>
          </p:cNvSpPr>
          <p:nvPr>
            <p:ph type="sldImg"/>
          </p:nvPr>
        </p:nvSpPr>
        <p:spPr>
          <a:ln/>
        </p:spPr>
      </p:sp>
      <p:sp>
        <p:nvSpPr>
          <p:cNvPr id="33485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Rot="1" noChangeAspect="1" noChangeArrowheads="1" noTextEdit="1"/>
          </p:cNvSpPr>
          <p:nvPr>
            <p:ph type="sldImg"/>
          </p:nvPr>
        </p:nvSpPr>
        <p:spPr>
          <a:ln/>
        </p:spPr>
      </p:sp>
      <p:sp>
        <p:nvSpPr>
          <p:cNvPr id="33587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898" name="Rectangle 2"/>
          <p:cNvSpPr>
            <a:spLocks noGrp="1" noRot="1" noChangeAspect="1" noChangeArrowheads="1" noTextEdit="1"/>
          </p:cNvSpPr>
          <p:nvPr>
            <p:ph type="sldImg"/>
          </p:nvPr>
        </p:nvSpPr>
        <p:spPr>
          <a:ln/>
        </p:spPr>
      </p:sp>
      <p:sp>
        <p:nvSpPr>
          <p:cNvPr id="33689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22" name="Rectangle 2"/>
          <p:cNvSpPr>
            <a:spLocks noGrp="1" noRot="1" noChangeAspect="1" noChangeArrowheads="1" noTextEdit="1"/>
          </p:cNvSpPr>
          <p:nvPr>
            <p:ph type="sldImg"/>
          </p:nvPr>
        </p:nvSpPr>
        <p:spPr>
          <a:ln/>
        </p:spPr>
      </p:sp>
      <p:sp>
        <p:nvSpPr>
          <p:cNvPr id="33792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2"/>
          <p:cNvSpPr>
            <a:spLocks noGrp="1" noRot="1" noChangeAspect="1" noChangeArrowheads="1" noTextEdit="1"/>
          </p:cNvSpPr>
          <p:nvPr>
            <p:ph type="sldImg"/>
          </p:nvPr>
        </p:nvSpPr>
        <p:spPr>
          <a:ln/>
        </p:spPr>
      </p:sp>
      <p:sp>
        <p:nvSpPr>
          <p:cNvPr id="3389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Rot="1" noChangeAspect="1" noChangeArrowheads="1" noTextEdit="1"/>
          </p:cNvSpPr>
          <p:nvPr>
            <p:ph type="sldImg"/>
          </p:nvPr>
        </p:nvSpPr>
        <p:spPr>
          <a:ln/>
        </p:spPr>
      </p:sp>
      <p:sp>
        <p:nvSpPr>
          <p:cNvPr id="33997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2"/>
          <p:cNvSpPr>
            <a:spLocks noGrp="1" noRot="1" noChangeAspect="1" noChangeArrowheads="1" noTextEdit="1"/>
          </p:cNvSpPr>
          <p:nvPr>
            <p:ph type="sldImg"/>
          </p:nvPr>
        </p:nvSpPr>
        <p:spPr>
          <a:solidFill>
            <a:srgbClr val="FFFFFF"/>
          </a:solidFill>
          <a:ln/>
        </p:spPr>
      </p:sp>
      <p:sp>
        <p:nvSpPr>
          <p:cNvPr id="3409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8" name="Rectangle 2"/>
          <p:cNvSpPr>
            <a:spLocks noGrp="1" noRot="1" noChangeAspect="1" noChangeArrowheads="1" noTextEdit="1"/>
          </p:cNvSpPr>
          <p:nvPr>
            <p:ph type="sldImg"/>
          </p:nvPr>
        </p:nvSpPr>
        <p:spPr>
          <a:ln/>
        </p:spPr>
      </p:sp>
      <p:sp>
        <p:nvSpPr>
          <p:cNvPr id="3420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042" name="Rectangle 2"/>
          <p:cNvSpPr>
            <a:spLocks noGrp="1" noRot="1" noChangeAspect="1" noChangeArrowheads="1" noTextEdit="1"/>
          </p:cNvSpPr>
          <p:nvPr>
            <p:ph type="sldImg"/>
          </p:nvPr>
        </p:nvSpPr>
        <p:spPr>
          <a:ln/>
        </p:spPr>
      </p:sp>
      <p:sp>
        <p:nvSpPr>
          <p:cNvPr id="3430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Rot="1" noChangeAspect="1" noChangeArrowheads="1" noTextEdit="1"/>
          </p:cNvSpPr>
          <p:nvPr>
            <p:ph type="sldImg"/>
          </p:nvPr>
        </p:nvSpPr>
        <p:spPr>
          <a:ln/>
        </p:spPr>
      </p:sp>
      <p:sp>
        <p:nvSpPr>
          <p:cNvPr id="34406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090" name="Rectangle 2"/>
          <p:cNvSpPr>
            <a:spLocks noGrp="1" noRot="1" noChangeAspect="1" noChangeArrowheads="1" noTextEdit="1"/>
          </p:cNvSpPr>
          <p:nvPr>
            <p:ph type="sldImg"/>
          </p:nvPr>
        </p:nvSpPr>
        <p:spPr>
          <a:ln/>
        </p:spPr>
      </p:sp>
      <p:sp>
        <p:nvSpPr>
          <p:cNvPr id="3450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114" name="Rectangle 2"/>
          <p:cNvSpPr>
            <a:spLocks noGrp="1" noRot="1" noChangeAspect="1" noChangeArrowheads="1" noTextEdit="1"/>
          </p:cNvSpPr>
          <p:nvPr>
            <p:ph type="sldImg"/>
          </p:nvPr>
        </p:nvSpPr>
        <p:spPr>
          <a:ln/>
        </p:spPr>
      </p:sp>
      <p:sp>
        <p:nvSpPr>
          <p:cNvPr id="34611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138" name="Rectangle 2"/>
          <p:cNvSpPr>
            <a:spLocks noGrp="1" noRot="1" noChangeAspect="1" noChangeArrowheads="1" noTextEdit="1"/>
          </p:cNvSpPr>
          <p:nvPr>
            <p:ph type="sldImg"/>
          </p:nvPr>
        </p:nvSpPr>
        <p:spPr>
          <a:ln/>
        </p:spPr>
      </p:sp>
      <p:sp>
        <p:nvSpPr>
          <p:cNvPr id="3471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62" name="Rectangle 2"/>
          <p:cNvSpPr>
            <a:spLocks noGrp="1" noRot="1" noChangeAspect="1" noChangeArrowheads="1" noTextEdit="1"/>
          </p:cNvSpPr>
          <p:nvPr>
            <p:ph type="sldImg"/>
          </p:nvPr>
        </p:nvSpPr>
        <p:spPr>
          <a:ln/>
        </p:spPr>
      </p:sp>
      <p:sp>
        <p:nvSpPr>
          <p:cNvPr id="348163" name="Rectangle 3"/>
          <p:cNvSpPr>
            <a:spLocks noGrp="1" noChangeArrowheads="1"/>
          </p:cNvSpPr>
          <p:nvPr>
            <p:ph type="body" idx="1"/>
          </p:nvPr>
        </p:nvSpPr>
        <p:spPr>
          <a:xfrm>
            <a:off x="496628" y="4904404"/>
            <a:ext cx="5805988" cy="12003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de la taille des containers joue un rôle important dans la fluidité du processus de production. Cette carte permet de simuler cette influence directement dans le jeu. On constate qu'il y a un ralentissement de la rotation des pièces. Le nombre de KANBANS risque d'être insuffisant. Pour la réalisation pratique de groupage, on empilera les containers les uns sur les autres, avec les 3 tickets </a:t>
            </a:r>
            <a:r>
              <a:rPr lang="fr-FR" altLang="fr-FR" b="0" i="1"/>
              <a:t>KANBANS </a:t>
            </a:r>
            <a:r>
              <a:rPr lang="fr-FR" altLang="fr-FR" b="0"/>
              <a:t>groupés.</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258" name="Rectangle 2"/>
          <p:cNvSpPr>
            <a:spLocks noGrp="1" noRot="1" noChangeAspect="1" noChangeArrowheads="1" noTextEdit="1"/>
          </p:cNvSpPr>
          <p:nvPr>
            <p:ph type="sldImg"/>
          </p:nvPr>
        </p:nvSpPr>
        <p:spPr>
          <a:solidFill>
            <a:srgbClr val="FFFFFF"/>
          </a:solidFill>
          <a:ln/>
        </p:spPr>
      </p:sp>
      <p:sp>
        <p:nvSpPr>
          <p:cNvPr id="3522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282" name="Rectangle 2"/>
          <p:cNvSpPr>
            <a:spLocks noGrp="1" noRot="1" noChangeAspect="1" noChangeArrowheads="1" noTextEdit="1"/>
          </p:cNvSpPr>
          <p:nvPr>
            <p:ph type="sldImg"/>
          </p:nvPr>
        </p:nvSpPr>
        <p:spPr>
          <a:ln/>
        </p:spPr>
      </p:sp>
      <p:sp>
        <p:nvSpPr>
          <p:cNvPr id="3532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306" name="Rectangle 2"/>
          <p:cNvSpPr>
            <a:spLocks noGrp="1" noRot="1" noChangeAspect="1" noChangeArrowheads="1" noTextEdit="1"/>
          </p:cNvSpPr>
          <p:nvPr>
            <p:ph type="sldImg"/>
          </p:nvPr>
        </p:nvSpPr>
        <p:spPr>
          <a:ln/>
        </p:spPr>
      </p:sp>
      <p:sp>
        <p:nvSpPr>
          <p:cNvPr id="3543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Rot="1" noChangeAspect="1" noChangeArrowheads="1" noTextEdit="1"/>
          </p:cNvSpPr>
          <p:nvPr>
            <p:ph type="sldImg"/>
          </p:nvPr>
        </p:nvSpPr>
        <p:spPr>
          <a:ln/>
        </p:spPr>
      </p:sp>
      <p:sp>
        <p:nvSpPr>
          <p:cNvPr id="35635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378" name="Rectangle 2"/>
          <p:cNvSpPr>
            <a:spLocks noGrp="1" noRot="1" noChangeAspect="1" noChangeArrowheads="1" noTextEdit="1"/>
          </p:cNvSpPr>
          <p:nvPr>
            <p:ph type="sldImg"/>
          </p:nvPr>
        </p:nvSpPr>
        <p:spPr>
          <a:ln/>
        </p:spPr>
      </p:sp>
      <p:sp>
        <p:nvSpPr>
          <p:cNvPr id="35737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p:cNvSpPr>
            <a:spLocks noGrp="1" noRot="1" noChangeAspect="1" noChangeArrowheads="1" noTextEdit="1"/>
          </p:cNvSpPr>
          <p:nvPr>
            <p:ph type="sldImg"/>
          </p:nvPr>
        </p:nvSpPr>
        <p:spPr>
          <a:solidFill>
            <a:srgbClr val="FFFFFF"/>
          </a:solidFill>
          <a:ln/>
        </p:spPr>
      </p:sp>
      <p:sp>
        <p:nvSpPr>
          <p:cNvPr id="3604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474" name="Rectangle 2"/>
          <p:cNvSpPr>
            <a:spLocks noGrp="1" noRot="1" noChangeAspect="1" noChangeArrowheads="1" noTextEdit="1"/>
          </p:cNvSpPr>
          <p:nvPr>
            <p:ph type="sldImg"/>
          </p:nvPr>
        </p:nvSpPr>
        <p:spPr>
          <a:ln/>
        </p:spPr>
      </p:sp>
      <p:sp>
        <p:nvSpPr>
          <p:cNvPr id="36147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Rot="1" noChangeAspect="1" noChangeArrowheads="1" noTextEdit="1"/>
          </p:cNvSpPr>
          <p:nvPr>
            <p:ph type="sldImg"/>
          </p:nvPr>
        </p:nvSpPr>
        <p:spPr>
          <a:ln/>
        </p:spPr>
      </p:sp>
      <p:sp>
        <p:nvSpPr>
          <p:cNvPr id="3645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570" name="Rectangle 2"/>
          <p:cNvSpPr>
            <a:spLocks noGrp="1" noRot="1" noChangeAspect="1" noChangeArrowheads="1" noTextEdit="1"/>
          </p:cNvSpPr>
          <p:nvPr>
            <p:ph type="sldImg"/>
          </p:nvPr>
        </p:nvSpPr>
        <p:spPr>
          <a:ln/>
        </p:spPr>
      </p:sp>
      <p:sp>
        <p:nvSpPr>
          <p:cNvPr id="365571" name="Rectangle 3"/>
          <p:cNvSpPr>
            <a:spLocks noGrp="1" noChangeArrowheads="1"/>
          </p:cNvSpPr>
          <p:nvPr>
            <p:ph type="body" idx="1"/>
          </p:nvPr>
        </p:nvSpPr>
        <p:spPr>
          <a:xfrm>
            <a:off x="496628" y="4904405"/>
            <a:ext cx="5805988" cy="83097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est identique à celle déjà évoquée par la Question Q1. La différence, c'est qu'ici le flux s'écoule beaucoup plus rapidement que précédemment. L'usine dont le cycle est court est plus souple pour répondre à des changements d'ordre technique ou à des modifications de programme.</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618" name="Rectangle 2"/>
          <p:cNvSpPr>
            <a:spLocks noGrp="1" noRot="1" noChangeAspect="1" noChangeArrowheads="1" noTextEdit="1"/>
          </p:cNvSpPr>
          <p:nvPr>
            <p:ph type="sldImg"/>
          </p:nvPr>
        </p:nvSpPr>
        <p:spPr>
          <a:ln/>
        </p:spPr>
      </p:sp>
      <p:sp>
        <p:nvSpPr>
          <p:cNvPr id="3676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42" name="Rectangle 2"/>
          <p:cNvSpPr>
            <a:spLocks noGrp="1" noRot="1" noChangeAspect="1" noChangeArrowheads="1" noTextEdit="1"/>
          </p:cNvSpPr>
          <p:nvPr>
            <p:ph type="sldImg"/>
          </p:nvPr>
        </p:nvSpPr>
        <p:spPr>
          <a:ln/>
        </p:spPr>
      </p:sp>
      <p:sp>
        <p:nvSpPr>
          <p:cNvPr id="3686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p:cNvSpPr>
            <a:spLocks noGrp="1" noRot="1" noChangeAspect="1" noChangeArrowheads="1" noTextEdit="1"/>
          </p:cNvSpPr>
          <p:nvPr>
            <p:ph type="sldImg"/>
          </p:nvPr>
        </p:nvSpPr>
        <p:spPr>
          <a:ln/>
        </p:spPr>
      </p:sp>
      <p:sp>
        <p:nvSpPr>
          <p:cNvPr id="369667"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690" name="Rectangle 2"/>
          <p:cNvSpPr>
            <a:spLocks noGrp="1" noRot="1" noChangeAspect="1" noChangeArrowheads="1" noTextEdit="1"/>
          </p:cNvSpPr>
          <p:nvPr>
            <p:ph type="sldImg"/>
          </p:nvPr>
        </p:nvSpPr>
        <p:spPr>
          <a:ln/>
        </p:spPr>
      </p:sp>
      <p:sp>
        <p:nvSpPr>
          <p:cNvPr id="370691"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714" name="Rectangle 2"/>
          <p:cNvSpPr>
            <a:spLocks noGrp="1" noRot="1" noChangeAspect="1" noChangeArrowheads="1" noTextEdit="1"/>
          </p:cNvSpPr>
          <p:nvPr>
            <p:ph type="sldImg"/>
          </p:nvPr>
        </p:nvSpPr>
        <p:spPr>
          <a:solidFill>
            <a:srgbClr val="FFFFFF"/>
          </a:solidFill>
          <a:ln/>
        </p:spPr>
      </p:sp>
      <p:sp>
        <p:nvSpPr>
          <p:cNvPr id="371715" name="Rectangle 3"/>
          <p:cNvSpPr>
            <a:spLocks noGrp="1" noChangeArrowheads="1"/>
          </p:cNvSpPr>
          <p:nvPr>
            <p:ph type="body" idx="1"/>
          </p:nvPr>
        </p:nvSpPr>
        <p:spPr>
          <a:xfrm>
            <a:off x="178598" y="4750715"/>
            <a:ext cx="6467112" cy="646313"/>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A partir de la semaine 4 les expéditions sont réparties tout au long de la semaine. Cette situation va</a:t>
            </a:r>
            <a:r>
              <a:rPr lang="fr-FR" altLang="fr-FR"/>
              <a:t> permettre aux joueurs de réduire leurs stocks de produits finis (en milieu de semaine), puisqu’il n’y aura plus de sortie importante concentrée dans le temps. </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738" name="Rectangle 2"/>
          <p:cNvSpPr>
            <a:spLocks noGrp="1" noRot="1" noChangeAspect="1" noChangeArrowheads="1" noTextEdit="1"/>
          </p:cNvSpPr>
          <p:nvPr>
            <p:ph type="sldImg"/>
          </p:nvPr>
        </p:nvSpPr>
        <p:spPr>
          <a:solidFill>
            <a:srgbClr val="FFFFFF"/>
          </a:solidFill>
          <a:ln/>
        </p:spPr>
      </p:sp>
      <p:sp>
        <p:nvSpPr>
          <p:cNvPr id="3727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Rot="1" noChangeAspect="1" noChangeArrowheads="1" noTextEdit="1"/>
          </p:cNvSpPr>
          <p:nvPr>
            <p:ph type="sldImg"/>
          </p:nvPr>
        </p:nvSpPr>
        <p:spPr>
          <a:solidFill>
            <a:srgbClr val="FFFFFF"/>
          </a:solidFill>
          <a:ln/>
        </p:spPr>
      </p:sp>
      <p:sp>
        <p:nvSpPr>
          <p:cNvPr id="3737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786" name="Rectangle 2"/>
          <p:cNvSpPr>
            <a:spLocks noGrp="1" noRot="1" noChangeAspect="1" noChangeArrowheads="1" noTextEdit="1"/>
          </p:cNvSpPr>
          <p:nvPr>
            <p:ph type="sldImg"/>
          </p:nvPr>
        </p:nvSpPr>
        <p:spPr>
          <a:solidFill>
            <a:srgbClr val="FFFFFF"/>
          </a:solidFill>
          <a:ln/>
        </p:spPr>
      </p:sp>
      <p:sp>
        <p:nvSpPr>
          <p:cNvPr id="3747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Rot="1" noChangeAspect="1" noChangeArrowheads="1" noTextEdit="1"/>
          </p:cNvSpPr>
          <p:nvPr>
            <p:ph type="sldImg"/>
          </p:nvPr>
        </p:nvSpPr>
        <p:spPr>
          <a:solidFill>
            <a:srgbClr val="FFFFFF"/>
          </a:solidFill>
          <a:ln/>
        </p:spPr>
      </p:sp>
      <p:sp>
        <p:nvSpPr>
          <p:cNvPr id="3758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834" name="Rectangle 2"/>
          <p:cNvSpPr>
            <a:spLocks noGrp="1" noRot="1" noChangeAspect="1" noChangeArrowheads="1" noTextEdit="1"/>
          </p:cNvSpPr>
          <p:nvPr>
            <p:ph type="sldImg"/>
          </p:nvPr>
        </p:nvSpPr>
        <p:spPr>
          <a:solidFill>
            <a:srgbClr val="FFFFFF"/>
          </a:solidFill>
          <a:ln/>
        </p:spPr>
      </p:sp>
      <p:sp>
        <p:nvSpPr>
          <p:cNvPr id="3768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Rot="1" noChangeAspect="1" noChangeArrowheads="1" noTextEdit="1"/>
          </p:cNvSpPr>
          <p:nvPr>
            <p:ph type="sldImg"/>
          </p:nvPr>
        </p:nvSpPr>
        <p:spPr>
          <a:solidFill>
            <a:srgbClr val="FFFFFF"/>
          </a:solidFill>
          <a:ln/>
        </p:spPr>
      </p:sp>
      <p:sp>
        <p:nvSpPr>
          <p:cNvPr id="3778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Rectangle 2"/>
          <p:cNvSpPr>
            <a:spLocks noGrp="1" noRot="1" noChangeAspect="1" noChangeArrowheads="1" noTextEdit="1"/>
          </p:cNvSpPr>
          <p:nvPr>
            <p:ph type="sldImg"/>
          </p:nvPr>
        </p:nvSpPr>
        <p:spPr>
          <a:solidFill>
            <a:srgbClr val="FFFFFF"/>
          </a:solidFill>
          <a:ln/>
        </p:spPr>
      </p:sp>
      <p:sp>
        <p:nvSpPr>
          <p:cNvPr id="3788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Rot="1" noChangeAspect="1" noChangeArrowheads="1" noTextEdit="1"/>
          </p:cNvSpPr>
          <p:nvPr>
            <p:ph type="sldImg"/>
          </p:nvPr>
        </p:nvSpPr>
        <p:spPr>
          <a:solidFill>
            <a:srgbClr val="FFFFFF"/>
          </a:solidFill>
          <a:ln/>
        </p:spPr>
      </p:sp>
      <p:sp>
        <p:nvSpPr>
          <p:cNvPr id="3799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930" name="Rectangle 2"/>
          <p:cNvSpPr>
            <a:spLocks noGrp="1" noRot="1" noChangeAspect="1" noChangeArrowheads="1" noTextEdit="1"/>
          </p:cNvSpPr>
          <p:nvPr>
            <p:ph type="sldImg"/>
          </p:nvPr>
        </p:nvSpPr>
        <p:spPr>
          <a:solidFill>
            <a:srgbClr val="FFFFFF"/>
          </a:solidFill>
          <a:ln/>
        </p:spPr>
      </p:sp>
      <p:sp>
        <p:nvSpPr>
          <p:cNvPr id="3809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Rot="1" noChangeAspect="1" noChangeArrowheads="1" noTextEdit="1"/>
          </p:cNvSpPr>
          <p:nvPr>
            <p:ph type="sldImg"/>
          </p:nvPr>
        </p:nvSpPr>
        <p:spPr>
          <a:solidFill>
            <a:srgbClr val="FFFFFF"/>
          </a:solidFill>
          <a:ln/>
        </p:spPr>
      </p:sp>
      <p:sp>
        <p:nvSpPr>
          <p:cNvPr id="3819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8" name="Rectangle 2"/>
          <p:cNvSpPr>
            <a:spLocks noGrp="1" noRot="1" noChangeAspect="1" noChangeArrowheads="1" noTextEdit="1"/>
          </p:cNvSpPr>
          <p:nvPr>
            <p:ph type="sldImg"/>
          </p:nvPr>
        </p:nvSpPr>
        <p:spPr>
          <a:solidFill>
            <a:srgbClr val="FFFFFF"/>
          </a:solidFill>
          <a:ln/>
        </p:spPr>
      </p:sp>
      <p:sp>
        <p:nvSpPr>
          <p:cNvPr id="38297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Rot="1" noChangeAspect="1" noChangeArrowheads="1" noTextEdit="1"/>
          </p:cNvSpPr>
          <p:nvPr>
            <p:ph type="sldImg"/>
          </p:nvPr>
        </p:nvSpPr>
        <p:spPr>
          <a:solidFill>
            <a:srgbClr val="FFFFFF"/>
          </a:solidFill>
          <a:ln/>
        </p:spPr>
      </p:sp>
      <p:sp>
        <p:nvSpPr>
          <p:cNvPr id="38400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Rot="1" noChangeAspect="1" noChangeArrowheads="1" noTextEdit="1"/>
          </p:cNvSpPr>
          <p:nvPr>
            <p:ph type="sldImg"/>
          </p:nvPr>
        </p:nvSpPr>
        <p:spPr>
          <a:solidFill>
            <a:srgbClr val="FFFFFF"/>
          </a:solidFill>
          <a:ln/>
        </p:spPr>
      </p:sp>
      <p:sp>
        <p:nvSpPr>
          <p:cNvPr id="38502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Rectangle 2"/>
          <p:cNvSpPr>
            <a:spLocks noGrp="1" noRot="1" noChangeAspect="1" noChangeArrowheads="1" noTextEdit="1"/>
          </p:cNvSpPr>
          <p:nvPr>
            <p:ph type="sldImg"/>
          </p:nvPr>
        </p:nvSpPr>
        <p:spPr>
          <a:solidFill>
            <a:srgbClr val="FFFFFF"/>
          </a:solidFill>
          <a:ln/>
        </p:spPr>
      </p:sp>
      <p:sp>
        <p:nvSpPr>
          <p:cNvPr id="3860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074" name="Rectangle 2"/>
          <p:cNvSpPr>
            <a:spLocks noGrp="1" noRot="1" noChangeAspect="1" noChangeArrowheads="1" noTextEdit="1"/>
          </p:cNvSpPr>
          <p:nvPr>
            <p:ph type="sldImg"/>
          </p:nvPr>
        </p:nvSpPr>
        <p:spPr>
          <a:ln/>
        </p:spPr>
      </p:sp>
      <p:sp>
        <p:nvSpPr>
          <p:cNvPr id="38707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retombées de la méthode KANBAN sont en général spectaculaires sur les besoins en palettes et containers, ainsi que sur les m² occupés au sol . </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Rot="1" noChangeAspect="1" noChangeArrowheads="1" noTextEdit="1"/>
          </p:cNvSpPr>
          <p:nvPr>
            <p:ph type="sldImg"/>
          </p:nvPr>
        </p:nvSpPr>
        <p:spPr>
          <a:solidFill>
            <a:srgbClr val="FFFFFF"/>
          </a:solidFill>
          <a:ln/>
        </p:spPr>
      </p:sp>
      <p:sp>
        <p:nvSpPr>
          <p:cNvPr id="38809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22" name="Rectangle 2"/>
          <p:cNvSpPr>
            <a:spLocks noGrp="1" noRot="1" noChangeAspect="1" noChangeArrowheads="1" noTextEdit="1"/>
          </p:cNvSpPr>
          <p:nvPr>
            <p:ph type="sldImg"/>
          </p:nvPr>
        </p:nvSpPr>
        <p:spPr>
          <a:ln/>
        </p:spPr>
      </p:sp>
      <p:sp>
        <p:nvSpPr>
          <p:cNvPr id="38912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Rot="1" noChangeAspect="1" noChangeArrowheads="1" noTextEdit="1"/>
          </p:cNvSpPr>
          <p:nvPr>
            <p:ph type="sldImg"/>
          </p:nvPr>
        </p:nvSpPr>
        <p:spPr>
          <a:ln/>
        </p:spPr>
      </p:sp>
      <p:sp>
        <p:nvSpPr>
          <p:cNvPr id="390147"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0" name="Rectangle 2"/>
          <p:cNvSpPr>
            <a:spLocks noGrp="1" noRot="1" noChangeAspect="1" noChangeArrowheads="1" noTextEdit="1"/>
          </p:cNvSpPr>
          <p:nvPr>
            <p:ph type="sldImg"/>
          </p:nvPr>
        </p:nvSpPr>
        <p:spPr>
          <a:solidFill>
            <a:srgbClr val="FFFFFF"/>
          </a:solidFill>
          <a:ln/>
        </p:spPr>
      </p:sp>
      <p:sp>
        <p:nvSpPr>
          <p:cNvPr id="39117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Rot="1" noChangeAspect="1" noChangeArrowheads="1" noTextEdit="1"/>
          </p:cNvSpPr>
          <p:nvPr>
            <p:ph type="sldImg"/>
          </p:nvPr>
        </p:nvSpPr>
        <p:spPr>
          <a:solidFill>
            <a:srgbClr val="FFFFFF"/>
          </a:solidFill>
          <a:ln/>
        </p:spPr>
      </p:sp>
      <p:sp>
        <p:nvSpPr>
          <p:cNvPr id="3921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218" name="Rectangle 2"/>
          <p:cNvSpPr>
            <a:spLocks noGrp="1" noRot="1" noChangeAspect="1" noChangeArrowheads="1" noTextEdit="1"/>
          </p:cNvSpPr>
          <p:nvPr>
            <p:ph type="sldImg"/>
          </p:nvPr>
        </p:nvSpPr>
        <p:spPr>
          <a:solidFill>
            <a:srgbClr val="FFFFFF"/>
          </a:solidFill>
          <a:ln/>
        </p:spPr>
      </p:sp>
      <p:sp>
        <p:nvSpPr>
          <p:cNvPr id="39321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Rot="1" noChangeAspect="1" noChangeArrowheads="1" noTextEdit="1"/>
          </p:cNvSpPr>
          <p:nvPr>
            <p:ph type="sldImg"/>
          </p:nvPr>
        </p:nvSpPr>
        <p:spPr>
          <a:solidFill>
            <a:srgbClr val="FFFFFF"/>
          </a:solidFill>
          <a:ln/>
        </p:spPr>
      </p:sp>
      <p:sp>
        <p:nvSpPr>
          <p:cNvPr id="39424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6" name="Rectangle 2"/>
          <p:cNvSpPr>
            <a:spLocks noGrp="1" noRot="1" noChangeAspect="1" noChangeArrowheads="1" noTextEdit="1"/>
          </p:cNvSpPr>
          <p:nvPr>
            <p:ph type="sldImg"/>
          </p:nvPr>
        </p:nvSpPr>
        <p:spPr>
          <a:solidFill>
            <a:srgbClr val="FFFFFF"/>
          </a:solidFill>
          <a:ln/>
        </p:spPr>
      </p:sp>
      <p:sp>
        <p:nvSpPr>
          <p:cNvPr id="3952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Rot="1" noChangeAspect="1" noChangeArrowheads="1" noTextEdit="1"/>
          </p:cNvSpPr>
          <p:nvPr>
            <p:ph type="sldImg"/>
          </p:nvPr>
        </p:nvSpPr>
        <p:spPr>
          <a:solidFill>
            <a:srgbClr val="FFFFFF"/>
          </a:solidFill>
          <a:ln/>
        </p:spPr>
      </p:sp>
      <p:sp>
        <p:nvSpPr>
          <p:cNvPr id="39629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314" name="Rectangle 2"/>
          <p:cNvSpPr>
            <a:spLocks noGrp="1" noRot="1" noChangeAspect="1" noChangeArrowheads="1" noTextEdit="1"/>
          </p:cNvSpPr>
          <p:nvPr>
            <p:ph type="sldImg"/>
          </p:nvPr>
        </p:nvSpPr>
        <p:spPr>
          <a:solidFill>
            <a:srgbClr val="FFFFFF"/>
          </a:solidFill>
          <a:ln/>
        </p:spPr>
      </p:sp>
      <p:sp>
        <p:nvSpPr>
          <p:cNvPr id="3973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8338" name="Rectangle 2"/>
          <p:cNvSpPr>
            <a:spLocks noGrp="1" noRot="1" noChangeAspect="1" noChangeArrowheads="1" noTextEdit="1"/>
          </p:cNvSpPr>
          <p:nvPr>
            <p:ph type="sldImg"/>
          </p:nvPr>
        </p:nvSpPr>
        <p:spPr>
          <a:solidFill>
            <a:srgbClr val="FFFFFF"/>
          </a:solidFill>
          <a:ln/>
        </p:spPr>
      </p:sp>
      <p:sp>
        <p:nvSpPr>
          <p:cNvPr id="3983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62" name="Rectangle 2"/>
          <p:cNvSpPr>
            <a:spLocks noGrp="1" noRot="1" noChangeAspect="1" noChangeArrowheads="1" noTextEdit="1"/>
          </p:cNvSpPr>
          <p:nvPr>
            <p:ph type="sldImg"/>
          </p:nvPr>
        </p:nvSpPr>
        <p:spPr>
          <a:solidFill>
            <a:srgbClr val="FFFFFF"/>
          </a:solidFill>
          <a:ln/>
        </p:spPr>
      </p:sp>
      <p:sp>
        <p:nvSpPr>
          <p:cNvPr id="3993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386" name="Rectangle 2"/>
          <p:cNvSpPr>
            <a:spLocks noGrp="1" noRot="1" noChangeAspect="1" noChangeArrowheads="1" noTextEdit="1"/>
          </p:cNvSpPr>
          <p:nvPr>
            <p:ph type="sldImg"/>
          </p:nvPr>
        </p:nvSpPr>
        <p:spPr>
          <a:solidFill>
            <a:srgbClr val="FFFFFF"/>
          </a:solidFill>
          <a:ln/>
        </p:spPr>
      </p:sp>
      <p:sp>
        <p:nvSpPr>
          <p:cNvPr id="4003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410" name="Rectangle 2"/>
          <p:cNvSpPr>
            <a:spLocks noGrp="1" noRot="1" noChangeAspect="1" noChangeArrowheads="1" noTextEdit="1"/>
          </p:cNvSpPr>
          <p:nvPr>
            <p:ph type="sldImg"/>
          </p:nvPr>
        </p:nvSpPr>
        <p:spPr>
          <a:solidFill>
            <a:srgbClr val="FFFFFF"/>
          </a:solidFill>
          <a:ln/>
        </p:spPr>
      </p:sp>
      <p:sp>
        <p:nvSpPr>
          <p:cNvPr id="4014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434" name="Rectangle 2"/>
          <p:cNvSpPr>
            <a:spLocks noGrp="1" noRot="1" noChangeAspect="1" noChangeArrowheads="1" noTextEdit="1"/>
          </p:cNvSpPr>
          <p:nvPr>
            <p:ph type="sldImg"/>
          </p:nvPr>
        </p:nvSpPr>
        <p:spPr>
          <a:solidFill>
            <a:srgbClr val="FFFFFF"/>
          </a:solidFill>
          <a:ln/>
        </p:spPr>
      </p:sp>
      <p:sp>
        <p:nvSpPr>
          <p:cNvPr id="4024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458" name="Rectangle 2"/>
          <p:cNvSpPr>
            <a:spLocks noGrp="1" noRot="1" noChangeAspect="1" noChangeArrowheads="1" noTextEdit="1"/>
          </p:cNvSpPr>
          <p:nvPr>
            <p:ph type="sldImg"/>
          </p:nvPr>
        </p:nvSpPr>
        <p:spPr>
          <a:solidFill>
            <a:srgbClr val="FFFFFF"/>
          </a:solidFill>
          <a:ln/>
        </p:spPr>
      </p:sp>
      <p:sp>
        <p:nvSpPr>
          <p:cNvPr id="4034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482" name="Rectangle 2"/>
          <p:cNvSpPr>
            <a:spLocks noGrp="1" noRot="1" noChangeAspect="1" noChangeArrowheads="1" noTextEdit="1"/>
          </p:cNvSpPr>
          <p:nvPr>
            <p:ph type="sldImg"/>
          </p:nvPr>
        </p:nvSpPr>
        <p:spPr>
          <a:solidFill>
            <a:srgbClr val="FFFFFF"/>
          </a:solidFill>
          <a:ln/>
        </p:spPr>
      </p:sp>
      <p:sp>
        <p:nvSpPr>
          <p:cNvPr id="4044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506" name="Rectangle 2"/>
          <p:cNvSpPr>
            <a:spLocks noGrp="1" noRot="1" noChangeAspect="1" noChangeArrowheads="1" noTextEdit="1"/>
          </p:cNvSpPr>
          <p:nvPr>
            <p:ph type="sldImg"/>
          </p:nvPr>
        </p:nvSpPr>
        <p:spPr>
          <a:ln/>
        </p:spPr>
      </p:sp>
      <p:sp>
        <p:nvSpPr>
          <p:cNvPr id="405507" name="Rectangle 3"/>
          <p:cNvSpPr>
            <a:spLocks noGrp="1" noChangeArrowheads="1"/>
          </p:cNvSpPr>
          <p:nvPr>
            <p:ph type="body" idx="1"/>
          </p:nvPr>
        </p:nvSpPr>
        <p:spPr>
          <a:xfrm>
            <a:off x="496628" y="4904405"/>
            <a:ext cx="5805988" cy="2308306"/>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Grâce à la réduction de la taille des séries, il est désormais possible de programmer le montage en fabriquant chaque jour "de tout un peu". En connaissant le jour J les besoins des clients, il est possible de fabriquer le jour J + 1 et de livrer le jour J+2. Dès lors, on peut envisager la suppression pure et simple des stocks de produits finis, et faire du stock de composants un stock commercial. Encore faut-il que le traitement des commandes clients soit accéléré. Mais, puisque la production a accéléré ses flux, pourquoi les Services Administratifs n'en feraient-ils pas autant ? Ajoutons que pour être efficace, une organisation de montage à partir de modules doit disposer non seulement d'une flexibilité en terme de références (c'est le cas ici, grâce aux changements rapides d'outils), mais aussi d'une flexibilité en termes de capacité (pour éviter l'encombrement des postes de montage en cas de brusque accroissement de la demande)..</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0" name="Rectangle 2"/>
          <p:cNvSpPr>
            <a:spLocks noGrp="1" noRot="1" noChangeAspect="1" noChangeArrowheads="1" noTextEdit="1"/>
          </p:cNvSpPr>
          <p:nvPr>
            <p:ph type="sldImg"/>
          </p:nvPr>
        </p:nvSpPr>
        <p:spPr>
          <a:solidFill>
            <a:srgbClr val="FFFFFF"/>
          </a:solidFill>
          <a:ln/>
        </p:spPr>
      </p:sp>
      <p:sp>
        <p:nvSpPr>
          <p:cNvPr id="4065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4" name="Rectangle 2"/>
          <p:cNvSpPr>
            <a:spLocks noGrp="1" noRot="1" noChangeAspect="1" noChangeArrowheads="1" noTextEdit="1"/>
          </p:cNvSpPr>
          <p:nvPr>
            <p:ph type="sldImg"/>
          </p:nvPr>
        </p:nvSpPr>
        <p:spPr>
          <a:solidFill>
            <a:srgbClr val="FFFFFF"/>
          </a:solidFill>
          <a:ln/>
        </p:spPr>
      </p:sp>
      <p:sp>
        <p:nvSpPr>
          <p:cNvPr id="4075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p:cNvSpPr>
            <a:spLocks noGrp="1" noRot="1" noChangeAspect="1" noChangeArrowheads="1" noTextEdit="1"/>
          </p:cNvSpPr>
          <p:nvPr>
            <p:ph type="sldImg"/>
          </p:nvPr>
        </p:nvSpPr>
        <p:spPr>
          <a:ln/>
        </p:spPr>
      </p:sp>
      <p:sp>
        <p:nvSpPr>
          <p:cNvPr id="40857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Espace réservé de l'image des diapositives 1"/>
          <p:cNvSpPr>
            <a:spLocks noGrp="1" noRot="1" noChangeAspect="1" noTextEdit="1"/>
          </p:cNvSpPr>
          <p:nvPr>
            <p:ph type="sldImg"/>
          </p:nvPr>
        </p:nvSpPr>
        <p:spPr>
          <a:ln/>
        </p:spPr>
      </p:sp>
      <p:sp>
        <p:nvSpPr>
          <p:cNvPr id="409603"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626" name="Rectangle 2"/>
          <p:cNvSpPr>
            <a:spLocks noGrp="1" noRot="1" noChangeAspect="1" noChangeArrowheads="1" noTextEdit="1"/>
          </p:cNvSpPr>
          <p:nvPr>
            <p:ph type="sldImg"/>
          </p:nvPr>
        </p:nvSpPr>
        <p:spPr>
          <a:ln/>
        </p:spPr>
      </p:sp>
      <p:sp>
        <p:nvSpPr>
          <p:cNvPr id="410627" name="Rectangle 3"/>
          <p:cNvSpPr>
            <a:spLocks noGrp="1" noChangeArrowheads="1"/>
          </p:cNvSpPr>
          <p:nvPr>
            <p:ph type="body" idx="1"/>
          </p:nvPr>
        </p:nvSpPr>
        <p:spPr>
          <a:xfrm>
            <a:off x="496628" y="4904405"/>
            <a:ext cx="5805988" cy="26961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peut utiliser cette diapo en synthèse. Il souligne les différences de charge entre les postes de travail, les différences dans le coût de stocks, et le fait que le stock de produits finis joue un rôle particulier parce qu’une rupture se traduit immédiatement en une dégradation du taux de service.</a:t>
            </a:r>
          </a:p>
          <a:p>
            <a:pPr eaLnBrk="1" hangingPunct="1"/>
            <a:endParaRPr lang="fr-FR" altLang="fr-FR" b="0"/>
          </a:p>
          <a:p>
            <a:pPr eaLnBrk="1" hangingPunct="1"/>
            <a:r>
              <a:rPr lang="fr-FR" altLang="fr-FR" b="0"/>
              <a:t>Par conséquent, il semblait logique d’engager les actions dans l’ordre suivant :</a:t>
            </a:r>
          </a:p>
          <a:p>
            <a:pPr eaLnBrk="1" hangingPunct="1"/>
            <a:endParaRPr lang="fr-FR" altLang="fr-FR" b="0"/>
          </a:p>
          <a:p>
            <a:pPr eaLnBrk="1" hangingPunct="1"/>
            <a:r>
              <a:rPr lang="fr-FR" altLang="fr-FR" b="0"/>
              <a:t>1) Accroître la capacité et la flexibilité du montage (= réduire le temps de changement de série).</a:t>
            </a:r>
          </a:p>
          <a:p>
            <a:pPr eaLnBrk="1" hangingPunct="1"/>
            <a:r>
              <a:rPr lang="fr-FR" altLang="fr-FR" b="0"/>
              <a:t>2) Accroître la capacité et la flexibilité des carters, puis des engrenages.</a:t>
            </a:r>
          </a:p>
          <a:p>
            <a:pPr eaLnBrk="1" hangingPunct="1"/>
            <a:r>
              <a:rPr lang="fr-FR" altLang="fr-FR" b="0"/>
              <a:t>3) Améliorer la fiabilité du montage, puis des carters et des engrenages</a:t>
            </a:r>
          </a:p>
          <a:p>
            <a:pPr eaLnBrk="1" hangingPunct="1"/>
            <a:r>
              <a:rPr lang="fr-FR" altLang="fr-FR" b="0"/>
              <a:t>4) En dernier lieu, améliorer les postes Couronnes.</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Espace réservé de l'image des diapositives 1"/>
          <p:cNvSpPr>
            <a:spLocks noGrp="1" noRot="1" noChangeAspect="1" noTextEdit="1"/>
          </p:cNvSpPr>
          <p:nvPr>
            <p:ph type="sldImg"/>
          </p:nvPr>
        </p:nvSpPr>
        <p:spPr>
          <a:ln/>
        </p:spPr>
      </p:sp>
      <p:sp>
        <p:nvSpPr>
          <p:cNvPr id="411651"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674" name="Espace réservé de l'image des diapositives 1"/>
          <p:cNvSpPr>
            <a:spLocks noGrp="1" noRot="1" noChangeAspect="1" noTextEdit="1"/>
          </p:cNvSpPr>
          <p:nvPr>
            <p:ph type="sldImg"/>
          </p:nvPr>
        </p:nvSpPr>
        <p:spPr>
          <a:ln/>
        </p:spPr>
      </p:sp>
      <p:sp>
        <p:nvSpPr>
          <p:cNvPr id="412675"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698" name="Rectangle 2"/>
          <p:cNvSpPr>
            <a:spLocks noGrp="1" noRot="1" noChangeAspect="1" noChangeArrowheads="1" noTextEdit="1"/>
          </p:cNvSpPr>
          <p:nvPr>
            <p:ph type="sldImg"/>
          </p:nvPr>
        </p:nvSpPr>
        <p:spPr>
          <a:ln/>
        </p:spPr>
      </p:sp>
      <p:sp>
        <p:nvSpPr>
          <p:cNvPr id="413699" name="Rectangle 3"/>
          <p:cNvSpPr>
            <a:spLocks noGrp="1" noChangeArrowheads="1"/>
          </p:cNvSpPr>
          <p:nvPr>
            <p:ph type="body" idx="1"/>
          </p:nvPr>
        </p:nvSpPr>
        <p:spPr>
          <a:xfrm>
            <a:off x="496628" y="4904404"/>
            <a:ext cx="5805988" cy="447659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b="0"/>
              <a:t>Expliquer à l’aide de cette diapo le mécanisme de calcul du bénéfice de l’entreprise à partir des performances obtenues durant la simulation.</a:t>
            </a:r>
            <a:r>
              <a:rPr lang="fr-FR" altLang="fr-FR" sz="1100"/>
              <a:t>  </a:t>
            </a:r>
            <a:r>
              <a:rPr lang="fr-FR" altLang="fr-FR" sz="1100" b="0"/>
              <a:t>La diapo suivante montre un exemple sur la feuille de calcul (code VF) que l’animateur distribue aux participants.</a:t>
            </a:r>
          </a:p>
          <a:p>
            <a:pPr eaLnBrk="1" hangingPunct="1"/>
            <a:r>
              <a:rPr lang="fr-FR" altLang="fr-FR" sz="1100" b="0"/>
              <a:t>Remarque 1 : le lien entre les performances logistiques et les gains financiers est très simplifié par rapport à la réalité comptable. On peut toutefois le justifier de la façon suivante : si l’on perd 1% de taux de service, on peut imaginer que l’on perd la moitié des commandes livrées en retard (dans le jeu, on les livre quand même, mais on peut penser que certains clients changeront ensuite de fournisseur). Quant aux pertes de production, on peut considérer que le coût de production est composé pour moitié de matières et pour moitié de valeur ajoutée. Et sur les 50% de valeur ajoutée, on peut admettre qu’environ 40% sont effectivement perdus quand les machines sont arrêtées (par exemple une partie seulement du personnel est réutilisable ailleurs). En ce qui concerne le coût des stocks, la convention d’un coût de détention égal à 20% est plus arbitraire : elle tient en particulier à la nécessité de corriger l’échelle de temps. Nous avons volontairement pris un taux élevé pour inciter les joueurs à réduire les stocks. </a:t>
            </a:r>
          </a:p>
          <a:p>
            <a:pPr eaLnBrk="1" hangingPunct="1"/>
            <a:r>
              <a:rPr lang="fr-FR" altLang="fr-FR" sz="1100" b="0"/>
              <a:t>On peut traduire les équivalences de façon plus concrète dans les coordonnées du jeu : 1 produit fini non livré pendant 1 jour équivaut à 3% de taux de service en moins, ce qui entraîne d’après la grille de calcul : 0,45 M€ de bénéfice en moins. De même, 1 heure d’arrêt intempestif sur une machine équivaut à 3% d’efficience en moins, ce qui entraîne 0,36 M€ de bénéfice en moins. Enfin, 1 produit fini de plus en stock (100 € pièce) entraîne un stock de 1 M€ soit 0,2 M€ de coût de stockage en plus. </a:t>
            </a:r>
          </a:p>
          <a:p>
            <a:pPr eaLnBrk="1" hangingPunct="1"/>
            <a:r>
              <a:rPr lang="fr-FR" altLang="fr-FR" sz="1100" b="0"/>
              <a:t>Remarque 2 : la notion de bénéfice est également très simplifiée : on admet que le bénéfice augmente d’une valeur égale aux économies réalisées. On néglige au passage les amortissements, les impôts, etc. Mais cela n’a pas une grande importance pour le but recherché dans le jeu.</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722" name="Rectangle 2"/>
          <p:cNvSpPr>
            <a:spLocks noGrp="1" noRot="1" noChangeAspect="1" noChangeArrowheads="1" noTextEdit="1"/>
          </p:cNvSpPr>
          <p:nvPr>
            <p:ph type="sldImg"/>
          </p:nvPr>
        </p:nvSpPr>
        <p:spPr>
          <a:ln/>
        </p:spPr>
      </p:sp>
      <p:sp>
        <p:nvSpPr>
          <p:cNvPr id="414723" name="Rectangle 3"/>
          <p:cNvSpPr>
            <a:spLocks noGrp="1" noChangeArrowheads="1"/>
          </p:cNvSpPr>
          <p:nvPr>
            <p:ph type="body" idx="1"/>
          </p:nvPr>
        </p:nvSpPr>
        <p:spPr>
          <a:xfrm>
            <a:off x="496628" y="4904405"/>
            <a:ext cx="5805988" cy="173584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valeurs indiquées dans la ligne « Avant » servent de référence pour mesurer les gains. On considère que ce sont les valeurs atteintes par l’entreprise avant que ne démarre la simulation.</a:t>
            </a:r>
          </a:p>
          <a:p>
            <a:pPr eaLnBrk="1" hangingPunct="1"/>
            <a:endParaRPr lang="fr-FR" altLang="fr-FR" b="0"/>
          </a:p>
          <a:p>
            <a:pPr eaLnBrk="1" hangingPunct="1"/>
            <a:r>
              <a:rPr lang="fr-FR" altLang="fr-FR" b="0"/>
              <a:t>La semaine 1 n’est pas prise en compte dans le calcul des moyennes. En effet, les joueurs ne disposent de possibilités d’action qu’à partir de la semaine 2. On fera donc la moyenne des semaines 2, 3 et 4.</a:t>
            </a:r>
          </a:p>
          <a:p>
            <a:pPr eaLnBrk="1" hangingPunct="1"/>
            <a:endParaRPr lang="fr-FR" altLang="fr-FR" b="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41822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457200" y="0"/>
            <a:ext cx="8229600" cy="647700"/>
          </a:xfrm>
        </p:spPr>
        <p:txBody>
          <a:bodyPr/>
          <a:lstStyle>
            <a:lvl1pPr>
              <a:defRPr sz="2800" b="1">
                <a:solidFill>
                  <a:srgbClr val="27A8E0"/>
                </a:solidFill>
              </a:defRPr>
            </a:lvl1pPr>
          </a:lstStyle>
          <a:p>
            <a:r>
              <a:rPr lang="fr-FR" dirty="0"/>
              <a:t>Cliquez pour modifier le style du titre</a:t>
            </a:r>
          </a:p>
        </p:txBody>
      </p:sp>
      <p:sp>
        <p:nvSpPr>
          <p:cNvPr id="3" name="Espace réservé du contenu 2"/>
          <p:cNvSpPr>
            <a:spLocks noGrp="1"/>
          </p:cNvSpPr>
          <p:nvPr>
            <p:ph idx="1" hasCustomPrompt="1"/>
          </p:nvPr>
        </p:nvSpPr>
        <p:spPr/>
        <p:txBody>
          <a:bodyPr/>
          <a:lstStyle>
            <a:lvl1pPr marL="177800" indent="-177800">
              <a:buClr>
                <a:srgbClr val="FF3300"/>
              </a:buClr>
              <a:buFont typeface="Wingdings" panose="05000000000000000000" pitchFamily="2" charset="2"/>
              <a:buChar char="§"/>
              <a:defRPr>
                <a:solidFill>
                  <a:schemeClr val="tx1">
                    <a:lumMod val="65000"/>
                    <a:lumOff val="35000"/>
                  </a:schemeClr>
                </a:solidFill>
              </a:defRPr>
            </a:lvl1pPr>
            <a:lvl2pPr marL="354013" indent="-176213">
              <a:buClr>
                <a:srgbClr val="FF3300"/>
              </a:buClr>
              <a:defRPr>
                <a:solidFill>
                  <a:schemeClr val="tx1">
                    <a:lumMod val="65000"/>
                    <a:lumOff val="35000"/>
                  </a:schemeClr>
                </a:solidFill>
              </a:defRPr>
            </a:lvl2pPr>
            <a:lvl3pPr marL="541338" indent="-187325">
              <a:buClr>
                <a:srgbClr val="FF3300"/>
              </a:buCl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fr-FR" dirty="0"/>
              <a:t>Cliquez pour modifier les styles du texte du masque</a:t>
            </a:r>
          </a:p>
          <a:p>
            <a:pPr lvl="1"/>
            <a:r>
              <a:rPr lang="fr-FR" dirty="0"/>
              <a:t>Deuxième niveau</a:t>
            </a:r>
          </a:p>
          <a:p>
            <a:pPr lvl="2"/>
            <a:r>
              <a:rPr lang="fr-FR" dirty="0"/>
              <a:t>Troisième niveau</a:t>
            </a:r>
          </a:p>
        </p:txBody>
      </p:sp>
    </p:spTree>
    <p:extLst>
      <p:ext uri="{BB962C8B-B14F-4D97-AF65-F5344CB8AC3E}">
        <p14:creationId xmlns:p14="http://schemas.microsoft.com/office/powerpoint/2010/main" val="3155708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nchor="t"/>
          <a:lstStyle>
            <a:lvl1pPr algn="l">
              <a:defRPr sz="4000" b="1" cap="all"/>
            </a:lvl1pPr>
          </a:lstStyle>
          <a:p>
            <a:r>
              <a:rPr lang="fr-FR"/>
              <a:t>Cliquez pour modifier le style du titre</a:t>
            </a:r>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Cliquez pour modifier les styles du texte du masque</a:t>
            </a:r>
          </a:p>
        </p:txBody>
      </p:sp>
    </p:spTree>
    <p:extLst>
      <p:ext uri="{BB962C8B-B14F-4D97-AF65-F5344CB8AC3E}">
        <p14:creationId xmlns:p14="http://schemas.microsoft.com/office/powerpoint/2010/main" val="397759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457200" y="1077913"/>
            <a:ext cx="4038600" cy="5048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077913"/>
            <a:ext cx="4038600" cy="5048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445050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7428919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9526085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61166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662199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675631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534489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3050" y="152400"/>
            <a:ext cx="2063750" cy="5973763"/>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430213" y="152400"/>
            <a:ext cx="6040437" cy="5973763"/>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12521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ext Box 258"/>
          <p:cNvSpPr txBox="1">
            <a:spLocks noChangeArrowheads="1"/>
          </p:cNvSpPr>
          <p:nvPr userDrawn="1"/>
        </p:nvSpPr>
        <p:spPr bwMode="auto">
          <a:xfrm>
            <a:off x="0" y="6669088"/>
            <a:ext cx="2135188" cy="188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l">
              <a:defRPr/>
            </a:pPr>
            <a:r>
              <a:rPr lang="fr-FR" sz="700">
                <a:solidFill>
                  <a:srgbClr val="474747"/>
                </a:solidFill>
              </a:rPr>
              <a:t>JEU DU KANBAN</a:t>
            </a:r>
            <a:r>
              <a:rPr lang="fr-FR" sz="700" baseline="30000">
                <a:solidFill>
                  <a:srgbClr val="474747"/>
                </a:solidFill>
                <a:cs typeface="Arial" pitchFamily="34" charset="0"/>
              </a:rPr>
              <a:t>®</a:t>
            </a:r>
            <a:r>
              <a:rPr lang="fr-FR" sz="700">
                <a:solidFill>
                  <a:srgbClr val="474747"/>
                </a:solidFill>
              </a:rPr>
              <a:t> - CIPE / Tous Droits Réservés</a:t>
            </a:r>
          </a:p>
        </p:txBody>
      </p:sp>
      <p:sp>
        <p:nvSpPr>
          <p:cNvPr id="1027" name="Text Box 259"/>
          <p:cNvSpPr txBox="1">
            <a:spLocks noChangeArrowheads="1"/>
          </p:cNvSpPr>
          <p:nvPr userDrawn="1"/>
        </p:nvSpPr>
        <p:spPr bwMode="auto">
          <a:xfrm>
            <a:off x="7791450" y="6602413"/>
            <a:ext cx="1344613" cy="219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r">
              <a:defRPr/>
            </a:pPr>
            <a:r>
              <a:rPr lang="fr-FR" sz="900" b="1">
                <a:solidFill>
                  <a:srgbClr val="474747"/>
                </a:solidFill>
              </a:rPr>
              <a:t>diapo </a:t>
            </a:r>
            <a:fld id="{D4E7355C-3250-45B2-B534-245309BFA70F}" type="slidenum">
              <a:rPr lang="fr-FR" sz="900" b="1" smtClean="0">
                <a:solidFill>
                  <a:srgbClr val="474747"/>
                </a:solidFill>
              </a:rPr>
              <a:pPr algn="r">
                <a:defRPr/>
              </a:pPr>
              <a:t>‹N°›</a:t>
            </a:fld>
            <a:endParaRPr lang="fr-FR" sz="900" b="1">
              <a:solidFill>
                <a:srgbClr val="474747"/>
              </a:solidFill>
            </a:endParaRPr>
          </a:p>
        </p:txBody>
      </p:sp>
      <p:sp>
        <p:nvSpPr>
          <p:cNvPr id="1028" name="Rectangle 262"/>
          <p:cNvSpPr>
            <a:spLocks noGrp="1" noChangeArrowheads="1"/>
          </p:cNvSpPr>
          <p:nvPr>
            <p:ph type="title"/>
          </p:nvPr>
        </p:nvSpPr>
        <p:spPr bwMode="auto">
          <a:xfrm>
            <a:off x="430213" y="152400"/>
            <a:ext cx="82296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a:t>
            </a:r>
          </a:p>
        </p:txBody>
      </p:sp>
      <p:sp>
        <p:nvSpPr>
          <p:cNvPr id="1029" name="Rectangle 263"/>
          <p:cNvSpPr>
            <a:spLocks noGrp="1" noChangeArrowheads="1"/>
          </p:cNvSpPr>
          <p:nvPr>
            <p:ph type="body" idx="1"/>
          </p:nvPr>
        </p:nvSpPr>
        <p:spPr bwMode="auto">
          <a:xfrm>
            <a:off x="457200" y="1077913"/>
            <a:ext cx="8229600" cy="504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Tree>
  </p:cSld>
  <p:clrMap bg1="lt1" tx1="dk1" bg2="lt2" tx2="dk2" accent1="accent1" accent2="accent2" accent3="accent3" accent4="accent4" accent5="accent5" accent6="accent6" hlink="hlink" folHlink="folHlink"/>
  <p:sldLayoutIdLst>
    <p:sldLayoutId id="2147483707"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Lst>
  <p:txStyles>
    <p:titleStyle>
      <a:lvl1pPr algn="ctr" rtl="0" eaLnBrk="0" fontAlgn="base" hangingPunct="0">
        <a:spcBef>
          <a:spcPct val="0"/>
        </a:spcBef>
        <a:spcAft>
          <a:spcPct val="0"/>
        </a:spcAft>
        <a:defRPr sz="3000">
          <a:solidFill>
            <a:schemeClr val="accent2"/>
          </a:solidFill>
          <a:latin typeface="+mj-lt"/>
          <a:ea typeface="+mj-ea"/>
          <a:cs typeface="+mj-cs"/>
        </a:defRPr>
      </a:lvl1pPr>
      <a:lvl2pPr algn="ctr" rtl="0" eaLnBrk="0" fontAlgn="base" hangingPunct="0">
        <a:spcBef>
          <a:spcPct val="0"/>
        </a:spcBef>
        <a:spcAft>
          <a:spcPct val="0"/>
        </a:spcAft>
        <a:defRPr sz="3000">
          <a:solidFill>
            <a:schemeClr val="accent2"/>
          </a:solidFill>
          <a:latin typeface="Arial" pitchFamily="34" charset="0"/>
        </a:defRPr>
      </a:lvl2pPr>
      <a:lvl3pPr algn="ctr" rtl="0" eaLnBrk="0" fontAlgn="base" hangingPunct="0">
        <a:spcBef>
          <a:spcPct val="0"/>
        </a:spcBef>
        <a:spcAft>
          <a:spcPct val="0"/>
        </a:spcAft>
        <a:defRPr sz="3000">
          <a:solidFill>
            <a:schemeClr val="accent2"/>
          </a:solidFill>
          <a:latin typeface="Arial" pitchFamily="34" charset="0"/>
        </a:defRPr>
      </a:lvl3pPr>
      <a:lvl4pPr algn="ctr" rtl="0" eaLnBrk="0" fontAlgn="base" hangingPunct="0">
        <a:spcBef>
          <a:spcPct val="0"/>
        </a:spcBef>
        <a:spcAft>
          <a:spcPct val="0"/>
        </a:spcAft>
        <a:defRPr sz="3000">
          <a:solidFill>
            <a:schemeClr val="accent2"/>
          </a:solidFill>
          <a:latin typeface="Arial" pitchFamily="34" charset="0"/>
        </a:defRPr>
      </a:lvl4pPr>
      <a:lvl5pPr algn="ctr" rtl="0" eaLnBrk="0" fontAlgn="base" hangingPunct="0">
        <a:spcBef>
          <a:spcPct val="0"/>
        </a:spcBef>
        <a:spcAft>
          <a:spcPct val="0"/>
        </a:spcAft>
        <a:defRPr sz="3000">
          <a:solidFill>
            <a:schemeClr val="accent2"/>
          </a:solidFill>
          <a:latin typeface="Arial" pitchFamily="34" charset="0"/>
        </a:defRPr>
      </a:lvl5pPr>
      <a:lvl6pPr marL="457200" algn="ctr" rtl="0" fontAlgn="base">
        <a:spcBef>
          <a:spcPct val="0"/>
        </a:spcBef>
        <a:spcAft>
          <a:spcPct val="0"/>
        </a:spcAft>
        <a:defRPr sz="3000">
          <a:solidFill>
            <a:schemeClr val="accent2"/>
          </a:solidFill>
          <a:latin typeface="Arial" pitchFamily="34" charset="0"/>
        </a:defRPr>
      </a:lvl6pPr>
      <a:lvl7pPr marL="914400" algn="ctr" rtl="0" fontAlgn="base">
        <a:spcBef>
          <a:spcPct val="0"/>
        </a:spcBef>
        <a:spcAft>
          <a:spcPct val="0"/>
        </a:spcAft>
        <a:defRPr sz="3000">
          <a:solidFill>
            <a:schemeClr val="accent2"/>
          </a:solidFill>
          <a:latin typeface="Arial" pitchFamily="34" charset="0"/>
        </a:defRPr>
      </a:lvl7pPr>
      <a:lvl8pPr marL="1371600" algn="ctr" rtl="0" fontAlgn="base">
        <a:spcBef>
          <a:spcPct val="0"/>
        </a:spcBef>
        <a:spcAft>
          <a:spcPct val="0"/>
        </a:spcAft>
        <a:defRPr sz="3000">
          <a:solidFill>
            <a:schemeClr val="accent2"/>
          </a:solidFill>
          <a:latin typeface="Arial" pitchFamily="34" charset="0"/>
        </a:defRPr>
      </a:lvl8pPr>
      <a:lvl9pPr marL="1828800" algn="ctr" rtl="0" fontAlgn="base">
        <a:spcBef>
          <a:spcPct val="0"/>
        </a:spcBef>
        <a:spcAft>
          <a:spcPct val="0"/>
        </a:spcAft>
        <a:defRPr sz="3000">
          <a:solidFill>
            <a:schemeClr val="accent2"/>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accent2"/>
          </a:solidFill>
          <a:latin typeface="+mn-lt"/>
          <a:ea typeface="+mn-ea"/>
          <a:cs typeface="+mn-cs"/>
        </a:defRPr>
      </a:lvl1pPr>
      <a:lvl2pPr marL="742950" indent="-285750" algn="l" rtl="0" eaLnBrk="0" fontAlgn="base" hangingPunct="0">
        <a:spcBef>
          <a:spcPct val="20000"/>
        </a:spcBef>
        <a:spcAft>
          <a:spcPct val="0"/>
        </a:spcAft>
        <a:buChar char="–"/>
        <a:defRPr>
          <a:solidFill>
            <a:schemeClr val="accent2"/>
          </a:solidFill>
          <a:latin typeface="+mn-lt"/>
        </a:defRPr>
      </a:lvl2pPr>
      <a:lvl3pPr marL="1143000" indent="-228600" algn="l" rtl="0" eaLnBrk="0" fontAlgn="base" hangingPunct="0">
        <a:spcBef>
          <a:spcPct val="20000"/>
        </a:spcBef>
        <a:spcAft>
          <a:spcPct val="0"/>
        </a:spcAft>
        <a:buChar char="•"/>
        <a:defRPr sz="1600">
          <a:solidFill>
            <a:schemeClr val="accent2"/>
          </a:solidFill>
          <a:latin typeface="+mn-lt"/>
        </a:defRPr>
      </a:lvl3pPr>
      <a:lvl4pPr marL="1600200" indent="-228600" algn="l" rtl="0" eaLnBrk="0" fontAlgn="base" hangingPunct="0">
        <a:spcBef>
          <a:spcPct val="20000"/>
        </a:spcBef>
        <a:spcAft>
          <a:spcPct val="0"/>
        </a:spcAft>
        <a:buChar char="–"/>
        <a:defRPr sz="1600">
          <a:solidFill>
            <a:schemeClr val="accent2"/>
          </a:solidFill>
          <a:latin typeface="+mn-lt"/>
        </a:defRPr>
      </a:lvl4pPr>
      <a:lvl5pPr marL="2057400" indent="-228600" algn="l" rtl="0" eaLnBrk="0" fontAlgn="base" hangingPunct="0">
        <a:spcBef>
          <a:spcPct val="20000"/>
        </a:spcBef>
        <a:spcAft>
          <a:spcPct val="0"/>
        </a:spcAft>
        <a:buChar char="»"/>
        <a:defRPr sz="1600">
          <a:solidFill>
            <a:schemeClr val="accent2"/>
          </a:solidFill>
          <a:latin typeface="+mn-lt"/>
        </a:defRPr>
      </a:lvl5pPr>
      <a:lvl6pPr marL="2514600" indent="-228600" algn="l" rtl="0" fontAlgn="base">
        <a:spcBef>
          <a:spcPct val="20000"/>
        </a:spcBef>
        <a:spcAft>
          <a:spcPct val="0"/>
        </a:spcAft>
        <a:buChar char="»"/>
        <a:defRPr sz="1600">
          <a:solidFill>
            <a:schemeClr val="accent2"/>
          </a:solidFill>
          <a:latin typeface="+mn-lt"/>
        </a:defRPr>
      </a:lvl6pPr>
      <a:lvl7pPr marL="2971800" indent="-228600" algn="l" rtl="0" fontAlgn="base">
        <a:spcBef>
          <a:spcPct val="20000"/>
        </a:spcBef>
        <a:spcAft>
          <a:spcPct val="0"/>
        </a:spcAft>
        <a:buChar char="»"/>
        <a:defRPr sz="1600">
          <a:solidFill>
            <a:schemeClr val="accent2"/>
          </a:solidFill>
          <a:latin typeface="+mn-lt"/>
        </a:defRPr>
      </a:lvl7pPr>
      <a:lvl8pPr marL="3429000" indent="-228600" algn="l" rtl="0" fontAlgn="base">
        <a:spcBef>
          <a:spcPct val="20000"/>
        </a:spcBef>
        <a:spcAft>
          <a:spcPct val="0"/>
        </a:spcAft>
        <a:buChar char="»"/>
        <a:defRPr sz="1600">
          <a:solidFill>
            <a:schemeClr val="accent2"/>
          </a:solidFill>
          <a:latin typeface="+mn-lt"/>
        </a:defRPr>
      </a:lvl8pPr>
      <a:lvl9pPr marL="3886200" indent="-228600" algn="l" rtl="0" fontAlgn="base">
        <a:spcBef>
          <a:spcPct val="20000"/>
        </a:spcBef>
        <a:spcAft>
          <a:spcPct val="0"/>
        </a:spcAft>
        <a:buChar char="»"/>
        <a:defRPr sz="1600">
          <a:solidFill>
            <a:schemeClr val="accent2"/>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1.jpeg"/><Relationship Id="rId4" Type="http://schemas.openxmlformats.org/officeDocument/2006/relationships/image" Target="../media/image10.jpeg"/></Relationships>
</file>

<file path=ppt/slides/_rels/slide2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18.emf"/></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20.emf"/></Relationships>
</file>

<file path=ppt/slides/_rels/slide93.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3.xml"/><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4.xml"/><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5.xml"/><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6.xml"/><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8.xml"/><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9.xml"/><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0.xml"/><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3.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4.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5.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6.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7.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8.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9.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0.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1.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2.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3.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4.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1.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C:\Users\bertrands\Dropbox\PRODUCTION\2013 Illustrations Logo jeux\06-Logos jeux Validés\JPG rvb 240dpi A5\2012-LogoBL CIPE-72dpi-RVB.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6820" y="5805265"/>
            <a:ext cx="2130359" cy="84450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BertrandS\Dropbox\Marketing\logos Jeux\a logos 300 dpi\kanban_300dpi.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587" y="884852"/>
            <a:ext cx="4656826" cy="3502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4134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eaLnBrk="1" hangingPunct="1"/>
            <a:r>
              <a:rPr lang="fr-FR" altLang="fr-FR" dirty="0"/>
              <a:t>Préambule</a:t>
            </a:r>
          </a:p>
        </p:txBody>
      </p:sp>
      <p:sp>
        <p:nvSpPr>
          <p:cNvPr id="4099" name="Rectangle 3"/>
          <p:cNvSpPr>
            <a:spLocks noGrp="1" noChangeArrowheads="1"/>
          </p:cNvSpPr>
          <p:nvPr>
            <p:ph type="body" idx="1"/>
          </p:nvPr>
        </p:nvSpPr>
        <p:spPr>
          <a:xfrm>
            <a:off x="598488" y="1349375"/>
            <a:ext cx="6837362" cy="3897313"/>
          </a:xfrm>
        </p:spPr>
        <p:txBody>
          <a:bodyPr/>
          <a:lstStyle/>
          <a:p>
            <a:pPr eaLnBrk="1" hangingPunct="1">
              <a:buFont typeface="Wingdings" pitchFamily="2" charset="2"/>
              <a:buChar char="Ø"/>
            </a:pPr>
            <a:r>
              <a:rPr lang="fr-FR" altLang="fr-FR" dirty="0"/>
              <a:t>Certaines des diapos du Guide sont destinées à l’animateur, d’autres aux participants. </a:t>
            </a:r>
          </a:p>
          <a:p>
            <a:pPr eaLnBrk="1" hangingPunct="1">
              <a:buFont typeface="Wingdings" pitchFamily="2" charset="2"/>
              <a:buChar char="Ø"/>
            </a:pPr>
            <a:endParaRPr lang="fr-FR" altLang="fr-FR" dirty="0"/>
          </a:p>
          <a:p>
            <a:pPr eaLnBrk="1" hangingPunct="1">
              <a:buFont typeface="Wingdings" pitchFamily="2" charset="2"/>
              <a:buChar char="Ø"/>
            </a:pPr>
            <a:r>
              <a:rPr lang="fr-FR" altLang="fr-FR" dirty="0"/>
              <a:t>Les diapos de l’animateur sont signalées par le logo ci-contre. Elles devront être masquées au moment de la projection.</a:t>
            </a:r>
          </a:p>
          <a:p>
            <a:pPr eaLnBrk="1" hangingPunct="1">
              <a:buFont typeface="Wingdings" pitchFamily="2" charset="2"/>
              <a:buChar char="Ø"/>
            </a:pPr>
            <a:endParaRPr lang="fr-FR" altLang="fr-FR" dirty="0"/>
          </a:p>
        </p:txBody>
      </p:sp>
      <p:pic>
        <p:nvPicPr>
          <p:cNvPr id="8"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7603032" y="231659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fr-FR" altLang="fr-FR" dirty="0"/>
              <a:t>Sommaire du diaporama</a:t>
            </a:r>
          </a:p>
        </p:txBody>
      </p:sp>
      <p:sp>
        <p:nvSpPr>
          <p:cNvPr id="5123" name="Rectangle 3"/>
          <p:cNvSpPr>
            <a:spLocks noGrp="1" noChangeArrowheads="1"/>
          </p:cNvSpPr>
          <p:nvPr>
            <p:ph type="body" idx="1"/>
          </p:nvPr>
        </p:nvSpPr>
        <p:spPr>
          <a:xfrm>
            <a:off x="1487487" y="981075"/>
            <a:ext cx="5856287" cy="4953000"/>
          </a:xfrm>
        </p:spPr>
        <p:txBody>
          <a:bodyPr/>
          <a:lstStyle/>
          <a:p>
            <a:pPr eaLnBrk="1" hangingPunct="1">
              <a:lnSpc>
                <a:spcPct val="110000"/>
              </a:lnSpc>
              <a:tabLst>
                <a:tab pos="5381625" algn="r"/>
              </a:tabLst>
            </a:pPr>
            <a:r>
              <a:rPr lang="fr-FR" altLang="fr-FR" sz="1800" b="1" dirty="0"/>
              <a:t>Règles du jeu pour l’animateur	4</a:t>
            </a:r>
          </a:p>
          <a:p>
            <a:pPr lvl="1" eaLnBrk="1" hangingPunct="1">
              <a:lnSpc>
                <a:spcPct val="110000"/>
              </a:lnSpc>
              <a:tabLst>
                <a:tab pos="5381625" algn="r"/>
              </a:tabLst>
            </a:pPr>
            <a:r>
              <a:rPr lang="fr-FR" altLang="fr-FR" sz="1600" dirty="0"/>
              <a:t>Objectif du Jeu	5</a:t>
            </a:r>
          </a:p>
          <a:p>
            <a:pPr lvl="1" eaLnBrk="1" hangingPunct="1">
              <a:lnSpc>
                <a:spcPct val="110000"/>
              </a:lnSpc>
              <a:tabLst>
                <a:tab pos="5381625" algn="r"/>
              </a:tabLst>
            </a:pPr>
            <a:r>
              <a:rPr lang="fr-FR" altLang="fr-FR" sz="1600" dirty="0"/>
              <a:t>Vue d’ensemble de la simulation	7</a:t>
            </a:r>
          </a:p>
          <a:p>
            <a:pPr lvl="1" eaLnBrk="1" hangingPunct="1">
              <a:lnSpc>
                <a:spcPct val="110000"/>
              </a:lnSpc>
              <a:tabLst>
                <a:tab pos="5381625" algn="r"/>
              </a:tabLst>
            </a:pPr>
            <a:r>
              <a:rPr lang="fr-FR" altLang="fr-FR" sz="1600" dirty="0"/>
              <a:t>Horaire	17</a:t>
            </a:r>
          </a:p>
          <a:p>
            <a:pPr lvl="1" eaLnBrk="1" hangingPunct="1">
              <a:lnSpc>
                <a:spcPct val="110000"/>
              </a:lnSpc>
              <a:tabLst>
                <a:tab pos="5381625" algn="r"/>
              </a:tabLst>
            </a:pPr>
            <a:r>
              <a:rPr lang="fr-FR" altLang="fr-FR" sz="1600" dirty="0"/>
              <a:t>Participants	19</a:t>
            </a:r>
          </a:p>
          <a:p>
            <a:pPr lvl="1" eaLnBrk="1" hangingPunct="1">
              <a:lnSpc>
                <a:spcPct val="110000"/>
              </a:lnSpc>
              <a:tabLst>
                <a:tab pos="5381625" algn="r"/>
              </a:tabLst>
            </a:pPr>
            <a:r>
              <a:rPr lang="fr-FR" altLang="fr-FR" sz="1600" dirty="0"/>
              <a:t>Check List du matériel	20</a:t>
            </a:r>
          </a:p>
          <a:p>
            <a:pPr lvl="1" eaLnBrk="1" hangingPunct="1">
              <a:lnSpc>
                <a:spcPct val="110000"/>
              </a:lnSpc>
              <a:tabLst>
                <a:tab pos="5381625" algn="r"/>
              </a:tabLst>
            </a:pPr>
            <a:r>
              <a:rPr lang="fr-FR" altLang="fr-FR" sz="1600" dirty="0"/>
              <a:t>Préparation de la salle	22</a:t>
            </a:r>
          </a:p>
          <a:p>
            <a:pPr eaLnBrk="1" hangingPunct="1">
              <a:lnSpc>
                <a:spcPct val="110000"/>
              </a:lnSpc>
              <a:tabLst>
                <a:tab pos="5381625" algn="r"/>
              </a:tabLst>
            </a:pPr>
            <a:r>
              <a:rPr lang="fr-FR" altLang="fr-FR" sz="1800" b="1" dirty="0"/>
              <a:t>Présentation du jeu aux participants	23</a:t>
            </a:r>
          </a:p>
          <a:p>
            <a:pPr eaLnBrk="1" hangingPunct="1">
              <a:lnSpc>
                <a:spcPct val="110000"/>
              </a:lnSpc>
              <a:tabLst>
                <a:tab pos="5381625" algn="r"/>
              </a:tabLst>
            </a:pPr>
            <a:r>
              <a:rPr lang="fr-FR" altLang="fr-FR" sz="1800" b="1" dirty="0"/>
              <a:t>Début de la simulation	47</a:t>
            </a:r>
          </a:p>
          <a:p>
            <a:pPr lvl="1" eaLnBrk="1" hangingPunct="1">
              <a:lnSpc>
                <a:spcPct val="110000"/>
              </a:lnSpc>
              <a:tabLst>
                <a:tab pos="5381625" algn="r"/>
              </a:tabLst>
            </a:pPr>
            <a:r>
              <a:rPr lang="fr-FR" altLang="fr-FR" sz="1600" dirty="0"/>
              <a:t>Semaine 1	48</a:t>
            </a:r>
          </a:p>
          <a:p>
            <a:pPr lvl="1" eaLnBrk="1" hangingPunct="1">
              <a:lnSpc>
                <a:spcPct val="110000"/>
              </a:lnSpc>
              <a:tabLst>
                <a:tab pos="5381625" algn="r"/>
              </a:tabLst>
            </a:pPr>
            <a:r>
              <a:rPr lang="fr-FR" altLang="fr-FR" sz="1600" dirty="0"/>
              <a:t>Semaine 2	86</a:t>
            </a:r>
          </a:p>
          <a:p>
            <a:pPr lvl="1" eaLnBrk="1" hangingPunct="1">
              <a:lnSpc>
                <a:spcPct val="110000"/>
              </a:lnSpc>
              <a:tabLst>
                <a:tab pos="5381625" algn="r"/>
              </a:tabLst>
            </a:pPr>
            <a:r>
              <a:rPr lang="fr-FR" altLang="fr-FR" sz="1600" dirty="0"/>
              <a:t>Semaine 3	134</a:t>
            </a:r>
          </a:p>
          <a:p>
            <a:pPr lvl="1" eaLnBrk="1" hangingPunct="1">
              <a:lnSpc>
                <a:spcPct val="110000"/>
              </a:lnSpc>
              <a:tabLst>
                <a:tab pos="5381625" algn="r"/>
              </a:tabLst>
            </a:pPr>
            <a:r>
              <a:rPr lang="fr-FR" altLang="fr-FR" sz="1600" dirty="0"/>
              <a:t>Semaine 4	173</a:t>
            </a:r>
          </a:p>
          <a:p>
            <a:pPr eaLnBrk="1" hangingPunct="1">
              <a:lnSpc>
                <a:spcPct val="110000"/>
              </a:lnSpc>
              <a:tabLst>
                <a:tab pos="5381625" algn="r"/>
              </a:tabLst>
            </a:pPr>
            <a:r>
              <a:rPr lang="fr-FR" altLang="fr-FR" sz="1800" b="1" dirty="0" err="1"/>
              <a:t>Debriefing</a:t>
            </a:r>
            <a:r>
              <a:rPr lang="fr-FR" altLang="fr-FR" sz="1800" b="1" dirty="0"/>
              <a:t>	210</a:t>
            </a:r>
          </a:p>
          <a:p>
            <a:pPr eaLnBrk="1" hangingPunct="1">
              <a:lnSpc>
                <a:spcPct val="110000"/>
              </a:lnSpc>
              <a:tabLst>
                <a:tab pos="5381625" algn="r"/>
              </a:tabLst>
            </a:pPr>
            <a:r>
              <a:rPr lang="fr-FR" altLang="fr-FR" sz="1800" b="1" dirty="0"/>
              <a:t>Variante financière	212</a:t>
            </a:r>
          </a:p>
        </p:txBody>
      </p:sp>
      <p:pic>
        <p:nvPicPr>
          <p:cNvPr id="3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Règles du jeu pour l’animateur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fr-FR" altLang="fr-FR" dirty="0"/>
              <a:t>Objectif du jeu</a:t>
            </a:r>
          </a:p>
        </p:txBody>
      </p:sp>
      <p:sp>
        <p:nvSpPr>
          <p:cNvPr id="7171" name="Rectangle 3"/>
          <p:cNvSpPr>
            <a:spLocks noGrp="1" noChangeArrowheads="1"/>
          </p:cNvSpPr>
          <p:nvPr>
            <p:ph type="body" idx="1"/>
          </p:nvPr>
        </p:nvSpPr>
        <p:spPr>
          <a:xfrm>
            <a:off x="317500" y="1344613"/>
            <a:ext cx="8531225" cy="4819650"/>
          </a:xfrm>
        </p:spPr>
        <p:txBody>
          <a:bodyPr/>
          <a:lstStyle/>
          <a:p>
            <a:pPr eaLnBrk="1" hangingPunct="1">
              <a:lnSpc>
                <a:spcPct val="130000"/>
              </a:lnSpc>
            </a:pPr>
            <a:r>
              <a:rPr lang="fr-FR" altLang="fr-FR"/>
              <a:t>Confier aux participants la responsabilité d’une unité de production.</a:t>
            </a:r>
          </a:p>
          <a:p>
            <a:pPr eaLnBrk="1" hangingPunct="1">
              <a:lnSpc>
                <a:spcPct val="130000"/>
              </a:lnSpc>
            </a:pPr>
            <a:r>
              <a:rPr lang="fr-FR" altLang="fr-FR"/>
              <a:t>Leur faire sentir qu’il est difficile de livrer les clients à temps.</a:t>
            </a:r>
          </a:p>
          <a:p>
            <a:pPr eaLnBrk="1" hangingPunct="1">
              <a:lnSpc>
                <a:spcPct val="130000"/>
              </a:lnSpc>
            </a:pPr>
            <a:r>
              <a:rPr lang="fr-FR" altLang="fr-FR"/>
              <a:t>Leur faire analyser les raisons de ces difficultés : manque de flexibilité de la production, impact des incidents.</a:t>
            </a:r>
          </a:p>
          <a:p>
            <a:pPr eaLnBrk="1" hangingPunct="1">
              <a:lnSpc>
                <a:spcPct val="130000"/>
              </a:lnSpc>
            </a:pPr>
            <a:r>
              <a:rPr lang="fr-FR" altLang="fr-FR"/>
              <a:t>Les conduire à :</a:t>
            </a:r>
          </a:p>
          <a:p>
            <a:pPr lvl="1" eaLnBrk="1" hangingPunct="1">
              <a:lnSpc>
                <a:spcPct val="130000"/>
              </a:lnSpc>
            </a:pPr>
            <a:r>
              <a:rPr lang="fr-FR" altLang="fr-FR" sz="1700"/>
              <a:t>changer de mode de programmation (du flux poussé au flux tiré) </a:t>
            </a:r>
          </a:p>
          <a:p>
            <a:pPr lvl="1" eaLnBrk="1" hangingPunct="1">
              <a:lnSpc>
                <a:spcPct val="130000"/>
              </a:lnSpc>
            </a:pPr>
            <a:r>
              <a:rPr lang="fr-FR" altLang="fr-FR" sz="1700"/>
              <a:t>mettre en œuvre une stratégie de progrès (SMED, qualité, maintenance …).</a:t>
            </a:r>
          </a:p>
          <a:p>
            <a:pPr eaLnBrk="1" hangingPunct="1">
              <a:lnSpc>
                <a:spcPct val="130000"/>
              </a:lnSpc>
            </a:pPr>
            <a:endParaRPr lang="fr-FR" altLang="fr-FR" sz="1700"/>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r-FR" altLang="fr-FR"/>
              <a:t>Variante financière</a:t>
            </a:r>
          </a:p>
        </p:txBody>
      </p:sp>
      <p:sp>
        <p:nvSpPr>
          <p:cNvPr id="8195" name="Rectangle 3"/>
          <p:cNvSpPr>
            <a:spLocks noGrp="1" noChangeArrowheads="1"/>
          </p:cNvSpPr>
          <p:nvPr>
            <p:ph type="body" idx="1"/>
          </p:nvPr>
        </p:nvSpPr>
        <p:spPr>
          <a:xfrm>
            <a:off x="376238" y="1084263"/>
            <a:ext cx="8531225" cy="5311775"/>
          </a:xfrm>
        </p:spPr>
        <p:txBody>
          <a:bodyPr/>
          <a:lstStyle/>
          <a:p>
            <a:pPr eaLnBrk="1" hangingPunct="1"/>
            <a:r>
              <a:rPr lang="fr-FR" altLang="fr-FR"/>
              <a:t>Dans la version standard du jeu, nous donnons aux équipes trois objectifs indépendants : service client, efficience de la production, niveau des stocks. </a:t>
            </a:r>
          </a:p>
          <a:p>
            <a:pPr lvl="1" eaLnBrk="1" hangingPunct="1"/>
            <a:r>
              <a:rPr lang="fr-FR" altLang="fr-FR"/>
              <a:t>Une équipe aura par exemple des stocks faibles et un mauvais service client, une autre équipe aura l’inverse. Il n’est pas toujours possible de désigner une équipe gagnante.</a:t>
            </a:r>
          </a:p>
          <a:p>
            <a:pPr eaLnBrk="1" hangingPunct="1"/>
            <a:r>
              <a:rPr lang="fr-FR" altLang="fr-FR"/>
              <a:t>Si l’animateur le désire, il peut introduire une variante financière, dans laquelle tous les indicateurs sont transformés en €. Cette variante est introduite en début de semaine 2.</a:t>
            </a:r>
          </a:p>
          <a:p>
            <a:pPr lvl="1" eaLnBrk="1" hangingPunct="1"/>
            <a:r>
              <a:rPr lang="fr-FR" altLang="fr-FR"/>
              <a:t>Cela rend la partie plus stimulante, mais il faut prévoir environ ½ h de plus.</a:t>
            </a:r>
          </a:p>
          <a:p>
            <a:pPr lvl="1" eaLnBrk="1" hangingPunct="1"/>
            <a:r>
              <a:rPr lang="fr-FR" altLang="fr-FR"/>
              <a:t>Les diapos introduisant cette variante sont placées à la fin du diaporama. </a:t>
            </a:r>
          </a:p>
          <a:p>
            <a:pPr lvl="1" eaLnBrk="1" hangingPunct="1"/>
            <a:r>
              <a:rPr lang="fr-FR" altLang="fr-FR"/>
              <a:t>Un document est nécessaire : il s’appelle « variante financière » (voir CD Rom). </a:t>
            </a:r>
          </a:p>
          <a:p>
            <a:pPr lvl="2" eaLnBrk="1" hangingPunct="1"/>
            <a:r>
              <a:rPr lang="fr-FR" altLang="fr-FR"/>
              <a:t>Il doit être distribué à chaque table en trois exemplaires au moins (un ou deux pour la préparation de la stratégie, un pour les calculs en fin de partie).</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AutoShape 29"/>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 name="Rectangle 2"/>
          <p:cNvSpPr>
            <a:spLocks noGrp="1" noChangeArrowheads="1"/>
          </p:cNvSpPr>
          <p:nvPr>
            <p:ph type="title"/>
          </p:nvPr>
        </p:nvSpPr>
        <p:spPr/>
        <p:txBody>
          <a:bodyPr/>
          <a:lstStyle/>
          <a:p>
            <a:pPr eaLnBrk="1" hangingPunct="1"/>
            <a:r>
              <a:rPr lang="fr-FR" altLang="fr-FR"/>
              <a:t>Vue d’ensemble de la simulation</a:t>
            </a:r>
          </a:p>
        </p:txBody>
      </p:sp>
      <p:sp>
        <p:nvSpPr>
          <p:cNvPr id="9220"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 Présentation du jeu + préparation du planning de production</a:t>
            </a:r>
          </a:p>
        </p:txBody>
      </p:sp>
      <p:sp>
        <p:nvSpPr>
          <p:cNvPr id="9221"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 Simulation semaine 1</a:t>
            </a:r>
          </a:p>
        </p:txBody>
      </p:sp>
      <p:sp>
        <p:nvSpPr>
          <p:cNvPr id="9222" name="Rectangle 8"/>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 Simulation semaine 2</a:t>
            </a:r>
          </a:p>
        </p:txBody>
      </p:sp>
      <p:sp>
        <p:nvSpPr>
          <p:cNvPr id="9223" name="Rectangle 9"/>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5. Simulation semaine 3</a:t>
            </a:r>
          </a:p>
        </p:txBody>
      </p:sp>
      <p:sp>
        <p:nvSpPr>
          <p:cNvPr id="9224" name="Rectangle 10"/>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 Mise en place des tickets Kanban</a:t>
            </a:r>
          </a:p>
        </p:txBody>
      </p:sp>
      <p:sp>
        <p:nvSpPr>
          <p:cNvPr id="9225" name="Rectangle 12"/>
          <p:cNvSpPr>
            <a:spLocks noChangeArrowheads="1"/>
          </p:cNvSpPr>
          <p:nvPr/>
        </p:nvSpPr>
        <p:spPr bwMode="auto">
          <a:xfrm>
            <a:off x="3233738" y="1946275"/>
            <a:ext cx="2338387" cy="41751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Production en flux poussé</a:t>
            </a:r>
          </a:p>
        </p:txBody>
      </p:sp>
      <p:sp>
        <p:nvSpPr>
          <p:cNvPr id="9226" name="Rectangle 13"/>
          <p:cNvSpPr>
            <a:spLocks noChangeArrowheads="1"/>
          </p:cNvSpPr>
          <p:nvPr/>
        </p:nvSpPr>
        <p:spPr bwMode="auto">
          <a:xfrm>
            <a:off x="3225800" y="3238500"/>
            <a:ext cx="2336800" cy="495300"/>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1</a:t>
            </a:r>
            <a:r>
              <a:rPr lang="fr-FR" altLang="fr-FR" sz="1300" baseline="30000">
                <a:solidFill>
                  <a:schemeClr val="tx1"/>
                </a:solidFill>
              </a:rPr>
              <a:t>ère</a:t>
            </a:r>
            <a:r>
              <a:rPr lang="fr-FR" altLang="fr-FR" sz="1300">
                <a:solidFill>
                  <a:schemeClr val="tx1"/>
                </a:solidFill>
              </a:rPr>
              <a:t> simulation Kanban avec un flux peu tendu</a:t>
            </a:r>
          </a:p>
        </p:txBody>
      </p:sp>
      <p:sp>
        <p:nvSpPr>
          <p:cNvPr id="9227" name="Rectangle 14"/>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 Simulation semaine 4</a:t>
            </a:r>
          </a:p>
        </p:txBody>
      </p:sp>
      <p:sp>
        <p:nvSpPr>
          <p:cNvPr id="9228" name="Rectangle 16"/>
          <p:cNvSpPr>
            <a:spLocks noChangeArrowheads="1"/>
          </p:cNvSpPr>
          <p:nvPr/>
        </p:nvSpPr>
        <p:spPr bwMode="auto">
          <a:xfrm>
            <a:off x="3216275" y="3903663"/>
            <a:ext cx="2347913" cy="495300"/>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2</a:t>
            </a:r>
            <a:r>
              <a:rPr lang="fr-FR" altLang="fr-FR" sz="1300" baseline="30000">
                <a:solidFill>
                  <a:schemeClr val="tx1"/>
                </a:solidFill>
              </a:rPr>
              <a:t>ème</a:t>
            </a:r>
            <a:r>
              <a:rPr lang="fr-FR" altLang="fr-FR" sz="1300">
                <a:solidFill>
                  <a:schemeClr val="tx1"/>
                </a:solidFill>
              </a:rPr>
              <a:t> simulation Kanban avec un flux tendu</a:t>
            </a:r>
          </a:p>
        </p:txBody>
      </p:sp>
      <p:sp>
        <p:nvSpPr>
          <p:cNvPr id="9229" name="Rectangle 17"/>
          <p:cNvSpPr>
            <a:spLocks noChangeArrowheads="1"/>
          </p:cNvSpPr>
          <p:nvPr/>
        </p:nvSpPr>
        <p:spPr bwMode="auto">
          <a:xfrm>
            <a:off x="3216275" y="4538663"/>
            <a:ext cx="2339975" cy="522287"/>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3</a:t>
            </a:r>
            <a:r>
              <a:rPr lang="fr-FR" altLang="fr-FR" sz="1300" baseline="30000">
                <a:solidFill>
                  <a:schemeClr val="tx1"/>
                </a:solidFill>
              </a:rPr>
              <a:t>ème</a:t>
            </a:r>
            <a:r>
              <a:rPr lang="fr-FR" altLang="fr-FR" sz="1300">
                <a:solidFill>
                  <a:schemeClr val="tx1"/>
                </a:solidFill>
              </a:rPr>
              <a:t> simulation Kanban avec un stock très faible</a:t>
            </a:r>
          </a:p>
        </p:txBody>
      </p:sp>
      <p:sp>
        <p:nvSpPr>
          <p:cNvPr id="9230" name="AutoShape 20"/>
          <p:cNvSpPr>
            <a:spLocks noChangeArrowheads="1"/>
          </p:cNvSpPr>
          <p:nvPr/>
        </p:nvSpPr>
        <p:spPr bwMode="auto">
          <a:xfrm>
            <a:off x="5727700" y="2987675"/>
            <a:ext cx="2576513" cy="1079500"/>
          </a:xfrm>
          <a:prstGeom prst="leftArrowCallout">
            <a:avLst>
              <a:gd name="adj1" fmla="val 25000"/>
              <a:gd name="adj2" fmla="val 25000"/>
              <a:gd name="adj3" fmla="val 39779"/>
              <a:gd name="adj4" fmla="val 74185"/>
            </a:avLst>
          </a:prstGeom>
          <a:solidFill>
            <a:srgbClr val="FFFF99"/>
          </a:solidFill>
          <a:ln w="6350" algn="ctr">
            <a:solidFill>
              <a:schemeClr val="tx2"/>
            </a:solidFill>
            <a:miter lim="800000"/>
            <a:headEnd/>
            <a:tailEnd/>
          </a:ln>
        </p:spPr>
        <p:txBody>
          <a:bodyPr lIns="54000" rIns="540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20000"/>
              </a:lnSpc>
              <a:spcBef>
                <a:spcPct val="0"/>
              </a:spcBef>
              <a:buFontTx/>
              <a:buNone/>
            </a:pPr>
            <a:r>
              <a:rPr lang="fr-FR" altLang="fr-FR" sz="1300">
                <a:solidFill>
                  <a:schemeClr val="tx1"/>
                </a:solidFill>
              </a:rPr>
              <a:t>A partir de la semaine 2 des progrès sont décidés par les équipes (SMED, qualité, etc.)</a:t>
            </a:r>
          </a:p>
        </p:txBody>
      </p:sp>
      <p:sp>
        <p:nvSpPr>
          <p:cNvPr id="9231" name="Text Box 23"/>
          <p:cNvSpPr txBox="1">
            <a:spLocks noChangeArrowheads="1"/>
          </p:cNvSpPr>
          <p:nvPr/>
        </p:nvSpPr>
        <p:spPr bwMode="auto">
          <a:xfrm>
            <a:off x="36195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1h30</a:t>
            </a:r>
          </a:p>
        </p:txBody>
      </p:sp>
      <p:sp>
        <p:nvSpPr>
          <p:cNvPr id="9232" name="Text Box 24"/>
          <p:cNvSpPr txBox="1">
            <a:spLocks noChangeArrowheads="1"/>
          </p:cNvSpPr>
          <p:nvPr/>
        </p:nvSpPr>
        <p:spPr bwMode="auto">
          <a:xfrm>
            <a:off x="22542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9233" name="Text Box 25"/>
          <p:cNvSpPr txBox="1">
            <a:spLocks noChangeArrowheads="1"/>
          </p:cNvSpPr>
          <p:nvPr/>
        </p:nvSpPr>
        <p:spPr bwMode="auto">
          <a:xfrm>
            <a:off x="22542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4" name="Text Box 26"/>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9235" name="Text Box 27"/>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6" name="Text Box 28"/>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7" name="Text Box 30"/>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fin de la partie</a:t>
            </a:r>
          </a:p>
        </p:txBody>
      </p:sp>
      <p:sp>
        <p:nvSpPr>
          <p:cNvPr id="9238" name="Rectangle 31"/>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7. Résultats - Synthèse</a:t>
            </a:r>
          </a:p>
        </p:txBody>
      </p:sp>
      <p:sp>
        <p:nvSpPr>
          <p:cNvPr id="9239" name="Text Box 32"/>
          <p:cNvSpPr txBox="1">
            <a:spLocks noChangeArrowheads="1"/>
          </p:cNvSpPr>
          <p:nvPr/>
        </p:nvSpPr>
        <p:spPr bwMode="auto">
          <a:xfrm>
            <a:off x="207963" y="52895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40" name="Text Box 33"/>
          <p:cNvSpPr txBox="1">
            <a:spLocks noChangeArrowheads="1"/>
          </p:cNvSpPr>
          <p:nvPr/>
        </p:nvSpPr>
        <p:spPr bwMode="auto">
          <a:xfrm>
            <a:off x="295275" y="6176963"/>
            <a:ext cx="9715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400">
                <a:solidFill>
                  <a:schemeClr val="tx1"/>
                </a:solidFill>
              </a:rPr>
              <a:t>Total :  5h</a:t>
            </a:r>
          </a:p>
        </p:txBody>
      </p:sp>
      <p:pic>
        <p:nvPicPr>
          <p:cNvPr id="27"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AutoShape 2"/>
          <p:cNvSpPr>
            <a:spLocks noChangeArrowheads="1"/>
          </p:cNvSpPr>
          <p:nvPr/>
        </p:nvSpPr>
        <p:spPr bwMode="auto">
          <a:xfrm>
            <a:off x="1609725"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0243" name="Rectangle 3"/>
          <p:cNvSpPr>
            <a:spLocks noGrp="1" noChangeArrowheads="1"/>
          </p:cNvSpPr>
          <p:nvPr>
            <p:ph type="title"/>
          </p:nvPr>
        </p:nvSpPr>
        <p:spPr/>
        <p:txBody>
          <a:bodyPr/>
          <a:lstStyle/>
          <a:p>
            <a:pPr eaLnBrk="1" hangingPunct="1"/>
            <a:r>
              <a:rPr lang="fr-FR" altLang="fr-FR"/>
              <a:t>Déroulement de la simulation</a:t>
            </a:r>
          </a:p>
        </p:txBody>
      </p:sp>
      <p:sp>
        <p:nvSpPr>
          <p:cNvPr id="10244" name="Rectangle 4"/>
          <p:cNvSpPr>
            <a:spLocks noChangeArrowheads="1"/>
          </p:cNvSpPr>
          <p:nvPr/>
        </p:nvSpPr>
        <p:spPr bwMode="auto">
          <a:xfrm>
            <a:off x="658813"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 Présentation du jeu + préparation du planning de production</a:t>
            </a:r>
          </a:p>
        </p:txBody>
      </p:sp>
      <p:sp>
        <p:nvSpPr>
          <p:cNvPr id="10245" name="Rectangle 5"/>
          <p:cNvSpPr>
            <a:spLocks noChangeArrowheads="1"/>
          </p:cNvSpPr>
          <p:nvPr/>
        </p:nvSpPr>
        <p:spPr bwMode="auto">
          <a:xfrm>
            <a:off x="654050"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0246" name="Rectangle 6"/>
          <p:cNvSpPr>
            <a:spLocks noChangeArrowheads="1"/>
          </p:cNvSpPr>
          <p:nvPr/>
        </p:nvSpPr>
        <p:spPr bwMode="auto">
          <a:xfrm>
            <a:off x="658813"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0247" name="Rectangle 7"/>
          <p:cNvSpPr>
            <a:spLocks noChangeArrowheads="1"/>
          </p:cNvSpPr>
          <p:nvPr/>
        </p:nvSpPr>
        <p:spPr bwMode="auto">
          <a:xfrm>
            <a:off x="658813"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0248" name="Rectangle 8"/>
          <p:cNvSpPr>
            <a:spLocks noChangeArrowheads="1"/>
          </p:cNvSpPr>
          <p:nvPr/>
        </p:nvSpPr>
        <p:spPr bwMode="auto">
          <a:xfrm>
            <a:off x="658813" y="26146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0249" name="Rectangle 11"/>
          <p:cNvSpPr>
            <a:spLocks noChangeArrowheads="1"/>
          </p:cNvSpPr>
          <p:nvPr/>
        </p:nvSpPr>
        <p:spPr bwMode="auto">
          <a:xfrm>
            <a:off x="658813"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0250" name="Text Box 15"/>
          <p:cNvSpPr txBox="1">
            <a:spLocks noChangeArrowheads="1"/>
          </p:cNvSpPr>
          <p:nvPr/>
        </p:nvSpPr>
        <p:spPr bwMode="auto">
          <a:xfrm>
            <a:off x="11430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1h15</a:t>
            </a:r>
          </a:p>
        </p:txBody>
      </p:sp>
      <p:sp>
        <p:nvSpPr>
          <p:cNvPr id="10251" name="Text Box 21"/>
          <p:cNvSpPr txBox="1">
            <a:spLocks noChangeArrowheads="1"/>
          </p:cNvSpPr>
          <p:nvPr/>
        </p:nvSpPr>
        <p:spPr bwMode="auto">
          <a:xfrm>
            <a:off x="1169988"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0252" name="Rectangle 22"/>
          <p:cNvSpPr>
            <a:spLocks noChangeArrowheads="1"/>
          </p:cNvSpPr>
          <p:nvPr/>
        </p:nvSpPr>
        <p:spPr bwMode="auto">
          <a:xfrm>
            <a:off x="658813"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0253" name="Text Box 23"/>
          <p:cNvSpPr txBox="1">
            <a:spLocks noChangeArrowheads="1"/>
          </p:cNvSpPr>
          <p:nvPr/>
        </p:nvSpPr>
        <p:spPr bwMode="auto">
          <a:xfrm>
            <a:off x="3182938" y="841375"/>
            <a:ext cx="5454650" cy="1679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b="1">
                <a:solidFill>
                  <a:schemeClr val="tx1"/>
                </a:solidFill>
              </a:rPr>
              <a:t>1a.</a:t>
            </a:r>
            <a:r>
              <a:rPr lang="fr-FR" altLang="fr-FR" sz="1300">
                <a:solidFill>
                  <a:schemeClr val="tx1"/>
                </a:solidFill>
              </a:rPr>
              <a:t> L’animateur prépare la salle puis présente les règles du jeu aux participants à l’aide du diaporama. Il distribue du matériel à chaque équipe.</a:t>
            </a:r>
          </a:p>
          <a:p>
            <a:pPr eaLnBrk="1" hangingPunct="1">
              <a:spcBef>
                <a:spcPct val="0"/>
              </a:spcBef>
              <a:buFontTx/>
              <a:buNone/>
            </a:pPr>
            <a:endParaRPr lang="fr-FR" altLang="fr-FR" sz="1300">
              <a:solidFill>
                <a:schemeClr val="tx1"/>
              </a:solidFill>
            </a:endParaRPr>
          </a:p>
          <a:p>
            <a:pPr eaLnBrk="1" hangingPunct="1">
              <a:spcBef>
                <a:spcPct val="0"/>
              </a:spcBef>
              <a:buFontTx/>
              <a:buNone/>
            </a:pPr>
            <a:r>
              <a:rPr lang="fr-FR" altLang="fr-FR" sz="1300" b="1">
                <a:solidFill>
                  <a:schemeClr val="tx1"/>
                </a:solidFill>
              </a:rPr>
              <a:t>1b.</a:t>
            </a:r>
            <a:r>
              <a:rPr lang="fr-FR" altLang="fr-FR" sz="1300">
                <a:solidFill>
                  <a:schemeClr val="tx1"/>
                </a:solidFill>
              </a:rPr>
              <a:t> Chaque équipe doit « planifier sa production », c’est-à-dire décider combien elle veut produire pour la semaine sur chacun des postes de travail. </a:t>
            </a:r>
          </a:p>
          <a:p>
            <a:pPr eaLnBrk="1" hangingPunct="1">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AutoShape 2"/>
          <p:cNvSpPr>
            <a:spLocks noChangeArrowheads="1"/>
          </p:cNvSpPr>
          <p:nvPr/>
        </p:nvSpPr>
        <p:spPr bwMode="auto">
          <a:xfrm>
            <a:off x="177165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267" name="Rectangle 3"/>
          <p:cNvSpPr>
            <a:spLocks noGrp="1" noChangeArrowheads="1"/>
          </p:cNvSpPr>
          <p:nvPr>
            <p:ph type="title"/>
          </p:nvPr>
        </p:nvSpPr>
        <p:spPr/>
        <p:txBody>
          <a:bodyPr/>
          <a:lstStyle/>
          <a:p>
            <a:pPr eaLnBrk="1" hangingPunct="1"/>
            <a:r>
              <a:rPr lang="fr-FR" altLang="fr-FR"/>
              <a:t>Vue d’ensemble de la simulation</a:t>
            </a:r>
          </a:p>
        </p:txBody>
      </p:sp>
      <p:sp>
        <p:nvSpPr>
          <p:cNvPr id="11268" name="Rectangle 4"/>
          <p:cNvSpPr>
            <a:spLocks noChangeArrowheads="1"/>
          </p:cNvSpPr>
          <p:nvPr/>
        </p:nvSpPr>
        <p:spPr bwMode="auto">
          <a:xfrm>
            <a:off x="820738" y="1036638"/>
            <a:ext cx="2157412" cy="73183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1269" name="Rectangle 5"/>
          <p:cNvSpPr>
            <a:spLocks noChangeArrowheads="1"/>
          </p:cNvSpPr>
          <p:nvPr/>
        </p:nvSpPr>
        <p:spPr bwMode="auto">
          <a:xfrm>
            <a:off x="81597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 Simulation semaine 1</a:t>
            </a:r>
          </a:p>
        </p:txBody>
      </p:sp>
      <p:sp>
        <p:nvSpPr>
          <p:cNvPr id="11270" name="Rectangle 6"/>
          <p:cNvSpPr>
            <a:spLocks noChangeArrowheads="1"/>
          </p:cNvSpPr>
          <p:nvPr/>
        </p:nvSpPr>
        <p:spPr bwMode="auto">
          <a:xfrm>
            <a:off x="82073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1271" name="Rectangle 7"/>
          <p:cNvSpPr>
            <a:spLocks noChangeArrowheads="1"/>
          </p:cNvSpPr>
          <p:nvPr/>
        </p:nvSpPr>
        <p:spPr bwMode="auto">
          <a:xfrm>
            <a:off x="82073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1272" name="Rectangle 8"/>
          <p:cNvSpPr>
            <a:spLocks noChangeArrowheads="1"/>
          </p:cNvSpPr>
          <p:nvPr/>
        </p:nvSpPr>
        <p:spPr bwMode="auto">
          <a:xfrm>
            <a:off x="82073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1273" name="Rectangle 11"/>
          <p:cNvSpPr>
            <a:spLocks noChangeArrowheads="1"/>
          </p:cNvSpPr>
          <p:nvPr/>
        </p:nvSpPr>
        <p:spPr bwMode="auto">
          <a:xfrm>
            <a:off x="82073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1274" name="Text Box 16"/>
          <p:cNvSpPr txBox="1">
            <a:spLocks noChangeArrowheads="1"/>
          </p:cNvSpPr>
          <p:nvPr/>
        </p:nvSpPr>
        <p:spPr bwMode="auto">
          <a:xfrm>
            <a:off x="13017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1275" name="Text Box 21"/>
          <p:cNvSpPr txBox="1">
            <a:spLocks noChangeArrowheads="1"/>
          </p:cNvSpPr>
          <p:nvPr/>
        </p:nvSpPr>
        <p:spPr bwMode="auto">
          <a:xfrm>
            <a:off x="133191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1276" name="Rectangle 22"/>
          <p:cNvSpPr>
            <a:spLocks noChangeArrowheads="1"/>
          </p:cNvSpPr>
          <p:nvPr/>
        </p:nvSpPr>
        <p:spPr bwMode="auto">
          <a:xfrm>
            <a:off x="82073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1277" name="Text Box 25"/>
          <p:cNvSpPr txBox="1">
            <a:spLocks noChangeArrowheads="1"/>
          </p:cNvSpPr>
          <p:nvPr/>
        </p:nvSpPr>
        <p:spPr bwMode="auto">
          <a:xfrm>
            <a:off x="3273425" y="1435100"/>
            <a:ext cx="5454650" cy="315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10000"/>
              </a:lnSpc>
              <a:spcBef>
                <a:spcPct val="0"/>
              </a:spcBef>
              <a:buFontTx/>
              <a:buNone/>
            </a:pPr>
            <a:r>
              <a:rPr lang="fr-FR" altLang="fr-FR" sz="1300" b="1">
                <a:solidFill>
                  <a:schemeClr val="tx1"/>
                </a:solidFill>
              </a:rPr>
              <a:t>2.</a:t>
            </a:r>
            <a:r>
              <a:rPr lang="fr-FR" altLang="fr-FR" sz="1300">
                <a:solidFill>
                  <a:schemeClr val="tx1"/>
                </a:solidFill>
              </a:rPr>
              <a:t> Les joueurs simulent une semaine de 32 heures. La simulation est pilotée par l’animateur qui utilise les diapos comme calendrier (horaire).</a:t>
            </a:r>
          </a:p>
          <a:p>
            <a:pPr eaLnBrk="1" hangingPunct="1">
              <a:lnSpc>
                <a:spcPct val="110000"/>
              </a:lnSpc>
              <a:spcBef>
                <a:spcPct val="0"/>
              </a:spcBef>
              <a:buFontTx/>
              <a:buNone/>
            </a:pPr>
            <a:r>
              <a:rPr lang="fr-FR" altLang="fr-FR" sz="1300">
                <a:solidFill>
                  <a:schemeClr val="tx1"/>
                </a:solidFill>
              </a:rPr>
              <a:t>A chaque heure les événements suivants se succèdent :</a:t>
            </a:r>
          </a:p>
          <a:p>
            <a:pPr eaLnBrk="1" hangingPunct="1">
              <a:lnSpc>
                <a:spcPct val="110000"/>
              </a:lnSpc>
              <a:spcBef>
                <a:spcPct val="0"/>
              </a:spcBef>
              <a:buFontTx/>
              <a:buNone/>
            </a:pPr>
            <a:r>
              <a:rPr lang="fr-FR" altLang="fr-FR" sz="1300">
                <a:solidFill>
                  <a:schemeClr val="tx1"/>
                </a:solidFill>
              </a:rPr>
              <a:t>		1. L’animateur appelle à l’écran une nouvelle diapo</a:t>
            </a:r>
          </a:p>
          <a:p>
            <a:pPr eaLnBrk="1" hangingPunct="1">
              <a:lnSpc>
                <a:spcPct val="110000"/>
              </a:lnSpc>
              <a:spcBef>
                <a:spcPct val="0"/>
              </a:spcBef>
              <a:buFontTx/>
              <a:buNone/>
            </a:pPr>
            <a:r>
              <a:rPr lang="fr-FR" altLang="fr-FR" sz="1300">
                <a:solidFill>
                  <a:schemeClr val="tx1"/>
                </a:solidFill>
              </a:rPr>
              <a:t>		2. L’équipe tire au dé un incident et applique ses conséquences.</a:t>
            </a:r>
          </a:p>
          <a:p>
            <a:pPr eaLnBrk="1" hangingPunct="1">
              <a:lnSpc>
                <a:spcPct val="110000"/>
              </a:lnSpc>
              <a:spcBef>
                <a:spcPct val="0"/>
              </a:spcBef>
              <a:buFontTx/>
              <a:buNone/>
            </a:pPr>
            <a:r>
              <a:rPr lang="fr-FR" altLang="fr-FR" sz="1300">
                <a:solidFill>
                  <a:schemeClr val="tx1"/>
                </a:solidFill>
              </a:rPr>
              <a:t>		3. L’équipe livre les commandes.</a:t>
            </a:r>
          </a:p>
          <a:p>
            <a:pPr eaLnBrk="1" hangingPunct="1">
              <a:lnSpc>
                <a:spcPct val="110000"/>
              </a:lnSpc>
              <a:spcBef>
                <a:spcPct val="0"/>
              </a:spcBef>
              <a:buFontTx/>
              <a:buNone/>
            </a:pPr>
            <a:r>
              <a:rPr lang="fr-FR" altLang="fr-FR" sz="1300">
                <a:solidFill>
                  <a:schemeClr val="tx1"/>
                </a:solidFill>
              </a:rPr>
              <a:t>		4. Elle produit.</a:t>
            </a:r>
          </a:p>
          <a:p>
            <a:pPr eaLnBrk="1" hangingPunct="1">
              <a:lnSpc>
                <a:spcPct val="110000"/>
              </a:lnSpc>
              <a:spcBef>
                <a:spcPct val="0"/>
              </a:spcBef>
              <a:buFontTx/>
              <a:buNone/>
            </a:pPr>
            <a:r>
              <a:rPr lang="fr-FR" altLang="fr-FR" sz="1300">
                <a:solidFill>
                  <a:schemeClr val="tx1"/>
                </a:solidFill>
              </a:rPr>
              <a:t>En fin de semaine, les équipes font la synthèse de leurs performances (taux de service, efficience, stocks) et l’animateur met à jour le tableau de bord.</a:t>
            </a:r>
          </a:p>
          <a:p>
            <a:pPr eaLnBrk="1" hangingPunct="1">
              <a:lnSpc>
                <a:spcPct val="110000"/>
              </a:lnSpc>
              <a:spcBef>
                <a:spcPct val="0"/>
              </a:spcBef>
              <a:buFontTx/>
              <a:buNone/>
            </a:pPr>
            <a:r>
              <a:rPr lang="fr-FR" altLang="fr-FR" sz="1300">
                <a:solidFill>
                  <a:schemeClr val="tx1"/>
                </a:solidFill>
              </a:rPr>
              <a:t>Il commente les résultats.</a:t>
            </a:r>
          </a:p>
          <a:p>
            <a:pPr eaLnBrk="1" hangingPunct="1">
              <a:lnSpc>
                <a:spcPct val="110000"/>
              </a:lnSpc>
              <a:spcBef>
                <a:spcPct val="0"/>
              </a:spcBef>
              <a:buFontTx/>
              <a:buNone/>
            </a:pPr>
            <a:endParaRPr lang="fr-FR" altLang="fr-FR" sz="1300">
              <a:solidFill>
                <a:schemeClr val="tx1"/>
              </a:solidFill>
            </a:endParaRPr>
          </a:p>
          <a:p>
            <a:pPr eaLnBrk="1" hangingPunct="1">
              <a:lnSpc>
                <a:spcPct val="110000"/>
              </a:lnSpc>
              <a:spcBef>
                <a:spcPct val="0"/>
              </a:spcBef>
              <a:buFontTx/>
              <a:buNone/>
            </a:pPr>
            <a:endParaRPr lang="fr-FR" altLang="fr-FR" sz="1300">
              <a:solidFill>
                <a:schemeClr val="tx1"/>
              </a:solidFill>
            </a:endParaRPr>
          </a:p>
          <a:p>
            <a:pPr eaLnBrk="1" hangingPunct="1">
              <a:lnSpc>
                <a:spcPct val="110000"/>
              </a:lnSpc>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AutoShape 2"/>
          <p:cNvSpPr>
            <a:spLocks noChangeArrowheads="1"/>
          </p:cNvSpPr>
          <p:nvPr/>
        </p:nvSpPr>
        <p:spPr bwMode="auto">
          <a:xfrm>
            <a:off x="180975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291" name="Rectangle 3"/>
          <p:cNvSpPr>
            <a:spLocks noGrp="1" noChangeArrowheads="1"/>
          </p:cNvSpPr>
          <p:nvPr>
            <p:ph type="title"/>
          </p:nvPr>
        </p:nvSpPr>
        <p:spPr/>
        <p:txBody>
          <a:bodyPr/>
          <a:lstStyle/>
          <a:p>
            <a:pPr eaLnBrk="1" hangingPunct="1"/>
            <a:r>
              <a:rPr lang="fr-FR" altLang="fr-FR"/>
              <a:t>Vue d’ensemble de la simulation</a:t>
            </a:r>
          </a:p>
        </p:txBody>
      </p:sp>
      <p:sp>
        <p:nvSpPr>
          <p:cNvPr id="12292" name="Rectangle 4"/>
          <p:cNvSpPr>
            <a:spLocks noChangeArrowheads="1"/>
          </p:cNvSpPr>
          <p:nvPr/>
        </p:nvSpPr>
        <p:spPr bwMode="auto">
          <a:xfrm>
            <a:off x="85883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2293" name="Rectangle 5"/>
          <p:cNvSpPr>
            <a:spLocks noChangeArrowheads="1"/>
          </p:cNvSpPr>
          <p:nvPr/>
        </p:nvSpPr>
        <p:spPr bwMode="auto">
          <a:xfrm>
            <a:off x="85407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2294" name="Rectangle 6"/>
          <p:cNvSpPr>
            <a:spLocks noChangeArrowheads="1"/>
          </p:cNvSpPr>
          <p:nvPr/>
        </p:nvSpPr>
        <p:spPr bwMode="auto">
          <a:xfrm>
            <a:off x="85883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2295" name="Rectangle 7"/>
          <p:cNvSpPr>
            <a:spLocks noChangeArrowheads="1"/>
          </p:cNvSpPr>
          <p:nvPr/>
        </p:nvSpPr>
        <p:spPr bwMode="auto">
          <a:xfrm>
            <a:off x="85883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2296" name="Rectangle 8"/>
          <p:cNvSpPr>
            <a:spLocks noChangeArrowheads="1"/>
          </p:cNvSpPr>
          <p:nvPr/>
        </p:nvSpPr>
        <p:spPr bwMode="auto">
          <a:xfrm>
            <a:off x="85883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 Mise en place des tickets Kanban</a:t>
            </a:r>
          </a:p>
        </p:txBody>
      </p:sp>
      <p:sp>
        <p:nvSpPr>
          <p:cNvPr id="12297" name="Rectangle 11"/>
          <p:cNvSpPr>
            <a:spLocks noChangeArrowheads="1"/>
          </p:cNvSpPr>
          <p:nvPr/>
        </p:nvSpPr>
        <p:spPr bwMode="auto">
          <a:xfrm>
            <a:off x="85883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2298" name="Text Box 17"/>
          <p:cNvSpPr txBox="1">
            <a:spLocks noChangeArrowheads="1"/>
          </p:cNvSpPr>
          <p:nvPr/>
        </p:nvSpPr>
        <p:spPr bwMode="auto">
          <a:xfrm>
            <a:off x="16827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2299" name="Text Box 21"/>
          <p:cNvSpPr txBox="1">
            <a:spLocks noChangeArrowheads="1"/>
          </p:cNvSpPr>
          <p:nvPr/>
        </p:nvSpPr>
        <p:spPr bwMode="auto">
          <a:xfrm>
            <a:off x="137001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2300" name="Rectangle 22"/>
          <p:cNvSpPr>
            <a:spLocks noChangeArrowheads="1"/>
          </p:cNvSpPr>
          <p:nvPr/>
        </p:nvSpPr>
        <p:spPr bwMode="auto">
          <a:xfrm>
            <a:off x="85883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2301" name="Text Box 25"/>
          <p:cNvSpPr txBox="1">
            <a:spLocks noChangeArrowheads="1"/>
          </p:cNvSpPr>
          <p:nvPr/>
        </p:nvSpPr>
        <p:spPr bwMode="auto">
          <a:xfrm>
            <a:off x="3294063" y="1630363"/>
            <a:ext cx="5454650" cy="309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10000"/>
              </a:lnSpc>
              <a:spcBef>
                <a:spcPct val="0"/>
              </a:spcBef>
              <a:buFontTx/>
              <a:buNone/>
            </a:pPr>
            <a:r>
              <a:rPr lang="fr-FR" altLang="fr-FR" sz="1300" b="1">
                <a:solidFill>
                  <a:schemeClr val="tx1"/>
                </a:solidFill>
              </a:rPr>
              <a:t>3a.</a:t>
            </a:r>
            <a:r>
              <a:rPr lang="fr-FR" altLang="fr-FR" sz="1300">
                <a:solidFill>
                  <a:schemeClr val="tx1"/>
                </a:solidFill>
              </a:rPr>
              <a:t> L’animateur explique la méthode Kanban.</a:t>
            </a:r>
          </a:p>
          <a:p>
            <a:pPr eaLnBrk="1" hangingPunct="1">
              <a:lnSpc>
                <a:spcPct val="110000"/>
              </a:lnSpc>
              <a:spcBef>
                <a:spcPct val="0"/>
              </a:spcBef>
              <a:buFontTx/>
              <a:buNone/>
            </a:pPr>
            <a:r>
              <a:rPr lang="fr-FR" altLang="fr-FR" sz="1300">
                <a:solidFill>
                  <a:schemeClr val="tx1"/>
                </a:solidFill>
              </a:rPr>
              <a:t>Il distribue les tickets et les tableaux de rangement des tickets.</a:t>
            </a:r>
          </a:p>
          <a:p>
            <a:pPr eaLnBrk="1" hangingPunct="1">
              <a:lnSpc>
                <a:spcPct val="110000"/>
              </a:lnSpc>
              <a:spcBef>
                <a:spcPct val="0"/>
              </a:spcBef>
              <a:buFontTx/>
              <a:buNone/>
            </a:pPr>
            <a:r>
              <a:rPr lang="fr-FR" altLang="fr-FR" sz="1300">
                <a:solidFill>
                  <a:schemeClr val="tx1"/>
                </a:solidFill>
              </a:rPr>
              <a:t>Il n’est plus nécessaire de programmer la production à l’avance.</a:t>
            </a:r>
          </a:p>
          <a:p>
            <a:pPr eaLnBrk="1" hangingPunct="1">
              <a:lnSpc>
                <a:spcPct val="110000"/>
              </a:lnSpc>
              <a:spcBef>
                <a:spcPct val="0"/>
              </a:spcBef>
              <a:buFontTx/>
              <a:buNone/>
            </a:pPr>
            <a:r>
              <a:rPr lang="fr-FR" altLang="fr-FR" sz="1300">
                <a:solidFill>
                  <a:schemeClr val="tx1"/>
                </a:solidFill>
              </a:rPr>
              <a:t>La simulation de la semaine 2 peut commencer.</a:t>
            </a:r>
          </a:p>
          <a:p>
            <a:pPr eaLnBrk="1" hangingPunct="1">
              <a:lnSpc>
                <a:spcPct val="110000"/>
              </a:lnSpc>
              <a:spcBef>
                <a:spcPct val="0"/>
              </a:spcBef>
              <a:buFontTx/>
              <a:buNone/>
            </a:pPr>
            <a:endParaRPr lang="fr-FR" altLang="fr-FR" sz="1300">
              <a:solidFill>
                <a:schemeClr val="tx1"/>
              </a:solidFill>
            </a:endParaRPr>
          </a:p>
          <a:p>
            <a:pPr eaLnBrk="1" hangingPunct="1">
              <a:lnSpc>
                <a:spcPct val="120000"/>
              </a:lnSpc>
              <a:spcBef>
                <a:spcPct val="0"/>
              </a:spcBef>
              <a:buFontTx/>
              <a:buNone/>
            </a:pPr>
            <a:r>
              <a:rPr lang="fr-FR" altLang="fr-FR" sz="1300" b="1">
                <a:solidFill>
                  <a:schemeClr val="tx1"/>
                </a:solidFill>
              </a:rPr>
              <a:t>3b.</a:t>
            </a:r>
            <a:r>
              <a:rPr lang="fr-FR" altLang="fr-FR" sz="1300">
                <a:solidFill>
                  <a:schemeClr val="tx1"/>
                </a:solidFill>
              </a:rPr>
              <a:t> L’animateur propose aux équipes d’engager des progrès.</a:t>
            </a:r>
          </a:p>
          <a:p>
            <a:pPr eaLnBrk="1" hangingPunct="1">
              <a:lnSpc>
                <a:spcPct val="120000"/>
              </a:lnSpc>
              <a:spcBef>
                <a:spcPct val="0"/>
              </a:spcBef>
              <a:buFontTx/>
              <a:buNone/>
            </a:pPr>
            <a:r>
              <a:rPr lang="fr-FR" altLang="fr-FR" sz="1300">
                <a:solidFill>
                  <a:schemeClr val="tx1"/>
                </a:solidFill>
              </a:rPr>
              <a:t>Elles ont le choix parmi un ensemble de progrès.</a:t>
            </a:r>
          </a:p>
          <a:p>
            <a:pPr eaLnBrk="1" hangingPunct="1">
              <a:lnSpc>
                <a:spcPct val="120000"/>
              </a:lnSpc>
              <a:spcBef>
                <a:spcPct val="0"/>
              </a:spcBef>
              <a:buFontTx/>
              <a:buNone/>
            </a:pPr>
            <a:r>
              <a:rPr lang="fr-FR" altLang="fr-FR" sz="1300">
                <a:solidFill>
                  <a:schemeClr val="tx1"/>
                </a:solidFill>
              </a:rPr>
              <a:t>Les progrès permettent de « tendre les flux » c’est-à-dire de baisser les stocks.</a:t>
            </a:r>
          </a:p>
          <a:p>
            <a:pPr eaLnBrk="1" hangingPunct="1">
              <a:lnSpc>
                <a:spcPct val="120000"/>
              </a:lnSpc>
              <a:spcBef>
                <a:spcPct val="0"/>
              </a:spcBef>
              <a:buFontTx/>
              <a:buNone/>
            </a:pPr>
            <a:r>
              <a:rPr lang="fr-FR" altLang="fr-FR" sz="1300">
                <a:solidFill>
                  <a:schemeClr val="tx1"/>
                </a:solidFill>
              </a:rPr>
              <a:t>A partir de maintenant, et jusqu’à la fin de la simulation, les équipes pourront engager de nouveaux progrès, en début (heure 1) et en milieu de semaine (heure 17).</a:t>
            </a:r>
          </a:p>
          <a:p>
            <a:pPr eaLnBrk="1" hangingPunct="1">
              <a:lnSpc>
                <a:spcPct val="120000"/>
              </a:lnSpc>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AutoShape 2"/>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315" name="Rectangle 3"/>
          <p:cNvSpPr>
            <a:spLocks noGrp="1" noChangeArrowheads="1"/>
          </p:cNvSpPr>
          <p:nvPr>
            <p:ph type="title"/>
          </p:nvPr>
        </p:nvSpPr>
        <p:spPr/>
        <p:txBody>
          <a:bodyPr/>
          <a:lstStyle/>
          <a:p>
            <a:pPr eaLnBrk="1" hangingPunct="1"/>
            <a:r>
              <a:rPr lang="fr-FR" altLang="fr-FR"/>
              <a:t>Vue d’ensemble de la simulation</a:t>
            </a:r>
          </a:p>
        </p:txBody>
      </p:sp>
      <p:sp>
        <p:nvSpPr>
          <p:cNvPr id="13316"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3317"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3318" name="Rectangle 6"/>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 Simulation semaine 2</a:t>
            </a:r>
          </a:p>
        </p:txBody>
      </p:sp>
      <p:sp>
        <p:nvSpPr>
          <p:cNvPr id="13319" name="Rectangle 7"/>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5. Simulation semaine 3</a:t>
            </a:r>
          </a:p>
        </p:txBody>
      </p:sp>
      <p:sp>
        <p:nvSpPr>
          <p:cNvPr id="13320" name="Rectangle 8"/>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3321" name="Rectangle 11"/>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 Simulation semaine 4</a:t>
            </a:r>
          </a:p>
        </p:txBody>
      </p:sp>
      <p:sp>
        <p:nvSpPr>
          <p:cNvPr id="13322" name="Text Box 18"/>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3323" name="Text Box 19"/>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3324" name="Text Box 20"/>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3325" name="Text Box 21"/>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3326" name="Rectangle 22"/>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3327" name="Text Box 25"/>
          <p:cNvSpPr txBox="1">
            <a:spLocks noChangeArrowheads="1"/>
          </p:cNvSpPr>
          <p:nvPr/>
        </p:nvSpPr>
        <p:spPr bwMode="auto">
          <a:xfrm>
            <a:off x="3476625" y="3541713"/>
            <a:ext cx="5454650" cy="104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a:solidFill>
                  <a:schemeClr val="tx1"/>
                </a:solidFill>
              </a:rPr>
              <a:t>Les semaines suivantes se déroulent selon le même principe que la semaine 3. Les flux sont de plus en plus tendus, les stocks tendent vers zéro.</a:t>
            </a:r>
          </a:p>
          <a:p>
            <a:pPr eaLnBrk="1" hangingPunct="1">
              <a:lnSpc>
                <a:spcPct val="120000"/>
              </a:lnSpc>
              <a:spcBef>
                <a:spcPct val="0"/>
              </a:spcBef>
              <a:buFontTx/>
              <a:buNone/>
            </a:pPr>
            <a:r>
              <a:rPr lang="fr-FR" altLang="fr-FR" sz="1300">
                <a:solidFill>
                  <a:schemeClr val="tx1"/>
                </a:solidFill>
              </a:rPr>
              <a:t>En fin de semaine 4 la simulation est terminée.</a:t>
            </a:r>
          </a:p>
        </p:txBody>
      </p:sp>
      <p:sp>
        <p:nvSpPr>
          <p:cNvPr id="13328" name="AutoShape 26"/>
          <p:cNvSpPr>
            <a:spLocks/>
          </p:cNvSpPr>
          <p:nvPr/>
        </p:nvSpPr>
        <p:spPr bwMode="auto">
          <a:xfrm>
            <a:off x="3171825" y="3254375"/>
            <a:ext cx="220663" cy="1704975"/>
          </a:xfrm>
          <a:prstGeom prst="rightBrace">
            <a:avLst>
              <a:gd name="adj1" fmla="val 64388"/>
              <a:gd name="adj2" fmla="val 50000"/>
            </a:avLst>
          </a:prstGeom>
          <a:noFill/>
          <a:ln w="6350">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pic>
        <p:nvPicPr>
          <p:cNvPr id="19"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AutoShape 2"/>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4339" name="Rectangle 3"/>
          <p:cNvSpPr>
            <a:spLocks noGrp="1" noChangeArrowheads="1"/>
          </p:cNvSpPr>
          <p:nvPr>
            <p:ph type="title"/>
          </p:nvPr>
        </p:nvSpPr>
        <p:spPr/>
        <p:txBody>
          <a:bodyPr/>
          <a:lstStyle/>
          <a:p>
            <a:pPr eaLnBrk="1" hangingPunct="1"/>
            <a:r>
              <a:rPr lang="fr-FR" altLang="fr-FR"/>
              <a:t>Vue d’ensemble de la simulation</a:t>
            </a:r>
          </a:p>
        </p:txBody>
      </p:sp>
      <p:sp>
        <p:nvSpPr>
          <p:cNvPr id="14340"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4341"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4342" name="Rectangle 6"/>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4343" name="Rectangle 7"/>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4344" name="Rectangle 8"/>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4345" name="Rectangle 11"/>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4346" name="Text Box 15"/>
          <p:cNvSpPr txBox="1">
            <a:spLocks noChangeArrowheads="1"/>
          </p:cNvSpPr>
          <p:nvPr/>
        </p:nvSpPr>
        <p:spPr bwMode="auto">
          <a:xfrm>
            <a:off x="40005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1h30</a:t>
            </a:r>
          </a:p>
        </p:txBody>
      </p:sp>
      <p:sp>
        <p:nvSpPr>
          <p:cNvPr id="14347" name="Text Box 16"/>
          <p:cNvSpPr txBox="1">
            <a:spLocks noChangeArrowheads="1"/>
          </p:cNvSpPr>
          <p:nvPr/>
        </p:nvSpPr>
        <p:spPr bwMode="auto">
          <a:xfrm>
            <a:off x="22542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4348" name="Text Box 17"/>
          <p:cNvSpPr txBox="1">
            <a:spLocks noChangeArrowheads="1"/>
          </p:cNvSpPr>
          <p:nvPr/>
        </p:nvSpPr>
        <p:spPr bwMode="auto">
          <a:xfrm>
            <a:off x="22542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49" name="Text Box 18"/>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4350" name="Text Box 19"/>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1" name="Text Box 20"/>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2" name="Text Box 21"/>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2"/>
                </a:solidFill>
              </a:rPr>
              <a:t>fin de la partie</a:t>
            </a:r>
          </a:p>
        </p:txBody>
      </p:sp>
      <p:sp>
        <p:nvSpPr>
          <p:cNvPr id="14353" name="Rectangle 22"/>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7. Résultats - Synthèse</a:t>
            </a:r>
          </a:p>
        </p:txBody>
      </p:sp>
      <p:sp>
        <p:nvSpPr>
          <p:cNvPr id="14354" name="Text Box 23"/>
          <p:cNvSpPr txBox="1">
            <a:spLocks noChangeArrowheads="1"/>
          </p:cNvSpPr>
          <p:nvPr/>
        </p:nvSpPr>
        <p:spPr bwMode="auto">
          <a:xfrm>
            <a:off x="207963" y="52895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5" name="Text Box 25"/>
          <p:cNvSpPr txBox="1">
            <a:spLocks noChangeArrowheads="1"/>
          </p:cNvSpPr>
          <p:nvPr/>
        </p:nvSpPr>
        <p:spPr bwMode="auto">
          <a:xfrm>
            <a:off x="3368675" y="4911725"/>
            <a:ext cx="5454650" cy="104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b="1">
                <a:solidFill>
                  <a:schemeClr val="tx1"/>
                </a:solidFill>
              </a:rPr>
              <a:t>7.</a:t>
            </a:r>
            <a:r>
              <a:rPr lang="fr-FR" altLang="fr-FR" sz="1300">
                <a:solidFill>
                  <a:schemeClr val="tx1"/>
                </a:solidFill>
              </a:rPr>
              <a:t> L’animateur présente le tableau de bord final.</a:t>
            </a:r>
          </a:p>
          <a:p>
            <a:pPr eaLnBrk="1" hangingPunct="1">
              <a:lnSpc>
                <a:spcPct val="120000"/>
              </a:lnSpc>
              <a:spcBef>
                <a:spcPct val="0"/>
              </a:spcBef>
              <a:buFontTx/>
              <a:buNone/>
            </a:pPr>
            <a:r>
              <a:rPr lang="fr-FR" altLang="fr-FR" sz="1300">
                <a:solidFill>
                  <a:schemeClr val="tx1"/>
                </a:solidFill>
              </a:rPr>
              <a:t>Il demande à chaque équipe de commenter les décisions qu’elle a prises au cours du jeu.</a:t>
            </a:r>
          </a:p>
          <a:p>
            <a:pPr eaLnBrk="1" hangingPunct="1">
              <a:lnSpc>
                <a:spcPct val="120000"/>
              </a:lnSpc>
              <a:spcBef>
                <a:spcPct val="0"/>
              </a:spcBef>
              <a:buFontTx/>
              <a:buNone/>
            </a:pPr>
            <a:r>
              <a:rPr lang="fr-FR" altLang="fr-FR" sz="1300">
                <a:solidFill>
                  <a:schemeClr val="tx1"/>
                </a:solidFill>
              </a:rPr>
              <a:t>Il anime un débat général sur les thèmes abordés durant la simulation.</a:t>
            </a:r>
          </a:p>
        </p:txBody>
      </p:sp>
      <p:sp>
        <p:nvSpPr>
          <p:cNvPr id="14356" name="Text Box 26"/>
          <p:cNvSpPr txBox="1">
            <a:spLocks noChangeArrowheads="1"/>
          </p:cNvSpPr>
          <p:nvPr/>
        </p:nvSpPr>
        <p:spPr bwMode="auto">
          <a:xfrm>
            <a:off x="752475" y="6173788"/>
            <a:ext cx="4302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400">
                <a:solidFill>
                  <a:schemeClr val="tx2"/>
                </a:solidFill>
              </a:rPr>
              <a:t>5 h</a:t>
            </a:r>
          </a:p>
        </p:txBody>
      </p:sp>
      <p:pic>
        <p:nvPicPr>
          <p:cNvPr id="23"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r-FR" altLang="fr-FR"/>
              <a:t>Diapos Incidents</a:t>
            </a:r>
          </a:p>
        </p:txBody>
      </p:sp>
      <p:sp>
        <p:nvSpPr>
          <p:cNvPr id="15363" name="Rectangle 3"/>
          <p:cNvSpPr>
            <a:spLocks noGrp="1" noChangeArrowheads="1"/>
          </p:cNvSpPr>
          <p:nvPr>
            <p:ph type="body" idx="1"/>
          </p:nvPr>
        </p:nvSpPr>
        <p:spPr>
          <a:xfrm>
            <a:off x="498475" y="1862138"/>
            <a:ext cx="8229600" cy="4143375"/>
          </a:xfrm>
        </p:spPr>
        <p:txBody>
          <a:bodyPr/>
          <a:lstStyle/>
          <a:p>
            <a:pPr eaLnBrk="1" hangingPunct="1"/>
            <a:r>
              <a:rPr lang="fr-FR" altLang="fr-FR"/>
              <a:t>Des incidents surviennent pendant la simulation (tirage du dé).</a:t>
            </a:r>
          </a:p>
          <a:p>
            <a:pPr eaLnBrk="1" hangingPunct="1"/>
            <a:r>
              <a:rPr lang="fr-FR" altLang="fr-FR"/>
              <a:t>Un dé qui tombe sur 1 ou 6 appelle un incident.</a:t>
            </a:r>
          </a:p>
          <a:p>
            <a:pPr lvl="1" eaLnBrk="1" hangingPunct="1">
              <a:lnSpc>
                <a:spcPct val="110000"/>
              </a:lnSpc>
            </a:pPr>
            <a:r>
              <a:rPr lang="fr-FR" altLang="fr-FR" u="sng"/>
              <a:t>Remarque</a:t>
            </a:r>
            <a:r>
              <a:rPr lang="fr-FR" altLang="fr-FR"/>
              <a:t> : le dé est tiré alternativement par chaque table mais son résultat est applicable à toutes les tables.</a:t>
            </a:r>
          </a:p>
          <a:p>
            <a:pPr eaLnBrk="1" hangingPunct="1"/>
            <a:r>
              <a:rPr lang="fr-FR" altLang="fr-FR"/>
              <a:t>En pratique, l’animateur utilisera le fichier Incidents présent sur le CD Rom.</a:t>
            </a:r>
          </a:p>
          <a:p>
            <a:pPr eaLnBrk="1" hangingPunct="1"/>
            <a:r>
              <a:rPr lang="fr-FR" altLang="fr-FR"/>
              <a:t>Il l’ouvrira en même temps que le fichier de la simulation, et passera d’un fichier à l’autre pour lire l’incident puis revenir à la simulation. </a:t>
            </a:r>
          </a:p>
          <a:p>
            <a:pPr eaLnBrk="1" hangingPunct="1"/>
            <a:endParaRPr lang="fr-FR" altLang="fr-FR"/>
          </a:p>
        </p:txBody>
      </p:sp>
      <p:grpSp>
        <p:nvGrpSpPr>
          <p:cNvPr id="15365" name="Group 6"/>
          <p:cNvGrpSpPr>
            <a:grpSpLocks/>
          </p:cNvGrpSpPr>
          <p:nvPr/>
        </p:nvGrpSpPr>
        <p:grpSpPr bwMode="auto">
          <a:xfrm>
            <a:off x="4132263" y="989013"/>
            <a:ext cx="446087" cy="534987"/>
            <a:chOff x="868" y="1439"/>
            <a:chExt cx="811" cy="972"/>
          </a:xfrm>
        </p:grpSpPr>
        <p:sp>
          <p:nvSpPr>
            <p:cNvPr id="15367" name="Freeform 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8" name="Freeform 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9" name="Freeform 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0" name="Freeform 1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1" name="Freeform 1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2" name="Freeform 1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3" name="Freeform 1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4" name="Freeform 1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5" name="Freeform 1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6" name="Freeform 1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7" name="Freeform 1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8" name="Freeform 1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9" name="Freeform 1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0" name="Freeform 2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1" name="Freeform 2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2" name="Freeform 2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3" name="Freeform 2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4" name="Freeform 2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5" name="Freeform 2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6" name="Freeform 2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7" name="Freeform 2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8" name="Freeform 2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9" name="Freeform 2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0" name="Freeform 3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1" name="Freeform 3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2" name="Freeform 3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3" name="Freeform 3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4" name="Freeform 3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5" name="Freeform 3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6" name="Freeform 3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7" name="Freeform 3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8" name="Freeform 3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9" name="Freeform 3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0" name="Freeform 4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1" name="Freeform 4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2" name="Freeform 4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3" name="Freeform 4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4" name="Freeform 4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5" name="Freeform 4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6" name="Freeform 4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7" name="Freeform 4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8" name="Freeform 4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9" name="Freeform 4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0" name="Freeform 5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1" name="Freeform 5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2" name="Freeform 5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3" name="Freeform 5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4" name="Freeform 5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5" name="Freeform 5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6" name="Freeform 5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7" name="Freeform 5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9"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r-FR" altLang="fr-FR"/>
              <a:t>Diapos Questions</a:t>
            </a:r>
          </a:p>
        </p:txBody>
      </p:sp>
      <p:sp>
        <p:nvSpPr>
          <p:cNvPr id="16387" name="Rectangle 3"/>
          <p:cNvSpPr>
            <a:spLocks noGrp="1" noChangeArrowheads="1"/>
          </p:cNvSpPr>
          <p:nvPr>
            <p:ph type="body" idx="1"/>
          </p:nvPr>
        </p:nvSpPr>
        <p:spPr>
          <a:xfrm>
            <a:off x="498475" y="1720850"/>
            <a:ext cx="8229600" cy="4284663"/>
          </a:xfrm>
        </p:spPr>
        <p:txBody>
          <a:bodyPr/>
          <a:lstStyle/>
          <a:p>
            <a:pPr eaLnBrk="1" hangingPunct="1"/>
            <a:r>
              <a:rPr lang="fr-FR" altLang="fr-FR"/>
              <a:t>Nous avons prévu à différents moments du jeu (chaque semaine aux heures 15 et 30) des Questions pour les participants.</a:t>
            </a:r>
          </a:p>
          <a:p>
            <a:pPr eaLnBrk="1" hangingPunct="1"/>
            <a:r>
              <a:rPr lang="fr-FR" altLang="fr-FR"/>
              <a:t>Leur but est de susciter une réflexion pédagogique.</a:t>
            </a:r>
          </a:p>
          <a:p>
            <a:pPr eaLnBrk="1" hangingPunct="1"/>
            <a:r>
              <a:rPr lang="fr-FR" altLang="fr-FR"/>
              <a:t>Mais il faut savoir que chaque question nécessite un minimum de temps (au moins 5 minutes). C’est pourquoi nous invitons l’animateur à sélectionner celles qui l’intéressent au moment de la préparation du diaporama. Il suffira de masquer celles qui ne doivent pas être traitées.</a:t>
            </a:r>
          </a:p>
          <a:p>
            <a:pPr eaLnBrk="1" hangingPunct="1"/>
            <a:r>
              <a:rPr lang="fr-FR" altLang="fr-FR"/>
              <a:t>Ces diapos peuvent également être facilement déplacées, si l’animateur préfère les traiter à un autre moment que celui prévu.</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fr-FR" altLang="fr-FR"/>
              <a:t>Tableau de bord</a:t>
            </a:r>
          </a:p>
        </p:txBody>
      </p:sp>
      <p:sp>
        <p:nvSpPr>
          <p:cNvPr id="17411" name="Rectangle 3"/>
          <p:cNvSpPr>
            <a:spLocks noGrp="1" noChangeArrowheads="1"/>
          </p:cNvSpPr>
          <p:nvPr>
            <p:ph type="body" idx="1"/>
          </p:nvPr>
        </p:nvSpPr>
        <p:spPr>
          <a:xfrm>
            <a:off x="509588" y="1446213"/>
            <a:ext cx="8229600" cy="4284662"/>
          </a:xfrm>
        </p:spPr>
        <p:txBody>
          <a:bodyPr/>
          <a:lstStyle/>
          <a:p>
            <a:pPr eaLnBrk="1" hangingPunct="1">
              <a:buFontTx/>
              <a:buNone/>
            </a:pPr>
            <a:r>
              <a:rPr lang="fr-FR" altLang="fr-FR"/>
              <a:t>Pour la présentation des résultats nous avons prévu :</a:t>
            </a:r>
          </a:p>
          <a:p>
            <a:pPr eaLnBrk="1" hangingPunct="1"/>
            <a:r>
              <a:rPr lang="fr-FR" altLang="fr-FR" sz="1800"/>
              <a:t>De projeter en fin de chaque semaine un tableau de bord réalisé sur Excel (fichier « Tableau de bord »), </a:t>
            </a:r>
          </a:p>
          <a:p>
            <a:pPr eaLnBrk="1" hangingPunct="1"/>
            <a:r>
              <a:rPr lang="fr-FR" altLang="fr-FR" sz="1800"/>
              <a:t>De commenter les choix de progrès des équipes par le biais d’une diapo Powerpoint animée (fichier « Analyse des progrès »).</a:t>
            </a:r>
          </a:p>
          <a:p>
            <a:pPr eaLnBrk="1" hangingPunct="1">
              <a:buFontTx/>
              <a:buNone/>
            </a:pPr>
            <a:r>
              <a:rPr lang="fr-FR" altLang="fr-FR"/>
              <a:t>Pour les animateurs qui préfèrent une « solution affichée » : </a:t>
            </a:r>
          </a:p>
          <a:p>
            <a:pPr eaLnBrk="1" hangingPunct="1"/>
            <a:r>
              <a:rPr lang="fr-FR" altLang="fr-FR" sz="1800"/>
              <a:t>Nous l’invitons à réaliser une affiche en format A1 ou A0 à partir de la diapo située ci-après.</a:t>
            </a:r>
          </a:p>
          <a:p>
            <a:pPr eaLnBrk="1" hangingPunct="1"/>
            <a:r>
              <a:rPr lang="fr-FR" altLang="fr-FR" sz="1800"/>
              <a:t>L’animateur affiche le tableau de bord, et chaque équipe met à jour le tableau de bord à l’aide d’un feutre de la couleur qui lui a été attribuée :</a:t>
            </a:r>
          </a:p>
          <a:p>
            <a:pPr lvl="1" eaLnBrk="1" hangingPunct="1"/>
            <a:r>
              <a:rPr lang="fr-FR" altLang="fr-FR"/>
              <a:t>Bleu pour l’équipe A</a:t>
            </a:r>
          </a:p>
          <a:p>
            <a:pPr lvl="1" eaLnBrk="1" hangingPunct="1"/>
            <a:r>
              <a:rPr lang="fr-FR" altLang="fr-FR"/>
              <a:t>Rouge pour l’équipe B</a:t>
            </a:r>
          </a:p>
          <a:p>
            <a:pPr lvl="1" eaLnBrk="1" hangingPunct="1"/>
            <a:r>
              <a:rPr lang="fr-FR" altLang="fr-FR"/>
              <a:t>Vert pour l’équipe C</a:t>
            </a:r>
          </a:p>
          <a:p>
            <a:pPr eaLnBrk="1" hangingPunct="1"/>
            <a:r>
              <a:rPr lang="fr-FR" altLang="fr-FR" sz="1800"/>
              <a:t>Pour enregistrer les progrès, les équipes peuvent inscrire dans le rond le N° de la semaine d’acquisition.</a:t>
            </a:r>
            <a:endParaRPr lang="fr-FR" altLang="fr-FR"/>
          </a:p>
          <a:p>
            <a:pPr eaLnBrk="1" hangingPunct="1">
              <a:buFontTx/>
              <a:buNone/>
            </a:pPr>
            <a:endParaRPr lang="fr-FR" altLang="fr-F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7150" y="117475"/>
            <a:ext cx="1168400" cy="385763"/>
          </a:xfrm>
        </p:spPr>
        <p:txBody>
          <a:bodyPr/>
          <a:lstStyle/>
          <a:p>
            <a:pPr eaLnBrk="1" hangingPunct="1">
              <a:lnSpc>
                <a:spcPct val="130000"/>
              </a:lnSpc>
            </a:pPr>
            <a:r>
              <a:rPr lang="fr-FR" altLang="fr-FR" sz="1000" dirty="0">
                <a:solidFill>
                  <a:schemeClr val="tx1"/>
                </a:solidFill>
              </a:rPr>
              <a:t>Affiche</a:t>
            </a:r>
            <a:br>
              <a:rPr lang="fr-FR" altLang="fr-FR" sz="1000" dirty="0">
                <a:solidFill>
                  <a:schemeClr val="tx1"/>
                </a:solidFill>
              </a:rPr>
            </a:br>
            <a:r>
              <a:rPr lang="fr-FR" altLang="fr-FR" sz="1000" dirty="0">
                <a:solidFill>
                  <a:schemeClr val="tx1"/>
                </a:solidFill>
              </a:rPr>
              <a:t>Tableau de bord</a:t>
            </a:r>
          </a:p>
        </p:txBody>
      </p:sp>
      <p:sp>
        <p:nvSpPr>
          <p:cNvPr id="18435" name="Rectangle 24"/>
          <p:cNvSpPr>
            <a:spLocks noChangeArrowheads="1"/>
          </p:cNvSpPr>
          <p:nvPr/>
        </p:nvSpPr>
        <p:spPr bwMode="auto">
          <a:xfrm flipV="1">
            <a:off x="4794250" y="4060825"/>
            <a:ext cx="534988" cy="109538"/>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36" name="Rectangle 28"/>
          <p:cNvSpPr>
            <a:spLocks noChangeArrowheads="1"/>
          </p:cNvSpPr>
          <p:nvPr/>
        </p:nvSpPr>
        <p:spPr bwMode="auto">
          <a:xfrm flipV="1">
            <a:off x="2844800" y="4106863"/>
            <a:ext cx="533400" cy="109537"/>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pic>
        <p:nvPicPr>
          <p:cNvPr id="18437" name="Picture 20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11263" y="206375"/>
            <a:ext cx="6892925" cy="4062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8438" name="Text Box 209"/>
          <p:cNvSpPr txBox="1">
            <a:spLocks noChangeArrowheads="1"/>
          </p:cNvSpPr>
          <p:nvPr/>
        </p:nvSpPr>
        <p:spPr bwMode="auto">
          <a:xfrm>
            <a:off x="-9525" y="6702425"/>
            <a:ext cx="1568450" cy="158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32" tIns="41116" rIns="82232" bIns="41116">
            <a:spAutoFit/>
          </a:bodyPr>
          <a:lstStyle>
            <a:lvl1pPr algn="l" defTabSz="822325" eaLnBrk="0" hangingPunct="0">
              <a:spcBef>
                <a:spcPct val="20000"/>
              </a:spcBef>
              <a:buChar char="•"/>
              <a:defRPr sz="2000">
                <a:solidFill>
                  <a:schemeClr val="accent2"/>
                </a:solidFill>
                <a:latin typeface="Arial" pitchFamily="34" charset="0"/>
              </a:defRPr>
            </a:lvl1pPr>
            <a:lvl2pPr marL="742950" indent="-285750" algn="l" defTabSz="822325" eaLnBrk="0" hangingPunct="0">
              <a:spcBef>
                <a:spcPct val="20000"/>
              </a:spcBef>
              <a:buChar char="–"/>
              <a:defRPr>
                <a:solidFill>
                  <a:schemeClr val="accent2"/>
                </a:solidFill>
                <a:latin typeface="Arial" pitchFamily="34" charset="0"/>
              </a:defRPr>
            </a:lvl2pPr>
            <a:lvl3pPr marL="1143000" indent="-228600" algn="l" defTabSz="822325" eaLnBrk="0" hangingPunct="0">
              <a:spcBef>
                <a:spcPct val="20000"/>
              </a:spcBef>
              <a:buChar char="•"/>
              <a:defRPr sz="1600">
                <a:solidFill>
                  <a:schemeClr val="accent2"/>
                </a:solidFill>
                <a:latin typeface="Arial" pitchFamily="34" charset="0"/>
              </a:defRPr>
            </a:lvl3pPr>
            <a:lvl4pPr marL="1600200" indent="-228600" algn="l" defTabSz="822325" eaLnBrk="0" hangingPunct="0">
              <a:spcBef>
                <a:spcPct val="20000"/>
              </a:spcBef>
              <a:buChar char="–"/>
              <a:defRPr sz="1600">
                <a:solidFill>
                  <a:schemeClr val="accent2"/>
                </a:solidFill>
                <a:latin typeface="Arial" pitchFamily="34" charset="0"/>
              </a:defRPr>
            </a:lvl4pPr>
            <a:lvl5pPr marL="2057400" indent="-228600" algn="l" defTabSz="822325" eaLnBrk="0" hangingPunct="0">
              <a:spcBef>
                <a:spcPct val="20000"/>
              </a:spcBef>
              <a:buChar char="»"/>
              <a:defRPr sz="1600">
                <a:solidFill>
                  <a:schemeClr val="accent2"/>
                </a:solidFill>
                <a:latin typeface="Arial" pitchFamily="34" charset="0"/>
              </a:defRPr>
            </a:lvl5pPr>
            <a:lvl6pPr marL="2514600" indent="-228600" defTabSz="822325" eaLnBrk="0" fontAlgn="base" hangingPunct="0">
              <a:spcBef>
                <a:spcPct val="20000"/>
              </a:spcBef>
              <a:spcAft>
                <a:spcPct val="0"/>
              </a:spcAft>
              <a:buChar char="»"/>
              <a:defRPr sz="1600">
                <a:solidFill>
                  <a:schemeClr val="accent2"/>
                </a:solidFill>
                <a:latin typeface="Arial" pitchFamily="34" charset="0"/>
              </a:defRPr>
            </a:lvl6pPr>
            <a:lvl7pPr marL="2971800" indent="-228600" defTabSz="822325" eaLnBrk="0" fontAlgn="base" hangingPunct="0">
              <a:spcBef>
                <a:spcPct val="20000"/>
              </a:spcBef>
              <a:spcAft>
                <a:spcPct val="0"/>
              </a:spcAft>
              <a:buChar char="»"/>
              <a:defRPr sz="1600">
                <a:solidFill>
                  <a:schemeClr val="accent2"/>
                </a:solidFill>
                <a:latin typeface="Arial" pitchFamily="34" charset="0"/>
              </a:defRPr>
            </a:lvl7pPr>
            <a:lvl8pPr marL="3429000" indent="-228600" defTabSz="822325" eaLnBrk="0" fontAlgn="base" hangingPunct="0">
              <a:spcBef>
                <a:spcPct val="20000"/>
              </a:spcBef>
              <a:spcAft>
                <a:spcPct val="0"/>
              </a:spcAft>
              <a:buChar char="»"/>
              <a:defRPr sz="1600">
                <a:solidFill>
                  <a:schemeClr val="accent2"/>
                </a:solidFill>
                <a:latin typeface="Arial" pitchFamily="34" charset="0"/>
              </a:defRPr>
            </a:lvl8pPr>
            <a:lvl9pPr marL="3886200" indent="-228600" defTabSz="822325" eaLnBrk="0" fontAlgn="base" hangingPunct="0">
              <a:spcBef>
                <a:spcPct val="20000"/>
              </a:spcBef>
              <a:spcAft>
                <a:spcPct val="0"/>
              </a:spcAft>
              <a:buChar char="»"/>
              <a:defRPr sz="1600">
                <a:solidFill>
                  <a:schemeClr val="accent2"/>
                </a:solidFill>
                <a:latin typeface="Arial" pitchFamily="34" charset="0"/>
              </a:defRPr>
            </a:lvl9pPr>
          </a:lstStyle>
          <a:p>
            <a:pPr>
              <a:spcBef>
                <a:spcPct val="0"/>
              </a:spcBef>
              <a:buFontTx/>
              <a:buNone/>
            </a:pPr>
            <a:r>
              <a:rPr lang="fr-FR" altLang="fr-FR" sz="500">
                <a:solidFill>
                  <a:srgbClr val="474747"/>
                </a:solidFill>
              </a:rPr>
              <a:t>JEU DU KANBAN</a:t>
            </a:r>
            <a:r>
              <a:rPr lang="fr-FR" altLang="fr-FR" sz="500" baseline="30000">
                <a:solidFill>
                  <a:srgbClr val="474747"/>
                </a:solidFill>
                <a:cs typeface="Arial" pitchFamily="34" charset="0"/>
              </a:rPr>
              <a:t>®</a:t>
            </a:r>
            <a:r>
              <a:rPr lang="fr-FR" altLang="fr-FR" sz="500">
                <a:solidFill>
                  <a:srgbClr val="474747"/>
                </a:solidFill>
              </a:rPr>
              <a:t> - CIPE / Tous Droits Réservés</a:t>
            </a:r>
          </a:p>
        </p:txBody>
      </p:sp>
      <p:grpSp>
        <p:nvGrpSpPr>
          <p:cNvPr id="18439" name="Group 240"/>
          <p:cNvGrpSpPr>
            <a:grpSpLocks/>
          </p:cNvGrpSpPr>
          <p:nvPr/>
        </p:nvGrpSpPr>
        <p:grpSpPr bwMode="auto">
          <a:xfrm>
            <a:off x="2014538" y="4535488"/>
            <a:ext cx="5594350" cy="2108200"/>
            <a:chOff x="1191" y="2797"/>
            <a:chExt cx="3524" cy="1328"/>
          </a:xfrm>
        </p:grpSpPr>
        <p:sp>
          <p:nvSpPr>
            <p:cNvPr id="18440" name="Text Box 5"/>
            <p:cNvSpPr txBox="1">
              <a:spLocks noChangeArrowheads="1"/>
            </p:cNvSpPr>
            <p:nvPr/>
          </p:nvSpPr>
          <p:spPr bwMode="auto">
            <a:xfrm>
              <a:off x="1353" y="2821"/>
              <a:ext cx="1122"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Engrenages</a:t>
              </a:r>
            </a:p>
          </p:txBody>
        </p:sp>
        <p:sp>
          <p:nvSpPr>
            <p:cNvPr id="18441" name="Text Box 6"/>
            <p:cNvSpPr txBox="1">
              <a:spLocks noChangeArrowheads="1"/>
            </p:cNvSpPr>
            <p:nvPr/>
          </p:nvSpPr>
          <p:spPr bwMode="auto">
            <a:xfrm>
              <a:off x="2724" y="2832"/>
              <a:ext cx="1132"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Carters</a:t>
              </a:r>
            </a:p>
          </p:txBody>
        </p:sp>
        <p:sp>
          <p:nvSpPr>
            <p:cNvPr id="18442" name="Text Box 7"/>
            <p:cNvSpPr txBox="1">
              <a:spLocks noChangeArrowheads="1"/>
            </p:cNvSpPr>
            <p:nvPr/>
          </p:nvSpPr>
          <p:spPr bwMode="auto">
            <a:xfrm>
              <a:off x="4080" y="2950"/>
              <a:ext cx="546" cy="256"/>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Couronnes</a:t>
              </a:r>
            </a:p>
            <a:p>
              <a:pPr algn="ctr">
                <a:spcBef>
                  <a:spcPct val="0"/>
                </a:spcBef>
                <a:buFontTx/>
                <a:buNone/>
              </a:pPr>
              <a:r>
                <a:rPr lang="fr-FR" altLang="fr-FR" sz="1000">
                  <a:solidFill>
                    <a:schemeClr val="tx1"/>
                  </a:solidFill>
                </a:rPr>
                <a:t>(ph. A)</a:t>
              </a:r>
            </a:p>
          </p:txBody>
        </p:sp>
        <p:sp>
          <p:nvSpPr>
            <p:cNvPr id="18443" name="Text Box 8"/>
            <p:cNvSpPr txBox="1">
              <a:spLocks noChangeArrowheads="1"/>
            </p:cNvSpPr>
            <p:nvPr/>
          </p:nvSpPr>
          <p:spPr bwMode="auto">
            <a:xfrm>
              <a:off x="2745" y="3931"/>
              <a:ext cx="1103"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Couronnes (ph. B)</a:t>
              </a:r>
            </a:p>
          </p:txBody>
        </p:sp>
        <p:sp>
          <p:nvSpPr>
            <p:cNvPr id="18444" name="Text Box 9"/>
            <p:cNvSpPr txBox="1">
              <a:spLocks noChangeArrowheads="1"/>
            </p:cNvSpPr>
            <p:nvPr/>
          </p:nvSpPr>
          <p:spPr bwMode="auto">
            <a:xfrm>
              <a:off x="1375" y="3938"/>
              <a:ext cx="1115" cy="126"/>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000">
                  <a:solidFill>
                    <a:schemeClr val="tx1"/>
                  </a:solidFill>
                </a:rPr>
                <a:t>Montage</a:t>
              </a:r>
            </a:p>
          </p:txBody>
        </p:sp>
        <p:sp>
          <p:nvSpPr>
            <p:cNvPr id="18445" name="Rectangle 30"/>
            <p:cNvSpPr>
              <a:spLocks noChangeArrowheads="1"/>
            </p:cNvSpPr>
            <p:nvPr/>
          </p:nvSpPr>
          <p:spPr bwMode="auto">
            <a:xfrm>
              <a:off x="1191" y="2797"/>
              <a:ext cx="3524" cy="132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46" name="Rectangle 32"/>
            <p:cNvSpPr>
              <a:spLocks noChangeArrowheads="1"/>
            </p:cNvSpPr>
            <p:nvPr/>
          </p:nvSpPr>
          <p:spPr bwMode="auto">
            <a:xfrm>
              <a:off x="1375" y="3004"/>
              <a:ext cx="541"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47" name="Text Box 33"/>
            <p:cNvSpPr txBox="1">
              <a:spLocks noChangeArrowheads="1"/>
            </p:cNvSpPr>
            <p:nvPr/>
          </p:nvSpPr>
          <p:spPr bwMode="auto">
            <a:xfrm>
              <a:off x="1417" y="3242"/>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448" name="Text Box 34"/>
            <p:cNvSpPr txBox="1">
              <a:spLocks noChangeArrowheads="1"/>
            </p:cNvSpPr>
            <p:nvPr/>
          </p:nvSpPr>
          <p:spPr bwMode="auto">
            <a:xfrm>
              <a:off x="1339" y="314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449" name="Text Box 35"/>
            <p:cNvSpPr txBox="1">
              <a:spLocks noChangeArrowheads="1"/>
            </p:cNvSpPr>
            <p:nvPr/>
          </p:nvSpPr>
          <p:spPr bwMode="auto">
            <a:xfrm>
              <a:off x="1337" y="300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450" name="Line 36"/>
            <p:cNvSpPr>
              <a:spLocks noChangeShapeType="1"/>
            </p:cNvSpPr>
            <p:nvPr/>
          </p:nvSpPr>
          <p:spPr bwMode="auto">
            <a:xfrm>
              <a:off x="1377" y="3128"/>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1" name="Line 37"/>
            <p:cNvSpPr>
              <a:spLocks noChangeShapeType="1"/>
            </p:cNvSpPr>
            <p:nvPr/>
          </p:nvSpPr>
          <p:spPr bwMode="auto">
            <a:xfrm>
              <a:off x="1373" y="3253"/>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2" name="Line 38"/>
            <p:cNvSpPr>
              <a:spLocks noChangeShapeType="1"/>
            </p:cNvSpPr>
            <p:nvPr/>
          </p:nvSpPr>
          <p:spPr bwMode="auto">
            <a:xfrm flipV="1">
              <a:off x="1521" y="300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3" name="Oval 40"/>
            <p:cNvSpPr>
              <a:spLocks noChangeArrowheads="1"/>
            </p:cNvSpPr>
            <p:nvPr/>
          </p:nvSpPr>
          <p:spPr bwMode="auto">
            <a:xfrm>
              <a:off x="1552" y="3025"/>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454" name="Oval 41"/>
            <p:cNvSpPr>
              <a:spLocks noChangeArrowheads="1"/>
            </p:cNvSpPr>
            <p:nvPr/>
          </p:nvSpPr>
          <p:spPr bwMode="auto">
            <a:xfrm>
              <a:off x="1553" y="3155"/>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455" name="Oval 43"/>
            <p:cNvSpPr>
              <a:spLocks noChangeArrowheads="1"/>
            </p:cNvSpPr>
            <p:nvPr/>
          </p:nvSpPr>
          <p:spPr bwMode="auto">
            <a:xfrm>
              <a:off x="1673" y="3025"/>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6" name="Oval 44"/>
            <p:cNvSpPr>
              <a:spLocks noChangeArrowheads="1"/>
            </p:cNvSpPr>
            <p:nvPr/>
          </p:nvSpPr>
          <p:spPr bwMode="auto">
            <a:xfrm>
              <a:off x="1674" y="3155"/>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7" name="Oval 46"/>
            <p:cNvSpPr>
              <a:spLocks noChangeArrowheads="1"/>
            </p:cNvSpPr>
            <p:nvPr/>
          </p:nvSpPr>
          <p:spPr bwMode="auto">
            <a:xfrm>
              <a:off x="1795" y="3025"/>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8" name="Oval 47"/>
            <p:cNvSpPr>
              <a:spLocks noChangeArrowheads="1"/>
            </p:cNvSpPr>
            <p:nvPr/>
          </p:nvSpPr>
          <p:spPr bwMode="auto">
            <a:xfrm>
              <a:off x="1796" y="3155"/>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9" name="Rectangle 50"/>
            <p:cNvSpPr>
              <a:spLocks noChangeArrowheads="1"/>
            </p:cNvSpPr>
            <p:nvPr/>
          </p:nvSpPr>
          <p:spPr bwMode="auto">
            <a:xfrm>
              <a:off x="1968" y="300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60" name="Text Box 51"/>
            <p:cNvSpPr txBox="1">
              <a:spLocks noChangeArrowheads="1"/>
            </p:cNvSpPr>
            <p:nvPr/>
          </p:nvSpPr>
          <p:spPr bwMode="auto">
            <a:xfrm>
              <a:off x="2041" y="3242"/>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461" name="Text Box 52"/>
            <p:cNvSpPr txBox="1">
              <a:spLocks noChangeArrowheads="1"/>
            </p:cNvSpPr>
            <p:nvPr/>
          </p:nvSpPr>
          <p:spPr bwMode="auto">
            <a:xfrm>
              <a:off x="1926" y="3134"/>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462" name="Text Box 53"/>
            <p:cNvSpPr txBox="1">
              <a:spLocks noChangeArrowheads="1"/>
            </p:cNvSpPr>
            <p:nvPr/>
          </p:nvSpPr>
          <p:spPr bwMode="auto">
            <a:xfrm>
              <a:off x="1924" y="299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463" name="Line 54"/>
            <p:cNvSpPr>
              <a:spLocks noChangeShapeType="1"/>
            </p:cNvSpPr>
            <p:nvPr/>
          </p:nvSpPr>
          <p:spPr bwMode="auto">
            <a:xfrm>
              <a:off x="1970" y="312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4" name="Line 55"/>
            <p:cNvSpPr>
              <a:spLocks noChangeShapeType="1"/>
            </p:cNvSpPr>
            <p:nvPr/>
          </p:nvSpPr>
          <p:spPr bwMode="auto">
            <a:xfrm>
              <a:off x="1966" y="325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5" name="Line 56"/>
            <p:cNvSpPr>
              <a:spLocks noChangeShapeType="1"/>
            </p:cNvSpPr>
            <p:nvPr/>
          </p:nvSpPr>
          <p:spPr bwMode="auto">
            <a:xfrm flipV="1">
              <a:off x="2114" y="300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6" name="Oval 58"/>
            <p:cNvSpPr>
              <a:spLocks noChangeArrowheads="1"/>
            </p:cNvSpPr>
            <p:nvPr/>
          </p:nvSpPr>
          <p:spPr bwMode="auto">
            <a:xfrm>
              <a:off x="2145" y="302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7" name="Oval 59"/>
            <p:cNvSpPr>
              <a:spLocks noChangeArrowheads="1"/>
            </p:cNvSpPr>
            <p:nvPr/>
          </p:nvSpPr>
          <p:spPr bwMode="auto">
            <a:xfrm>
              <a:off x="2146" y="31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8" name="Oval 61"/>
            <p:cNvSpPr>
              <a:spLocks noChangeArrowheads="1"/>
            </p:cNvSpPr>
            <p:nvPr/>
          </p:nvSpPr>
          <p:spPr bwMode="auto">
            <a:xfrm>
              <a:off x="2266" y="302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9" name="Oval 62"/>
            <p:cNvSpPr>
              <a:spLocks noChangeArrowheads="1"/>
            </p:cNvSpPr>
            <p:nvPr/>
          </p:nvSpPr>
          <p:spPr bwMode="auto">
            <a:xfrm>
              <a:off x="2267" y="31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0" name="Oval 64"/>
            <p:cNvSpPr>
              <a:spLocks noChangeArrowheads="1"/>
            </p:cNvSpPr>
            <p:nvPr/>
          </p:nvSpPr>
          <p:spPr bwMode="auto">
            <a:xfrm>
              <a:off x="2388" y="302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1" name="Oval 65"/>
            <p:cNvSpPr>
              <a:spLocks noChangeArrowheads="1"/>
            </p:cNvSpPr>
            <p:nvPr/>
          </p:nvSpPr>
          <p:spPr bwMode="auto">
            <a:xfrm>
              <a:off x="2389" y="31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2" name="Rectangle 67"/>
            <p:cNvSpPr>
              <a:spLocks noChangeArrowheads="1"/>
            </p:cNvSpPr>
            <p:nvPr/>
          </p:nvSpPr>
          <p:spPr bwMode="auto">
            <a:xfrm>
              <a:off x="2736" y="3009"/>
              <a:ext cx="541"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73" name="Text Box 68"/>
            <p:cNvSpPr txBox="1">
              <a:spLocks noChangeArrowheads="1"/>
            </p:cNvSpPr>
            <p:nvPr/>
          </p:nvSpPr>
          <p:spPr bwMode="auto">
            <a:xfrm>
              <a:off x="2779" y="3248"/>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474" name="Text Box 69"/>
            <p:cNvSpPr txBox="1">
              <a:spLocks noChangeArrowheads="1"/>
            </p:cNvSpPr>
            <p:nvPr/>
          </p:nvSpPr>
          <p:spPr bwMode="auto">
            <a:xfrm>
              <a:off x="2700" y="314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475" name="Text Box 70"/>
            <p:cNvSpPr txBox="1">
              <a:spLocks noChangeArrowheads="1"/>
            </p:cNvSpPr>
            <p:nvPr/>
          </p:nvSpPr>
          <p:spPr bwMode="auto">
            <a:xfrm>
              <a:off x="2698" y="301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476" name="Line 71"/>
            <p:cNvSpPr>
              <a:spLocks noChangeShapeType="1"/>
            </p:cNvSpPr>
            <p:nvPr/>
          </p:nvSpPr>
          <p:spPr bwMode="auto">
            <a:xfrm>
              <a:off x="2738" y="3133"/>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7" name="Line 72"/>
            <p:cNvSpPr>
              <a:spLocks noChangeShapeType="1"/>
            </p:cNvSpPr>
            <p:nvPr/>
          </p:nvSpPr>
          <p:spPr bwMode="auto">
            <a:xfrm>
              <a:off x="2734" y="3257"/>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8" name="Line 73"/>
            <p:cNvSpPr>
              <a:spLocks noChangeShapeType="1"/>
            </p:cNvSpPr>
            <p:nvPr/>
          </p:nvSpPr>
          <p:spPr bwMode="auto">
            <a:xfrm flipV="1">
              <a:off x="2882" y="3010"/>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9" name="Oval 75"/>
            <p:cNvSpPr>
              <a:spLocks noChangeArrowheads="1"/>
            </p:cNvSpPr>
            <p:nvPr/>
          </p:nvSpPr>
          <p:spPr bwMode="auto">
            <a:xfrm>
              <a:off x="2913" y="3030"/>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0" name="Oval 76"/>
            <p:cNvSpPr>
              <a:spLocks noChangeArrowheads="1"/>
            </p:cNvSpPr>
            <p:nvPr/>
          </p:nvSpPr>
          <p:spPr bwMode="auto">
            <a:xfrm>
              <a:off x="2914" y="3160"/>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1" name="Oval 78"/>
            <p:cNvSpPr>
              <a:spLocks noChangeArrowheads="1"/>
            </p:cNvSpPr>
            <p:nvPr/>
          </p:nvSpPr>
          <p:spPr bwMode="auto">
            <a:xfrm>
              <a:off x="3034" y="3030"/>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2" name="Oval 79"/>
            <p:cNvSpPr>
              <a:spLocks noChangeArrowheads="1"/>
            </p:cNvSpPr>
            <p:nvPr/>
          </p:nvSpPr>
          <p:spPr bwMode="auto">
            <a:xfrm>
              <a:off x="3035" y="3160"/>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3" name="Oval 81"/>
            <p:cNvSpPr>
              <a:spLocks noChangeArrowheads="1"/>
            </p:cNvSpPr>
            <p:nvPr/>
          </p:nvSpPr>
          <p:spPr bwMode="auto">
            <a:xfrm>
              <a:off x="3156" y="3030"/>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4" name="Oval 82"/>
            <p:cNvSpPr>
              <a:spLocks noChangeArrowheads="1"/>
            </p:cNvSpPr>
            <p:nvPr/>
          </p:nvSpPr>
          <p:spPr bwMode="auto">
            <a:xfrm>
              <a:off x="3157" y="3160"/>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5" name="Rectangle 85"/>
            <p:cNvSpPr>
              <a:spLocks noChangeArrowheads="1"/>
            </p:cNvSpPr>
            <p:nvPr/>
          </p:nvSpPr>
          <p:spPr bwMode="auto">
            <a:xfrm>
              <a:off x="3328" y="3009"/>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86" name="Text Box 86"/>
            <p:cNvSpPr txBox="1">
              <a:spLocks noChangeArrowheads="1"/>
            </p:cNvSpPr>
            <p:nvPr/>
          </p:nvSpPr>
          <p:spPr bwMode="auto">
            <a:xfrm>
              <a:off x="3401" y="3248"/>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487" name="Text Box 87"/>
            <p:cNvSpPr txBox="1">
              <a:spLocks noChangeArrowheads="1"/>
            </p:cNvSpPr>
            <p:nvPr/>
          </p:nvSpPr>
          <p:spPr bwMode="auto">
            <a:xfrm>
              <a:off x="3286" y="313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488" name="Text Box 88"/>
            <p:cNvSpPr txBox="1">
              <a:spLocks noChangeArrowheads="1"/>
            </p:cNvSpPr>
            <p:nvPr/>
          </p:nvSpPr>
          <p:spPr bwMode="auto">
            <a:xfrm>
              <a:off x="3284" y="3004"/>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489" name="Line 89"/>
            <p:cNvSpPr>
              <a:spLocks noChangeShapeType="1"/>
            </p:cNvSpPr>
            <p:nvPr/>
          </p:nvSpPr>
          <p:spPr bwMode="auto">
            <a:xfrm>
              <a:off x="3330" y="3133"/>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0" name="Line 90"/>
            <p:cNvSpPr>
              <a:spLocks noChangeShapeType="1"/>
            </p:cNvSpPr>
            <p:nvPr/>
          </p:nvSpPr>
          <p:spPr bwMode="auto">
            <a:xfrm>
              <a:off x="3326" y="3257"/>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1" name="Line 91"/>
            <p:cNvSpPr>
              <a:spLocks noChangeShapeType="1"/>
            </p:cNvSpPr>
            <p:nvPr/>
          </p:nvSpPr>
          <p:spPr bwMode="auto">
            <a:xfrm flipV="1">
              <a:off x="3474" y="3010"/>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2" name="Oval 93"/>
            <p:cNvSpPr>
              <a:spLocks noChangeArrowheads="1"/>
            </p:cNvSpPr>
            <p:nvPr/>
          </p:nvSpPr>
          <p:spPr bwMode="auto">
            <a:xfrm>
              <a:off x="3505" y="3030"/>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3" name="Oval 94"/>
            <p:cNvSpPr>
              <a:spLocks noChangeArrowheads="1"/>
            </p:cNvSpPr>
            <p:nvPr/>
          </p:nvSpPr>
          <p:spPr bwMode="auto">
            <a:xfrm>
              <a:off x="3506" y="3160"/>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4" name="Oval 96"/>
            <p:cNvSpPr>
              <a:spLocks noChangeArrowheads="1"/>
            </p:cNvSpPr>
            <p:nvPr/>
          </p:nvSpPr>
          <p:spPr bwMode="auto">
            <a:xfrm>
              <a:off x="3626" y="3030"/>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5" name="Oval 97"/>
            <p:cNvSpPr>
              <a:spLocks noChangeArrowheads="1"/>
            </p:cNvSpPr>
            <p:nvPr/>
          </p:nvSpPr>
          <p:spPr bwMode="auto">
            <a:xfrm>
              <a:off x="3627" y="3160"/>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6" name="Oval 99"/>
            <p:cNvSpPr>
              <a:spLocks noChangeArrowheads="1"/>
            </p:cNvSpPr>
            <p:nvPr/>
          </p:nvSpPr>
          <p:spPr bwMode="auto">
            <a:xfrm>
              <a:off x="3748" y="3030"/>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7" name="Oval 100"/>
            <p:cNvSpPr>
              <a:spLocks noChangeArrowheads="1"/>
            </p:cNvSpPr>
            <p:nvPr/>
          </p:nvSpPr>
          <p:spPr bwMode="auto">
            <a:xfrm>
              <a:off x="3749" y="3160"/>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8" name="Rectangle 102"/>
            <p:cNvSpPr>
              <a:spLocks noChangeArrowheads="1"/>
            </p:cNvSpPr>
            <p:nvPr/>
          </p:nvSpPr>
          <p:spPr bwMode="auto">
            <a:xfrm>
              <a:off x="2733" y="353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99" name="Text Box 103"/>
            <p:cNvSpPr txBox="1">
              <a:spLocks noChangeArrowheads="1"/>
            </p:cNvSpPr>
            <p:nvPr/>
          </p:nvSpPr>
          <p:spPr bwMode="auto">
            <a:xfrm>
              <a:off x="2775" y="3778"/>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00" name="Text Box 104"/>
            <p:cNvSpPr txBox="1">
              <a:spLocks noChangeArrowheads="1"/>
            </p:cNvSpPr>
            <p:nvPr/>
          </p:nvSpPr>
          <p:spPr bwMode="auto">
            <a:xfrm>
              <a:off x="2697" y="367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01" name="Text Box 105"/>
            <p:cNvSpPr txBox="1">
              <a:spLocks noChangeArrowheads="1"/>
            </p:cNvSpPr>
            <p:nvPr/>
          </p:nvSpPr>
          <p:spPr bwMode="auto">
            <a:xfrm>
              <a:off x="2695" y="353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02" name="Line 106"/>
            <p:cNvSpPr>
              <a:spLocks noChangeShapeType="1"/>
            </p:cNvSpPr>
            <p:nvPr/>
          </p:nvSpPr>
          <p:spPr bwMode="auto">
            <a:xfrm>
              <a:off x="2735" y="365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3" name="Line 107"/>
            <p:cNvSpPr>
              <a:spLocks noChangeShapeType="1"/>
            </p:cNvSpPr>
            <p:nvPr/>
          </p:nvSpPr>
          <p:spPr bwMode="auto">
            <a:xfrm>
              <a:off x="2731" y="378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4" name="Line 108"/>
            <p:cNvSpPr>
              <a:spLocks noChangeShapeType="1"/>
            </p:cNvSpPr>
            <p:nvPr/>
          </p:nvSpPr>
          <p:spPr bwMode="auto">
            <a:xfrm flipV="1">
              <a:off x="2879" y="353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5" name="Oval 110"/>
            <p:cNvSpPr>
              <a:spLocks noChangeArrowheads="1"/>
            </p:cNvSpPr>
            <p:nvPr/>
          </p:nvSpPr>
          <p:spPr bwMode="auto">
            <a:xfrm>
              <a:off x="2910" y="35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6" name="Oval 111"/>
            <p:cNvSpPr>
              <a:spLocks noChangeArrowheads="1"/>
            </p:cNvSpPr>
            <p:nvPr/>
          </p:nvSpPr>
          <p:spPr bwMode="auto">
            <a:xfrm>
              <a:off x="2911" y="368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7" name="Oval 113"/>
            <p:cNvSpPr>
              <a:spLocks noChangeArrowheads="1"/>
            </p:cNvSpPr>
            <p:nvPr/>
          </p:nvSpPr>
          <p:spPr bwMode="auto">
            <a:xfrm>
              <a:off x="3031" y="35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8" name="Oval 114"/>
            <p:cNvSpPr>
              <a:spLocks noChangeArrowheads="1"/>
            </p:cNvSpPr>
            <p:nvPr/>
          </p:nvSpPr>
          <p:spPr bwMode="auto">
            <a:xfrm>
              <a:off x="3032" y="368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9" name="Oval 116"/>
            <p:cNvSpPr>
              <a:spLocks noChangeArrowheads="1"/>
            </p:cNvSpPr>
            <p:nvPr/>
          </p:nvSpPr>
          <p:spPr bwMode="auto">
            <a:xfrm>
              <a:off x="3153" y="35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0" name="Oval 117"/>
            <p:cNvSpPr>
              <a:spLocks noChangeArrowheads="1"/>
            </p:cNvSpPr>
            <p:nvPr/>
          </p:nvSpPr>
          <p:spPr bwMode="auto">
            <a:xfrm>
              <a:off x="3154" y="368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1" name="Rectangle 120"/>
            <p:cNvSpPr>
              <a:spLocks noChangeArrowheads="1"/>
            </p:cNvSpPr>
            <p:nvPr/>
          </p:nvSpPr>
          <p:spPr bwMode="auto">
            <a:xfrm>
              <a:off x="3325" y="353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12" name="Text Box 121"/>
            <p:cNvSpPr txBox="1">
              <a:spLocks noChangeArrowheads="1"/>
            </p:cNvSpPr>
            <p:nvPr/>
          </p:nvSpPr>
          <p:spPr bwMode="auto">
            <a:xfrm>
              <a:off x="3398" y="3778"/>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13" name="Text Box 122"/>
            <p:cNvSpPr txBox="1">
              <a:spLocks noChangeArrowheads="1"/>
            </p:cNvSpPr>
            <p:nvPr/>
          </p:nvSpPr>
          <p:spPr bwMode="auto">
            <a:xfrm>
              <a:off x="3283" y="3664"/>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514" name="Text Box 123"/>
            <p:cNvSpPr txBox="1">
              <a:spLocks noChangeArrowheads="1"/>
            </p:cNvSpPr>
            <p:nvPr/>
          </p:nvSpPr>
          <p:spPr bwMode="auto">
            <a:xfrm>
              <a:off x="3281" y="352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515" name="Line 124"/>
            <p:cNvSpPr>
              <a:spLocks noChangeShapeType="1"/>
            </p:cNvSpPr>
            <p:nvPr/>
          </p:nvSpPr>
          <p:spPr bwMode="auto">
            <a:xfrm>
              <a:off x="3327" y="365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6" name="Line 125"/>
            <p:cNvSpPr>
              <a:spLocks noChangeShapeType="1"/>
            </p:cNvSpPr>
            <p:nvPr/>
          </p:nvSpPr>
          <p:spPr bwMode="auto">
            <a:xfrm>
              <a:off x="3323" y="378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7" name="Line 126"/>
            <p:cNvSpPr>
              <a:spLocks noChangeShapeType="1"/>
            </p:cNvSpPr>
            <p:nvPr/>
          </p:nvSpPr>
          <p:spPr bwMode="auto">
            <a:xfrm flipV="1">
              <a:off x="3471" y="353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8" name="Oval 128"/>
            <p:cNvSpPr>
              <a:spLocks noChangeArrowheads="1"/>
            </p:cNvSpPr>
            <p:nvPr/>
          </p:nvSpPr>
          <p:spPr bwMode="auto">
            <a:xfrm>
              <a:off x="3502" y="35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9" name="Oval 129"/>
            <p:cNvSpPr>
              <a:spLocks noChangeArrowheads="1"/>
            </p:cNvSpPr>
            <p:nvPr/>
          </p:nvSpPr>
          <p:spPr bwMode="auto">
            <a:xfrm>
              <a:off x="3503" y="368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0" name="Oval 131"/>
            <p:cNvSpPr>
              <a:spLocks noChangeArrowheads="1"/>
            </p:cNvSpPr>
            <p:nvPr/>
          </p:nvSpPr>
          <p:spPr bwMode="auto">
            <a:xfrm>
              <a:off x="3623" y="35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1" name="Oval 132"/>
            <p:cNvSpPr>
              <a:spLocks noChangeArrowheads="1"/>
            </p:cNvSpPr>
            <p:nvPr/>
          </p:nvSpPr>
          <p:spPr bwMode="auto">
            <a:xfrm>
              <a:off x="3624" y="368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2" name="Oval 134"/>
            <p:cNvSpPr>
              <a:spLocks noChangeArrowheads="1"/>
            </p:cNvSpPr>
            <p:nvPr/>
          </p:nvSpPr>
          <p:spPr bwMode="auto">
            <a:xfrm>
              <a:off x="3745" y="35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3" name="Oval 135"/>
            <p:cNvSpPr>
              <a:spLocks noChangeArrowheads="1"/>
            </p:cNvSpPr>
            <p:nvPr/>
          </p:nvSpPr>
          <p:spPr bwMode="auto">
            <a:xfrm>
              <a:off x="3746" y="368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4" name="Rectangle 138"/>
            <p:cNvSpPr>
              <a:spLocks noChangeArrowheads="1"/>
            </p:cNvSpPr>
            <p:nvPr/>
          </p:nvSpPr>
          <p:spPr bwMode="auto">
            <a:xfrm>
              <a:off x="1986" y="3541"/>
              <a:ext cx="541"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25" name="Text Box 139"/>
            <p:cNvSpPr txBox="1">
              <a:spLocks noChangeArrowheads="1"/>
            </p:cNvSpPr>
            <p:nvPr/>
          </p:nvSpPr>
          <p:spPr bwMode="auto">
            <a:xfrm>
              <a:off x="2059" y="3785"/>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26" name="Text Box 140"/>
            <p:cNvSpPr txBox="1">
              <a:spLocks noChangeArrowheads="1"/>
            </p:cNvSpPr>
            <p:nvPr/>
          </p:nvSpPr>
          <p:spPr bwMode="auto">
            <a:xfrm>
              <a:off x="1944" y="3671"/>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527" name="Text Box 141"/>
            <p:cNvSpPr txBox="1">
              <a:spLocks noChangeArrowheads="1"/>
            </p:cNvSpPr>
            <p:nvPr/>
          </p:nvSpPr>
          <p:spPr bwMode="auto">
            <a:xfrm>
              <a:off x="1942" y="3536"/>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528" name="Line 142"/>
            <p:cNvSpPr>
              <a:spLocks noChangeShapeType="1"/>
            </p:cNvSpPr>
            <p:nvPr/>
          </p:nvSpPr>
          <p:spPr bwMode="auto">
            <a:xfrm>
              <a:off x="1988" y="3665"/>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29" name="Line 143"/>
            <p:cNvSpPr>
              <a:spLocks noChangeShapeType="1"/>
            </p:cNvSpPr>
            <p:nvPr/>
          </p:nvSpPr>
          <p:spPr bwMode="auto">
            <a:xfrm>
              <a:off x="1984" y="3790"/>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30" name="Line 144"/>
            <p:cNvSpPr>
              <a:spLocks noChangeShapeType="1"/>
            </p:cNvSpPr>
            <p:nvPr/>
          </p:nvSpPr>
          <p:spPr bwMode="auto">
            <a:xfrm flipV="1">
              <a:off x="2132" y="3542"/>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31" name="Oval 146"/>
            <p:cNvSpPr>
              <a:spLocks noChangeArrowheads="1"/>
            </p:cNvSpPr>
            <p:nvPr/>
          </p:nvSpPr>
          <p:spPr bwMode="auto">
            <a:xfrm>
              <a:off x="2163" y="3562"/>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2" name="Oval 147"/>
            <p:cNvSpPr>
              <a:spLocks noChangeArrowheads="1"/>
            </p:cNvSpPr>
            <p:nvPr/>
          </p:nvSpPr>
          <p:spPr bwMode="auto">
            <a:xfrm>
              <a:off x="2164" y="3692"/>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3" name="Oval 149"/>
            <p:cNvSpPr>
              <a:spLocks noChangeArrowheads="1"/>
            </p:cNvSpPr>
            <p:nvPr/>
          </p:nvSpPr>
          <p:spPr bwMode="auto">
            <a:xfrm>
              <a:off x="2284" y="3562"/>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4" name="Oval 150"/>
            <p:cNvSpPr>
              <a:spLocks noChangeArrowheads="1"/>
            </p:cNvSpPr>
            <p:nvPr/>
          </p:nvSpPr>
          <p:spPr bwMode="auto">
            <a:xfrm>
              <a:off x="2285" y="3692"/>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5" name="Oval 152"/>
            <p:cNvSpPr>
              <a:spLocks noChangeArrowheads="1"/>
            </p:cNvSpPr>
            <p:nvPr/>
          </p:nvSpPr>
          <p:spPr bwMode="auto">
            <a:xfrm>
              <a:off x="2406" y="3562"/>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6" name="Oval 153"/>
            <p:cNvSpPr>
              <a:spLocks noChangeArrowheads="1"/>
            </p:cNvSpPr>
            <p:nvPr/>
          </p:nvSpPr>
          <p:spPr bwMode="auto">
            <a:xfrm>
              <a:off x="2407" y="3692"/>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7" name="Rectangle 154"/>
            <p:cNvSpPr>
              <a:spLocks noChangeArrowheads="1"/>
            </p:cNvSpPr>
            <p:nvPr/>
          </p:nvSpPr>
          <p:spPr bwMode="auto">
            <a:xfrm>
              <a:off x="1392" y="3536"/>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38" name="Text Box 155"/>
            <p:cNvSpPr txBox="1">
              <a:spLocks noChangeArrowheads="1"/>
            </p:cNvSpPr>
            <p:nvPr/>
          </p:nvSpPr>
          <p:spPr bwMode="auto">
            <a:xfrm>
              <a:off x="1433" y="3780"/>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39" name="Text Box 156"/>
            <p:cNvSpPr txBox="1">
              <a:spLocks noChangeArrowheads="1"/>
            </p:cNvSpPr>
            <p:nvPr/>
          </p:nvSpPr>
          <p:spPr bwMode="auto">
            <a:xfrm>
              <a:off x="1349" y="360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40" name="Line 157"/>
            <p:cNvSpPr>
              <a:spLocks noChangeShapeType="1"/>
            </p:cNvSpPr>
            <p:nvPr/>
          </p:nvSpPr>
          <p:spPr bwMode="auto">
            <a:xfrm>
              <a:off x="1390" y="3788"/>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1" name="Line 158"/>
            <p:cNvSpPr>
              <a:spLocks noChangeShapeType="1"/>
            </p:cNvSpPr>
            <p:nvPr/>
          </p:nvSpPr>
          <p:spPr bwMode="auto">
            <a:xfrm flipV="1">
              <a:off x="1538" y="3537"/>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2" name="Rectangle 160"/>
            <p:cNvSpPr>
              <a:spLocks noChangeArrowheads="1"/>
            </p:cNvSpPr>
            <p:nvPr/>
          </p:nvSpPr>
          <p:spPr bwMode="auto">
            <a:xfrm>
              <a:off x="4095" y="3257"/>
              <a:ext cx="541"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43" name="Text Box 161"/>
            <p:cNvSpPr txBox="1">
              <a:spLocks noChangeArrowheads="1"/>
            </p:cNvSpPr>
            <p:nvPr/>
          </p:nvSpPr>
          <p:spPr bwMode="auto">
            <a:xfrm>
              <a:off x="4138" y="3494"/>
              <a:ext cx="449"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44" name="Text Box 162"/>
            <p:cNvSpPr txBox="1">
              <a:spLocks noChangeArrowheads="1"/>
            </p:cNvSpPr>
            <p:nvPr/>
          </p:nvSpPr>
          <p:spPr bwMode="auto">
            <a:xfrm>
              <a:off x="4059" y="3395"/>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45" name="Text Box 163"/>
            <p:cNvSpPr txBox="1">
              <a:spLocks noChangeArrowheads="1"/>
            </p:cNvSpPr>
            <p:nvPr/>
          </p:nvSpPr>
          <p:spPr bwMode="auto">
            <a:xfrm>
              <a:off x="4057" y="3260"/>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46" name="Line 164"/>
            <p:cNvSpPr>
              <a:spLocks noChangeShapeType="1"/>
            </p:cNvSpPr>
            <p:nvPr/>
          </p:nvSpPr>
          <p:spPr bwMode="auto">
            <a:xfrm>
              <a:off x="4097" y="3381"/>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7" name="Line 165"/>
            <p:cNvSpPr>
              <a:spLocks noChangeShapeType="1"/>
            </p:cNvSpPr>
            <p:nvPr/>
          </p:nvSpPr>
          <p:spPr bwMode="auto">
            <a:xfrm>
              <a:off x="4093" y="3505"/>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8" name="Line 166"/>
            <p:cNvSpPr>
              <a:spLocks noChangeShapeType="1"/>
            </p:cNvSpPr>
            <p:nvPr/>
          </p:nvSpPr>
          <p:spPr bwMode="auto">
            <a:xfrm flipV="1">
              <a:off x="4241" y="3258"/>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9" name="Oval 168"/>
            <p:cNvSpPr>
              <a:spLocks noChangeArrowheads="1"/>
            </p:cNvSpPr>
            <p:nvPr/>
          </p:nvSpPr>
          <p:spPr bwMode="auto">
            <a:xfrm>
              <a:off x="4272" y="3278"/>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0" name="Oval 169"/>
            <p:cNvSpPr>
              <a:spLocks noChangeArrowheads="1"/>
            </p:cNvSpPr>
            <p:nvPr/>
          </p:nvSpPr>
          <p:spPr bwMode="auto">
            <a:xfrm>
              <a:off x="4273" y="3408"/>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1" name="Oval 171"/>
            <p:cNvSpPr>
              <a:spLocks noChangeArrowheads="1"/>
            </p:cNvSpPr>
            <p:nvPr/>
          </p:nvSpPr>
          <p:spPr bwMode="auto">
            <a:xfrm>
              <a:off x="4393" y="3278"/>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2" name="Oval 172"/>
            <p:cNvSpPr>
              <a:spLocks noChangeArrowheads="1"/>
            </p:cNvSpPr>
            <p:nvPr/>
          </p:nvSpPr>
          <p:spPr bwMode="auto">
            <a:xfrm>
              <a:off x="4394" y="3408"/>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3" name="Oval 174"/>
            <p:cNvSpPr>
              <a:spLocks noChangeArrowheads="1"/>
            </p:cNvSpPr>
            <p:nvPr/>
          </p:nvSpPr>
          <p:spPr bwMode="auto">
            <a:xfrm>
              <a:off x="4515" y="3278"/>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4" name="Oval 175"/>
            <p:cNvSpPr>
              <a:spLocks noChangeArrowheads="1"/>
            </p:cNvSpPr>
            <p:nvPr/>
          </p:nvSpPr>
          <p:spPr bwMode="auto">
            <a:xfrm>
              <a:off x="4516" y="3408"/>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5" name="Rectangle 178"/>
            <p:cNvSpPr>
              <a:spLocks noChangeArrowheads="1"/>
            </p:cNvSpPr>
            <p:nvPr/>
          </p:nvSpPr>
          <p:spPr bwMode="auto">
            <a:xfrm>
              <a:off x="4100" y="3657"/>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56" name="Text Box 179"/>
            <p:cNvSpPr txBox="1">
              <a:spLocks noChangeArrowheads="1"/>
            </p:cNvSpPr>
            <p:nvPr/>
          </p:nvSpPr>
          <p:spPr bwMode="auto">
            <a:xfrm>
              <a:off x="4173" y="3894"/>
              <a:ext cx="391"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57" name="Text Box 180"/>
            <p:cNvSpPr txBox="1">
              <a:spLocks noChangeArrowheads="1"/>
            </p:cNvSpPr>
            <p:nvPr/>
          </p:nvSpPr>
          <p:spPr bwMode="auto">
            <a:xfrm>
              <a:off x="4064" y="3795"/>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58" name="Text Box 181"/>
            <p:cNvSpPr txBox="1">
              <a:spLocks noChangeArrowheads="1"/>
            </p:cNvSpPr>
            <p:nvPr/>
          </p:nvSpPr>
          <p:spPr bwMode="auto">
            <a:xfrm>
              <a:off x="4062" y="3660"/>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59" name="Line 182"/>
            <p:cNvSpPr>
              <a:spLocks noChangeShapeType="1"/>
            </p:cNvSpPr>
            <p:nvPr/>
          </p:nvSpPr>
          <p:spPr bwMode="auto">
            <a:xfrm>
              <a:off x="4102" y="3781"/>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0" name="Line 183"/>
            <p:cNvSpPr>
              <a:spLocks noChangeShapeType="1"/>
            </p:cNvSpPr>
            <p:nvPr/>
          </p:nvSpPr>
          <p:spPr bwMode="auto">
            <a:xfrm>
              <a:off x="4098" y="3905"/>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1" name="Line 184"/>
            <p:cNvSpPr>
              <a:spLocks noChangeShapeType="1"/>
            </p:cNvSpPr>
            <p:nvPr/>
          </p:nvSpPr>
          <p:spPr bwMode="auto">
            <a:xfrm flipV="1">
              <a:off x="4246" y="3659"/>
              <a:ext cx="0" cy="245"/>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2" name="Oval 186"/>
            <p:cNvSpPr>
              <a:spLocks noChangeArrowheads="1"/>
            </p:cNvSpPr>
            <p:nvPr/>
          </p:nvSpPr>
          <p:spPr bwMode="auto">
            <a:xfrm>
              <a:off x="4277" y="3678"/>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63" name="Oval 187"/>
            <p:cNvSpPr>
              <a:spLocks noChangeArrowheads="1"/>
            </p:cNvSpPr>
            <p:nvPr/>
          </p:nvSpPr>
          <p:spPr bwMode="auto">
            <a:xfrm>
              <a:off x="4278" y="3808"/>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64" name="Oval 189"/>
            <p:cNvSpPr>
              <a:spLocks noChangeArrowheads="1"/>
            </p:cNvSpPr>
            <p:nvPr/>
          </p:nvSpPr>
          <p:spPr bwMode="auto">
            <a:xfrm>
              <a:off x="4398" y="3678"/>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5" name="Oval 190"/>
            <p:cNvSpPr>
              <a:spLocks noChangeArrowheads="1"/>
            </p:cNvSpPr>
            <p:nvPr/>
          </p:nvSpPr>
          <p:spPr bwMode="auto">
            <a:xfrm>
              <a:off x="4399" y="3808"/>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6" name="Oval 192"/>
            <p:cNvSpPr>
              <a:spLocks noChangeArrowheads="1"/>
            </p:cNvSpPr>
            <p:nvPr/>
          </p:nvSpPr>
          <p:spPr bwMode="auto">
            <a:xfrm>
              <a:off x="4520" y="3678"/>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7" name="Oval 193"/>
            <p:cNvSpPr>
              <a:spLocks noChangeArrowheads="1"/>
            </p:cNvSpPr>
            <p:nvPr/>
          </p:nvSpPr>
          <p:spPr bwMode="auto">
            <a:xfrm>
              <a:off x="4521" y="3808"/>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8" name="Oval 195"/>
            <p:cNvSpPr>
              <a:spLocks noChangeArrowheads="1"/>
            </p:cNvSpPr>
            <p:nvPr/>
          </p:nvSpPr>
          <p:spPr bwMode="auto">
            <a:xfrm>
              <a:off x="1693" y="3572"/>
              <a:ext cx="78"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9" name="Oval 196"/>
            <p:cNvSpPr>
              <a:spLocks noChangeArrowheads="1"/>
            </p:cNvSpPr>
            <p:nvPr/>
          </p:nvSpPr>
          <p:spPr bwMode="auto">
            <a:xfrm>
              <a:off x="1693" y="3683"/>
              <a:ext cx="78"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0" name="AutoShape 197"/>
            <p:cNvSpPr>
              <a:spLocks noChangeArrowheads="1"/>
            </p:cNvSpPr>
            <p:nvPr/>
          </p:nvSpPr>
          <p:spPr bwMode="auto">
            <a:xfrm>
              <a:off x="1692" y="3571"/>
              <a:ext cx="82" cy="192"/>
            </a:xfrm>
            <a:prstGeom prst="roundRect">
              <a:avLst>
                <a:gd name="adj" fmla="val 41440"/>
              </a:avLst>
            </a:prstGeom>
            <a:noFill/>
            <a:ln w="1270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71" name="Oval 199"/>
            <p:cNvSpPr>
              <a:spLocks noChangeArrowheads="1"/>
            </p:cNvSpPr>
            <p:nvPr/>
          </p:nvSpPr>
          <p:spPr bwMode="auto">
            <a:xfrm>
              <a:off x="1563" y="3572"/>
              <a:ext cx="79"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72" name="Oval 200"/>
            <p:cNvSpPr>
              <a:spLocks noChangeArrowheads="1"/>
            </p:cNvSpPr>
            <p:nvPr/>
          </p:nvSpPr>
          <p:spPr bwMode="auto">
            <a:xfrm>
              <a:off x="1563" y="3683"/>
              <a:ext cx="79"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73" name="AutoShape 201"/>
            <p:cNvSpPr>
              <a:spLocks noChangeArrowheads="1"/>
            </p:cNvSpPr>
            <p:nvPr/>
          </p:nvSpPr>
          <p:spPr bwMode="auto">
            <a:xfrm>
              <a:off x="1562" y="3571"/>
              <a:ext cx="83" cy="192"/>
            </a:xfrm>
            <a:prstGeom prst="roundRect">
              <a:avLst>
                <a:gd name="adj" fmla="val 41440"/>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74" name="Oval 203"/>
            <p:cNvSpPr>
              <a:spLocks noChangeArrowheads="1"/>
            </p:cNvSpPr>
            <p:nvPr/>
          </p:nvSpPr>
          <p:spPr bwMode="auto">
            <a:xfrm>
              <a:off x="1816" y="3574"/>
              <a:ext cx="78"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5" name="Oval 204"/>
            <p:cNvSpPr>
              <a:spLocks noChangeArrowheads="1"/>
            </p:cNvSpPr>
            <p:nvPr/>
          </p:nvSpPr>
          <p:spPr bwMode="auto">
            <a:xfrm>
              <a:off x="1816" y="3686"/>
              <a:ext cx="78"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6" name="AutoShape 205"/>
            <p:cNvSpPr>
              <a:spLocks noChangeArrowheads="1"/>
            </p:cNvSpPr>
            <p:nvPr/>
          </p:nvSpPr>
          <p:spPr bwMode="auto">
            <a:xfrm>
              <a:off x="1815" y="3573"/>
              <a:ext cx="82" cy="193"/>
            </a:xfrm>
            <a:prstGeom prst="roundRect">
              <a:avLst>
                <a:gd name="adj" fmla="val 41440"/>
              </a:avLst>
            </a:prstGeom>
            <a:noFill/>
            <a:ln w="12700" algn="ctr">
              <a:solidFill>
                <a:srgbClr val="00CC66"/>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18577" name="Group 212"/>
            <p:cNvGrpSpPr>
              <a:grpSpLocks/>
            </p:cNvGrpSpPr>
            <p:nvPr/>
          </p:nvGrpSpPr>
          <p:grpSpPr bwMode="auto">
            <a:xfrm>
              <a:off x="1522" y="3016"/>
              <a:ext cx="389" cy="228"/>
              <a:chOff x="1522" y="3016"/>
              <a:chExt cx="389" cy="228"/>
            </a:xfrm>
          </p:grpSpPr>
          <p:sp>
            <p:nvSpPr>
              <p:cNvPr id="18605" name="Text Box 210"/>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6" name="Text Box 211"/>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78" name="Group 213"/>
            <p:cNvGrpSpPr>
              <a:grpSpLocks/>
            </p:cNvGrpSpPr>
            <p:nvPr/>
          </p:nvGrpSpPr>
          <p:grpSpPr bwMode="auto">
            <a:xfrm>
              <a:off x="2113" y="3016"/>
              <a:ext cx="389" cy="228"/>
              <a:chOff x="1522" y="3016"/>
              <a:chExt cx="389" cy="228"/>
            </a:xfrm>
          </p:grpSpPr>
          <p:sp>
            <p:nvSpPr>
              <p:cNvPr id="18603" name="Text Box 214"/>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4" name="Text Box 215"/>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79" name="Group 216"/>
            <p:cNvGrpSpPr>
              <a:grpSpLocks/>
            </p:cNvGrpSpPr>
            <p:nvPr/>
          </p:nvGrpSpPr>
          <p:grpSpPr bwMode="auto">
            <a:xfrm>
              <a:off x="1537" y="3556"/>
              <a:ext cx="389" cy="228"/>
              <a:chOff x="1522" y="3016"/>
              <a:chExt cx="389" cy="228"/>
            </a:xfrm>
          </p:grpSpPr>
          <p:sp>
            <p:nvSpPr>
              <p:cNvPr id="18601" name="Text Box 217"/>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2" name="Text Box 218"/>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0" name="Group 219"/>
            <p:cNvGrpSpPr>
              <a:grpSpLocks/>
            </p:cNvGrpSpPr>
            <p:nvPr/>
          </p:nvGrpSpPr>
          <p:grpSpPr bwMode="auto">
            <a:xfrm>
              <a:off x="2134" y="3553"/>
              <a:ext cx="389" cy="228"/>
              <a:chOff x="1522" y="3016"/>
              <a:chExt cx="389" cy="228"/>
            </a:xfrm>
          </p:grpSpPr>
          <p:sp>
            <p:nvSpPr>
              <p:cNvPr id="18599" name="Text Box 220"/>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0" name="Text Box 221"/>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1" name="Group 222"/>
            <p:cNvGrpSpPr>
              <a:grpSpLocks/>
            </p:cNvGrpSpPr>
            <p:nvPr/>
          </p:nvGrpSpPr>
          <p:grpSpPr bwMode="auto">
            <a:xfrm>
              <a:off x="2887" y="3022"/>
              <a:ext cx="389" cy="228"/>
              <a:chOff x="1522" y="3016"/>
              <a:chExt cx="389" cy="228"/>
            </a:xfrm>
          </p:grpSpPr>
          <p:sp>
            <p:nvSpPr>
              <p:cNvPr id="18597" name="Text Box 223"/>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8" name="Text Box 224"/>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2" name="Group 225"/>
            <p:cNvGrpSpPr>
              <a:grpSpLocks/>
            </p:cNvGrpSpPr>
            <p:nvPr/>
          </p:nvGrpSpPr>
          <p:grpSpPr bwMode="auto">
            <a:xfrm>
              <a:off x="3478" y="3022"/>
              <a:ext cx="389" cy="228"/>
              <a:chOff x="1522" y="3016"/>
              <a:chExt cx="389" cy="228"/>
            </a:xfrm>
          </p:grpSpPr>
          <p:sp>
            <p:nvSpPr>
              <p:cNvPr id="18595" name="Text Box 226"/>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6" name="Text Box 227"/>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3" name="Group 228"/>
            <p:cNvGrpSpPr>
              <a:grpSpLocks/>
            </p:cNvGrpSpPr>
            <p:nvPr/>
          </p:nvGrpSpPr>
          <p:grpSpPr bwMode="auto">
            <a:xfrm>
              <a:off x="2884" y="3544"/>
              <a:ext cx="389" cy="228"/>
              <a:chOff x="1522" y="3016"/>
              <a:chExt cx="389" cy="228"/>
            </a:xfrm>
          </p:grpSpPr>
          <p:sp>
            <p:nvSpPr>
              <p:cNvPr id="18593" name="Text Box 229"/>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4" name="Text Box 230"/>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4" name="Group 231"/>
            <p:cNvGrpSpPr>
              <a:grpSpLocks/>
            </p:cNvGrpSpPr>
            <p:nvPr/>
          </p:nvGrpSpPr>
          <p:grpSpPr bwMode="auto">
            <a:xfrm>
              <a:off x="3475" y="3544"/>
              <a:ext cx="389" cy="228"/>
              <a:chOff x="1522" y="3016"/>
              <a:chExt cx="389" cy="228"/>
            </a:xfrm>
          </p:grpSpPr>
          <p:sp>
            <p:nvSpPr>
              <p:cNvPr id="18591" name="Text Box 232"/>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2" name="Text Box 233"/>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5" name="Group 234"/>
            <p:cNvGrpSpPr>
              <a:grpSpLocks/>
            </p:cNvGrpSpPr>
            <p:nvPr/>
          </p:nvGrpSpPr>
          <p:grpSpPr bwMode="auto">
            <a:xfrm>
              <a:off x="4237" y="3265"/>
              <a:ext cx="389" cy="228"/>
              <a:chOff x="1522" y="3016"/>
              <a:chExt cx="389" cy="228"/>
            </a:xfrm>
          </p:grpSpPr>
          <p:sp>
            <p:nvSpPr>
              <p:cNvPr id="18589" name="Text Box 235"/>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0" name="Text Box 236"/>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6" name="Group 237"/>
            <p:cNvGrpSpPr>
              <a:grpSpLocks/>
            </p:cNvGrpSpPr>
            <p:nvPr/>
          </p:nvGrpSpPr>
          <p:grpSpPr bwMode="auto">
            <a:xfrm>
              <a:off x="4243" y="3667"/>
              <a:ext cx="389" cy="228"/>
              <a:chOff x="1522" y="3016"/>
              <a:chExt cx="389" cy="228"/>
            </a:xfrm>
          </p:grpSpPr>
          <p:sp>
            <p:nvSpPr>
              <p:cNvPr id="18587" name="Text Box 238"/>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88" name="Text Box 239"/>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457200" y="0"/>
            <a:ext cx="8229600" cy="647700"/>
          </a:xfrm>
        </p:spPr>
        <p:txBody>
          <a:bodyPr/>
          <a:lstStyle/>
          <a:p>
            <a:pPr eaLnBrk="1" hangingPunct="1"/>
            <a:r>
              <a:rPr lang="fr-FR" altLang="fr-FR" dirty="0"/>
              <a:t>Horaire</a:t>
            </a:r>
          </a:p>
        </p:txBody>
      </p:sp>
      <p:sp>
        <p:nvSpPr>
          <p:cNvPr id="19459" name="Rectangle 3"/>
          <p:cNvSpPr>
            <a:spLocks noGrp="1" noChangeArrowheads="1"/>
          </p:cNvSpPr>
          <p:nvPr>
            <p:ph type="body" idx="1"/>
          </p:nvPr>
        </p:nvSpPr>
        <p:spPr>
          <a:xfrm>
            <a:off x="447675" y="968375"/>
            <a:ext cx="8229600" cy="4953000"/>
          </a:xfrm>
        </p:spPr>
        <p:txBody>
          <a:bodyPr/>
          <a:lstStyle/>
          <a:p>
            <a:pPr eaLnBrk="1" hangingPunct="1">
              <a:lnSpc>
                <a:spcPct val="120000"/>
              </a:lnSpc>
            </a:pPr>
            <a:r>
              <a:rPr lang="fr-FR" altLang="fr-FR" sz="1800"/>
              <a:t>La simulation que nous venons de décrire nécessite normalement 5h.</a:t>
            </a:r>
          </a:p>
          <a:p>
            <a:pPr eaLnBrk="1" hangingPunct="1">
              <a:lnSpc>
                <a:spcPct val="120000"/>
              </a:lnSpc>
            </a:pPr>
            <a:r>
              <a:rPr lang="fr-FR" altLang="fr-FR" sz="1800"/>
              <a:t>Il est possible d’aller plus vite ou moins vite. </a:t>
            </a:r>
          </a:p>
          <a:p>
            <a:pPr eaLnBrk="1" hangingPunct="1">
              <a:lnSpc>
                <a:spcPct val="120000"/>
              </a:lnSpc>
            </a:pPr>
            <a:r>
              <a:rPr lang="fr-FR" altLang="fr-FR" sz="1800"/>
              <a:t>Aller plus vite, en 4h :</a:t>
            </a:r>
          </a:p>
          <a:p>
            <a:pPr lvl="1" eaLnBrk="1" hangingPunct="1">
              <a:lnSpc>
                <a:spcPct val="120000"/>
              </a:lnSpc>
            </a:pPr>
            <a:r>
              <a:rPr lang="fr-FR" altLang="fr-FR" sz="1600"/>
              <a:t>en ne simulant pas la semaine 3 ; pour des précisions sur cette variante, voir la diapo située en début de semaine 3 (zone de commentaires).</a:t>
            </a:r>
          </a:p>
          <a:p>
            <a:pPr lvl="1" eaLnBrk="1" hangingPunct="1">
              <a:lnSpc>
                <a:spcPct val="120000"/>
              </a:lnSpc>
            </a:pPr>
            <a:r>
              <a:rPr lang="fr-FR" altLang="fr-FR" sz="1600"/>
              <a:t>en ne mettant pas en jeu les Diapos Questions.</a:t>
            </a:r>
          </a:p>
          <a:p>
            <a:pPr lvl="1" eaLnBrk="1" hangingPunct="1">
              <a:lnSpc>
                <a:spcPct val="120000"/>
              </a:lnSpc>
            </a:pPr>
            <a:r>
              <a:rPr lang="fr-FR" altLang="fr-FR" sz="1600"/>
              <a:t>en ne commentant pas les Incidents</a:t>
            </a:r>
          </a:p>
          <a:p>
            <a:pPr eaLnBrk="1" hangingPunct="1">
              <a:lnSpc>
                <a:spcPct val="120000"/>
              </a:lnSpc>
            </a:pPr>
            <a:r>
              <a:rPr lang="fr-FR" altLang="fr-FR" sz="1800"/>
              <a:t>Aller moins vite, en 6h à 8h </a:t>
            </a:r>
          </a:p>
          <a:p>
            <a:pPr lvl="1" eaLnBrk="1" hangingPunct="1">
              <a:lnSpc>
                <a:spcPct val="120000"/>
              </a:lnSpc>
            </a:pPr>
            <a:r>
              <a:rPr lang="fr-FR" altLang="fr-FR" sz="1600"/>
              <a:t>en conservant plusieurs Diapos Questions.</a:t>
            </a:r>
          </a:p>
          <a:p>
            <a:pPr lvl="1" eaLnBrk="1" hangingPunct="1">
              <a:lnSpc>
                <a:spcPct val="120000"/>
              </a:lnSpc>
            </a:pPr>
            <a:r>
              <a:rPr lang="fr-FR" altLang="fr-FR" sz="1600"/>
              <a:t>en commentant les Incidents.</a:t>
            </a:r>
          </a:p>
          <a:p>
            <a:pPr lvl="1" eaLnBrk="1" hangingPunct="1">
              <a:lnSpc>
                <a:spcPct val="120000"/>
              </a:lnSpc>
            </a:pPr>
            <a:r>
              <a:rPr lang="fr-FR" altLang="fr-FR" sz="1600"/>
              <a:t>en passant plus de temps à commenter les indicateurs en fin de semaine.</a:t>
            </a:r>
          </a:p>
          <a:p>
            <a:pPr lvl="1" eaLnBrk="1" hangingPunct="1">
              <a:lnSpc>
                <a:spcPct val="120000"/>
              </a:lnSpc>
            </a:pPr>
            <a:r>
              <a:rPr lang="fr-FR" altLang="fr-FR" sz="1600"/>
              <a:t>en animant un débat (soit chaque fin de semaine, soit en fin de simulation) sur les situations apparues au cours de partie (avantages du kanban, nécessité des changements rapides d’outil, etc.).</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229600" cy="647700"/>
          </a:xfrm>
        </p:spPr>
        <p:txBody>
          <a:bodyPr/>
          <a:lstStyle/>
          <a:p>
            <a:pPr eaLnBrk="1" hangingPunct="1"/>
            <a:r>
              <a:rPr lang="fr-FR" altLang="fr-FR" dirty="0"/>
              <a:t>Variante sans ticket Kanban</a:t>
            </a:r>
          </a:p>
        </p:txBody>
      </p:sp>
      <p:sp>
        <p:nvSpPr>
          <p:cNvPr id="20483" name="Rectangle 3"/>
          <p:cNvSpPr>
            <a:spLocks noGrp="1" noChangeArrowheads="1"/>
          </p:cNvSpPr>
          <p:nvPr>
            <p:ph type="body" idx="1"/>
          </p:nvPr>
        </p:nvSpPr>
        <p:spPr>
          <a:xfrm>
            <a:off x="447675" y="1257300"/>
            <a:ext cx="8374063" cy="4664075"/>
          </a:xfrm>
        </p:spPr>
        <p:txBody>
          <a:bodyPr/>
          <a:lstStyle/>
          <a:p>
            <a:pPr eaLnBrk="1" hangingPunct="1">
              <a:lnSpc>
                <a:spcPct val="120000"/>
              </a:lnSpc>
            </a:pPr>
            <a:r>
              <a:rPr lang="fr-FR" altLang="fr-FR" sz="1800"/>
              <a:t>Il est possible pour l’animateur qui le souhaite de ne pas utiliser les tickets Kanban (début de semaine 2).</a:t>
            </a:r>
          </a:p>
          <a:p>
            <a:pPr eaLnBrk="1" hangingPunct="1">
              <a:lnSpc>
                <a:spcPct val="120000"/>
              </a:lnSpc>
            </a:pPr>
            <a:r>
              <a:rPr lang="fr-FR" altLang="fr-FR" sz="1800"/>
              <a:t>Dans ce cas, il suffit de dire aux joueurs de décider leur production « à vue », c’est-à-dire en surveillant le stock aval. </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6" name="Rectangle 8"/>
          <p:cNvSpPr>
            <a:spLocks noGrp="1" noChangeArrowheads="1"/>
          </p:cNvSpPr>
          <p:nvPr>
            <p:ph type="title"/>
          </p:nvPr>
        </p:nvSpPr>
        <p:spPr>
          <a:xfrm>
            <a:off x="606425" y="0"/>
            <a:ext cx="8229600" cy="647700"/>
          </a:xfrm>
        </p:spPr>
        <p:txBody>
          <a:bodyPr/>
          <a:lstStyle/>
          <a:p>
            <a:pPr eaLnBrk="1" hangingPunct="1"/>
            <a:r>
              <a:rPr lang="fr-FR" altLang="fr-FR" dirty="0"/>
              <a:t>Participants</a:t>
            </a:r>
          </a:p>
        </p:txBody>
      </p:sp>
      <p:sp>
        <p:nvSpPr>
          <p:cNvPr id="21507" name="Rectangle 10"/>
          <p:cNvSpPr>
            <a:spLocks noGrp="1" noChangeArrowheads="1"/>
          </p:cNvSpPr>
          <p:nvPr>
            <p:ph type="body" idx="1"/>
          </p:nvPr>
        </p:nvSpPr>
        <p:spPr>
          <a:xfrm>
            <a:off x="571500" y="1300163"/>
            <a:ext cx="8229600" cy="3482975"/>
          </a:xfrm>
          <a:solidFill>
            <a:schemeClr val="bg1"/>
          </a:solidFill>
        </p:spPr>
        <p:txBody>
          <a:bodyPr/>
          <a:lstStyle/>
          <a:p>
            <a:pPr eaLnBrk="1" hangingPunct="1"/>
            <a:r>
              <a:rPr kumimoji="1" lang="fr-FR" altLang="fr-FR"/>
              <a:t>Par table : entre 5 et 10 personnes.</a:t>
            </a:r>
          </a:p>
          <a:p>
            <a:pPr lvl="2" eaLnBrk="1" hangingPunct="1"/>
            <a:r>
              <a:rPr kumimoji="1" lang="fr-FR" altLang="fr-FR"/>
              <a:t>5 personnes   :  1 personne par poste de travail</a:t>
            </a:r>
          </a:p>
          <a:p>
            <a:pPr lvl="2" eaLnBrk="1" hangingPunct="1"/>
            <a:r>
              <a:rPr kumimoji="1" lang="fr-FR" altLang="fr-FR"/>
              <a:t>6 personnes   :  2 personnes au montage</a:t>
            </a:r>
          </a:p>
          <a:p>
            <a:pPr lvl="2" eaLnBrk="1" hangingPunct="1"/>
            <a:r>
              <a:rPr kumimoji="1" lang="fr-FR" altLang="fr-FR"/>
              <a:t>7 personnes   :  idem + 2 aux engrenages.</a:t>
            </a:r>
          </a:p>
          <a:p>
            <a:pPr lvl="2" eaLnBrk="1" hangingPunct="1">
              <a:lnSpc>
                <a:spcPct val="140000"/>
              </a:lnSpc>
            </a:pPr>
            <a:r>
              <a:rPr kumimoji="1" lang="fr-FR" altLang="fr-FR" sz="1400" i="1"/>
              <a:t>8 personnes   :  idem + 2 aux carters.</a:t>
            </a:r>
          </a:p>
          <a:p>
            <a:pPr lvl="2" eaLnBrk="1" hangingPunct="1"/>
            <a:r>
              <a:rPr kumimoji="1" lang="fr-FR" altLang="fr-FR" sz="1400" i="1"/>
              <a:t>9 et 10 personnes   :  idem + 2 aux couronnes phase B puis 2 aux couronnes phase A</a:t>
            </a:r>
          </a:p>
          <a:p>
            <a:pPr lvl="1" eaLnBrk="1" hangingPunct="1"/>
            <a:r>
              <a:rPr kumimoji="1" lang="fr-FR" altLang="fr-FR"/>
              <a:t>Remarque : à partir de 8 personnes il vaut mieux constituer deux tables. </a:t>
            </a:r>
          </a:p>
          <a:p>
            <a:pPr lvl="2" eaLnBrk="1" hangingPunct="1"/>
            <a:r>
              <a:rPr kumimoji="1" lang="fr-FR" altLang="fr-FR" sz="1500"/>
              <a:t>En effet, un groupe est beaucoup plus efficace et participatif s’il reste de petite taille. S’il y a 8 personnes on forme deux équipes de 4 en demandant à une même personne de tenir les 2 postes des couronnes (phase A et phase B)</a:t>
            </a:r>
          </a:p>
          <a:p>
            <a:pPr eaLnBrk="1" hangingPunct="1">
              <a:lnSpc>
                <a:spcPct val="130000"/>
              </a:lnSpc>
            </a:pPr>
            <a:r>
              <a:rPr kumimoji="1" lang="fr-FR" altLang="fr-FR" sz="1900"/>
              <a:t>Le matériel contenu dans le kit est prévu pour animer trois tables</a:t>
            </a:r>
          </a:p>
        </p:txBody>
      </p:sp>
      <p:pic>
        <p:nvPicPr>
          <p:cNvPr id="21510" name="Picture 1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5113" y="5314950"/>
            <a:ext cx="8294687" cy="114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pic>
        <p:nvPicPr>
          <p:cNvPr id="7" name="Picture 2" descr="C:\Users\BertrandS\Dropbox\Jeux\00. CONCEPTION DES JEUX\photos\Bureau Une Femme 29\iStock_000002139332_Medium ALLEGE.jpg"/>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fr-FR" altLang="fr-FR" dirty="0"/>
              <a:t>Check List du matériel</a:t>
            </a:r>
          </a:p>
        </p:txBody>
      </p:sp>
      <p:pic>
        <p:nvPicPr>
          <p:cNvPr id="1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graphicFrame>
        <p:nvGraphicFramePr>
          <p:cNvPr id="12" name="Tableau 11"/>
          <p:cNvGraphicFramePr>
            <a:graphicFrameLocks noGrp="1"/>
          </p:cNvGraphicFramePr>
          <p:nvPr>
            <p:extLst>
              <p:ext uri="{D42A27DB-BD31-4B8C-83A1-F6EECF244321}">
                <p14:modId xmlns:p14="http://schemas.microsoft.com/office/powerpoint/2010/main" val="1858953618"/>
              </p:ext>
            </p:extLst>
          </p:nvPr>
        </p:nvGraphicFramePr>
        <p:xfrm>
          <a:off x="155939" y="1107478"/>
          <a:ext cx="5446208" cy="4501583"/>
        </p:xfrm>
        <a:graphic>
          <a:graphicData uri="http://schemas.openxmlformats.org/drawingml/2006/table">
            <a:tbl>
              <a:tblPr>
                <a:tableStyleId>{5C22544A-7EE6-4342-B048-85BDC9FD1C3A}</a:tableStyleId>
              </a:tblPr>
              <a:tblGrid>
                <a:gridCol w="2621822">
                  <a:extLst>
                    <a:ext uri="{9D8B030D-6E8A-4147-A177-3AD203B41FA5}">
                      <a16:colId xmlns:a16="http://schemas.microsoft.com/office/drawing/2014/main" val="20000"/>
                    </a:ext>
                  </a:extLst>
                </a:gridCol>
                <a:gridCol w="421250">
                  <a:extLst>
                    <a:ext uri="{9D8B030D-6E8A-4147-A177-3AD203B41FA5}">
                      <a16:colId xmlns:a16="http://schemas.microsoft.com/office/drawing/2014/main" val="20001"/>
                    </a:ext>
                  </a:extLst>
                </a:gridCol>
                <a:gridCol w="2403136">
                  <a:extLst>
                    <a:ext uri="{9D8B030D-6E8A-4147-A177-3AD203B41FA5}">
                      <a16:colId xmlns:a16="http://schemas.microsoft.com/office/drawing/2014/main" val="20002"/>
                    </a:ext>
                  </a:extLst>
                </a:gridCol>
              </a:tblGrid>
              <a:tr h="294678">
                <a:tc>
                  <a:txBody>
                    <a:bodyPr/>
                    <a:lstStyle/>
                    <a:p>
                      <a:pPr algn="l" fontAlgn="ctr"/>
                      <a:r>
                        <a:rPr lang="fr-FR" sz="1400" b="1" i="0" u="none" strike="noStrike" dirty="0">
                          <a:solidFill>
                            <a:schemeClr val="tx1">
                              <a:lumMod val="65000"/>
                              <a:lumOff val="35000"/>
                            </a:schemeClr>
                          </a:solidFill>
                          <a:effectLst/>
                          <a:latin typeface="Calibri" panose="020F0502020204030204" pitchFamily="34" charset="0"/>
                        </a:rPr>
                        <a:t>DOCUMENTS  &amp;  MATÉRIELS</a:t>
                      </a:r>
                      <a:endParaRPr lang="fr-FR" sz="12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noFill/>
                  </a:tcPr>
                </a:tc>
                <a:tc>
                  <a:txBody>
                    <a:bodyPr/>
                    <a:lstStyle/>
                    <a:p>
                      <a:pPr algn="ctr" fontAlgn="ctr"/>
                      <a:r>
                        <a:rPr lang="fr-FR" sz="1100" u="none" strike="noStrike" dirty="0" err="1">
                          <a:solidFill>
                            <a:schemeClr val="tx1">
                              <a:lumMod val="65000"/>
                              <a:lumOff val="35000"/>
                            </a:schemeClr>
                          </a:solidFill>
                          <a:effectLst/>
                          <a:latin typeface="Calibri" panose="020F0502020204030204" pitchFamily="34" charset="0"/>
                        </a:rPr>
                        <a:t>Nbre</a:t>
                      </a:r>
                      <a:r>
                        <a:rPr lang="fr-FR" sz="1100" u="none" strike="noStrike" dirty="0">
                          <a:solidFill>
                            <a:schemeClr val="tx1">
                              <a:lumMod val="65000"/>
                              <a:lumOff val="35000"/>
                            </a:schemeClr>
                          </a:solidFill>
                          <a:effectLst/>
                          <a:latin typeface="Calibri" panose="020F0502020204030204" pitchFamily="34" charset="0"/>
                        </a:rPr>
                        <a: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u="none" strike="noStrike" dirty="0">
                          <a:solidFill>
                            <a:schemeClr val="tx1">
                              <a:lumMod val="65000"/>
                              <a:lumOff val="35000"/>
                            </a:schemeClr>
                          </a:solidFill>
                          <a:effectLst/>
                          <a:latin typeface="Calibri" panose="020F0502020204030204" pitchFamily="34" charset="0"/>
                        </a:rPr>
                        <a:t>Emplacement sur la clé USB</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Pochette </a:t>
                      </a:r>
                      <a:r>
                        <a:rPr lang="fr-FR" sz="1100" b="1" i="0" u="none" strike="noStrike" baseline="0" dirty="0">
                          <a:solidFill>
                            <a:schemeClr val="bg1"/>
                          </a:solidFill>
                          <a:effectLst/>
                          <a:latin typeface="Calibri" panose="020F0502020204030204" pitchFamily="34" charset="0"/>
                        </a:rPr>
                        <a:t>N° 1</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1"/>
                  </a:ext>
                </a:extLst>
              </a:tr>
              <a:tr h="24746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Guide d'animation 1 - Préparation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u="none" strike="noStrike" dirty="0">
                          <a:solidFill>
                            <a:schemeClr val="tx1">
                              <a:lumMod val="65000"/>
                              <a:lumOff val="35000"/>
                            </a:schemeClr>
                          </a:solidFill>
                          <a:effectLst/>
                          <a:latin typeface="Calibri" panose="020F0502020204030204" pitchFamily="34" charset="0"/>
                        </a:rPr>
                        <a:t>1</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Répertoire "Animation"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Boite</a:t>
                      </a:r>
                      <a:r>
                        <a:rPr lang="fr-FR" sz="1100" b="1" i="0" u="none" strike="noStrike" baseline="0" dirty="0">
                          <a:solidFill>
                            <a:schemeClr val="bg1"/>
                          </a:solidFill>
                          <a:effectLst/>
                          <a:latin typeface="Calibri" panose="020F0502020204030204" pitchFamily="34" charset="0"/>
                        </a:rPr>
                        <a:t> N° 2 (format A4)</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Feuilles de suivi (FS)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rowSpan="5">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Tous</a:t>
                      </a:r>
                      <a:r>
                        <a:rPr lang="fr-FR" sz="1100" u="none" strike="noStrike" baseline="0" dirty="0">
                          <a:solidFill>
                            <a:schemeClr val="tx1">
                              <a:lumMod val="65000"/>
                              <a:lumOff val="35000"/>
                            </a:schemeClr>
                          </a:solidFill>
                          <a:effectLst/>
                          <a:latin typeface="Calibri" panose="020F0502020204030204" pitchFamily="34" charset="0"/>
                        </a:rPr>
                        <a:t> ces éléments se trouvent dans le </a:t>
                      </a:r>
                      <a:r>
                        <a:rPr lang="fr-FR" sz="1100" u="none" strike="noStrike" dirty="0">
                          <a:solidFill>
                            <a:schemeClr val="tx1">
                              <a:lumMod val="65000"/>
                              <a:lumOff val="35000"/>
                            </a:schemeClr>
                          </a:solidFill>
                          <a:effectLst/>
                          <a:latin typeface="Calibri" panose="020F0502020204030204" pitchFamily="34" charset="0"/>
                        </a:rPr>
                        <a:t>Répertoire "Consommables"</a:t>
                      </a:r>
                      <a:r>
                        <a:rPr lang="fr-FR" sz="1100" u="none" strike="noStrike" baseline="0" dirty="0">
                          <a:solidFill>
                            <a:schemeClr val="tx1">
                              <a:lumMod val="65000"/>
                              <a:lumOff val="35000"/>
                            </a:schemeClr>
                          </a:solidFill>
                          <a:effectLst/>
                          <a:latin typeface="Calibri" panose="020F0502020204030204" pitchFamily="34" charset="0"/>
                        </a:rPr>
                        <a:t> dans le </a:t>
                      </a:r>
                      <a:r>
                        <a:rPr lang="fr-FR" sz="1100" b="0" i="0" u="none" strike="noStrike" dirty="0">
                          <a:solidFill>
                            <a:schemeClr val="tx1">
                              <a:lumMod val="65000"/>
                              <a:lumOff val="35000"/>
                            </a:schemeClr>
                          </a:solidFill>
                          <a:effectLst/>
                          <a:latin typeface="Calibri" panose="020F0502020204030204" pitchFamily="34" charset="0"/>
                        </a:rPr>
                        <a:t>Fichier dénommé</a:t>
                      </a:r>
                      <a:r>
                        <a:rPr lang="fr-FR" sz="1100" b="0" i="0" u="none" strike="noStrike" baseline="0" dirty="0">
                          <a:solidFill>
                            <a:schemeClr val="tx1">
                              <a:lumMod val="65000"/>
                              <a:lumOff val="35000"/>
                            </a:schemeClr>
                          </a:solidFill>
                          <a:effectLst/>
                          <a:latin typeface="Calibri" panose="020F0502020204030204" pitchFamily="34" charset="0"/>
                        </a:rPr>
                        <a:t> </a:t>
                      </a:r>
                      <a:r>
                        <a:rPr lang="fr-FR" sz="1100" b="0" i="0" u="none" strike="noStrike" dirty="0">
                          <a:solidFill>
                            <a:schemeClr val="tx1">
                              <a:lumMod val="65000"/>
                              <a:lumOff val="35000"/>
                            </a:schemeClr>
                          </a:solidFill>
                          <a:effectLst/>
                          <a:latin typeface="Calibri" panose="020F0502020204030204" pitchFamily="34" charset="0"/>
                        </a:rPr>
                        <a:t>"Documents.xls" ; chaque document est un onglet</a:t>
                      </a:r>
                      <a:r>
                        <a:rPr lang="fr-FR" sz="1100" b="0" i="0" u="none" strike="noStrike" baseline="0" dirty="0">
                          <a:solidFill>
                            <a:schemeClr val="tx1">
                              <a:lumMod val="65000"/>
                              <a:lumOff val="35000"/>
                            </a:schemeClr>
                          </a:solidFill>
                          <a:effectLst/>
                          <a:latin typeface="Calibri" panose="020F0502020204030204" pitchFamily="34" charset="0"/>
                        </a:rPr>
                        <a:t> différent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Calcul des besoins (CB)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Résultats d'équipe (RES)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Relevé des progrès (RP)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Variante financière (VF)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Règles du jeu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1"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Prévision des ventes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Statistiques d'incidents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de 3 Zones de stockage (ZS) - A4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de 5 tableaux Kanban (KB) - A4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Boite</a:t>
                      </a:r>
                      <a:r>
                        <a:rPr lang="fr-FR" sz="1100" b="1" i="0" u="none" strike="noStrike" baseline="0" dirty="0">
                          <a:solidFill>
                            <a:schemeClr val="bg1"/>
                          </a:solidFill>
                          <a:effectLst/>
                          <a:latin typeface="Calibri" panose="020F0502020204030204" pitchFamily="34" charset="0"/>
                        </a:rPr>
                        <a:t> bleue N° 3</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4"/>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Clé USB</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Voir contenu page suivante</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complets de Tickets Kanban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6"/>
                  </a:ext>
                </a:extLst>
              </a:tr>
              <a:tr h="247465">
                <a:tc>
                  <a:txBody>
                    <a:bodyPr/>
                    <a:lstStyle/>
                    <a:p>
                      <a:pPr marL="0" algn="l" defTabSz="914400" rtl="0" eaLnBrk="1" fontAlgn="ctr" latinLnBrk="0" hangingPunct="1"/>
                      <a:r>
                        <a:rPr lang="en-US" sz="1100" u="none" strike="noStrike" kern="1200" dirty="0">
                          <a:solidFill>
                            <a:schemeClr val="tx1">
                              <a:lumMod val="65000"/>
                              <a:lumOff val="35000"/>
                            </a:schemeClr>
                          </a:solidFill>
                          <a:effectLst/>
                          <a:latin typeface="Calibri" panose="020F0502020204030204" pitchFamily="34" charset="0"/>
                          <a:ea typeface="+mn-ea"/>
                          <a:cs typeface="+mn-cs"/>
                        </a:rPr>
                        <a:t>Blocs de Post-it (format 5,1 x 3,6 cm)</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7"/>
                  </a:ext>
                </a:extLst>
              </a:tr>
            </a:tbl>
          </a:graphicData>
        </a:graphic>
      </p:graphicFrame>
      <p:graphicFrame>
        <p:nvGraphicFramePr>
          <p:cNvPr id="8" name="Tableau 7"/>
          <p:cNvGraphicFramePr>
            <a:graphicFrameLocks noGrp="1"/>
          </p:cNvGraphicFramePr>
          <p:nvPr>
            <p:extLst>
              <p:ext uri="{D42A27DB-BD31-4B8C-83A1-F6EECF244321}">
                <p14:modId xmlns:p14="http://schemas.microsoft.com/office/powerpoint/2010/main" val="877352498"/>
              </p:ext>
            </p:extLst>
          </p:nvPr>
        </p:nvGraphicFramePr>
        <p:xfrm>
          <a:off x="5861679" y="2344803"/>
          <a:ext cx="3043072" cy="3511723"/>
        </p:xfrm>
        <a:graphic>
          <a:graphicData uri="http://schemas.openxmlformats.org/drawingml/2006/table">
            <a:tbl>
              <a:tblPr>
                <a:tableStyleId>{5C22544A-7EE6-4342-B048-85BDC9FD1C3A}</a:tableStyleId>
              </a:tblPr>
              <a:tblGrid>
                <a:gridCol w="2621822">
                  <a:extLst>
                    <a:ext uri="{9D8B030D-6E8A-4147-A177-3AD203B41FA5}">
                      <a16:colId xmlns:a16="http://schemas.microsoft.com/office/drawing/2014/main" val="20000"/>
                    </a:ext>
                  </a:extLst>
                </a:gridCol>
                <a:gridCol w="421250">
                  <a:extLst>
                    <a:ext uri="{9D8B030D-6E8A-4147-A177-3AD203B41FA5}">
                      <a16:colId xmlns:a16="http://schemas.microsoft.com/office/drawing/2014/main" val="20001"/>
                    </a:ext>
                  </a:extLst>
                </a:gridCol>
              </a:tblGrid>
              <a:tr h="294678">
                <a:tc>
                  <a:txBody>
                    <a:bodyPr/>
                    <a:lstStyle/>
                    <a:p>
                      <a:pPr algn="l" fontAlgn="ctr"/>
                      <a:r>
                        <a:rPr lang="fr-FR" sz="1400" b="1" i="0" u="none" strike="noStrike" dirty="0">
                          <a:solidFill>
                            <a:schemeClr val="tx1">
                              <a:lumMod val="65000"/>
                              <a:lumOff val="35000"/>
                            </a:schemeClr>
                          </a:solidFill>
                          <a:effectLst/>
                          <a:latin typeface="Calibri" panose="020F0502020204030204" pitchFamily="34" charset="0"/>
                        </a:rPr>
                        <a:t>DOCUMENTS  &amp;  MATÉRIELS</a:t>
                      </a:r>
                      <a:endParaRPr lang="fr-FR" sz="12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noFill/>
                  </a:tcPr>
                </a:tc>
                <a:tc>
                  <a:txBody>
                    <a:bodyPr/>
                    <a:lstStyle/>
                    <a:p>
                      <a:pPr algn="ctr" fontAlgn="ctr"/>
                      <a:r>
                        <a:rPr lang="fr-FR" sz="1100" u="none" strike="noStrike" dirty="0" err="1">
                          <a:solidFill>
                            <a:schemeClr val="tx1">
                              <a:lumMod val="65000"/>
                              <a:lumOff val="35000"/>
                            </a:schemeClr>
                          </a:solidFill>
                          <a:effectLst/>
                          <a:latin typeface="Calibri" panose="020F0502020204030204" pitchFamily="34" charset="0"/>
                        </a:rPr>
                        <a:t>Nbre</a:t>
                      </a:r>
                      <a:r>
                        <a:rPr lang="fr-FR" sz="1100" u="none" strike="noStrike" dirty="0">
                          <a:solidFill>
                            <a:schemeClr val="tx1">
                              <a:lumMod val="65000"/>
                              <a:lumOff val="35000"/>
                            </a:schemeClr>
                          </a:solidFill>
                          <a:effectLst/>
                          <a:latin typeface="Calibri" panose="020F0502020204030204" pitchFamily="34" charset="0"/>
                        </a:rPr>
                        <a: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Petits rectangles blancs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Petits rectangles jaunes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Grands rectangles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Grands rectangles bleus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blancs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120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45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verts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55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Dé</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a:solidFill>
                            <a:schemeClr val="tx1">
                              <a:lumMod val="65000"/>
                              <a:lumOff val="35000"/>
                            </a:schemeClr>
                          </a:solidFill>
                          <a:effectLst/>
                          <a:latin typeface="Calibri" panose="020F0502020204030204" pitchFamily="34" charset="0"/>
                          <a:ea typeface="+mn-ea"/>
                          <a:cs typeface="+mn-cs"/>
                        </a:rPr>
                        <a:t>3</a:t>
                      </a:r>
                      <a:endParaRPr lang="fr-FR" sz="1100" b="0" i="0" u="none" strike="noStrike" kern="1200" dirty="0">
                        <a:solidFill>
                          <a:schemeClr val="tx1">
                            <a:lumMod val="65000"/>
                            <a:lumOff val="35000"/>
                          </a:schemeClr>
                        </a:solidFill>
                        <a:effectLst/>
                        <a:latin typeface="Calibri" panose="020F0502020204030204" pitchFamily="34" charset="0"/>
                        <a:ea typeface="+mn-ea"/>
                        <a:cs typeface="+mn-cs"/>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Autre matériel</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Boites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180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fr-FR" altLang="fr-FR" dirty="0"/>
              <a:t>Check List du matériel</a:t>
            </a:r>
          </a:p>
        </p:txBody>
      </p:sp>
      <p:pic>
        <p:nvPicPr>
          <p:cNvPr id="1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graphicFrame>
        <p:nvGraphicFramePr>
          <p:cNvPr id="13" name="Tableau 12"/>
          <p:cNvGraphicFramePr>
            <a:graphicFrameLocks noGrp="1"/>
          </p:cNvGraphicFramePr>
          <p:nvPr>
            <p:extLst>
              <p:ext uri="{D42A27DB-BD31-4B8C-83A1-F6EECF244321}">
                <p14:modId xmlns:p14="http://schemas.microsoft.com/office/powerpoint/2010/main" val="4125724420"/>
              </p:ext>
            </p:extLst>
          </p:nvPr>
        </p:nvGraphicFramePr>
        <p:xfrm>
          <a:off x="732452" y="1909565"/>
          <a:ext cx="6993513" cy="2202480"/>
        </p:xfrm>
        <a:graphic>
          <a:graphicData uri="http://schemas.openxmlformats.org/drawingml/2006/table">
            <a:tbl>
              <a:tblPr>
                <a:tableStyleId>{5C22544A-7EE6-4342-B048-85BDC9FD1C3A}</a:tableStyleId>
              </a:tblPr>
              <a:tblGrid>
                <a:gridCol w="2949588">
                  <a:extLst>
                    <a:ext uri="{9D8B030D-6E8A-4147-A177-3AD203B41FA5}">
                      <a16:colId xmlns:a16="http://schemas.microsoft.com/office/drawing/2014/main" val="20000"/>
                    </a:ext>
                  </a:extLst>
                </a:gridCol>
                <a:gridCol w="4043925">
                  <a:extLst>
                    <a:ext uri="{9D8B030D-6E8A-4147-A177-3AD203B41FA5}">
                      <a16:colId xmlns:a16="http://schemas.microsoft.com/office/drawing/2014/main" val="20001"/>
                    </a:ext>
                  </a:extLst>
                </a:gridCol>
              </a:tblGrid>
              <a:tr h="231305">
                <a:tc>
                  <a:txBody>
                    <a:bodyPr/>
                    <a:lstStyle/>
                    <a:p>
                      <a:pPr algn="l" fontAlgn="ctr"/>
                      <a:r>
                        <a:rPr lang="fr-FR" sz="1400" b="1" u="none" strike="noStrike" dirty="0">
                          <a:solidFill>
                            <a:schemeClr val="tx1">
                              <a:lumMod val="65000"/>
                              <a:lumOff val="35000"/>
                            </a:schemeClr>
                          </a:solidFill>
                          <a:effectLst/>
                          <a:latin typeface="Calibri" panose="020F0502020204030204" pitchFamily="34" charset="0"/>
                        </a:rPr>
                        <a:t>Contenu de la CLÉ</a:t>
                      </a:r>
                      <a:r>
                        <a:rPr lang="fr-FR" sz="1400" b="1" u="none" strike="noStrike" baseline="0" dirty="0">
                          <a:solidFill>
                            <a:schemeClr val="tx1">
                              <a:lumMod val="65000"/>
                              <a:lumOff val="35000"/>
                            </a:schemeClr>
                          </a:solidFill>
                          <a:effectLst/>
                          <a:latin typeface="Calibri" panose="020F0502020204030204" pitchFamily="34" charset="0"/>
                        </a:rPr>
                        <a:t> </a:t>
                      </a:r>
                      <a:r>
                        <a:rPr lang="fr-FR" sz="1400" b="1" u="none" strike="noStrike" dirty="0">
                          <a:solidFill>
                            <a:schemeClr val="tx1">
                              <a:lumMod val="65000"/>
                              <a:lumOff val="35000"/>
                            </a:schemeClr>
                          </a:solidFill>
                          <a:effectLst/>
                          <a:latin typeface="Calibri" panose="020F0502020204030204" pitchFamily="34" charset="0"/>
                        </a:rPr>
                        <a:t>USB</a:t>
                      </a:r>
                      <a:endParaRPr lang="fr-FR" sz="14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r>
                        <a:rPr lang="fr-FR" sz="1100" dirty="0">
                          <a:solidFill>
                            <a:schemeClr val="tx1">
                              <a:lumMod val="65000"/>
                              <a:lumOff val="35000"/>
                            </a:schemeClr>
                          </a:solidFill>
                          <a:latin typeface="Calibri" panose="020F0502020204030204" pitchFamily="34" charset="0"/>
                        </a:rPr>
                        <a:t>Commentaires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31305">
                <a:tc>
                  <a:txBody>
                    <a:bodyPr/>
                    <a:lstStyle/>
                    <a:p>
                      <a:pPr algn="l" fontAlgn="ctr"/>
                      <a:r>
                        <a:rPr lang="fr-FR" sz="1100" b="1" i="0" u="none" strike="noStrike" dirty="0">
                          <a:solidFill>
                            <a:schemeClr val="bg1"/>
                          </a:solidFill>
                          <a:effectLst/>
                          <a:latin typeface="Calibri" panose="020F0502020204030204" pitchFamily="34" charset="0"/>
                        </a:rPr>
                        <a:t>Répertoire "Animation"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a:txBody>
                    <a:bodyPr/>
                    <a:lstStyle/>
                    <a:p>
                      <a:pPr algn="l" fontAlgn="ct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1"/>
                  </a:ext>
                </a:extLst>
              </a:tr>
              <a:tr h="231305">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Cartes Incident</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Permet</a:t>
                      </a:r>
                      <a:r>
                        <a:rPr lang="fr-FR" sz="1100" b="0" i="0" u="none" strike="noStrike" baseline="0" dirty="0">
                          <a:solidFill>
                            <a:schemeClr val="tx1">
                              <a:lumMod val="65000"/>
                              <a:lumOff val="35000"/>
                            </a:schemeClr>
                          </a:solidFill>
                          <a:effectLst/>
                          <a:latin typeface="Calibri" panose="020F0502020204030204" pitchFamily="34" charset="0"/>
                        </a:rPr>
                        <a:t> d'afficher les incidents durant le déroulement du jeu</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Guide d'animation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lumMod val="65000"/>
                              <a:lumOff val="35000"/>
                            </a:schemeClr>
                          </a:solidFill>
                          <a:effectLst/>
                          <a:latin typeface="Calibri" panose="020F0502020204030204" pitchFamily="34" charset="0"/>
                        </a:rPr>
                        <a:t>Permet d'animer le jeu</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Tableau</a:t>
                      </a:r>
                      <a:r>
                        <a:rPr lang="fr-FR" sz="1100" u="none" strike="noStrike" baseline="0" dirty="0">
                          <a:solidFill>
                            <a:schemeClr val="tx1">
                              <a:lumMod val="65000"/>
                              <a:lumOff val="35000"/>
                            </a:schemeClr>
                          </a:solidFill>
                          <a:effectLst/>
                          <a:latin typeface="Calibri" panose="020F0502020204030204" pitchFamily="34" charset="0"/>
                        </a:rPr>
                        <a:t> de Bord</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lumMod val="65000"/>
                              <a:lumOff val="35000"/>
                            </a:schemeClr>
                          </a:solidFill>
                          <a:effectLst/>
                          <a:latin typeface="Calibri" panose="020F0502020204030204" pitchFamily="34" charset="0"/>
                        </a:rPr>
                        <a:t>Permet d'afficher les</a:t>
                      </a:r>
                      <a:r>
                        <a:rPr lang="fr-FR" sz="1100" b="0" i="0" u="none" strike="noStrike" baseline="0" dirty="0">
                          <a:solidFill>
                            <a:schemeClr val="tx1">
                              <a:lumMod val="65000"/>
                              <a:lumOff val="35000"/>
                            </a:schemeClr>
                          </a:solidFill>
                          <a:effectLst/>
                          <a:latin typeface="Calibri" panose="020F0502020204030204" pitchFamily="34" charset="0"/>
                        </a:rPr>
                        <a:t> résultats des équipes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31305">
                <a:tc>
                  <a:txBody>
                    <a:bodyPr/>
                    <a:lstStyle/>
                    <a:p>
                      <a:pPr algn="l" fontAlgn="ctr"/>
                      <a:r>
                        <a:rPr lang="fr-FR" sz="1100" b="1" i="0" u="none" strike="noStrike" dirty="0">
                          <a:solidFill>
                            <a:schemeClr val="bg1"/>
                          </a:solidFill>
                          <a:effectLst/>
                          <a:latin typeface="Calibri" panose="020F0502020204030204" pitchFamily="34" charset="0"/>
                        </a:rPr>
                        <a:t>Répertoire "Consommables"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a:txBody>
                    <a:bodyPr/>
                    <a:lstStyle/>
                    <a:p>
                      <a:pPr algn="l" fontAlgn="ct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5"/>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Analyse des progrès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Documents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Tickets kanban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 en cas de perte de tickets fournis à l'origine</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6081568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r-FR" altLang="fr-FR"/>
              <a:t>Préparation de la salle</a:t>
            </a:r>
          </a:p>
        </p:txBody>
      </p:sp>
      <p:sp>
        <p:nvSpPr>
          <p:cNvPr id="23555" name="Rectangle 3"/>
          <p:cNvSpPr>
            <a:spLocks noGrp="1" noChangeArrowheads="1"/>
          </p:cNvSpPr>
          <p:nvPr>
            <p:ph type="body" idx="1"/>
          </p:nvPr>
        </p:nvSpPr>
        <p:spPr>
          <a:xfrm>
            <a:off x="1112838" y="744538"/>
            <a:ext cx="7834312" cy="1803400"/>
          </a:xfrm>
        </p:spPr>
        <p:txBody>
          <a:bodyPr/>
          <a:lstStyle/>
          <a:p>
            <a:pPr eaLnBrk="1" hangingPunct="1">
              <a:lnSpc>
                <a:spcPct val="120000"/>
              </a:lnSpc>
            </a:pPr>
            <a:r>
              <a:rPr lang="fr-FR" altLang="fr-FR" sz="1800"/>
              <a:t>En début de séance l’animateur place les participants en U autour de chaque table.</a:t>
            </a:r>
          </a:p>
          <a:p>
            <a:pPr eaLnBrk="1" hangingPunct="1">
              <a:lnSpc>
                <a:spcPct val="120000"/>
              </a:lnSpc>
            </a:pPr>
            <a:r>
              <a:rPr lang="fr-FR" altLang="fr-FR" sz="1800"/>
              <a:t>Il désigne chaque table par une lettre et une couleur (A, </a:t>
            </a:r>
            <a:r>
              <a:rPr lang="fr-FR" altLang="fr-FR" sz="1800">
                <a:solidFill>
                  <a:srgbClr val="FF3300"/>
                </a:solidFill>
              </a:rPr>
              <a:t>B</a:t>
            </a:r>
            <a:r>
              <a:rPr lang="fr-FR" altLang="fr-FR" sz="1800"/>
              <a:t>, </a:t>
            </a:r>
            <a:r>
              <a:rPr lang="fr-FR" altLang="fr-FR" sz="1800">
                <a:solidFill>
                  <a:srgbClr val="00CC66"/>
                </a:solidFill>
              </a:rPr>
              <a:t>C</a:t>
            </a:r>
            <a:r>
              <a:rPr lang="fr-FR" altLang="fr-FR" sz="1800"/>
              <a:t>) en partant de la gauche et en suivant le sens des aiguilles d’une montre</a:t>
            </a:r>
            <a:br>
              <a:rPr lang="fr-FR" altLang="fr-FR" sz="1800"/>
            </a:br>
            <a:r>
              <a:rPr lang="fr-FR" altLang="fr-FR" sz="1400"/>
              <a:t>(cette désignation servira à identifier les entreprises sur le tableau de bord).</a:t>
            </a:r>
          </a:p>
          <a:p>
            <a:pPr eaLnBrk="1" hangingPunct="1">
              <a:lnSpc>
                <a:spcPct val="120000"/>
              </a:lnSpc>
            </a:pPr>
            <a:endParaRPr lang="fr-FR" altLang="fr-FR" sz="1400"/>
          </a:p>
        </p:txBody>
      </p:sp>
      <p:sp>
        <p:nvSpPr>
          <p:cNvPr id="23557" name="Rectangle 7"/>
          <p:cNvSpPr>
            <a:spLocks noChangeArrowheads="1"/>
          </p:cNvSpPr>
          <p:nvPr/>
        </p:nvSpPr>
        <p:spPr bwMode="auto">
          <a:xfrm rot="-5400000">
            <a:off x="5291137" y="4362451"/>
            <a:ext cx="1096963" cy="639762"/>
          </a:xfrm>
          <a:prstGeom prst="rect">
            <a:avLst/>
          </a:prstGeom>
          <a:solidFill>
            <a:srgbClr val="FFFFFF"/>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3558" name="Group 8"/>
          <p:cNvGrpSpPr>
            <a:grpSpLocks/>
          </p:cNvGrpSpPr>
          <p:nvPr/>
        </p:nvGrpSpPr>
        <p:grpSpPr bwMode="auto">
          <a:xfrm rot="-5400000">
            <a:off x="5284788" y="4383088"/>
            <a:ext cx="2336800" cy="1441450"/>
            <a:chOff x="6048" y="7520"/>
            <a:chExt cx="3680" cy="2272"/>
          </a:xfrm>
        </p:grpSpPr>
        <p:sp>
          <p:nvSpPr>
            <p:cNvPr id="23586" name="Rectangle 9"/>
            <p:cNvSpPr>
              <a:spLocks noChangeArrowheads="1"/>
            </p:cNvSpPr>
            <p:nvPr/>
          </p:nvSpPr>
          <p:spPr bwMode="auto">
            <a:xfrm>
              <a:off x="7796" y="7520"/>
              <a:ext cx="504" cy="504"/>
            </a:xfrm>
            <a:prstGeom prst="rect">
              <a:avLst/>
            </a:prstGeom>
            <a:solidFill>
              <a:srgbClr val="FFFFFF"/>
            </a:solidFill>
            <a:ln w="19050">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7" name="Rectangle 10"/>
            <p:cNvSpPr>
              <a:spLocks noChangeArrowheads="1"/>
            </p:cNvSpPr>
            <p:nvPr/>
          </p:nvSpPr>
          <p:spPr bwMode="auto">
            <a:xfrm>
              <a:off x="7744" y="7780"/>
              <a:ext cx="296" cy="296"/>
            </a:xfrm>
            <a:prstGeom prst="rect">
              <a:avLst/>
            </a:prstGeom>
            <a:solidFill>
              <a:srgbClr val="C0C0C0"/>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8" name="Line 11"/>
            <p:cNvSpPr>
              <a:spLocks noChangeShapeType="1"/>
            </p:cNvSpPr>
            <p:nvPr/>
          </p:nvSpPr>
          <p:spPr bwMode="auto">
            <a:xfrm flipH="1">
              <a:off x="6048" y="8064"/>
              <a:ext cx="1728" cy="172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3589" name="Line 12"/>
            <p:cNvSpPr>
              <a:spLocks noChangeShapeType="1"/>
            </p:cNvSpPr>
            <p:nvPr/>
          </p:nvSpPr>
          <p:spPr bwMode="auto">
            <a:xfrm>
              <a:off x="8000" y="8064"/>
              <a:ext cx="1728" cy="172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23559" name="Group 13"/>
          <p:cNvGrpSpPr>
            <a:grpSpLocks/>
          </p:cNvGrpSpPr>
          <p:nvPr/>
        </p:nvGrpSpPr>
        <p:grpSpPr bwMode="auto">
          <a:xfrm rot="5400000">
            <a:off x="5143500" y="5735638"/>
            <a:ext cx="457200" cy="457200"/>
            <a:chOff x="13968" y="5616"/>
            <a:chExt cx="720" cy="720"/>
          </a:xfrm>
        </p:grpSpPr>
        <p:sp>
          <p:nvSpPr>
            <p:cNvPr id="23584" name="AutoShape 14"/>
            <p:cNvSpPr>
              <a:spLocks noChangeArrowheads="1"/>
            </p:cNvSpPr>
            <p:nvPr/>
          </p:nvSpPr>
          <p:spPr bwMode="auto">
            <a:xfrm rot="10800000">
              <a:off x="14088" y="5736"/>
              <a:ext cx="480" cy="480"/>
            </a:xfrm>
            <a:prstGeom prst="rtTriangle">
              <a:avLst/>
            </a:prstGeom>
            <a:solidFill>
              <a:srgbClr val="FFFFFF"/>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5" name="Line 15"/>
            <p:cNvSpPr>
              <a:spLocks noChangeShapeType="1"/>
            </p:cNvSpPr>
            <p:nvPr/>
          </p:nvSpPr>
          <p:spPr bwMode="auto">
            <a:xfrm rot="10800000">
              <a:off x="13968" y="5616"/>
              <a:ext cx="720" cy="72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23560" name="AutoShape 16"/>
          <p:cNvSpPr>
            <a:spLocks noChangeArrowheads="1"/>
          </p:cNvSpPr>
          <p:nvPr/>
        </p:nvSpPr>
        <p:spPr bwMode="auto">
          <a:xfrm rot="-5403611">
            <a:off x="3059113" y="3433763"/>
            <a:ext cx="274637" cy="274637"/>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1" name="Line 21"/>
          <p:cNvSpPr>
            <a:spLocks noChangeShapeType="1"/>
          </p:cNvSpPr>
          <p:nvPr/>
        </p:nvSpPr>
        <p:spPr bwMode="auto">
          <a:xfrm>
            <a:off x="5175250" y="3033713"/>
            <a:ext cx="1463675" cy="0"/>
          </a:xfrm>
          <a:prstGeom prst="line">
            <a:avLst/>
          </a:prstGeom>
          <a:noFill/>
          <a:ln w="38100" cmpd="dbl">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3562" name="Text Box 22"/>
          <p:cNvSpPr txBox="1">
            <a:spLocks noChangeArrowheads="1"/>
          </p:cNvSpPr>
          <p:nvPr/>
        </p:nvSpPr>
        <p:spPr bwMode="auto">
          <a:xfrm>
            <a:off x="5410200" y="3057525"/>
            <a:ext cx="1004888"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affichage</a:t>
            </a:r>
            <a:endParaRPr lang="fr-FR" altLang="fr-FR" sz="3200">
              <a:solidFill>
                <a:schemeClr val="tx1"/>
              </a:solidFill>
            </a:endParaRPr>
          </a:p>
        </p:txBody>
      </p:sp>
      <p:sp>
        <p:nvSpPr>
          <p:cNvPr id="23563" name="Rectangle 28"/>
          <p:cNvSpPr>
            <a:spLocks noChangeArrowheads="1"/>
          </p:cNvSpPr>
          <p:nvPr/>
        </p:nvSpPr>
        <p:spPr bwMode="auto">
          <a:xfrm>
            <a:off x="2030413" y="3770313"/>
            <a:ext cx="1533525" cy="54133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4" name="Rectangle 29"/>
          <p:cNvSpPr>
            <a:spLocks noChangeArrowheads="1"/>
          </p:cNvSpPr>
          <p:nvPr/>
        </p:nvSpPr>
        <p:spPr bwMode="auto">
          <a:xfrm>
            <a:off x="1463675" y="3770313"/>
            <a:ext cx="563563" cy="105410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5" name="Rectangle 30"/>
          <p:cNvSpPr>
            <a:spLocks noChangeArrowheads="1"/>
          </p:cNvSpPr>
          <p:nvPr/>
        </p:nvSpPr>
        <p:spPr bwMode="auto">
          <a:xfrm>
            <a:off x="2030413" y="4321175"/>
            <a:ext cx="1533525" cy="50323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6" name="AutoShape 32"/>
          <p:cNvSpPr>
            <a:spLocks noChangeArrowheads="1"/>
          </p:cNvSpPr>
          <p:nvPr/>
        </p:nvSpPr>
        <p:spPr bwMode="auto">
          <a:xfrm rot="-5403611">
            <a:off x="2073275" y="3427413"/>
            <a:ext cx="274637"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7" name="Text Box 33"/>
          <p:cNvSpPr txBox="1">
            <a:spLocks noChangeArrowheads="1"/>
          </p:cNvSpPr>
          <p:nvPr/>
        </p:nvSpPr>
        <p:spPr bwMode="auto">
          <a:xfrm>
            <a:off x="2773363" y="3143250"/>
            <a:ext cx="8731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montage</a:t>
            </a:r>
          </a:p>
        </p:txBody>
      </p:sp>
      <p:sp>
        <p:nvSpPr>
          <p:cNvPr id="23568" name="Text Box 34"/>
          <p:cNvSpPr txBox="1">
            <a:spLocks noChangeArrowheads="1"/>
          </p:cNvSpPr>
          <p:nvPr/>
        </p:nvSpPr>
        <p:spPr bwMode="auto">
          <a:xfrm>
            <a:off x="950913" y="3219450"/>
            <a:ext cx="1143000"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couronnes phase B</a:t>
            </a:r>
          </a:p>
        </p:txBody>
      </p:sp>
      <p:sp>
        <p:nvSpPr>
          <p:cNvPr id="23569" name="AutoShape 35"/>
          <p:cNvSpPr>
            <a:spLocks noChangeArrowheads="1"/>
          </p:cNvSpPr>
          <p:nvPr/>
        </p:nvSpPr>
        <p:spPr bwMode="auto">
          <a:xfrm rot="-5403611">
            <a:off x="1069975" y="4200525"/>
            <a:ext cx="274638"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0" name="Text Box 36"/>
          <p:cNvSpPr txBox="1">
            <a:spLocks noChangeArrowheads="1"/>
          </p:cNvSpPr>
          <p:nvPr/>
        </p:nvSpPr>
        <p:spPr bwMode="auto">
          <a:xfrm>
            <a:off x="142875" y="3833813"/>
            <a:ext cx="1143000"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couronnes phase A</a:t>
            </a:r>
          </a:p>
        </p:txBody>
      </p:sp>
      <p:sp>
        <p:nvSpPr>
          <p:cNvPr id="23571" name="AutoShape 37"/>
          <p:cNvSpPr>
            <a:spLocks noChangeArrowheads="1"/>
          </p:cNvSpPr>
          <p:nvPr/>
        </p:nvSpPr>
        <p:spPr bwMode="auto">
          <a:xfrm rot="-5403611">
            <a:off x="2019300" y="4903788"/>
            <a:ext cx="274637"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2" name="Text Box 38"/>
          <p:cNvSpPr txBox="1">
            <a:spLocks noChangeArrowheads="1"/>
          </p:cNvSpPr>
          <p:nvPr/>
        </p:nvSpPr>
        <p:spPr bwMode="auto">
          <a:xfrm>
            <a:off x="1528763" y="5164138"/>
            <a:ext cx="1143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carters</a:t>
            </a:r>
          </a:p>
        </p:txBody>
      </p:sp>
      <p:sp>
        <p:nvSpPr>
          <p:cNvPr id="23573" name="Text Box 39"/>
          <p:cNvSpPr txBox="1">
            <a:spLocks noChangeArrowheads="1"/>
          </p:cNvSpPr>
          <p:nvPr/>
        </p:nvSpPr>
        <p:spPr bwMode="auto">
          <a:xfrm>
            <a:off x="2498725" y="5151438"/>
            <a:ext cx="13811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engrenages</a:t>
            </a:r>
          </a:p>
        </p:txBody>
      </p:sp>
      <p:sp>
        <p:nvSpPr>
          <p:cNvPr id="23574" name="AutoShape 40"/>
          <p:cNvSpPr>
            <a:spLocks noChangeArrowheads="1"/>
          </p:cNvSpPr>
          <p:nvPr/>
        </p:nvSpPr>
        <p:spPr bwMode="auto">
          <a:xfrm rot="-5403611">
            <a:off x="2989263" y="4903788"/>
            <a:ext cx="274637" cy="274637"/>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5" name="AutoShape 41"/>
          <p:cNvSpPr>
            <a:spLocks noChangeArrowheads="1"/>
          </p:cNvSpPr>
          <p:nvPr/>
        </p:nvSpPr>
        <p:spPr bwMode="auto">
          <a:xfrm rot="-5403611">
            <a:off x="4787106" y="4782344"/>
            <a:ext cx="301625" cy="274638"/>
          </a:xfrm>
          <a:prstGeom prst="hexagon">
            <a:avLst>
              <a:gd name="adj" fmla="val 27457"/>
              <a:gd name="vf" fmla="val 115470"/>
            </a:avLst>
          </a:prstGeom>
          <a:solidFill>
            <a:srgbClr val="E22B00"/>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6" name="AutoShape 42"/>
          <p:cNvSpPr>
            <a:spLocks/>
          </p:cNvSpPr>
          <p:nvPr/>
        </p:nvSpPr>
        <p:spPr bwMode="auto">
          <a:xfrm>
            <a:off x="7385050" y="2703513"/>
            <a:ext cx="1495425" cy="890587"/>
          </a:xfrm>
          <a:prstGeom prst="borderCallout2">
            <a:avLst>
              <a:gd name="adj1" fmla="val 12833"/>
              <a:gd name="adj2" fmla="val -5097"/>
              <a:gd name="adj3" fmla="val 12833"/>
              <a:gd name="adj4" fmla="val -24204"/>
              <a:gd name="adj5" fmla="val 32796"/>
              <a:gd name="adj6" fmla="val -43949"/>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L’affichage peut également être placé sur le mur côté projection</a:t>
            </a:r>
          </a:p>
        </p:txBody>
      </p:sp>
      <p:sp>
        <p:nvSpPr>
          <p:cNvPr id="23577" name="Text Box 44"/>
          <p:cNvSpPr txBox="1">
            <a:spLocks noChangeArrowheads="1"/>
          </p:cNvSpPr>
          <p:nvPr/>
        </p:nvSpPr>
        <p:spPr bwMode="auto">
          <a:xfrm>
            <a:off x="4419600" y="5103813"/>
            <a:ext cx="1004888"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animateur</a:t>
            </a:r>
            <a:endParaRPr lang="fr-FR" altLang="fr-FR" sz="3200">
              <a:solidFill>
                <a:schemeClr val="tx1"/>
              </a:solidFill>
            </a:endParaRPr>
          </a:p>
        </p:txBody>
      </p:sp>
      <p:sp>
        <p:nvSpPr>
          <p:cNvPr id="23578" name="Text Box 46"/>
          <p:cNvSpPr txBox="1">
            <a:spLocks noChangeArrowheads="1"/>
          </p:cNvSpPr>
          <p:nvPr/>
        </p:nvSpPr>
        <p:spPr bwMode="auto">
          <a:xfrm>
            <a:off x="4664075" y="6215063"/>
            <a:ext cx="149701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tableau de papier</a:t>
            </a:r>
            <a:endParaRPr lang="fr-FR" altLang="fr-FR" sz="3200">
              <a:solidFill>
                <a:schemeClr val="tx1"/>
              </a:solidFill>
            </a:endParaRPr>
          </a:p>
        </p:txBody>
      </p:sp>
      <p:sp>
        <p:nvSpPr>
          <p:cNvPr id="23579" name="Text Box 47"/>
          <p:cNvSpPr txBox="1">
            <a:spLocks noChangeArrowheads="1"/>
          </p:cNvSpPr>
          <p:nvPr/>
        </p:nvSpPr>
        <p:spPr bwMode="auto">
          <a:xfrm>
            <a:off x="6483350" y="4854575"/>
            <a:ext cx="1497013"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vidéo-projection</a:t>
            </a:r>
            <a:endParaRPr lang="fr-FR" altLang="fr-FR" sz="3200">
              <a:solidFill>
                <a:schemeClr val="tx1"/>
              </a:solidFill>
            </a:endParaRPr>
          </a:p>
        </p:txBody>
      </p:sp>
      <p:sp>
        <p:nvSpPr>
          <p:cNvPr id="23580" name="Text Box 48"/>
          <p:cNvSpPr txBox="1">
            <a:spLocks noChangeArrowheads="1"/>
          </p:cNvSpPr>
          <p:nvPr/>
        </p:nvSpPr>
        <p:spPr bwMode="auto">
          <a:xfrm>
            <a:off x="3621088" y="4119563"/>
            <a:ext cx="7747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Table 1</a:t>
            </a:r>
          </a:p>
        </p:txBody>
      </p:sp>
      <p:sp>
        <p:nvSpPr>
          <p:cNvPr id="23581" name="AutoShape 50"/>
          <p:cNvSpPr>
            <a:spLocks/>
          </p:cNvSpPr>
          <p:nvPr/>
        </p:nvSpPr>
        <p:spPr bwMode="auto">
          <a:xfrm>
            <a:off x="203200" y="2662238"/>
            <a:ext cx="1536700" cy="503237"/>
          </a:xfrm>
          <a:prstGeom prst="borderCallout2">
            <a:avLst>
              <a:gd name="adj1" fmla="val 22713"/>
              <a:gd name="adj2" fmla="val 104958"/>
              <a:gd name="adj3" fmla="val 22713"/>
              <a:gd name="adj4" fmla="val 128514"/>
              <a:gd name="adj5" fmla="val 141639"/>
              <a:gd name="adj6" fmla="val 15278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1 ou 2 personnes</a:t>
            </a:r>
            <a:br>
              <a:rPr lang="fr-FR" altLang="fr-FR" sz="1300">
                <a:solidFill>
                  <a:schemeClr val="tx1"/>
                </a:solidFill>
              </a:rPr>
            </a:br>
            <a:r>
              <a:rPr lang="fr-FR" altLang="fr-FR" sz="1300">
                <a:solidFill>
                  <a:schemeClr val="tx1"/>
                </a:solidFill>
              </a:rPr>
              <a:t>par poste</a:t>
            </a:r>
          </a:p>
        </p:txBody>
      </p:sp>
      <p:sp>
        <p:nvSpPr>
          <p:cNvPr id="23583" name="Rectangle 53"/>
          <p:cNvSpPr>
            <a:spLocks noChangeArrowheads="1"/>
          </p:cNvSpPr>
          <p:nvPr/>
        </p:nvSpPr>
        <p:spPr bwMode="auto">
          <a:xfrm>
            <a:off x="649288" y="5697538"/>
            <a:ext cx="3133725" cy="611187"/>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2</a:t>
            </a:r>
            <a:r>
              <a:rPr lang="fr-FR" altLang="fr-FR" sz="1800" baseline="30000">
                <a:solidFill>
                  <a:schemeClr val="tx1"/>
                </a:solidFill>
              </a:rPr>
              <a:t>ème</a:t>
            </a:r>
            <a:r>
              <a:rPr lang="fr-FR" altLang="fr-FR" sz="1800">
                <a:solidFill>
                  <a:schemeClr val="tx1"/>
                </a:solidFill>
              </a:rPr>
              <a:t> et 3</a:t>
            </a:r>
            <a:r>
              <a:rPr lang="fr-FR" altLang="fr-FR" sz="1800" baseline="30000">
                <a:solidFill>
                  <a:schemeClr val="tx1"/>
                </a:solidFill>
              </a:rPr>
              <a:t>ème </a:t>
            </a:r>
            <a:r>
              <a:rPr lang="fr-FR" altLang="fr-FR" sz="1800">
                <a:solidFill>
                  <a:schemeClr val="tx1"/>
                </a:solidFill>
              </a:rPr>
              <a:t> tables identiques</a:t>
            </a:r>
          </a:p>
        </p:txBody>
      </p:sp>
      <p:pic>
        <p:nvPicPr>
          <p:cNvPr id="38"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24578" name="Rectangle 4"/>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Présentation de l’entreprise</a:t>
            </a:r>
          </a:p>
        </p:txBody>
      </p:sp>
      <p:pic>
        <p:nvPicPr>
          <p:cNvPr id="24579"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79913" y="3040063"/>
            <a:ext cx="544512" cy="1000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type="body" idx="1"/>
          </p:nvPr>
        </p:nvSpPr>
        <p:spPr>
          <a:xfrm>
            <a:off x="304800" y="1104900"/>
            <a:ext cx="5980113" cy="3297238"/>
          </a:xfrm>
        </p:spPr>
        <p:txBody>
          <a:bodyPr/>
          <a:lstStyle/>
          <a:p>
            <a:pPr eaLnBrk="1" hangingPunct="1">
              <a:lnSpc>
                <a:spcPct val="130000"/>
              </a:lnSpc>
            </a:pPr>
            <a:r>
              <a:rPr lang="fr-FR" altLang="fr-FR"/>
              <a:t>REDIX fabrique des </a:t>
            </a:r>
            <a:r>
              <a:rPr lang="fr-FR" altLang="fr-FR">
                <a:solidFill>
                  <a:srgbClr val="FF3300"/>
                </a:solidFill>
              </a:rPr>
              <a:t>réducteurs à engrenages</a:t>
            </a:r>
            <a:br>
              <a:rPr lang="fr-FR" altLang="fr-FR">
                <a:solidFill>
                  <a:srgbClr val="FF3300"/>
                </a:solidFill>
              </a:rPr>
            </a:br>
            <a:r>
              <a:rPr lang="fr-FR" altLang="fr-FR"/>
              <a:t>pour le marché des escaliers roulants.</a:t>
            </a:r>
          </a:p>
          <a:p>
            <a:pPr eaLnBrk="1" hangingPunct="1">
              <a:lnSpc>
                <a:spcPct val="130000"/>
              </a:lnSpc>
            </a:pPr>
            <a:r>
              <a:rPr lang="fr-FR" altLang="fr-FR"/>
              <a:t>Vente annuelles : </a:t>
            </a:r>
            <a:r>
              <a:rPr lang="fr-FR" altLang="fr-FR">
                <a:solidFill>
                  <a:srgbClr val="FF3300"/>
                </a:solidFill>
              </a:rPr>
              <a:t>80 000 000 €</a:t>
            </a:r>
          </a:p>
          <a:p>
            <a:pPr eaLnBrk="1" hangingPunct="1">
              <a:lnSpc>
                <a:spcPct val="130000"/>
              </a:lnSpc>
            </a:pPr>
            <a:r>
              <a:rPr lang="fr-FR" altLang="fr-FR"/>
              <a:t>Bénéfices : </a:t>
            </a:r>
            <a:r>
              <a:rPr lang="fr-FR" altLang="fr-FR">
                <a:solidFill>
                  <a:srgbClr val="FC2C1C"/>
                </a:solidFill>
              </a:rPr>
              <a:t>800 000 €</a:t>
            </a:r>
          </a:p>
          <a:p>
            <a:pPr eaLnBrk="1" hangingPunct="1">
              <a:lnSpc>
                <a:spcPct val="130000"/>
              </a:lnSpc>
            </a:pPr>
            <a:r>
              <a:rPr lang="fr-FR" altLang="fr-FR"/>
              <a:t>Stocks moyens : </a:t>
            </a:r>
            <a:r>
              <a:rPr lang="fr-FR" altLang="fr-FR">
                <a:solidFill>
                  <a:srgbClr val="FC2C1C"/>
                </a:solidFill>
              </a:rPr>
              <a:t>20 000 000 €</a:t>
            </a:r>
          </a:p>
          <a:p>
            <a:pPr eaLnBrk="1" hangingPunct="1">
              <a:lnSpc>
                <a:spcPct val="130000"/>
              </a:lnSpc>
            </a:pPr>
            <a:r>
              <a:rPr lang="fr-FR" altLang="fr-FR"/>
              <a:t>Effectifs : </a:t>
            </a:r>
            <a:r>
              <a:rPr lang="fr-FR" altLang="fr-FR">
                <a:solidFill>
                  <a:srgbClr val="FF3300"/>
                </a:solidFill>
              </a:rPr>
              <a:t>480</a:t>
            </a:r>
            <a:r>
              <a:rPr lang="fr-FR" altLang="fr-FR"/>
              <a:t> personnes.</a:t>
            </a:r>
          </a:p>
          <a:p>
            <a:pPr eaLnBrk="1" hangingPunct="1">
              <a:lnSpc>
                <a:spcPct val="130000"/>
              </a:lnSpc>
            </a:pPr>
            <a:r>
              <a:rPr lang="fr-FR" altLang="fr-FR"/>
              <a:t>L’usine est située dans le </a:t>
            </a:r>
            <a:r>
              <a:rPr lang="fr-FR" altLang="fr-FR">
                <a:solidFill>
                  <a:srgbClr val="FF3300"/>
                </a:solidFill>
              </a:rPr>
              <a:t>Puy de Dôme</a:t>
            </a:r>
            <a:r>
              <a:rPr lang="fr-FR" altLang="fr-FR"/>
              <a:t>.</a:t>
            </a:r>
          </a:p>
        </p:txBody>
      </p:sp>
      <p:pic>
        <p:nvPicPr>
          <p:cNvPr id="2560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37350" y="1223963"/>
            <a:ext cx="1231900"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2"/>
          <p:cNvSpPr txBox="1">
            <a:spLocks noChangeArrowheads="1"/>
          </p:cNvSpPr>
          <p:nvPr/>
        </p:nvSpPr>
        <p:spPr bwMode="auto">
          <a:xfrm>
            <a:off x="457200" y="0"/>
            <a:ext cx="82296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800" b="1">
                <a:solidFill>
                  <a:srgbClr val="27A8E0"/>
                </a:solidFill>
                <a:latin typeface="+mj-lt"/>
                <a:ea typeface="+mj-ea"/>
                <a:cs typeface="+mj-cs"/>
              </a:defRPr>
            </a:lvl1pPr>
            <a:lvl2pPr algn="ctr" rtl="0" eaLnBrk="0" fontAlgn="base" hangingPunct="0">
              <a:spcBef>
                <a:spcPct val="0"/>
              </a:spcBef>
              <a:spcAft>
                <a:spcPct val="0"/>
              </a:spcAft>
              <a:defRPr sz="3000">
                <a:solidFill>
                  <a:schemeClr val="accent2"/>
                </a:solidFill>
                <a:latin typeface="Arial" pitchFamily="34" charset="0"/>
              </a:defRPr>
            </a:lvl2pPr>
            <a:lvl3pPr algn="ctr" rtl="0" eaLnBrk="0" fontAlgn="base" hangingPunct="0">
              <a:spcBef>
                <a:spcPct val="0"/>
              </a:spcBef>
              <a:spcAft>
                <a:spcPct val="0"/>
              </a:spcAft>
              <a:defRPr sz="3000">
                <a:solidFill>
                  <a:schemeClr val="accent2"/>
                </a:solidFill>
                <a:latin typeface="Arial" pitchFamily="34" charset="0"/>
              </a:defRPr>
            </a:lvl3pPr>
            <a:lvl4pPr algn="ctr" rtl="0" eaLnBrk="0" fontAlgn="base" hangingPunct="0">
              <a:spcBef>
                <a:spcPct val="0"/>
              </a:spcBef>
              <a:spcAft>
                <a:spcPct val="0"/>
              </a:spcAft>
              <a:defRPr sz="3000">
                <a:solidFill>
                  <a:schemeClr val="accent2"/>
                </a:solidFill>
                <a:latin typeface="Arial" pitchFamily="34" charset="0"/>
              </a:defRPr>
            </a:lvl4pPr>
            <a:lvl5pPr algn="ctr" rtl="0" eaLnBrk="0" fontAlgn="base" hangingPunct="0">
              <a:spcBef>
                <a:spcPct val="0"/>
              </a:spcBef>
              <a:spcAft>
                <a:spcPct val="0"/>
              </a:spcAft>
              <a:defRPr sz="3000">
                <a:solidFill>
                  <a:schemeClr val="accent2"/>
                </a:solidFill>
                <a:latin typeface="Arial" pitchFamily="34" charset="0"/>
              </a:defRPr>
            </a:lvl5pPr>
            <a:lvl6pPr marL="457200" algn="ctr" rtl="0" fontAlgn="base">
              <a:spcBef>
                <a:spcPct val="0"/>
              </a:spcBef>
              <a:spcAft>
                <a:spcPct val="0"/>
              </a:spcAft>
              <a:defRPr sz="3000">
                <a:solidFill>
                  <a:schemeClr val="accent2"/>
                </a:solidFill>
                <a:latin typeface="Arial" pitchFamily="34" charset="0"/>
              </a:defRPr>
            </a:lvl6pPr>
            <a:lvl7pPr marL="914400" algn="ctr" rtl="0" fontAlgn="base">
              <a:spcBef>
                <a:spcPct val="0"/>
              </a:spcBef>
              <a:spcAft>
                <a:spcPct val="0"/>
              </a:spcAft>
              <a:defRPr sz="3000">
                <a:solidFill>
                  <a:schemeClr val="accent2"/>
                </a:solidFill>
                <a:latin typeface="Arial" pitchFamily="34" charset="0"/>
              </a:defRPr>
            </a:lvl7pPr>
            <a:lvl8pPr marL="1371600" algn="ctr" rtl="0" fontAlgn="base">
              <a:spcBef>
                <a:spcPct val="0"/>
              </a:spcBef>
              <a:spcAft>
                <a:spcPct val="0"/>
              </a:spcAft>
              <a:defRPr sz="3000">
                <a:solidFill>
                  <a:schemeClr val="accent2"/>
                </a:solidFill>
                <a:latin typeface="Arial" pitchFamily="34" charset="0"/>
              </a:defRPr>
            </a:lvl8pPr>
            <a:lvl9pPr marL="1828800" algn="ctr" rtl="0" fontAlgn="base">
              <a:spcBef>
                <a:spcPct val="0"/>
              </a:spcBef>
              <a:spcAft>
                <a:spcPct val="0"/>
              </a:spcAft>
              <a:defRPr sz="3000">
                <a:solidFill>
                  <a:schemeClr val="accent2"/>
                </a:solidFill>
                <a:latin typeface="Arial" pitchFamily="34" charset="0"/>
              </a:defRPr>
            </a:lvl9pPr>
          </a:lstStyle>
          <a:p>
            <a:pPr eaLnBrk="1" hangingPunct="1"/>
            <a:r>
              <a:rPr lang="fr-FR" altLang="fr-FR" dirty="0"/>
              <a:t>L’entreprise REDIX</a:t>
            </a:r>
            <a:endParaRPr lang="fr-FR" altLang="fr-FR" kern="0" dirty="0"/>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97" name="Picture 73" descr="C:\Users\BertrandS\Dropbox\Jeux\00. CONCEPTION DES JEUX\photos\Logistique\iStock_000008043090_Medium.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3648" y="3090862"/>
            <a:ext cx="2609775" cy="1738313"/>
          </a:xfrm>
          <a:prstGeom prst="rect">
            <a:avLst/>
          </a:prstGeom>
          <a:noFill/>
          <a:extLst>
            <a:ext uri="{909E8E84-426E-40DD-AFC4-6F175D3DCCD1}">
              <a14:hiddenFill xmlns:a14="http://schemas.microsoft.com/office/drawing/2010/main">
                <a:solidFill>
                  <a:srgbClr val="FFFFFF"/>
                </a:solidFill>
              </a14:hiddenFill>
            </a:ext>
          </a:extLst>
        </p:spPr>
      </p:pic>
      <p:sp>
        <p:nvSpPr>
          <p:cNvPr id="26626" name="Rectangle 2"/>
          <p:cNvSpPr>
            <a:spLocks noGrp="1" noChangeArrowheads="1"/>
          </p:cNvSpPr>
          <p:nvPr>
            <p:ph type="title"/>
          </p:nvPr>
        </p:nvSpPr>
        <p:spPr>
          <a:xfrm>
            <a:off x="312738" y="179388"/>
            <a:ext cx="8505825" cy="530225"/>
          </a:xfrm>
        </p:spPr>
        <p:txBody>
          <a:bodyPr/>
          <a:lstStyle/>
          <a:p>
            <a:pPr eaLnBrk="1" hangingPunct="1"/>
            <a:r>
              <a:rPr lang="fr-FR" altLang="fr-FR" sz="2600"/>
              <a:t>Votre mission : améliorer les performances de l’usine</a:t>
            </a:r>
          </a:p>
        </p:txBody>
      </p:sp>
      <p:sp>
        <p:nvSpPr>
          <p:cNvPr id="26627" name="Rectangle 3"/>
          <p:cNvSpPr>
            <a:spLocks noGrp="1" noChangeArrowheads="1"/>
          </p:cNvSpPr>
          <p:nvPr>
            <p:ph type="body" idx="1"/>
          </p:nvPr>
        </p:nvSpPr>
        <p:spPr>
          <a:xfrm>
            <a:off x="1811338" y="889000"/>
            <a:ext cx="5437187" cy="436563"/>
          </a:xfrm>
        </p:spPr>
        <p:txBody>
          <a:bodyPr/>
          <a:lstStyle/>
          <a:p>
            <a:pPr marL="381000" indent="-381000" algn="ctr" eaLnBrk="1" hangingPunct="1">
              <a:buFontTx/>
              <a:buNone/>
            </a:pPr>
            <a:r>
              <a:rPr lang="fr-FR" altLang="fr-FR" sz="2600"/>
              <a:t>Vous serez jugé sur 3 indicateurs</a:t>
            </a:r>
          </a:p>
        </p:txBody>
      </p:sp>
      <p:sp>
        <p:nvSpPr>
          <p:cNvPr id="26628" name="Text Box 5"/>
          <p:cNvSpPr txBox="1">
            <a:spLocks noChangeArrowheads="1"/>
          </p:cNvSpPr>
          <p:nvPr/>
        </p:nvSpPr>
        <p:spPr bwMode="auto">
          <a:xfrm>
            <a:off x="2900363" y="5883275"/>
            <a:ext cx="3267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Votre équipe est</a:t>
            </a:r>
            <a:r>
              <a:rPr lang="fr-FR" altLang="fr-FR" sz="2400">
                <a:solidFill>
                  <a:schemeClr val="tx1"/>
                </a:solidFill>
              </a:rPr>
              <a:t> :</a:t>
            </a:r>
            <a:r>
              <a:rPr lang="fr-FR" altLang="fr-FR" sz="2400"/>
              <a:t> </a:t>
            </a:r>
            <a:r>
              <a:rPr lang="fr-FR" altLang="fr-FR" sz="2400">
                <a:solidFill>
                  <a:srgbClr val="FC2C1C"/>
                </a:solidFill>
              </a:rPr>
              <a:t>A</a:t>
            </a:r>
            <a:r>
              <a:rPr lang="fr-FR" altLang="fr-FR" sz="2400"/>
              <a:t> - B - </a:t>
            </a:r>
            <a:r>
              <a:rPr lang="fr-FR" altLang="fr-FR" sz="2400">
                <a:solidFill>
                  <a:srgbClr val="00CC66"/>
                </a:solidFill>
              </a:rPr>
              <a:t>C</a:t>
            </a:r>
          </a:p>
        </p:txBody>
      </p:sp>
      <p:sp>
        <p:nvSpPr>
          <p:cNvPr id="26630" name="AutoShape 7"/>
          <p:cNvSpPr>
            <a:spLocks noChangeArrowheads="1"/>
          </p:cNvSpPr>
          <p:nvPr/>
        </p:nvSpPr>
        <p:spPr bwMode="auto">
          <a:xfrm>
            <a:off x="3879850" y="3155950"/>
            <a:ext cx="1219200" cy="1054100"/>
          </a:xfrm>
          <a:prstGeom prst="triangle">
            <a:avLst>
              <a:gd name="adj" fmla="val 50000"/>
            </a:avLst>
          </a:prstGeom>
          <a:noFill/>
          <a:ln w="9525">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6631" name="Text Box 8"/>
          <p:cNvSpPr txBox="1">
            <a:spLocks noChangeArrowheads="1"/>
          </p:cNvSpPr>
          <p:nvPr/>
        </p:nvSpPr>
        <p:spPr bwMode="auto">
          <a:xfrm>
            <a:off x="5324475" y="2130425"/>
            <a:ext cx="2447925" cy="49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dirty="0">
                <a:solidFill>
                  <a:schemeClr val="tx2"/>
                </a:solidFill>
              </a:rPr>
              <a:t>Service aux clients</a:t>
            </a:r>
          </a:p>
        </p:txBody>
      </p:sp>
      <p:sp>
        <p:nvSpPr>
          <p:cNvPr id="26632" name="Text Box 9"/>
          <p:cNvSpPr txBox="1">
            <a:spLocks noChangeArrowheads="1"/>
          </p:cNvSpPr>
          <p:nvPr/>
        </p:nvSpPr>
        <p:spPr bwMode="auto">
          <a:xfrm>
            <a:off x="1390650" y="4894263"/>
            <a:ext cx="229552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a:solidFill>
                  <a:schemeClr val="tx2"/>
                </a:solidFill>
              </a:rPr>
              <a:t>Niveau des stocks</a:t>
            </a:r>
          </a:p>
        </p:txBody>
      </p:sp>
      <p:sp>
        <p:nvSpPr>
          <p:cNvPr id="26633" name="Text Box 10"/>
          <p:cNvSpPr txBox="1">
            <a:spLocks noChangeArrowheads="1"/>
          </p:cNvSpPr>
          <p:nvPr/>
        </p:nvSpPr>
        <p:spPr bwMode="auto">
          <a:xfrm>
            <a:off x="5051425" y="4829175"/>
            <a:ext cx="2903538" cy="43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a:solidFill>
                  <a:schemeClr val="tx2"/>
                </a:solidFill>
              </a:rPr>
              <a:t>Efficience de la production</a:t>
            </a:r>
          </a:p>
        </p:txBody>
      </p:sp>
      <p:pic>
        <p:nvPicPr>
          <p:cNvPr id="26696" name="Picture 72" descr="C:\Users\BertrandS\Dropbox\Jeux\00. CONCEPTION DES JEUX\photos\Industrie\iStock_000032929530_Medium.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61317" y="3289816"/>
            <a:ext cx="2311083" cy="1539360"/>
          </a:xfrm>
          <a:prstGeom prst="rect">
            <a:avLst/>
          </a:prstGeom>
          <a:noFill/>
          <a:extLst>
            <a:ext uri="{909E8E84-426E-40DD-AFC4-6F175D3DCCD1}">
              <a14:hiddenFill xmlns:a14="http://schemas.microsoft.com/office/drawing/2010/main">
                <a:solidFill>
                  <a:srgbClr val="FFFFFF"/>
                </a:solidFill>
              </a14:hiddenFill>
            </a:ext>
          </a:extLst>
        </p:spPr>
      </p:pic>
      <p:pic>
        <p:nvPicPr>
          <p:cNvPr id="26698" name="Picture 74" descr="C:\Users\BertrandS\Dropbox\Jeux\00. CONCEPTION DES JEUX\photos\Logistique\iStock_000002931277_Medium.jp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27237" r="22322" b="-1846"/>
          <a:stretch/>
        </p:blipFill>
        <p:spPr bwMode="auto">
          <a:xfrm>
            <a:off x="3255010" y="1645060"/>
            <a:ext cx="2198687" cy="140770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Line 36"/>
          <p:cNvSpPr>
            <a:spLocks noChangeShapeType="1"/>
          </p:cNvSpPr>
          <p:nvPr/>
        </p:nvSpPr>
        <p:spPr bwMode="auto">
          <a:xfrm>
            <a:off x="6594475" y="3549650"/>
            <a:ext cx="1441450" cy="0"/>
          </a:xfrm>
          <a:prstGeom prst="line">
            <a:avLst/>
          </a:prstGeom>
          <a:noFill/>
          <a:ln w="6350">
            <a:solidFill>
              <a:schemeClr val="tx2"/>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7651" name="Line 30"/>
          <p:cNvSpPr>
            <a:spLocks noChangeShapeType="1"/>
          </p:cNvSpPr>
          <p:nvPr/>
        </p:nvSpPr>
        <p:spPr bwMode="auto">
          <a:xfrm>
            <a:off x="2430463" y="3540125"/>
            <a:ext cx="3533775" cy="0"/>
          </a:xfrm>
          <a:prstGeom prst="line">
            <a:avLst/>
          </a:prstGeom>
          <a:noFill/>
          <a:ln w="6350">
            <a:solidFill>
              <a:schemeClr val="tx2"/>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7652" name="Rectangle 2"/>
          <p:cNvSpPr>
            <a:spLocks noGrp="1" noChangeArrowheads="1"/>
          </p:cNvSpPr>
          <p:nvPr>
            <p:ph type="title"/>
          </p:nvPr>
        </p:nvSpPr>
        <p:spPr/>
        <p:txBody>
          <a:bodyPr/>
          <a:lstStyle/>
          <a:p>
            <a:pPr eaLnBrk="1" hangingPunct="1"/>
            <a:r>
              <a:rPr lang="fr-FR" altLang="fr-FR" dirty="0"/>
              <a:t>Les ventes</a:t>
            </a:r>
          </a:p>
        </p:txBody>
      </p:sp>
      <p:sp>
        <p:nvSpPr>
          <p:cNvPr id="27653" name="Rectangle 3"/>
          <p:cNvSpPr>
            <a:spLocks noGrp="1" noChangeArrowheads="1"/>
          </p:cNvSpPr>
          <p:nvPr>
            <p:ph type="body" idx="1"/>
          </p:nvPr>
        </p:nvSpPr>
        <p:spPr>
          <a:xfrm>
            <a:off x="330200" y="1143000"/>
            <a:ext cx="8664575" cy="1525588"/>
          </a:xfrm>
        </p:spPr>
        <p:txBody>
          <a:bodyPr/>
          <a:lstStyle/>
          <a:p>
            <a:pPr eaLnBrk="1" hangingPunct="1">
              <a:lnSpc>
                <a:spcPct val="110000"/>
              </a:lnSpc>
            </a:pPr>
            <a:r>
              <a:rPr lang="fr-FR" altLang="fr-FR" sz="1900"/>
              <a:t>L’entreprise vend six produits finis et une référence de pièce détachée.</a:t>
            </a:r>
          </a:p>
          <a:p>
            <a:pPr eaLnBrk="1" hangingPunct="1">
              <a:lnSpc>
                <a:spcPct val="110000"/>
              </a:lnSpc>
            </a:pPr>
            <a:r>
              <a:rPr lang="fr-FR" altLang="fr-FR" sz="1900"/>
              <a:t>Elle livre « à lettre lue » c’est-à-dire que l’expédition doit se faire sans délai.</a:t>
            </a:r>
          </a:p>
          <a:p>
            <a:pPr eaLnBrk="1" hangingPunct="1">
              <a:lnSpc>
                <a:spcPct val="110000"/>
              </a:lnSpc>
            </a:pPr>
            <a:r>
              <a:rPr lang="fr-FR" altLang="fr-FR" sz="1900"/>
              <a:t>Les commandes en retard doivent être livrées le plus tôt possible.</a:t>
            </a:r>
          </a:p>
        </p:txBody>
      </p:sp>
      <p:pic>
        <p:nvPicPr>
          <p:cNvPr id="27654"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7488" y="3189288"/>
            <a:ext cx="587375" cy="1081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655" name="Text Box 5"/>
          <p:cNvSpPr txBox="1">
            <a:spLocks noChangeArrowheads="1"/>
          </p:cNvSpPr>
          <p:nvPr/>
        </p:nvSpPr>
        <p:spPr bwMode="auto">
          <a:xfrm>
            <a:off x="236696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27656" name="Text Box 6"/>
          <p:cNvSpPr txBox="1">
            <a:spLocks noChangeArrowheads="1"/>
          </p:cNvSpPr>
          <p:nvPr/>
        </p:nvSpPr>
        <p:spPr bwMode="auto">
          <a:xfrm>
            <a:off x="3114675"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27657" name="Text Box 7"/>
          <p:cNvSpPr txBox="1">
            <a:spLocks noChangeArrowheads="1"/>
          </p:cNvSpPr>
          <p:nvPr/>
        </p:nvSpPr>
        <p:spPr bwMode="auto">
          <a:xfrm>
            <a:off x="38465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27658" name="Text Box 8"/>
          <p:cNvSpPr txBox="1">
            <a:spLocks noChangeArrowheads="1"/>
          </p:cNvSpPr>
          <p:nvPr/>
        </p:nvSpPr>
        <p:spPr bwMode="auto">
          <a:xfrm>
            <a:off x="44688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27659" name="Text Box 9"/>
          <p:cNvSpPr txBox="1">
            <a:spLocks noChangeArrowheads="1"/>
          </p:cNvSpPr>
          <p:nvPr/>
        </p:nvSpPr>
        <p:spPr bwMode="auto">
          <a:xfrm>
            <a:off x="5133975"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27660" name="Text Box 10"/>
          <p:cNvSpPr txBox="1">
            <a:spLocks noChangeArrowheads="1"/>
          </p:cNvSpPr>
          <p:nvPr/>
        </p:nvSpPr>
        <p:spPr bwMode="auto">
          <a:xfrm>
            <a:off x="58150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27661" name="Text Box 29"/>
          <p:cNvSpPr txBox="1">
            <a:spLocks noChangeArrowheads="1"/>
          </p:cNvSpPr>
          <p:nvPr/>
        </p:nvSpPr>
        <p:spPr bwMode="auto">
          <a:xfrm>
            <a:off x="3076575" y="3260725"/>
            <a:ext cx="2151063" cy="457200"/>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6 produits finis</a:t>
            </a:r>
          </a:p>
        </p:txBody>
      </p:sp>
      <p:sp>
        <p:nvSpPr>
          <p:cNvPr id="27663" name="Text Box 34"/>
          <p:cNvSpPr txBox="1">
            <a:spLocks noChangeArrowheads="1"/>
          </p:cNvSpPr>
          <p:nvPr/>
        </p:nvSpPr>
        <p:spPr bwMode="auto">
          <a:xfrm>
            <a:off x="6834188" y="3209925"/>
            <a:ext cx="1035050" cy="581025"/>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Pièce détachée</a:t>
            </a:r>
          </a:p>
        </p:txBody>
      </p:sp>
      <p:sp>
        <p:nvSpPr>
          <p:cNvPr id="27664" name="Text Box 35"/>
          <p:cNvSpPr txBox="1">
            <a:spLocks noChangeArrowheads="1"/>
          </p:cNvSpPr>
          <p:nvPr/>
        </p:nvSpPr>
        <p:spPr bwMode="auto">
          <a:xfrm>
            <a:off x="6497638" y="3790950"/>
            <a:ext cx="17335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a:solidFill>
                  <a:schemeClr val="tx1"/>
                </a:solidFill>
              </a:rPr>
              <a:t>Couronne</a:t>
            </a:r>
            <a:br>
              <a:rPr lang="fr-FR" altLang="fr-FR" sz="1500">
                <a:solidFill>
                  <a:schemeClr val="tx1"/>
                </a:solidFill>
              </a:rPr>
            </a:br>
            <a:r>
              <a:rPr lang="fr-FR" altLang="fr-FR" sz="1500">
                <a:solidFill>
                  <a:schemeClr val="tx1"/>
                </a:solidFill>
              </a:rPr>
              <a:t>(phase A blanche)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0"/>
            <a:ext cx="8229600" cy="6477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La composition des produits</a:t>
            </a:r>
          </a:p>
        </p:txBody>
      </p:sp>
      <p:pic>
        <p:nvPicPr>
          <p:cNvPr id="2867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18400" y="193675"/>
            <a:ext cx="485775" cy="8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Text Box 4"/>
          <p:cNvSpPr txBox="1">
            <a:spLocks noChangeArrowheads="1"/>
          </p:cNvSpPr>
          <p:nvPr/>
        </p:nvSpPr>
        <p:spPr bwMode="auto">
          <a:xfrm>
            <a:off x="237013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28677" name="Text Box 5"/>
          <p:cNvSpPr txBox="1">
            <a:spLocks noChangeArrowheads="1"/>
          </p:cNvSpPr>
          <p:nvPr/>
        </p:nvSpPr>
        <p:spPr bwMode="auto">
          <a:xfrm>
            <a:off x="3117850"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28678" name="Text Box 6"/>
          <p:cNvSpPr txBox="1">
            <a:spLocks noChangeArrowheads="1"/>
          </p:cNvSpPr>
          <p:nvPr/>
        </p:nvSpPr>
        <p:spPr bwMode="auto">
          <a:xfrm>
            <a:off x="38496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28679" name="Text Box 7"/>
          <p:cNvSpPr txBox="1">
            <a:spLocks noChangeArrowheads="1"/>
          </p:cNvSpPr>
          <p:nvPr/>
        </p:nvSpPr>
        <p:spPr bwMode="auto">
          <a:xfrm>
            <a:off x="44719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28680" name="Text Box 8"/>
          <p:cNvSpPr txBox="1">
            <a:spLocks noChangeArrowheads="1"/>
          </p:cNvSpPr>
          <p:nvPr/>
        </p:nvSpPr>
        <p:spPr bwMode="auto">
          <a:xfrm>
            <a:off x="5137150"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28681" name="Text Box 9"/>
          <p:cNvSpPr txBox="1">
            <a:spLocks noChangeArrowheads="1"/>
          </p:cNvSpPr>
          <p:nvPr/>
        </p:nvSpPr>
        <p:spPr bwMode="auto">
          <a:xfrm>
            <a:off x="58181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28682" name="Oval 10"/>
          <p:cNvSpPr>
            <a:spLocks noChangeArrowheads="1"/>
          </p:cNvSpPr>
          <p:nvPr/>
        </p:nvSpPr>
        <p:spPr bwMode="auto">
          <a:xfrm rot="-5400000">
            <a:off x="2453482" y="3940969"/>
            <a:ext cx="334962" cy="311150"/>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3" name="Rectangle 11"/>
          <p:cNvSpPr>
            <a:spLocks noChangeArrowheads="1"/>
          </p:cNvSpPr>
          <p:nvPr/>
        </p:nvSpPr>
        <p:spPr bwMode="auto">
          <a:xfrm rot="-5400000">
            <a:off x="2526507" y="3329781"/>
            <a:ext cx="209550" cy="427037"/>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4" name="Rectangle 12"/>
          <p:cNvSpPr>
            <a:spLocks noChangeArrowheads="1"/>
          </p:cNvSpPr>
          <p:nvPr/>
        </p:nvSpPr>
        <p:spPr bwMode="auto">
          <a:xfrm rot="-5400000">
            <a:off x="2524919" y="2910682"/>
            <a:ext cx="209550" cy="271462"/>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5" name="Rectangle 13"/>
          <p:cNvSpPr>
            <a:spLocks noChangeArrowheads="1"/>
          </p:cNvSpPr>
          <p:nvPr/>
        </p:nvSpPr>
        <p:spPr bwMode="auto">
          <a:xfrm rot="-5400000">
            <a:off x="3259138" y="3328987"/>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6" name="Rectangle 14"/>
          <p:cNvSpPr>
            <a:spLocks noChangeArrowheads="1"/>
          </p:cNvSpPr>
          <p:nvPr/>
        </p:nvSpPr>
        <p:spPr bwMode="auto">
          <a:xfrm rot="-5400000">
            <a:off x="3259138" y="2911475"/>
            <a:ext cx="209550" cy="26987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7" name="Oval 15"/>
          <p:cNvSpPr>
            <a:spLocks noChangeArrowheads="1"/>
          </p:cNvSpPr>
          <p:nvPr/>
        </p:nvSpPr>
        <p:spPr bwMode="auto">
          <a:xfrm rot="-5400000">
            <a:off x="3186113" y="3941763"/>
            <a:ext cx="338137" cy="312737"/>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8" name="Rectangle 16"/>
          <p:cNvSpPr>
            <a:spLocks noChangeArrowheads="1"/>
          </p:cNvSpPr>
          <p:nvPr/>
        </p:nvSpPr>
        <p:spPr bwMode="auto">
          <a:xfrm rot="-5400000">
            <a:off x="3953669" y="3329781"/>
            <a:ext cx="209550" cy="427038"/>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9" name="Rectangle 17"/>
          <p:cNvSpPr>
            <a:spLocks noChangeArrowheads="1"/>
          </p:cNvSpPr>
          <p:nvPr/>
        </p:nvSpPr>
        <p:spPr bwMode="auto">
          <a:xfrm rot="-5400000">
            <a:off x="3952082" y="2910681"/>
            <a:ext cx="209550" cy="271463"/>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0" name="Oval 18"/>
          <p:cNvSpPr>
            <a:spLocks noChangeArrowheads="1"/>
          </p:cNvSpPr>
          <p:nvPr/>
        </p:nvSpPr>
        <p:spPr bwMode="auto">
          <a:xfrm rot="-5400000">
            <a:off x="3879056" y="3942557"/>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1" name="Rectangle 19"/>
          <p:cNvSpPr>
            <a:spLocks noChangeArrowheads="1"/>
          </p:cNvSpPr>
          <p:nvPr/>
        </p:nvSpPr>
        <p:spPr bwMode="auto">
          <a:xfrm rot="-5400000">
            <a:off x="4646613" y="3328987"/>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2" name="Rectangle 20"/>
          <p:cNvSpPr>
            <a:spLocks noChangeArrowheads="1"/>
          </p:cNvSpPr>
          <p:nvPr/>
        </p:nvSpPr>
        <p:spPr bwMode="auto">
          <a:xfrm rot="-5400000">
            <a:off x="4645025"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3" name="Oval 21"/>
          <p:cNvSpPr>
            <a:spLocks noChangeArrowheads="1"/>
          </p:cNvSpPr>
          <p:nvPr/>
        </p:nvSpPr>
        <p:spPr bwMode="auto">
          <a:xfrm rot="-5400000">
            <a:off x="4572794" y="394255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4" name="Rectangle 22"/>
          <p:cNvSpPr>
            <a:spLocks noChangeArrowheads="1"/>
          </p:cNvSpPr>
          <p:nvPr/>
        </p:nvSpPr>
        <p:spPr bwMode="auto">
          <a:xfrm rot="-5400000">
            <a:off x="5295901" y="332898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5" name="Rectangle 23"/>
          <p:cNvSpPr>
            <a:spLocks noChangeArrowheads="1"/>
          </p:cNvSpPr>
          <p:nvPr/>
        </p:nvSpPr>
        <p:spPr bwMode="auto">
          <a:xfrm rot="-5400000">
            <a:off x="5294313"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6" name="Oval 24"/>
          <p:cNvSpPr>
            <a:spLocks noChangeArrowheads="1"/>
          </p:cNvSpPr>
          <p:nvPr/>
        </p:nvSpPr>
        <p:spPr bwMode="auto">
          <a:xfrm rot="-5400000">
            <a:off x="5220494" y="3942557"/>
            <a:ext cx="338137"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7" name="Rectangle 25"/>
          <p:cNvSpPr>
            <a:spLocks noChangeArrowheads="1"/>
          </p:cNvSpPr>
          <p:nvPr/>
        </p:nvSpPr>
        <p:spPr bwMode="auto">
          <a:xfrm rot="-5400000">
            <a:off x="5942013" y="332898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8" name="Rectangle 26"/>
          <p:cNvSpPr>
            <a:spLocks noChangeArrowheads="1"/>
          </p:cNvSpPr>
          <p:nvPr/>
        </p:nvSpPr>
        <p:spPr bwMode="auto">
          <a:xfrm rot="-5400000">
            <a:off x="5940425"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9" name="Oval 27"/>
          <p:cNvSpPr>
            <a:spLocks noChangeArrowheads="1"/>
          </p:cNvSpPr>
          <p:nvPr/>
        </p:nvSpPr>
        <p:spPr bwMode="auto">
          <a:xfrm rot="-5400000">
            <a:off x="5865813" y="3941763"/>
            <a:ext cx="338137" cy="312737"/>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0" name="Text Box 28"/>
          <p:cNvSpPr txBox="1">
            <a:spLocks noChangeArrowheads="1"/>
          </p:cNvSpPr>
          <p:nvPr/>
        </p:nvSpPr>
        <p:spPr bwMode="auto">
          <a:xfrm>
            <a:off x="3459163" y="1227138"/>
            <a:ext cx="1795462" cy="376237"/>
          </a:xfrm>
          <a:prstGeom prst="rect">
            <a:avLst/>
          </a:prstGeom>
          <a:solidFill>
            <a:srgbClr val="FFFF99"/>
          </a:solidFill>
          <a:ln w="9525">
            <a:solidFill>
              <a:schemeClr val="bg2"/>
            </a:solidFill>
            <a:miter lim="800000"/>
            <a:headEnd/>
            <a:tailEnd/>
          </a:ln>
        </p:spPr>
        <p:txBody>
          <a:bodyPr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6 produits finis</a:t>
            </a:r>
          </a:p>
        </p:txBody>
      </p:sp>
      <p:sp>
        <p:nvSpPr>
          <p:cNvPr id="28701" name="Text Box 29"/>
          <p:cNvSpPr txBox="1">
            <a:spLocks noChangeArrowheads="1"/>
          </p:cNvSpPr>
          <p:nvPr/>
        </p:nvSpPr>
        <p:spPr bwMode="auto">
          <a:xfrm>
            <a:off x="6927850" y="3376613"/>
            <a:ext cx="882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carters</a:t>
            </a:r>
          </a:p>
        </p:txBody>
      </p:sp>
      <p:sp>
        <p:nvSpPr>
          <p:cNvPr id="28702" name="Text Box 30"/>
          <p:cNvSpPr txBox="1">
            <a:spLocks noChangeArrowheads="1"/>
          </p:cNvSpPr>
          <p:nvPr/>
        </p:nvSpPr>
        <p:spPr bwMode="auto">
          <a:xfrm>
            <a:off x="6896100" y="2868613"/>
            <a:ext cx="1390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engrenages</a:t>
            </a:r>
          </a:p>
        </p:txBody>
      </p:sp>
      <p:sp>
        <p:nvSpPr>
          <p:cNvPr id="28703" name="Text Box 31"/>
          <p:cNvSpPr txBox="1">
            <a:spLocks noChangeArrowheads="1"/>
          </p:cNvSpPr>
          <p:nvPr/>
        </p:nvSpPr>
        <p:spPr bwMode="auto">
          <a:xfrm>
            <a:off x="6921500" y="3860800"/>
            <a:ext cx="1131888"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B)</a:t>
            </a:r>
          </a:p>
        </p:txBody>
      </p:sp>
      <p:sp>
        <p:nvSpPr>
          <p:cNvPr id="28704" name="AutoShape 32"/>
          <p:cNvSpPr>
            <a:spLocks/>
          </p:cNvSpPr>
          <p:nvPr/>
        </p:nvSpPr>
        <p:spPr bwMode="auto">
          <a:xfrm rot="5400000">
            <a:off x="4051301" y="147637"/>
            <a:ext cx="609600" cy="3914775"/>
          </a:xfrm>
          <a:prstGeom prst="leftBrace">
            <a:avLst>
              <a:gd name="adj1" fmla="val 53516"/>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5" name="AutoShape 33"/>
          <p:cNvSpPr>
            <a:spLocks noChangeArrowheads="1"/>
          </p:cNvSpPr>
          <p:nvPr/>
        </p:nvSpPr>
        <p:spPr bwMode="auto">
          <a:xfrm>
            <a:off x="6621463" y="400685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6" name="AutoShape 34"/>
          <p:cNvSpPr>
            <a:spLocks noChangeArrowheads="1"/>
          </p:cNvSpPr>
          <p:nvPr/>
        </p:nvSpPr>
        <p:spPr bwMode="auto">
          <a:xfrm>
            <a:off x="6653213" y="298450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7" name="AutoShape 35"/>
          <p:cNvSpPr>
            <a:spLocks noChangeArrowheads="1"/>
          </p:cNvSpPr>
          <p:nvPr/>
        </p:nvSpPr>
        <p:spPr bwMode="auto">
          <a:xfrm>
            <a:off x="6665913" y="346710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56" name="AutoShape 72"/>
          <p:cNvSpPr>
            <a:spLocks noChangeArrowheads="1"/>
          </p:cNvSpPr>
          <p:nvPr/>
        </p:nvSpPr>
        <p:spPr bwMode="auto">
          <a:xfrm>
            <a:off x="3613150" y="4911725"/>
            <a:ext cx="1860550" cy="1089025"/>
          </a:xfrm>
          <a:prstGeom prst="octagon">
            <a:avLst>
              <a:gd name="adj" fmla="val 29287"/>
            </a:avLst>
          </a:prstGeom>
          <a:solidFill>
            <a:srgbClr val="FFFF00"/>
          </a:solidFill>
          <a:ln w="6350" algn="ctr">
            <a:solidFill>
              <a:schemeClr val="tx2"/>
            </a:solidFill>
            <a:miter lim="800000"/>
            <a:headEnd/>
            <a:tailEnd/>
          </a:ln>
        </p:spPr>
        <p:txBody>
          <a:bodyPr lIns="54000" rIns="540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10000"/>
              </a:lnSpc>
              <a:spcBef>
                <a:spcPct val="0"/>
              </a:spcBef>
              <a:buFontTx/>
              <a:buNone/>
            </a:pPr>
            <a:r>
              <a:rPr lang="fr-FR" altLang="fr-FR" sz="1800">
                <a:solidFill>
                  <a:schemeClr val="tx1"/>
                </a:solidFill>
              </a:rPr>
              <a:t>Recevez les fiches Règles du Jeu</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21256"/>
                                        </p:tgtEl>
                                        <p:attrNameLst>
                                          <p:attrName>style.visibility</p:attrName>
                                        </p:attrNameLst>
                                      </p:cBhvr>
                                      <p:to>
                                        <p:strVal val="visible"/>
                                      </p:to>
                                    </p:set>
                                    <p:animEffect transition="in" filter="box(in)">
                                      <p:cBhvr>
                                        <p:cTn id="7" dur="500"/>
                                        <p:tgtEl>
                                          <p:spTgt spid="2212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125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1325" y="0"/>
            <a:ext cx="8229600" cy="561975"/>
          </a:xfrm>
        </p:spPr>
        <p:txBody>
          <a:bodyPr/>
          <a:lstStyle/>
          <a:p>
            <a:pPr eaLnBrk="1" hangingPunct="1"/>
            <a:r>
              <a:rPr lang="fr-FR" altLang="fr-FR" dirty="0"/>
              <a:t>La fabrication</a:t>
            </a:r>
          </a:p>
        </p:txBody>
      </p:sp>
      <p:sp>
        <p:nvSpPr>
          <p:cNvPr id="29699" name="Text Box 12"/>
          <p:cNvSpPr txBox="1">
            <a:spLocks noChangeArrowheads="1"/>
          </p:cNvSpPr>
          <p:nvPr/>
        </p:nvSpPr>
        <p:spPr bwMode="auto">
          <a:xfrm>
            <a:off x="3371850" y="1733550"/>
            <a:ext cx="1304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Usinage</a:t>
            </a:r>
          </a:p>
        </p:txBody>
      </p:sp>
      <p:sp>
        <p:nvSpPr>
          <p:cNvPr id="29700" name="Text Box 13"/>
          <p:cNvSpPr txBox="1">
            <a:spLocks noChangeArrowheads="1"/>
          </p:cNvSpPr>
          <p:nvPr/>
        </p:nvSpPr>
        <p:spPr bwMode="auto">
          <a:xfrm>
            <a:off x="5646738" y="1731963"/>
            <a:ext cx="1371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Montage</a:t>
            </a:r>
          </a:p>
        </p:txBody>
      </p:sp>
      <p:sp>
        <p:nvSpPr>
          <p:cNvPr id="29701" name="Text Box 14"/>
          <p:cNvSpPr txBox="1">
            <a:spLocks noChangeArrowheads="1"/>
          </p:cNvSpPr>
          <p:nvPr/>
        </p:nvSpPr>
        <p:spPr bwMode="auto">
          <a:xfrm>
            <a:off x="7383463" y="1731963"/>
            <a:ext cx="16097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Expédition</a:t>
            </a:r>
          </a:p>
        </p:txBody>
      </p:sp>
      <p:sp>
        <p:nvSpPr>
          <p:cNvPr id="29702" name="Text Box 15"/>
          <p:cNvSpPr txBox="1">
            <a:spLocks noChangeArrowheads="1"/>
          </p:cNvSpPr>
          <p:nvPr/>
        </p:nvSpPr>
        <p:spPr bwMode="auto">
          <a:xfrm rot="-5400000">
            <a:off x="1962150" y="3221038"/>
            <a:ext cx="1508125"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matières premières</a:t>
            </a:r>
          </a:p>
        </p:txBody>
      </p:sp>
      <p:sp>
        <p:nvSpPr>
          <p:cNvPr id="29703" name="Text Box 63"/>
          <p:cNvSpPr txBox="1">
            <a:spLocks noChangeArrowheads="1"/>
          </p:cNvSpPr>
          <p:nvPr/>
        </p:nvSpPr>
        <p:spPr bwMode="auto">
          <a:xfrm rot="-5400000">
            <a:off x="4641850" y="3205163"/>
            <a:ext cx="1533525"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pièces usinées</a:t>
            </a:r>
          </a:p>
        </p:txBody>
      </p:sp>
      <p:sp>
        <p:nvSpPr>
          <p:cNvPr id="29704" name="Text Box 67"/>
          <p:cNvSpPr txBox="1">
            <a:spLocks noChangeArrowheads="1"/>
          </p:cNvSpPr>
          <p:nvPr/>
        </p:nvSpPr>
        <p:spPr bwMode="auto">
          <a:xfrm rot="-5400000">
            <a:off x="6623844" y="3213894"/>
            <a:ext cx="1481137"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produits finis</a:t>
            </a:r>
          </a:p>
        </p:txBody>
      </p:sp>
      <p:sp>
        <p:nvSpPr>
          <p:cNvPr id="29705" name="Text Box 96"/>
          <p:cNvSpPr txBox="1">
            <a:spLocks noChangeArrowheads="1"/>
          </p:cNvSpPr>
          <p:nvPr/>
        </p:nvSpPr>
        <p:spPr bwMode="auto">
          <a:xfrm>
            <a:off x="1217613" y="1733550"/>
            <a:ext cx="1235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Appros.</a:t>
            </a:r>
          </a:p>
        </p:txBody>
      </p:sp>
      <p:grpSp>
        <p:nvGrpSpPr>
          <p:cNvPr id="2" name="Group 133"/>
          <p:cNvGrpSpPr>
            <a:grpSpLocks/>
          </p:cNvGrpSpPr>
          <p:nvPr/>
        </p:nvGrpSpPr>
        <p:grpSpPr bwMode="auto">
          <a:xfrm>
            <a:off x="7624763" y="3271838"/>
            <a:ext cx="1366837" cy="420687"/>
            <a:chOff x="4803" y="2061"/>
            <a:chExt cx="861" cy="265"/>
          </a:xfrm>
        </p:grpSpPr>
        <p:grpSp>
          <p:nvGrpSpPr>
            <p:cNvPr id="29778" name="Group 17"/>
            <p:cNvGrpSpPr>
              <a:grpSpLocks/>
            </p:cNvGrpSpPr>
            <p:nvPr/>
          </p:nvGrpSpPr>
          <p:grpSpPr bwMode="auto">
            <a:xfrm>
              <a:off x="5028" y="2061"/>
              <a:ext cx="636" cy="265"/>
              <a:chOff x="804" y="1453"/>
              <a:chExt cx="4245" cy="1534"/>
            </a:xfrm>
          </p:grpSpPr>
          <p:sp>
            <p:nvSpPr>
              <p:cNvPr id="29780" name="Freeform 18"/>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29781" name="Group 19"/>
              <p:cNvGrpSpPr>
                <a:grpSpLocks/>
              </p:cNvGrpSpPr>
              <p:nvPr/>
            </p:nvGrpSpPr>
            <p:grpSpPr bwMode="auto">
              <a:xfrm>
                <a:off x="4919" y="2400"/>
                <a:ext cx="130" cy="414"/>
                <a:chOff x="4919" y="2400"/>
                <a:chExt cx="130" cy="414"/>
              </a:xfrm>
            </p:grpSpPr>
            <p:sp>
              <p:nvSpPr>
                <p:cNvPr id="29805" name="Arc 20"/>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29806" name="Freeform 21"/>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29782" name="Group 22"/>
              <p:cNvGrpSpPr>
                <a:grpSpLocks/>
              </p:cNvGrpSpPr>
              <p:nvPr/>
            </p:nvGrpSpPr>
            <p:grpSpPr bwMode="auto">
              <a:xfrm>
                <a:off x="4286" y="1917"/>
                <a:ext cx="537" cy="849"/>
                <a:chOff x="4286" y="1917"/>
                <a:chExt cx="537" cy="849"/>
              </a:xfrm>
            </p:grpSpPr>
            <p:sp>
              <p:nvSpPr>
                <p:cNvPr id="29803" name="Freeform 23"/>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9804" name="Freeform 24"/>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29783" name="Oval 25"/>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84" name="Oval 26"/>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85" name="Oval 27"/>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86" name="Group 28"/>
              <p:cNvGrpSpPr>
                <a:grpSpLocks/>
              </p:cNvGrpSpPr>
              <p:nvPr/>
            </p:nvGrpSpPr>
            <p:grpSpPr bwMode="auto">
              <a:xfrm>
                <a:off x="4058" y="1880"/>
                <a:ext cx="854" cy="349"/>
                <a:chOff x="4058" y="1880"/>
                <a:chExt cx="854" cy="349"/>
              </a:xfrm>
            </p:grpSpPr>
            <p:sp>
              <p:nvSpPr>
                <p:cNvPr id="29799" name="Freeform 29"/>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0" name="Freeform 30"/>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1" name="Freeform 31"/>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2" name="Line 32"/>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9787" name="Freeform 33"/>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88" name="Freeform 34"/>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9789" name="Freeform 35"/>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29790" name="Freeform 36"/>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29791" name="Group 37"/>
              <p:cNvGrpSpPr>
                <a:grpSpLocks/>
              </p:cNvGrpSpPr>
              <p:nvPr/>
            </p:nvGrpSpPr>
            <p:grpSpPr bwMode="auto">
              <a:xfrm>
                <a:off x="1859" y="2458"/>
                <a:ext cx="488" cy="529"/>
                <a:chOff x="1859" y="2458"/>
                <a:chExt cx="488" cy="529"/>
              </a:xfrm>
            </p:grpSpPr>
            <p:sp>
              <p:nvSpPr>
                <p:cNvPr id="29795" name="Oval 38"/>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96" name="Group 39"/>
                <p:cNvGrpSpPr>
                  <a:grpSpLocks/>
                </p:cNvGrpSpPr>
                <p:nvPr/>
              </p:nvGrpSpPr>
              <p:grpSpPr bwMode="auto">
                <a:xfrm>
                  <a:off x="1874" y="2530"/>
                  <a:ext cx="458" cy="457"/>
                  <a:chOff x="1874" y="2530"/>
                  <a:chExt cx="458" cy="457"/>
                </a:xfrm>
              </p:grpSpPr>
              <p:sp>
                <p:nvSpPr>
                  <p:cNvPr id="29797" name="Oval 40"/>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98" name="Oval 41"/>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29792" name="Rectangle 42"/>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93" name="Line 43"/>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9794" name="Oval 44"/>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9779" name="Line 111"/>
            <p:cNvSpPr>
              <a:spLocks noChangeShapeType="1"/>
            </p:cNvSpPr>
            <p:nvPr/>
          </p:nvSpPr>
          <p:spPr bwMode="auto">
            <a:xfrm>
              <a:off x="4803" y="2183"/>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9" name="Group 130"/>
          <p:cNvGrpSpPr>
            <a:grpSpLocks/>
          </p:cNvGrpSpPr>
          <p:nvPr/>
        </p:nvGrpSpPr>
        <p:grpSpPr bwMode="auto">
          <a:xfrm>
            <a:off x="82550" y="1743075"/>
            <a:ext cx="2292350" cy="2809875"/>
            <a:chOff x="52" y="1098"/>
            <a:chExt cx="1444" cy="1770"/>
          </a:xfrm>
        </p:grpSpPr>
        <p:sp>
          <p:nvSpPr>
            <p:cNvPr id="29737" name="Rectangle 113"/>
            <p:cNvSpPr>
              <a:spLocks noChangeArrowheads="1"/>
            </p:cNvSpPr>
            <p:nvPr/>
          </p:nvSpPr>
          <p:spPr bwMode="auto">
            <a:xfrm rot="-5400000">
              <a:off x="1047" y="1555"/>
              <a:ext cx="189" cy="245"/>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8" name="Rectangle 6"/>
            <p:cNvSpPr>
              <a:spLocks noChangeArrowheads="1"/>
            </p:cNvSpPr>
            <p:nvPr/>
          </p:nvSpPr>
          <p:spPr bwMode="auto">
            <a:xfrm rot="-5400000">
              <a:off x="1004" y="1598"/>
              <a:ext cx="189" cy="24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9" name="Rectangle 54"/>
            <p:cNvSpPr>
              <a:spLocks noChangeArrowheads="1"/>
            </p:cNvSpPr>
            <p:nvPr/>
          </p:nvSpPr>
          <p:spPr bwMode="auto">
            <a:xfrm rot="-5400000">
              <a:off x="1058" y="1994"/>
              <a:ext cx="132" cy="342"/>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0" name="Oval 55"/>
            <p:cNvSpPr>
              <a:spLocks noChangeArrowheads="1"/>
            </p:cNvSpPr>
            <p:nvPr/>
          </p:nvSpPr>
          <p:spPr bwMode="auto">
            <a:xfrm rot="-5400000">
              <a:off x="1009" y="2572"/>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1" name="Text Box 58"/>
            <p:cNvSpPr txBox="1">
              <a:spLocks noChangeArrowheads="1"/>
            </p:cNvSpPr>
            <p:nvPr/>
          </p:nvSpPr>
          <p:spPr bwMode="auto">
            <a:xfrm>
              <a:off x="428" y="2094"/>
              <a:ext cx="483"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500">
                  <a:solidFill>
                    <a:schemeClr val="tx2"/>
                  </a:solidFill>
                </a:rPr>
                <a:t>carters</a:t>
              </a:r>
            </a:p>
          </p:txBody>
        </p:sp>
        <p:sp>
          <p:nvSpPr>
            <p:cNvPr id="29742" name="Text Box 59"/>
            <p:cNvSpPr txBox="1">
              <a:spLocks noChangeArrowheads="1"/>
            </p:cNvSpPr>
            <p:nvPr/>
          </p:nvSpPr>
          <p:spPr bwMode="auto">
            <a:xfrm>
              <a:off x="214" y="1607"/>
              <a:ext cx="752"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500">
                  <a:solidFill>
                    <a:schemeClr val="tx2"/>
                  </a:solidFill>
                </a:rPr>
                <a:t>engrenages</a:t>
              </a:r>
            </a:p>
          </p:txBody>
        </p:sp>
        <p:sp>
          <p:nvSpPr>
            <p:cNvPr id="29743" name="Text Box 60"/>
            <p:cNvSpPr txBox="1">
              <a:spLocks noChangeArrowheads="1"/>
            </p:cNvSpPr>
            <p:nvPr/>
          </p:nvSpPr>
          <p:spPr bwMode="auto">
            <a:xfrm>
              <a:off x="312" y="2612"/>
              <a:ext cx="678"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500">
                  <a:solidFill>
                    <a:schemeClr val="tx2"/>
                  </a:solidFill>
                </a:rPr>
                <a:t>couronnes</a:t>
              </a:r>
            </a:p>
          </p:txBody>
        </p:sp>
        <p:grpSp>
          <p:nvGrpSpPr>
            <p:cNvPr id="29744" name="Group 68"/>
            <p:cNvGrpSpPr>
              <a:grpSpLocks/>
            </p:cNvGrpSpPr>
            <p:nvPr/>
          </p:nvGrpSpPr>
          <p:grpSpPr bwMode="auto">
            <a:xfrm>
              <a:off x="52" y="1098"/>
              <a:ext cx="636" cy="265"/>
              <a:chOff x="804" y="1453"/>
              <a:chExt cx="4245" cy="1534"/>
            </a:xfrm>
          </p:grpSpPr>
          <p:sp>
            <p:nvSpPr>
              <p:cNvPr id="29751" name="Freeform 69"/>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29752" name="Group 70"/>
              <p:cNvGrpSpPr>
                <a:grpSpLocks/>
              </p:cNvGrpSpPr>
              <p:nvPr/>
            </p:nvGrpSpPr>
            <p:grpSpPr bwMode="auto">
              <a:xfrm>
                <a:off x="4919" y="2400"/>
                <a:ext cx="130" cy="414"/>
                <a:chOff x="4919" y="2400"/>
                <a:chExt cx="130" cy="414"/>
              </a:xfrm>
            </p:grpSpPr>
            <p:sp>
              <p:nvSpPr>
                <p:cNvPr id="29776" name="Arc 71"/>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29777" name="Freeform 72"/>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29753" name="Group 73"/>
              <p:cNvGrpSpPr>
                <a:grpSpLocks/>
              </p:cNvGrpSpPr>
              <p:nvPr/>
            </p:nvGrpSpPr>
            <p:grpSpPr bwMode="auto">
              <a:xfrm>
                <a:off x="4286" y="1917"/>
                <a:ext cx="537" cy="849"/>
                <a:chOff x="4286" y="1917"/>
                <a:chExt cx="537" cy="849"/>
              </a:xfrm>
            </p:grpSpPr>
            <p:sp>
              <p:nvSpPr>
                <p:cNvPr id="29774" name="Freeform 74"/>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9775" name="Freeform 75"/>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29754" name="Oval 76"/>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5" name="Oval 77"/>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6" name="Oval 78"/>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57" name="Group 79"/>
              <p:cNvGrpSpPr>
                <a:grpSpLocks/>
              </p:cNvGrpSpPr>
              <p:nvPr/>
            </p:nvGrpSpPr>
            <p:grpSpPr bwMode="auto">
              <a:xfrm>
                <a:off x="4058" y="1880"/>
                <a:ext cx="854" cy="349"/>
                <a:chOff x="4058" y="1880"/>
                <a:chExt cx="854" cy="349"/>
              </a:xfrm>
            </p:grpSpPr>
            <p:sp>
              <p:nvSpPr>
                <p:cNvPr id="29770" name="Freeform 80"/>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1" name="Freeform 81"/>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2" name="Freeform 82"/>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3" name="Line 83"/>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9758" name="Freeform 84"/>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59" name="Freeform 85"/>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9760" name="Freeform 86"/>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29761" name="Freeform 87"/>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29762" name="Group 88"/>
              <p:cNvGrpSpPr>
                <a:grpSpLocks/>
              </p:cNvGrpSpPr>
              <p:nvPr/>
            </p:nvGrpSpPr>
            <p:grpSpPr bwMode="auto">
              <a:xfrm>
                <a:off x="1859" y="2458"/>
                <a:ext cx="488" cy="529"/>
                <a:chOff x="1859" y="2458"/>
                <a:chExt cx="488" cy="529"/>
              </a:xfrm>
            </p:grpSpPr>
            <p:sp>
              <p:nvSpPr>
                <p:cNvPr id="29766" name="Oval 89"/>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67" name="Group 90"/>
                <p:cNvGrpSpPr>
                  <a:grpSpLocks/>
                </p:cNvGrpSpPr>
                <p:nvPr/>
              </p:nvGrpSpPr>
              <p:grpSpPr bwMode="auto">
                <a:xfrm>
                  <a:off x="1874" y="2530"/>
                  <a:ext cx="458" cy="457"/>
                  <a:chOff x="1874" y="2530"/>
                  <a:chExt cx="458" cy="457"/>
                </a:xfrm>
              </p:grpSpPr>
              <p:sp>
                <p:nvSpPr>
                  <p:cNvPr id="29768" name="Oval 91"/>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69" name="Oval 92"/>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29763" name="Rectangle 93"/>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64" name="Line 94"/>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9765" name="Oval 95"/>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9745" name="Line 99"/>
            <p:cNvSpPr>
              <a:spLocks noChangeShapeType="1"/>
            </p:cNvSpPr>
            <p:nvPr/>
          </p:nvSpPr>
          <p:spPr bwMode="auto">
            <a:xfrm>
              <a:off x="1245" y="1707"/>
              <a:ext cx="233" cy="31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6" name="Line 100"/>
            <p:cNvSpPr>
              <a:spLocks noChangeShapeType="1"/>
            </p:cNvSpPr>
            <p:nvPr/>
          </p:nvSpPr>
          <p:spPr bwMode="auto">
            <a:xfrm>
              <a:off x="1325" y="2195"/>
              <a:ext cx="171"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7" name="Line 101"/>
            <p:cNvSpPr>
              <a:spLocks noChangeShapeType="1"/>
            </p:cNvSpPr>
            <p:nvPr/>
          </p:nvSpPr>
          <p:spPr bwMode="auto">
            <a:xfrm flipV="1">
              <a:off x="1281" y="2405"/>
              <a:ext cx="203"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8" name="Rectangle 114"/>
            <p:cNvSpPr>
              <a:spLocks noChangeArrowheads="1"/>
            </p:cNvSpPr>
            <p:nvPr/>
          </p:nvSpPr>
          <p:spPr bwMode="auto">
            <a:xfrm rot="-5400000">
              <a:off x="1022" y="2024"/>
              <a:ext cx="132" cy="342"/>
            </a:xfrm>
            <a:prstGeom prst="rect">
              <a:avLst/>
            </a:prstGeom>
            <a:solidFill>
              <a:schemeClr val="accent2"/>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9" name="Oval 115"/>
            <p:cNvSpPr>
              <a:spLocks noChangeArrowheads="1"/>
            </p:cNvSpPr>
            <p:nvPr/>
          </p:nvSpPr>
          <p:spPr bwMode="auto">
            <a:xfrm rot="-5400000">
              <a:off x="979" y="2615"/>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0" name="Oval 116"/>
            <p:cNvSpPr>
              <a:spLocks noChangeArrowheads="1"/>
            </p:cNvSpPr>
            <p:nvPr/>
          </p:nvSpPr>
          <p:spPr bwMode="auto">
            <a:xfrm rot="-5400000">
              <a:off x="948" y="2664"/>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 name="Group 131"/>
          <p:cNvGrpSpPr>
            <a:grpSpLocks/>
          </p:cNvGrpSpPr>
          <p:nvPr/>
        </p:nvGrpSpPr>
        <p:grpSpPr bwMode="auto">
          <a:xfrm>
            <a:off x="2889250" y="2592388"/>
            <a:ext cx="2463800" cy="2449512"/>
            <a:chOff x="1820" y="1633"/>
            <a:chExt cx="1552" cy="1543"/>
          </a:xfrm>
        </p:grpSpPr>
        <p:sp>
          <p:nvSpPr>
            <p:cNvPr id="29719" name="Rectangle 11"/>
            <p:cNvSpPr>
              <a:spLocks noChangeArrowheads="1"/>
            </p:cNvSpPr>
            <p:nvPr/>
          </p:nvSpPr>
          <p:spPr bwMode="auto">
            <a:xfrm rot="-5400000">
              <a:off x="2469" y="1605"/>
              <a:ext cx="189" cy="24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20" name="Text Box 61"/>
            <p:cNvSpPr txBox="1">
              <a:spLocks noChangeArrowheads="1"/>
            </p:cNvSpPr>
            <p:nvPr/>
          </p:nvSpPr>
          <p:spPr bwMode="auto">
            <a:xfrm>
              <a:off x="1820" y="2858"/>
              <a:ext cx="713" cy="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90000"/>
                </a:lnSpc>
                <a:spcBef>
                  <a:spcPct val="0"/>
                </a:spcBef>
                <a:buFontTx/>
                <a:buNone/>
              </a:pPr>
              <a:r>
                <a:rPr kumimoji="1" lang="fr-FR" altLang="fr-FR" sz="1600">
                  <a:solidFill>
                    <a:srgbClr val="003399"/>
                  </a:solidFill>
                </a:rPr>
                <a:t>couronnes</a:t>
              </a:r>
            </a:p>
            <a:p>
              <a:pPr algn="ctr">
                <a:lnSpc>
                  <a:spcPct val="90000"/>
                </a:lnSpc>
                <a:spcBef>
                  <a:spcPct val="0"/>
                </a:spcBef>
                <a:buFontTx/>
                <a:buNone/>
              </a:pPr>
              <a:r>
                <a:rPr kumimoji="1" lang="fr-FR" altLang="fr-FR" sz="1400">
                  <a:solidFill>
                    <a:schemeClr val="tx1"/>
                  </a:solidFill>
                </a:rPr>
                <a:t>(phase A)</a:t>
              </a:r>
            </a:p>
          </p:txBody>
        </p:sp>
        <p:sp>
          <p:nvSpPr>
            <p:cNvPr id="29721" name="Text Box 62"/>
            <p:cNvSpPr txBox="1">
              <a:spLocks noChangeArrowheads="1"/>
            </p:cNvSpPr>
            <p:nvPr/>
          </p:nvSpPr>
          <p:spPr bwMode="auto">
            <a:xfrm>
              <a:off x="2659" y="2850"/>
              <a:ext cx="713" cy="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90000"/>
                </a:lnSpc>
                <a:spcBef>
                  <a:spcPct val="0"/>
                </a:spcBef>
                <a:buFontTx/>
                <a:buNone/>
              </a:pPr>
              <a:r>
                <a:rPr kumimoji="1" lang="fr-FR" altLang="fr-FR" sz="1600">
                  <a:solidFill>
                    <a:srgbClr val="003399"/>
                  </a:solidFill>
                </a:rPr>
                <a:t>couronnes</a:t>
              </a:r>
            </a:p>
            <a:p>
              <a:pPr algn="ctr">
                <a:lnSpc>
                  <a:spcPct val="90000"/>
                </a:lnSpc>
                <a:spcBef>
                  <a:spcPct val="0"/>
                </a:spcBef>
                <a:buFontTx/>
                <a:buNone/>
              </a:pPr>
              <a:r>
                <a:rPr kumimoji="1" lang="fr-FR" altLang="fr-FR" sz="1400">
                  <a:solidFill>
                    <a:schemeClr val="tx1"/>
                  </a:solidFill>
                </a:rPr>
                <a:t>(phase B)</a:t>
              </a:r>
            </a:p>
          </p:txBody>
        </p:sp>
        <p:sp>
          <p:nvSpPr>
            <p:cNvPr id="29722" name="Rectangle 97"/>
            <p:cNvSpPr>
              <a:spLocks noChangeArrowheads="1"/>
            </p:cNvSpPr>
            <p:nvPr/>
          </p:nvSpPr>
          <p:spPr bwMode="auto">
            <a:xfrm rot="-5400000">
              <a:off x="2502" y="1980"/>
              <a:ext cx="132" cy="368"/>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23" name="Line 102"/>
            <p:cNvSpPr>
              <a:spLocks noChangeShapeType="1"/>
            </p:cNvSpPr>
            <p:nvPr/>
          </p:nvSpPr>
          <p:spPr bwMode="auto">
            <a:xfrm flipV="1">
              <a:off x="1954" y="1779"/>
              <a:ext cx="337" cy="387"/>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4" name="Line 103"/>
            <p:cNvSpPr>
              <a:spLocks noChangeShapeType="1"/>
            </p:cNvSpPr>
            <p:nvPr/>
          </p:nvSpPr>
          <p:spPr bwMode="auto">
            <a:xfrm>
              <a:off x="1943" y="2195"/>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5" name="Line 104"/>
            <p:cNvSpPr>
              <a:spLocks noChangeShapeType="1"/>
            </p:cNvSpPr>
            <p:nvPr/>
          </p:nvSpPr>
          <p:spPr bwMode="auto">
            <a:xfrm>
              <a:off x="1961" y="2277"/>
              <a:ext cx="239"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6" name="Line 105"/>
            <p:cNvSpPr>
              <a:spLocks noChangeShapeType="1"/>
            </p:cNvSpPr>
            <p:nvPr/>
          </p:nvSpPr>
          <p:spPr bwMode="auto">
            <a:xfrm>
              <a:off x="2463" y="2644"/>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7" name="Line 106"/>
            <p:cNvSpPr>
              <a:spLocks noChangeShapeType="1"/>
            </p:cNvSpPr>
            <p:nvPr/>
          </p:nvSpPr>
          <p:spPr bwMode="auto">
            <a:xfrm>
              <a:off x="2850" y="2195"/>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8" name="Line 107"/>
            <p:cNvSpPr>
              <a:spLocks noChangeShapeType="1"/>
            </p:cNvSpPr>
            <p:nvPr/>
          </p:nvSpPr>
          <p:spPr bwMode="auto">
            <a:xfrm>
              <a:off x="2831" y="1800"/>
              <a:ext cx="239"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9" name="Line 108"/>
            <p:cNvSpPr>
              <a:spLocks noChangeShapeType="1"/>
            </p:cNvSpPr>
            <p:nvPr/>
          </p:nvSpPr>
          <p:spPr bwMode="auto">
            <a:xfrm flipV="1">
              <a:off x="2947" y="2294"/>
              <a:ext cx="190" cy="264"/>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30" name="Rectangle 117"/>
            <p:cNvSpPr>
              <a:spLocks noChangeArrowheads="1"/>
            </p:cNvSpPr>
            <p:nvPr/>
          </p:nvSpPr>
          <p:spPr bwMode="auto">
            <a:xfrm rot="-5400000">
              <a:off x="2474" y="2030"/>
              <a:ext cx="132" cy="342"/>
            </a:xfrm>
            <a:prstGeom prst="rect">
              <a:avLst/>
            </a:prstGeom>
            <a:solidFill>
              <a:schemeClr val="accent2"/>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1" name="Oval 118"/>
            <p:cNvSpPr>
              <a:spLocks noChangeArrowheads="1"/>
            </p:cNvSpPr>
            <p:nvPr/>
          </p:nvSpPr>
          <p:spPr bwMode="auto">
            <a:xfrm rot="-5400000">
              <a:off x="2216" y="2523"/>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2" name="Oval 119"/>
            <p:cNvSpPr>
              <a:spLocks noChangeArrowheads="1"/>
            </p:cNvSpPr>
            <p:nvPr/>
          </p:nvSpPr>
          <p:spPr bwMode="auto">
            <a:xfrm rot="-5400000">
              <a:off x="2186" y="2566"/>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3" name="Oval 120"/>
            <p:cNvSpPr>
              <a:spLocks noChangeArrowheads="1"/>
            </p:cNvSpPr>
            <p:nvPr/>
          </p:nvSpPr>
          <p:spPr bwMode="auto">
            <a:xfrm rot="-5400000">
              <a:off x="2155" y="2615"/>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4" name="Oval 121"/>
            <p:cNvSpPr>
              <a:spLocks noChangeArrowheads="1"/>
            </p:cNvSpPr>
            <p:nvPr/>
          </p:nvSpPr>
          <p:spPr bwMode="auto">
            <a:xfrm rot="-5400000">
              <a:off x="2786" y="2516"/>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5" name="Oval 122"/>
            <p:cNvSpPr>
              <a:spLocks noChangeArrowheads="1"/>
            </p:cNvSpPr>
            <p:nvPr/>
          </p:nvSpPr>
          <p:spPr bwMode="auto">
            <a:xfrm rot="-5400000">
              <a:off x="2756" y="2559"/>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6" name="Oval 123"/>
            <p:cNvSpPr>
              <a:spLocks noChangeArrowheads="1"/>
            </p:cNvSpPr>
            <p:nvPr/>
          </p:nvSpPr>
          <p:spPr bwMode="auto">
            <a:xfrm rot="-5400000">
              <a:off x="2725" y="2608"/>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7" name="Group 132"/>
          <p:cNvGrpSpPr>
            <a:grpSpLocks/>
          </p:cNvGrpSpPr>
          <p:nvPr/>
        </p:nvGrpSpPr>
        <p:grpSpPr bwMode="auto">
          <a:xfrm>
            <a:off x="5729288" y="2476500"/>
            <a:ext cx="1295400" cy="1544638"/>
            <a:chOff x="3609" y="1560"/>
            <a:chExt cx="816" cy="973"/>
          </a:xfrm>
        </p:grpSpPr>
        <p:sp>
          <p:nvSpPr>
            <p:cNvPr id="29712" name="Text Box 57"/>
            <p:cNvSpPr txBox="1">
              <a:spLocks noChangeArrowheads="1"/>
            </p:cNvSpPr>
            <p:nvPr/>
          </p:nvSpPr>
          <p:spPr bwMode="auto">
            <a:xfrm>
              <a:off x="3776" y="1560"/>
              <a:ext cx="526"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R1 à R6</a:t>
              </a:r>
            </a:p>
          </p:txBody>
        </p:sp>
        <p:sp>
          <p:nvSpPr>
            <p:cNvPr id="29713" name="Line 109"/>
            <p:cNvSpPr>
              <a:spLocks noChangeShapeType="1"/>
            </p:cNvSpPr>
            <p:nvPr/>
          </p:nvSpPr>
          <p:spPr bwMode="auto">
            <a:xfrm>
              <a:off x="3609" y="2195"/>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14" name="Line 110"/>
            <p:cNvSpPr>
              <a:spLocks noChangeShapeType="1"/>
            </p:cNvSpPr>
            <p:nvPr/>
          </p:nvSpPr>
          <p:spPr bwMode="auto">
            <a:xfrm>
              <a:off x="4229" y="2196"/>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15" name="Rectangle 66"/>
            <p:cNvSpPr>
              <a:spLocks noChangeArrowheads="1"/>
            </p:cNvSpPr>
            <p:nvPr/>
          </p:nvSpPr>
          <p:spPr bwMode="auto">
            <a:xfrm>
              <a:off x="3826" y="1816"/>
              <a:ext cx="423" cy="717"/>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200">
                  <a:solidFill>
                    <a:schemeClr val="tx1"/>
                  </a:solidFill>
                </a:rPr>
                <a:t>=</a:t>
              </a:r>
            </a:p>
          </p:txBody>
        </p:sp>
        <p:sp>
          <p:nvSpPr>
            <p:cNvPr id="29716" name="Rectangle 10"/>
            <p:cNvSpPr>
              <a:spLocks noChangeArrowheads="1"/>
            </p:cNvSpPr>
            <p:nvPr/>
          </p:nvSpPr>
          <p:spPr bwMode="auto">
            <a:xfrm rot="-5400000">
              <a:off x="3969" y="2019"/>
              <a:ext cx="132" cy="332"/>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17" name="Rectangle 51"/>
            <p:cNvSpPr>
              <a:spLocks noChangeArrowheads="1"/>
            </p:cNvSpPr>
            <p:nvPr/>
          </p:nvSpPr>
          <p:spPr bwMode="auto">
            <a:xfrm rot="-5400000">
              <a:off x="3945" y="1875"/>
              <a:ext cx="159" cy="208"/>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18" name="Oval 52"/>
            <p:cNvSpPr>
              <a:spLocks noChangeArrowheads="1"/>
            </p:cNvSpPr>
            <p:nvPr/>
          </p:nvSpPr>
          <p:spPr bwMode="auto">
            <a:xfrm rot="-5400000">
              <a:off x="3942" y="2288"/>
              <a:ext cx="188" cy="17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ox(in)">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box(in)">
                                      <p:cBhvr>
                                        <p:cTn id="12" dur="500"/>
                                        <p:tgtEl>
                                          <p:spTgt spid="1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box(in)">
                                      <p:cBhvr>
                                        <p:cTn id="17" dur="500"/>
                                        <p:tgtEl>
                                          <p:spTgt spid="1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box(in)">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034382" y="0"/>
            <a:ext cx="5075237" cy="5588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flux de fabrication</a:t>
            </a:r>
          </a:p>
        </p:txBody>
      </p:sp>
      <p:sp>
        <p:nvSpPr>
          <p:cNvPr id="30723" name="Rectangle 3"/>
          <p:cNvSpPr>
            <a:spLocks noChangeArrowheads="1"/>
          </p:cNvSpPr>
          <p:nvPr/>
        </p:nvSpPr>
        <p:spPr bwMode="auto">
          <a:xfrm>
            <a:off x="598488" y="779463"/>
            <a:ext cx="7856537" cy="5119687"/>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4" name="Text Box 10"/>
          <p:cNvSpPr txBox="1">
            <a:spLocks noChangeArrowheads="1"/>
          </p:cNvSpPr>
          <p:nvPr/>
        </p:nvSpPr>
        <p:spPr bwMode="auto">
          <a:xfrm>
            <a:off x="7667625" y="3829050"/>
            <a:ext cx="1335088" cy="6350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400" i="1">
                <a:solidFill>
                  <a:schemeClr val="tx1"/>
                </a:solidFill>
              </a:rPr>
              <a:t>Ventes couronnes blanches</a:t>
            </a:r>
          </a:p>
        </p:txBody>
      </p:sp>
      <p:grpSp>
        <p:nvGrpSpPr>
          <p:cNvPr id="30725" name="Group 11"/>
          <p:cNvGrpSpPr>
            <a:grpSpLocks/>
          </p:cNvGrpSpPr>
          <p:nvPr/>
        </p:nvGrpSpPr>
        <p:grpSpPr bwMode="auto">
          <a:xfrm>
            <a:off x="7862888" y="3378200"/>
            <a:ext cx="1009650" cy="420688"/>
            <a:chOff x="5096" y="2085"/>
            <a:chExt cx="720" cy="277"/>
          </a:xfrm>
        </p:grpSpPr>
        <p:grpSp>
          <p:nvGrpSpPr>
            <p:cNvPr id="30758" name="Group 12"/>
            <p:cNvGrpSpPr>
              <a:grpSpLocks/>
            </p:cNvGrpSpPr>
            <p:nvPr/>
          </p:nvGrpSpPr>
          <p:grpSpPr bwMode="auto">
            <a:xfrm>
              <a:off x="5096" y="2085"/>
              <a:ext cx="720" cy="277"/>
              <a:chOff x="804" y="1453"/>
              <a:chExt cx="4245" cy="1534"/>
            </a:xfrm>
          </p:grpSpPr>
          <p:sp>
            <p:nvSpPr>
              <p:cNvPr id="30763" name="Freeform 13"/>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30764" name="Group 14"/>
              <p:cNvGrpSpPr>
                <a:grpSpLocks/>
              </p:cNvGrpSpPr>
              <p:nvPr/>
            </p:nvGrpSpPr>
            <p:grpSpPr bwMode="auto">
              <a:xfrm>
                <a:off x="4919" y="2400"/>
                <a:ext cx="130" cy="414"/>
                <a:chOff x="4919" y="2400"/>
                <a:chExt cx="130" cy="414"/>
              </a:xfrm>
            </p:grpSpPr>
            <p:sp>
              <p:nvSpPr>
                <p:cNvPr id="30788" name="Arc 15"/>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30789" name="Freeform 16"/>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30765" name="Group 17"/>
              <p:cNvGrpSpPr>
                <a:grpSpLocks/>
              </p:cNvGrpSpPr>
              <p:nvPr/>
            </p:nvGrpSpPr>
            <p:grpSpPr bwMode="auto">
              <a:xfrm>
                <a:off x="4286" y="1917"/>
                <a:ext cx="537" cy="849"/>
                <a:chOff x="4286" y="1917"/>
                <a:chExt cx="537" cy="849"/>
              </a:xfrm>
            </p:grpSpPr>
            <p:sp>
              <p:nvSpPr>
                <p:cNvPr id="30786" name="Freeform 18"/>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30787" name="Freeform 19"/>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30766" name="Oval 20"/>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7" name="Oval 21"/>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8" name="Oval 22"/>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0769" name="Group 23"/>
              <p:cNvGrpSpPr>
                <a:grpSpLocks/>
              </p:cNvGrpSpPr>
              <p:nvPr/>
            </p:nvGrpSpPr>
            <p:grpSpPr bwMode="auto">
              <a:xfrm>
                <a:off x="4058" y="1880"/>
                <a:ext cx="854" cy="349"/>
                <a:chOff x="4058" y="1880"/>
                <a:chExt cx="854" cy="349"/>
              </a:xfrm>
            </p:grpSpPr>
            <p:sp>
              <p:nvSpPr>
                <p:cNvPr id="30782" name="Freeform 24"/>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3" name="Freeform 25"/>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4" name="Freeform 26"/>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5" name="Line 27"/>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0770" name="Freeform 28"/>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71" name="Freeform 29"/>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0772" name="Freeform 30"/>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30773" name="Freeform 31"/>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30774" name="Group 32"/>
              <p:cNvGrpSpPr>
                <a:grpSpLocks/>
              </p:cNvGrpSpPr>
              <p:nvPr/>
            </p:nvGrpSpPr>
            <p:grpSpPr bwMode="auto">
              <a:xfrm>
                <a:off x="1859" y="2458"/>
                <a:ext cx="488" cy="529"/>
                <a:chOff x="1859" y="2458"/>
                <a:chExt cx="488" cy="529"/>
              </a:xfrm>
            </p:grpSpPr>
            <p:sp>
              <p:nvSpPr>
                <p:cNvPr id="30778" name="Oval 33"/>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0779" name="Group 34"/>
                <p:cNvGrpSpPr>
                  <a:grpSpLocks/>
                </p:cNvGrpSpPr>
                <p:nvPr/>
              </p:nvGrpSpPr>
              <p:grpSpPr bwMode="auto">
                <a:xfrm>
                  <a:off x="1874" y="2530"/>
                  <a:ext cx="458" cy="457"/>
                  <a:chOff x="1874" y="2530"/>
                  <a:chExt cx="458" cy="457"/>
                </a:xfrm>
              </p:grpSpPr>
              <p:sp>
                <p:nvSpPr>
                  <p:cNvPr id="30780" name="Oval 35"/>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81" name="Oval 36"/>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30775" name="Rectangle 37"/>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76" name="Line 38"/>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0777" name="Oval 39"/>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0759" name="Group 40"/>
            <p:cNvGrpSpPr>
              <a:grpSpLocks/>
            </p:cNvGrpSpPr>
            <p:nvPr/>
          </p:nvGrpSpPr>
          <p:grpSpPr bwMode="auto">
            <a:xfrm>
              <a:off x="5159" y="2117"/>
              <a:ext cx="367" cy="116"/>
              <a:chOff x="3631" y="4140"/>
              <a:chExt cx="461" cy="146"/>
            </a:xfrm>
          </p:grpSpPr>
          <p:sp>
            <p:nvSpPr>
              <p:cNvPr id="30760" name="Oval 41"/>
              <p:cNvSpPr>
                <a:spLocks noChangeArrowheads="1"/>
              </p:cNvSpPr>
              <p:nvPr/>
            </p:nvSpPr>
            <p:spPr bwMode="auto">
              <a:xfrm>
                <a:off x="3631" y="4140"/>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1" name="Oval 42"/>
              <p:cNvSpPr>
                <a:spLocks noChangeArrowheads="1"/>
              </p:cNvSpPr>
              <p:nvPr/>
            </p:nvSpPr>
            <p:spPr bwMode="auto">
              <a:xfrm>
                <a:off x="3787" y="4140"/>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2" name="Oval 43"/>
              <p:cNvSpPr>
                <a:spLocks noChangeArrowheads="1"/>
              </p:cNvSpPr>
              <p:nvPr/>
            </p:nvSpPr>
            <p:spPr bwMode="auto">
              <a:xfrm>
                <a:off x="3947" y="4141"/>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30726" name="Rectangle 46"/>
          <p:cNvSpPr>
            <a:spLocks noChangeArrowheads="1"/>
          </p:cNvSpPr>
          <p:nvPr/>
        </p:nvSpPr>
        <p:spPr bwMode="auto">
          <a:xfrm>
            <a:off x="2852738" y="1481138"/>
            <a:ext cx="336550" cy="509587"/>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7" name="Rectangle 47"/>
          <p:cNvSpPr>
            <a:spLocks noChangeArrowheads="1"/>
          </p:cNvSpPr>
          <p:nvPr/>
        </p:nvSpPr>
        <p:spPr bwMode="auto">
          <a:xfrm>
            <a:off x="2728913" y="1663700"/>
            <a:ext cx="336550" cy="509588"/>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8" name="Text Box 48"/>
          <p:cNvSpPr txBox="1">
            <a:spLocks noChangeArrowheads="1"/>
          </p:cNvSpPr>
          <p:nvPr/>
        </p:nvSpPr>
        <p:spPr bwMode="auto">
          <a:xfrm>
            <a:off x="1631950" y="993775"/>
            <a:ext cx="1514475"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1. Engrenages</a:t>
            </a:r>
          </a:p>
        </p:txBody>
      </p:sp>
      <p:sp>
        <p:nvSpPr>
          <p:cNvPr id="30729" name="AutoShape 49"/>
          <p:cNvSpPr>
            <a:spLocks noChangeArrowheads="1"/>
          </p:cNvSpPr>
          <p:nvPr/>
        </p:nvSpPr>
        <p:spPr bwMode="auto">
          <a:xfrm rot="3693423">
            <a:off x="2960688" y="3003550"/>
            <a:ext cx="1646237" cy="303213"/>
          </a:xfrm>
          <a:prstGeom prst="rightArrow">
            <a:avLst>
              <a:gd name="adj1" fmla="val 50000"/>
              <a:gd name="adj2" fmla="val 135733"/>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0" name="Rectangle 52"/>
          <p:cNvSpPr>
            <a:spLocks noChangeArrowheads="1"/>
          </p:cNvSpPr>
          <p:nvPr/>
        </p:nvSpPr>
        <p:spPr bwMode="auto">
          <a:xfrm>
            <a:off x="5561013" y="1490663"/>
            <a:ext cx="268287" cy="6445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1" name="Rectangle 53"/>
          <p:cNvSpPr>
            <a:spLocks noChangeArrowheads="1"/>
          </p:cNvSpPr>
          <p:nvPr/>
        </p:nvSpPr>
        <p:spPr bwMode="auto">
          <a:xfrm>
            <a:off x="5419725" y="1647825"/>
            <a:ext cx="268288" cy="644525"/>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2" name="Text Box 54"/>
          <p:cNvSpPr txBox="1">
            <a:spLocks noChangeArrowheads="1"/>
          </p:cNvSpPr>
          <p:nvPr/>
        </p:nvSpPr>
        <p:spPr bwMode="auto">
          <a:xfrm>
            <a:off x="5146675" y="989013"/>
            <a:ext cx="1087438"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2. Carters</a:t>
            </a:r>
          </a:p>
        </p:txBody>
      </p:sp>
      <p:sp>
        <p:nvSpPr>
          <p:cNvPr id="30733" name="AutoShape 55"/>
          <p:cNvSpPr>
            <a:spLocks noChangeArrowheads="1"/>
          </p:cNvSpPr>
          <p:nvPr/>
        </p:nvSpPr>
        <p:spPr bwMode="auto">
          <a:xfrm rot="6261432">
            <a:off x="4237038" y="3033713"/>
            <a:ext cx="1484312" cy="303212"/>
          </a:xfrm>
          <a:prstGeom prst="rightArrow">
            <a:avLst>
              <a:gd name="adj1" fmla="val 50000"/>
              <a:gd name="adj2" fmla="val 122382"/>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4" name="Text Box 57"/>
          <p:cNvSpPr txBox="1">
            <a:spLocks noChangeArrowheads="1"/>
          </p:cNvSpPr>
          <p:nvPr/>
        </p:nvSpPr>
        <p:spPr bwMode="auto">
          <a:xfrm>
            <a:off x="7197725" y="2305050"/>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3. Couronnes</a:t>
            </a:r>
          </a:p>
          <a:p>
            <a:pPr algn="ctr">
              <a:spcBef>
                <a:spcPct val="0"/>
              </a:spcBef>
              <a:buFontTx/>
              <a:buNone/>
            </a:pPr>
            <a:r>
              <a:rPr lang="fr-FR" altLang="fr-FR" sz="1600">
                <a:solidFill>
                  <a:schemeClr val="tx1"/>
                </a:solidFill>
              </a:rPr>
              <a:t>(ph. A)</a:t>
            </a:r>
          </a:p>
        </p:txBody>
      </p:sp>
      <p:grpSp>
        <p:nvGrpSpPr>
          <p:cNvPr id="30735" name="Group 59"/>
          <p:cNvGrpSpPr>
            <a:grpSpLocks/>
          </p:cNvGrpSpPr>
          <p:nvPr/>
        </p:nvGrpSpPr>
        <p:grpSpPr bwMode="auto">
          <a:xfrm>
            <a:off x="6630988" y="2352675"/>
            <a:ext cx="644525" cy="584200"/>
            <a:chOff x="1008" y="3932"/>
            <a:chExt cx="576" cy="480"/>
          </a:xfrm>
        </p:grpSpPr>
        <p:sp>
          <p:nvSpPr>
            <p:cNvPr id="30755" name="Oval 60"/>
            <p:cNvSpPr>
              <a:spLocks noChangeArrowheads="1"/>
            </p:cNvSpPr>
            <p:nvPr/>
          </p:nvSpPr>
          <p:spPr bwMode="auto">
            <a:xfrm>
              <a:off x="1200" y="3932"/>
              <a:ext cx="384" cy="384"/>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6" name="Oval 61"/>
            <p:cNvSpPr>
              <a:spLocks noChangeArrowheads="1"/>
            </p:cNvSpPr>
            <p:nvPr/>
          </p:nvSpPr>
          <p:spPr bwMode="auto">
            <a:xfrm>
              <a:off x="1104" y="3980"/>
              <a:ext cx="384" cy="384"/>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7" name="Oval 62"/>
            <p:cNvSpPr>
              <a:spLocks noChangeArrowheads="1"/>
            </p:cNvSpPr>
            <p:nvPr/>
          </p:nvSpPr>
          <p:spPr bwMode="auto">
            <a:xfrm>
              <a:off x="1008" y="4028"/>
              <a:ext cx="384" cy="38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0736" name="AutoShape 63"/>
          <p:cNvSpPr>
            <a:spLocks noChangeArrowheads="1"/>
          </p:cNvSpPr>
          <p:nvPr/>
        </p:nvSpPr>
        <p:spPr bwMode="auto">
          <a:xfrm>
            <a:off x="6254750" y="3563938"/>
            <a:ext cx="1079500" cy="785812"/>
          </a:xfrm>
          <a:prstGeom prst="cube">
            <a:avLst>
              <a:gd name="adj" fmla="val 15958"/>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b="1">
                <a:solidFill>
                  <a:schemeClr val="tx1"/>
                </a:solidFill>
              </a:rPr>
              <a:t>Stock</a:t>
            </a:r>
          </a:p>
          <a:p>
            <a:pPr algn="ctr">
              <a:spcBef>
                <a:spcPct val="0"/>
              </a:spcBef>
              <a:buFontTx/>
              <a:buNone/>
            </a:pPr>
            <a:r>
              <a:rPr lang="fr-FR" altLang="fr-FR" sz="1300" b="1">
                <a:solidFill>
                  <a:schemeClr val="tx1"/>
                </a:solidFill>
              </a:rPr>
              <a:t>Couronnes</a:t>
            </a:r>
            <a:br>
              <a:rPr lang="fr-FR" altLang="fr-FR" sz="1300" b="1">
                <a:solidFill>
                  <a:schemeClr val="tx1"/>
                </a:solidFill>
              </a:rPr>
            </a:br>
            <a:r>
              <a:rPr lang="fr-FR" altLang="fr-FR" sz="1300" b="1">
                <a:solidFill>
                  <a:schemeClr val="tx1"/>
                </a:solidFill>
              </a:rPr>
              <a:t>phase A</a:t>
            </a:r>
            <a:endParaRPr lang="fr-FR" altLang="fr-FR" sz="1300" b="1">
              <a:solidFill>
                <a:schemeClr val="tx1"/>
              </a:solidFill>
              <a:latin typeface="Times New Roman" pitchFamily="18" charset="0"/>
            </a:endParaRPr>
          </a:p>
        </p:txBody>
      </p:sp>
      <p:sp>
        <p:nvSpPr>
          <p:cNvPr id="30737" name="AutoShape 64"/>
          <p:cNvSpPr>
            <a:spLocks noChangeArrowheads="1"/>
          </p:cNvSpPr>
          <p:nvPr/>
        </p:nvSpPr>
        <p:spPr bwMode="auto">
          <a:xfrm>
            <a:off x="6665913" y="3048000"/>
            <a:ext cx="312737" cy="377825"/>
          </a:xfrm>
          <a:prstGeom prst="downArrow">
            <a:avLst>
              <a:gd name="adj1" fmla="val 50000"/>
              <a:gd name="adj2" fmla="val 30203"/>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8" name="AutoShape 65"/>
          <p:cNvSpPr>
            <a:spLocks noChangeArrowheads="1"/>
          </p:cNvSpPr>
          <p:nvPr/>
        </p:nvSpPr>
        <p:spPr bwMode="auto">
          <a:xfrm>
            <a:off x="6665913" y="4543425"/>
            <a:ext cx="312737" cy="498475"/>
          </a:xfrm>
          <a:prstGeom prst="downArrow">
            <a:avLst>
              <a:gd name="adj1" fmla="val 50000"/>
              <a:gd name="adj2" fmla="val 39848"/>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9" name="Text Box 67"/>
          <p:cNvSpPr txBox="1">
            <a:spLocks noChangeArrowheads="1"/>
          </p:cNvSpPr>
          <p:nvPr/>
        </p:nvSpPr>
        <p:spPr bwMode="auto">
          <a:xfrm>
            <a:off x="6249988" y="5076825"/>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4. Couronnes</a:t>
            </a:r>
          </a:p>
          <a:p>
            <a:pPr algn="ctr">
              <a:spcBef>
                <a:spcPct val="0"/>
              </a:spcBef>
              <a:buFontTx/>
              <a:buNone/>
            </a:pPr>
            <a:r>
              <a:rPr lang="fr-FR" altLang="fr-FR" sz="1600">
                <a:solidFill>
                  <a:schemeClr val="tx1"/>
                </a:solidFill>
              </a:rPr>
              <a:t>(ph. B)</a:t>
            </a:r>
          </a:p>
        </p:txBody>
      </p:sp>
      <p:grpSp>
        <p:nvGrpSpPr>
          <p:cNvPr id="30740" name="Group 68"/>
          <p:cNvGrpSpPr>
            <a:grpSpLocks/>
          </p:cNvGrpSpPr>
          <p:nvPr/>
        </p:nvGrpSpPr>
        <p:grpSpPr bwMode="auto">
          <a:xfrm>
            <a:off x="5340350" y="5138738"/>
            <a:ext cx="646113" cy="585787"/>
            <a:chOff x="1008" y="3932"/>
            <a:chExt cx="576" cy="480"/>
          </a:xfrm>
        </p:grpSpPr>
        <p:sp>
          <p:nvSpPr>
            <p:cNvPr id="30752" name="Oval 69"/>
            <p:cNvSpPr>
              <a:spLocks noChangeArrowheads="1"/>
            </p:cNvSpPr>
            <p:nvPr/>
          </p:nvSpPr>
          <p:spPr bwMode="auto">
            <a:xfrm>
              <a:off x="1200" y="3932"/>
              <a:ext cx="384" cy="384"/>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3" name="Oval 70"/>
            <p:cNvSpPr>
              <a:spLocks noChangeArrowheads="1"/>
            </p:cNvSpPr>
            <p:nvPr/>
          </p:nvSpPr>
          <p:spPr bwMode="auto">
            <a:xfrm>
              <a:off x="1104" y="3980"/>
              <a:ext cx="384" cy="384"/>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4" name="Oval 71"/>
            <p:cNvSpPr>
              <a:spLocks noChangeArrowheads="1"/>
            </p:cNvSpPr>
            <p:nvPr/>
          </p:nvSpPr>
          <p:spPr bwMode="auto">
            <a:xfrm>
              <a:off x="1008" y="4028"/>
              <a:ext cx="384" cy="38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0741" name="AutoShape 72"/>
          <p:cNvSpPr>
            <a:spLocks noChangeArrowheads="1"/>
          </p:cNvSpPr>
          <p:nvPr/>
        </p:nvSpPr>
        <p:spPr bwMode="auto">
          <a:xfrm rot="2042913">
            <a:off x="4872038" y="5014913"/>
            <a:ext cx="447675" cy="279400"/>
          </a:xfrm>
          <a:prstGeom prst="leftArrow">
            <a:avLst>
              <a:gd name="adj1" fmla="val 50000"/>
              <a:gd name="adj2" fmla="val 40057"/>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42" name="AutoShape 74"/>
          <p:cNvSpPr>
            <a:spLocks noChangeArrowheads="1"/>
          </p:cNvSpPr>
          <p:nvPr/>
        </p:nvSpPr>
        <p:spPr bwMode="auto">
          <a:xfrm>
            <a:off x="4002088" y="4064000"/>
            <a:ext cx="1109662" cy="709613"/>
          </a:xfrm>
          <a:prstGeom prst="cube">
            <a:avLst>
              <a:gd name="adj" fmla="val 16870"/>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b="1">
                <a:solidFill>
                  <a:schemeClr val="tx1"/>
                </a:solidFill>
              </a:rPr>
              <a:t>Stock</a:t>
            </a:r>
          </a:p>
          <a:p>
            <a:pPr algn="ctr">
              <a:spcBef>
                <a:spcPct val="0"/>
              </a:spcBef>
              <a:buFontTx/>
              <a:buNone/>
            </a:pPr>
            <a:r>
              <a:rPr lang="fr-FR" altLang="fr-FR" sz="1500" b="1">
                <a:solidFill>
                  <a:schemeClr val="tx1"/>
                </a:solidFill>
              </a:rPr>
              <a:t>Pièces</a:t>
            </a:r>
            <a:endParaRPr lang="fr-FR" altLang="fr-FR" sz="1500" b="1">
              <a:solidFill>
                <a:schemeClr val="tx1"/>
              </a:solidFill>
              <a:latin typeface="Times New Roman" pitchFamily="18" charset="0"/>
            </a:endParaRPr>
          </a:p>
        </p:txBody>
      </p:sp>
      <p:sp>
        <p:nvSpPr>
          <p:cNvPr id="30743" name="Text Box 76"/>
          <p:cNvSpPr txBox="1">
            <a:spLocks noChangeArrowheads="1"/>
          </p:cNvSpPr>
          <p:nvPr/>
        </p:nvSpPr>
        <p:spPr bwMode="auto">
          <a:xfrm>
            <a:off x="2239963" y="5114925"/>
            <a:ext cx="1320800" cy="309563"/>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5. Montage</a:t>
            </a:r>
          </a:p>
        </p:txBody>
      </p:sp>
      <p:sp>
        <p:nvSpPr>
          <p:cNvPr id="30744" name="AutoShape 77"/>
          <p:cNvSpPr>
            <a:spLocks noChangeArrowheads="1"/>
          </p:cNvSpPr>
          <p:nvPr/>
        </p:nvSpPr>
        <p:spPr bwMode="auto">
          <a:xfrm>
            <a:off x="134938" y="4964113"/>
            <a:ext cx="830262" cy="595312"/>
          </a:xfrm>
          <a:prstGeom prst="leftArrow">
            <a:avLst>
              <a:gd name="adj1" fmla="val 44444"/>
              <a:gd name="adj2" fmla="val 24762"/>
            </a:avLst>
          </a:prstGeom>
          <a:solidFill>
            <a:srgbClr val="FFFF66"/>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b="1">
                <a:solidFill>
                  <a:schemeClr val="tx1"/>
                </a:solidFill>
              </a:rPr>
              <a:t>Ventes</a:t>
            </a:r>
          </a:p>
        </p:txBody>
      </p:sp>
      <p:sp>
        <p:nvSpPr>
          <p:cNvPr id="30745" name="AutoShape 78"/>
          <p:cNvSpPr>
            <a:spLocks noChangeArrowheads="1"/>
          </p:cNvSpPr>
          <p:nvPr/>
        </p:nvSpPr>
        <p:spPr bwMode="auto">
          <a:xfrm>
            <a:off x="1016000" y="4864100"/>
            <a:ext cx="1127125" cy="723900"/>
          </a:xfrm>
          <a:prstGeom prst="cube">
            <a:avLst>
              <a:gd name="adj" fmla="val 18421"/>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b="1">
                <a:solidFill>
                  <a:schemeClr val="tx1"/>
                </a:solidFill>
              </a:rPr>
              <a:t>Stock</a:t>
            </a:r>
          </a:p>
          <a:p>
            <a:pPr algn="ctr">
              <a:spcBef>
                <a:spcPct val="0"/>
              </a:spcBef>
              <a:buFontTx/>
              <a:buNone/>
            </a:pPr>
            <a:r>
              <a:rPr lang="fr-FR" altLang="fr-FR" sz="1500" b="1">
                <a:solidFill>
                  <a:schemeClr val="tx1"/>
                </a:solidFill>
              </a:rPr>
              <a:t>Produits</a:t>
            </a:r>
            <a:endParaRPr lang="fr-FR" altLang="fr-FR" sz="1500" b="1">
              <a:solidFill>
                <a:schemeClr val="tx1"/>
              </a:solidFill>
              <a:latin typeface="Times New Roman" pitchFamily="18" charset="0"/>
            </a:endParaRPr>
          </a:p>
        </p:txBody>
      </p:sp>
      <p:sp>
        <p:nvSpPr>
          <p:cNvPr id="30746" name="AutoShape 105"/>
          <p:cNvSpPr>
            <a:spLocks noChangeArrowheads="1"/>
          </p:cNvSpPr>
          <p:nvPr/>
        </p:nvSpPr>
        <p:spPr bwMode="auto">
          <a:xfrm rot="-2615797">
            <a:off x="3648075" y="5033963"/>
            <a:ext cx="488950" cy="296862"/>
          </a:xfrm>
          <a:prstGeom prst="leftArrow">
            <a:avLst>
              <a:gd name="adj1" fmla="val 50000"/>
              <a:gd name="adj2" fmla="val 41177"/>
            </a:avLst>
          </a:prstGeom>
          <a:solidFill>
            <a:srgbClr val="FFFF66"/>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49" name="AutoShape 113"/>
          <p:cNvSpPr>
            <a:spLocks noChangeArrowheads="1"/>
          </p:cNvSpPr>
          <p:nvPr/>
        </p:nvSpPr>
        <p:spPr bwMode="auto">
          <a:xfrm rot="-5400000">
            <a:off x="7458075" y="3768726"/>
            <a:ext cx="312737" cy="347662"/>
          </a:xfrm>
          <a:prstGeom prst="downArrow">
            <a:avLst>
              <a:gd name="adj1" fmla="val 50000"/>
              <a:gd name="adj2" fmla="val 27792"/>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0" name="Text Box 115"/>
          <p:cNvSpPr txBox="1">
            <a:spLocks noChangeArrowheads="1"/>
          </p:cNvSpPr>
          <p:nvPr/>
        </p:nvSpPr>
        <p:spPr bwMode="auto">
          <a:xfrm>
            <a:off x="1066800" y="4476750"/>
            <a:ext cx="92868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R1 à R6</a:t>
            </a:r>
          </a:p>
        </p:txBody>
      </p:sp>
      <p:sp>
        <p:nvSpPr>
          <p:cNvPr id="222331" name="AutoShape 123"/>
          <p:cNvSpPr>
            <a:spLocks/>
          </p:cNvSpPr>
          <p:nvPr/>
        </p:nvSpPr>
        <p:spPr bwMode="auto">
          <a:xfrm>
            <a:off x="6167438" y="4768850"/>
            <a:ext cx="1808162" cy="879475"/>
          </a:xfrm>
          <a:prstGeom prst="borderCallout2">
            <a:avLst>
              <a:gd name="adj1" fmla="val 12995"/>
              <a:gd name="adj2" fmla="val 104213"/>
              <a:gd name="adj3" fmla="val 12995"/>
              <a:gd name="adj4" fmla="val 110713"/>
              <a:gd name="adj5" fmla="val -35019"/>
              <a:gd name="adj6" fmla="val 117384"/>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 seules les couronnes blanches sont vendues en pièces détachées</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23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233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2034382" y="0"/>
            <a:ext cx="5075237" cy="5588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cadences de fabrication</a:t>
            </a:r>
          </a:p>
        </p:txBody>
      </p:sp>
      <p:sp>
        <p:nvSpPr>
          <p:cNvPr id="31747" name="Rectangle 3"/>
          <p:cNvSpPr>
            <a:spLocks noChangeArrowheads="1"/>
          </p:cNvSpPr>
          <p:nvPr/>
        </p:nvSpPr>
        <p:spPr bwMode="auto">
          <a:xfrm>
            <a:off x="923925" y="1389063"/>
            <a:ext cx="7110413" cy="3579812"/>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1748" name="Text Box 4"/>
          <p:cNvSpPr txBox="1">
            <a:spLocks noChangeArrowheads="1"/>
          </p:cNvSpPr>
          <p:nvPr/>
        </p:nvSpPr>
        <p:spPr bwMode="auto">
          <a:xfrm>
            <a:off x="2840038" y="14668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jeton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3</a:t>
            </a:r>
            <a:r>
              <a:rPr lang="fr-FR" altLang="fr-FR" sz="1600" i="1">
                <a:solidFill>
                  <a:schemeClr val="tx1"/>
                </a:solidFill>
              </a:rPr>
              <a:t> </a:t>
            </a:r>
            <a:r>
              <a:rPr lang="fr-FR" altLang="fr-FR" sz="1600">
                <a:solidFill>
                  <a:srgbClr val="FC2C1C"/>
                </a:solidFill>
              </a:rPr>
              <a:t>h.</a:t>
            </a:r>
          </a:p>
        </p:txBody>
      </p:sp>
      <p:sp>
        <p:nvSpPr>
          <p:cNvPr id="31749" name="Text Box 5"/>
          <p:cNvSpPr txBox="1">
            <a:spLocks noChangeArrowheads="1"/>
          </p:cNvSpPr>
          <p:nvPr/>
        </p:nvSpPr>
        <p:spPr bwMode="auto">
          <a:xfrm>
            <a:off x="6148388" y="15303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jeton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2</a:t>
            </a:r>
            <a:r>
              <a:rPr lang="fr-FR" altLang="fr-FR" sz="1600" i="1">
                <a:solidFill>
                  <a:schemeClr val="tx1"/>
                </a:solidFill>
              </a:rPr>
              <a:t> </a:t>
            </a:r>
            <a:r>
              <a:rPr lang="fr-FR" altLang="fr-FR" sz="1600">
                <a:solidFill>
                  <a:srgbClr val="FC2C1C"/>
                </a:solidFill>
              </a:rPr>
              <a:t>h.</a:t>
            </a:r>
          </a:p>
        </p:txBody>
      </p:sp>
      <p:sp>
        <p:nvSpPr>
          <p:cNvPr id="31750" name="Text Box 6"/>
          <p:cNvSpPr txBox="1">
            <a:spLocks noChangeArrowheads="1"/>
          </p:cNvSpPr>
          <p:nvPr/>
        </p:nvSpPr>
        <p:spPr bwMode="auto">
          <a:xfrm>
            <a:off x="4868863" y="2697163"/>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2</a:t>
            </a:r>
            <a:r>
              <a:rPr lang="fr-FR" altLang="fr-FR" sz="1600">
                <a:solidFill>
                  <a:schemeClr val="tx1"/>
                </a:solidFill>
              </a:rPr>
              <a:t> jetons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2</a:t>
            </a:r>
            <a:r>
              <a:rPr lang="fr-FR" altLang="fr-FR" sz="1600" i="1">
                <a:solidFill>
                  <a:schemeClr val="tx1"/>
                </a:solidFill>
              </a:rPr>
              <a:t> </a:t>
            </a:r>
            <a:r>
              <a:rPr lang="fr-FR" altLang="fr-FR" sz="1600">
                <a:solidFill>
                  <a:srgbClr val="FC2C1C"/>
                </a:solidFill>
              </a:rPr>
              <a:t>h.</a:t>
            </a:r>
          </a:p>
        </p:txBody>
      </p:sp>
      <p:sp>
        <p:nvSpPr>
          <p:cNvPr id="31751" name="Text Box 7"/>
          <p:cNvSpPr txBox="1">
            <a:spLocks noChangeArrowheads="1"/>
          </p:cNvSpPr>
          <p:nvPr/>
        </p:nvSpPr>
        <p:spPr bwMode="auto">
          <a:xfrm>
            <a:off x="6376988" y="4117975"/>
            <a:ext cx="1666875"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2</a:t>
            </a:r>
            <a:r>
              <a:rPr lang="fr-FR" altLang="fr-FR" sz="1600">
                <a:solidFill>
                  <a:schemeClr val="tx1"/>
                </a:solidFill>
              </a:rPr>
              <a:t> jetons / h. </a:t>
            </a:r>
            <a:r>
              <a:rPr lang="fr-FR" altLang="fr-FR" sz="1600" i="1">
                <a:solidFill>
                  <a:schemeClr val="tx1"/>
                </a:solidFill>
              </a:rPr>
              <a:t>Chgt. série </a:t>
            </a:r>
            <a:r>
              <a:rPr lang="fr-FR" altLang="fr-FR" sz="1600">
                <a:solidFill>
                  <a:srgbClr val="FC2C1C"/>
                </a:solidFill>
              </a:rPr>
              <a:t>4</a:t>
            </a:r>
            <a:r>
              <a:rPr lang="fr-FR" altLang="fr-FR" sz="1600" i="1">
                <a:solidFill>
                  <a:schemeClr val="tx1"/>
                </a:solidFill>
              </a:rPr>
              <a:t> </a:t>
            </a:r>
            <a:r>
              <a:rPr lang="fr-FR" altLang="fr-FR" sz="1600">
                <a:solidFill>
                  <a:srgbClr val="FC2C1C"/>
                </a:solidFill>
              </a:rPr>
              <a:t>h.</a:t>
            </a:r>
          </a:p>
        </p:txBody>
      </p:sp>
      <p:sp>
        <p:nvSpPr>
          <p:cNvPr id="31752" name="Text Box 8"/>
          <p:cNvSpPr txBox="1">
            <a:spLocks noChangeArrowheads="1"/>
          </p:cNvSpPr>
          <p:nvPr/>
        </p:nvSpPr>
        <p:spPr bwMode="auto">
          <a:xfrm>
            <a:off x="2770188" y="40830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produit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1</a:t>
            </a:r>
            <a:r>
              <a:rPr lang="fr-FR" altLang="fr-FR" sz="1600" i="1">
                <a:solidFill>
                  <a:schemeClr val="tx1"/>
                </a:solidFill>
              </a:rPr>
              <a:t> </a:t>
            </a:r>
            <a:r>
              <a:rPr lang="fr-FR" altLang="fr-FR" sz="1600">
                <a:solidFill>
                  <a:srgbClr val="FC2C1C"/>
                </a:solidFill>
              </a:rPr>
              <a:t>h.</a:t>
            </a:r>
          </a:p>
        </p:txBody>
      </p:sp>
      <p:sp>
        <p:nvSpPr>
          <p:cNvPr id="31753" name="Text Box 45"/>
          <p:cNvSpPr txBox="1">
            <a:spLocks noChangeArrowheads="1"/>
          </p:cNvSpPr>
          <p:nvPr/>
        </p:nvSpPr>
        <p:spPr bwMode="auto">
          <a:xfrm>
            <a:off x="1233488" y="1614488"/>
            <a:ext cx="1514475"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1. Engrenages</a:t>
            </a:r>
          </a:p>
        </p:txBody>
      </p:sp>
      <p:sp>
        <p:nvSpPr>
          <p:cNvPr id="31754" name="Text Box 49"/>
          <p:cNvSpPr txBox="1">
            <a:spLocks noChangeArrowheads="1"/>
          </p:cNvSpPr>
          <p:nvPr/>
        </p:nvSpPr>
        <p:spPr bwMode="auto">
          <a:xfrm>
            <a:off x="4910138" y="1654175"/>
            <a:ext cx="1087437"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2. Carters</a:t>
            </a:r>
          </a:p>
        </p:txBody>
      </p:sp>
      <p:sp>
        <p:nvSpPr>
          <p:cNvPr id="31755" name="Text Box 51"/>
          <p:cNvSpPr txBox="1">
            <a:spLocks noChangeArrowheads="1"/>
          </p:cNvSpPr>
          <p:nvPr/>
        </p:nvSpPr>
        <p:spPr bwMode="auto">
          <a:xfrm>
            <a:off x="6453188" y="2743200"/>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3. Couronnes</a:t>
            </a:r>
          </a:p>
          <a:p>
            <a:pPr algn="ctr">
              <a:spcBef>
                <a:spcPct val="0"/>
              </a:spcBef>
              <a:buFontTx/>
              <a:buNone/>
            </a:pPr>
            <a:r>
              <a:rPr lang="fr-FR" altLang="fr-FR" sz="1600">
                <a:solidFill>
                  <a:schemeClr val="tx1"/>
                </a:solidFill>
              </a:rPr>
              <a:t>(ph. A)</a:t>
            </a:r>
          </a:p>
        </p:txBody>
      </p:sp>
      <p:sp>
        <p:nvSpPr>
          <p:cNvPr id="31756" name="Text Box 60"/>
          <p:cNvSpPr txBox="1">
            <a:spLocks noChangeArrowheads="1"/>
          </p:cNvSpPr>
          <p:nvPr/>
        </p:nvSpPr>
        <p:spPr bwMode="auto">
          <a:xfrm>
            <a:off x="4945063" y="4138613"/>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4. Couronnes</a:t>
            </a:r>
          </a:p>
          <a:p>
            <a:pPr algn="ctr">
              <a:spcBef>
                <a:spcPct val="0"/>
              </a:spcBef>
              <a:buFontTx/>
              <a:buNone/>
            </a:pPr>
            <a:r>
              <a:rPr lang="fr-FR" altLang="fr-FR" sz="1600">
                <a:solidFill>
                  <a:schemeClr val="tx1"/>
                </a:solidFill>
              </a:rPr>
              <a:t>(ph. B)</a:t>
            </a:r>
          </a:p>
        </p:txBody>
      </p:sp>
      <p:sp>
        <p:nvSpPr>
          <p:cNvPr id="31757" name="Text Box 67"/>
          <p:cNvSpPr txBox="1">
            <a:spLocks noChangeArrowheads="1"/>
          </p:cNvSpPr>
          <p:nvPr/>
        </p:nvSpPr>
        <p:spPr bwMode="auto">
          <a:xfrm>
            <a:off x="1319213" y="4297363"/>
            <a:ext cx="1320800" cy="30956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5. Montage</a:t>
            </a: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849313" y="0"/>
            <a:ext cx="7173912" cy="5365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prix et les coûts</a:t>
            </a:r>
          </a:p>
        </p:txBody>
      </p:sp>
      <p:sp>
        <p:nvSpPr>
          <p:cNvPr id="32771" name="Rectangle 17"/>
          <p:cNvSpPr>
            <a:spLocks noChangeArrowheads="1"/>
          </p:cNvSpPr>
          <p:nvPr/>
        </p:nvSpPr>
        <p:spPr bwMode="auto">
          <a:xfrm rot="-5400000">
            <a:off x="3631407" y="3977481"/>
            <a:ext cx="209550" cy="271463"/>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2" name="Oval 18"/>
          <p:cNvSpPr>
            <a:spLocks noChangeArrowheads="1"/>
          </p:cNvSpPr>
          <p:nvPr/>
        </p:nvSpPr>
        <p:spPr bwMode="auto">
          <a:xfrm rot="-5400000">
            <a:off x="3563144" y="5076032"/>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3" name="Rectangle 19"/>
          <p:cNvSpPr>
            <a:spLocks noChangeArrowheads="1"/>
          </p:cNvSpPr>
          <p:nvPr/>
        </p:nvSpPr>
        <p:spPr bwMode="auto">
          <a:xfrm rot="-5400000">
            <a:off x="3033713" y="4462462"/>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4" name="Rectangle 20"/>
          <p:cNvSpPr>
            <a:spLocks noChangeArrowheads="1"/>
          </p:cNvSpPr>
          <p:nvPr/>
        </p:nvSpPr>
        <p:spPr bwMode="auto">
          <a:xfrm rot="-5400000">
            <a:off x="3127375" y="39766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5" name="Oval 21"/>
          <p:cNvSpPr>
            <a:spLocks noChangeArrowheads="1"/>
          </p:cNvSpPr>
          <p:nvPr/>
        </p:nvSpPr>
        <p:spPr bwMode="auto">
          <a:xfrm rot="-5400000">
            <a:off x="2340769" y="50760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6" name="Rectangle 22"/>
          <p:cNvSpPr>
            <a:spLocks noChangeArrowheads="1"/>
          </p:cNvSpPr>
          <p:nvPr/>
        </p:nvSpPr>
        <p:spPr bwMode="auto">
          <a:xfrm rot="-5400000">
            <a:off x="3556001" y="445293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7" name="Oval 24"/>
          <p:cNvSpPr>
            <a:spLocks noChangeArrowheads="1"/>
          </p:cNvSpPr>
          <p:nvPr/>
        </p:nvSpPr>
        <p:spPr bwMode="auto">
          <a:xfrm rot="-5400000">
            <a:off x="2988469" y="5077619"/>
            <a:ext cx="338138"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8" name="Text Box 29"/>
          <p:cNvSpPr txBox="1">
            <a:spLocks noChangeArrowheads="1"/>
          </p:cNvSpPr>
          <p:nvPr/>
        </p:nvSpPr>
        <p:spPr bwMode="auto">
          <a:xfrm>
            <a:off x="4151313" y="4510088"/>
            <a:ext cx="93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Carters</a:t>
            </a:r>
          </a:p>
        </p:txBody>
      </p:sp>
      <p:sp>
        <p:nvSpPr>
          <p:cNvPr id="32779" name="Text Box 30"/>
          <p:cNvSpPr txBox="1">
            <a:spLocks noChangeArrowheads="1"/>
          </p:cNvSpPr>
          <p:nvPr/>
        </p:nvSpPr>
        <p:spPr bwMode="auto">
          <a:xfrm>
            <a:off x="4151313" y="3935413"/>
            <a:ext cx="14160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Engrenages</a:t>
            </a:r>
          </a:p>
        </p:txBody>
      </p:sp>
      <p:sp>
        <p:nvSpPr>
          <p:cNvPr id="32780" name="Text Box 31"/>
          <p:cNvSpPr txBox="1">
            <a:spLocks noChangeArrowheads="1"/>
          </p:cNvSpPr>
          <p:nvPr/>
        </p:nvSpPr>
        <p:spPr bwMode="auto">
          <a:xfrm>
            <a:off x="4151313" y="5003800"/>
            <a:ext cx="1176337"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B)</a:t>
            </a:r>
          </a:p>
        </p:txBody>
      </p:sp>
      <p:sp>
        <p:nvSpPr>
          <p:cNvPr id="32781" name="Rectangle 36"/>
          <p:cNvSpPr>
            <a:spLocks noChangeArrowheads="1"/>
          </p:cNvSpPr>
          <p:nvPr/>
        </p:nvSpPr>
        <p:spPr bwMode="auto">
          <a:xfrm>
            <a:off x="5699125" y="3963988"/>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25 €</a:t>
            </a:r>
          </a:p>
        </p:txBody>
      </p:sp>
      <p:sp>
        <p:nvSpPr>
          <p:cNvPr id="32782" name="Rectangle 37"/>
          <p:cNvSpPr>
            <a:spLocks noChangeArrowheads="1"/>
          </p:cNvSpPr>
          <p:nvPr/>
        </p:nvSpPr>
        <p:spPr bwMode="auto">
          <a:xfrm>
            <a:off x="5699125" y="4549775"/>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55 €</a:t>
            </a:r>
          </a:p>
        </p:txBody>
      </p:sp>
      <p:sp>
        <p:nvSpPr>
          <p:cNvPr id="32783" name="Rectangle 38"/>
          <p:cNvSpPr>
            <a:spLocks noChangeArrowheads="1"/>
          </p:cNvSpPr>
          <p:nvPr/>
        </p:nvSpPr>
        <p:spPr bwMode="auto">
          <a:xfrm>
            <a:off x="5699125" y="5135563"/>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10 €</a:t>
            </a:r>
          </a:p>
        </p:txBody>
      </p:sp>
      <p:sp>
        <p:nvSpPr>
          <p:cNvPr id="32784" name="Rectangle 39"/>
          <p:cNvSpPr>
            <a:spLocks noChangeArrowheads="1"/>
          </p:cNvSpPr>
          <p:nvPr/>
        </p:nvSpPr>
        <p:spPr bwMode="auto">
          <a:xfrm>
            <a:off x="5699125" y="3408363"/>
            <a:ext cx="833438"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100 €</a:t>
            </a:r>
          </a:p>
        </p:txBody>
      </p:sp>
      <p:sp>
        <p:nvSpPr>
          <p:cNvPr id="32785" name="Rectangle 41"/>
          <p:cNvSpPr>
            <a:spLocks noChangeArrowheads="1"/>
          </p:cNvSpPr>
          <p:nvPr/>
        </p:nvSpPr>
        <p:spPr bwMode="auto">
          <a:xfrm>
            <a:off x="3552825" y="1624013"/>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150 €</a:t>
            </a:r>
          </a:p>
        </p:txBody>
      </p:sp>
      <p:sp>
        <p:nvSpPr>
          <p:cNvPr id="32786" name="Text Box 42"/>
          <p:cNvSpPr txBox="1">
            <a:spLocks noChangeArrowheads="1"/>
          </p:cNvSpPr>
          <p:nvPr/>
        </p:nvSpPr>
        <p:spPr bwMode="auto">
          <a:xfrm>
            <a:off x="3543300" y="852488"/>
            <a:ext cx="1674813" cy="406400"/>
          </a:xfrm>
          <a:prstGeom prst="rect">
            <a:avLst/>
          </a:prstGeom>
          <a:solidFill>
            <a:srgbClr val="CCFFFF"/>
          </a:solidFill>
          <a:ln w="9525">
            <a:solidFill>
              <a:schemeClr val="bg2"/>
            </a:solidFill>
            <a:miter lim="800000"/>
            <a:headEnd/>
            <a:tailEnd/>
          </a:ln>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a:solidFill>
                  <a:schemeClr val="tx2"/>
                </a:solidFill>
              </a:rPr>
              <a:t>Prix de vente</a:t>
            </a:r>
          </a:p>
        </p:txBody>
      </p:sp>
      <p:sp>
        <p:nvSpPr>
          <p:cNvPr id="32788" name="Rectangle 44"/>
          <p:cNvSpPr>
            <a:spLocks noChangeArrowheads="1"/>
          </p:cNvSpPr>
          <p:nvPr/>
        </p:nvSpPr>
        <p:spPr bwMode="auto">
          <a:xfrm>
            <a:off x="5699125" y="5721350"/>
            <a:ext cx="8159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9 €</a:t>
            </a:r>
          </a:p>
        </p:txBody>
      </p:sp>
      <p:sp>
        <p:nvSpPr>
          <p:cNvPr id="32790" name="Oval 48"/>
          <p:cNvSpPr>
            <a:spLocks noChangeArrowheads="1"/>
          </p:cNvSpPr>
          <p:nvPr/>
        </p:nvSpPr>
        <p:spPr bwMode="auto">
          <a:xfrm rot="-5400000">
            <a:off x="3594894" y="5752307"/>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1" name="Oval 49"/>
          <p:cNvSpPr>
            <a:spLocks noChangeArrowheads="1"/>
          </p:cNvSpPr>
          <p:nvPr/>
        </p:nvSpPr>
        <p:spPr bwMode="auto">
          <a:xfrm rot="-5400000">
            <a:off x="2391569" y="575071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2" name="Oval 50"/>
          <p:cNvSpPr>
            <a:spLocks noChangeArrowheads="1"/>
          </p:cNvSpPr>
          <p:nvPr/>
        </p:nvSpPr>
        <p:spPr bwMode="auto">
          <a:xfrm rot="-5400000">
            <a:off x="3039269" y="5752307"/>
            <a:ext cx="338137"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3" name="Text Box 58"/>
          <p:cNvSpPr txBox="1">
            <a:spLocks noChangeArrowheads="1"/>
          </p:cNvSpPr>
          <p:nvPr/>
        </p:nvSpPr>
        <p:spPr bwMode="auto">
          <a:xfrm>
            <a:off x="4151313" y="5627688"/>
            <a:ext cx="1176337"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A)</a:t>
            </a:r>
          </a:p>
        </p:txBody>
      </p:sp>
      <p:sp>
        <p:nvSpPr>
          <p:cNvPr id="32794" name="Rectangle 60"/>
          <p:cNvSpPr>
            <a:spLocks noChangeArrowheads="1"/>
          </p:cNvSpPr>
          <p:nvPr/>
        </p:nvSpPr>
        <p:spPr bwMode="auto">
          <a:xfrm>
            <a:off x="5794375" y="1617663"/>
            <a:ext cx="635000" cy="344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30 €</a:t>
            </a:r>
          </a:p>
        </p:txBody>
      </p:sp>
      <p:sp>
        <p:nvSpPr>
          <p:cNvPr id="32795" name="Oval 61"/>
          <p:cNvSpPr>
            <a:spLocks noChangeArrowheads="1"/>
          </p:cNvSpPr>
          <p:nvPr/>
        </p:nvSpPr>
        <p:spPr bwMode="auto">
          <a:xfrm rot="-5400000">
            <a:off x="5153819" y="1640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6" name="Text Box 62"/>
          <p:cNvSpPr txBox="1">
            <a:spLocks noChangeArrowheads="1"/>
          </p:cNvSpPr>
          <p:nvPr/>
        </p:nvSpPr>
        <p:spPr bwMode="auto">
          <a:xfrm>
            <a:off x="4679950" y="2022475"/>
            <a:ext cx="16351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 phase A blanche</a:t>
            </a:r>
          </a:p>
        </p:txBody>
      </p:sp>
      <p:sp>
        <p:nvSpPr>
          <p:cNvPr id="32797" name="Text Box 64"/>
          <p:cNvSpPr txBox="1">
            <a:spLocks noChangeArrowheads="1"/>
          </p:cNvSpPr>
          <p:nvPr/>
        </p:nvSpPr>
        <p:spPr bwMode="auto">
          <a:xfrm>
            <a:off x="3538538" y="2924175"/>
            <a:ext cx="1662112" cy="360363"/>
          </a:xfrm>
          <a:prstGeom prst="rect">
            <a:avLst/>
          </a:prstGeom>
          <a:solidFill>
            <a:srgbClr val="FFFF99"/>
          </a:solidFill>
          <a:ln w="9525" algn="ctr">
            <a:solidFill>
              <a:schemeClr val="bg2"/>
            </a:solidFill>
            <a:miter lim="800000"/>
            <a:headEnd/>
            <a:tailEnd/>
          </a:ln>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700">
                <a:solidFill>
                  <a:schemeClr val="tx2"/>
                </a:solidFill>
              </a:rPr>
              <a:t>Coût de revient</a:t>
            </a:r>
          </a:p>
        </p:txBody>
      </p:sp>
      <p:sp>
        <p:nvSpPr>
          <p:cNvPr id="32798" name="Text Box 65"/>
          <p:cNvSpPr txBox="1">
            <a:spLocks noChangeArrowheads="1"/>
          </p:cNvSpPr>
          <p:nvPr/>
        </p:nvSpPr>
        <p:spPr bwMode="auto">
          <a:xfrm>
            <a:off x="4151313" y="3379788"/>
            <a:ext cx="1263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Produit fini</a:t>
            </a:r>
          </a:p>
        </p:txBody>
      </p:sp>
      <p:sp>
        <p:nvSpPr>
          <p:cNvPr id="32799" name="Text Box 67"/>
          <p:cNvSpPr txBox="1">
            <a:spLocks noChangeArrowheads="1"/>
          </p:cNvSpPr>
          <p:nvPr/>
        </p:nvSpPr>
        <p:spPr bwMode="auto">
          <a:xfrm>
            <a:off x="1435100" y="33988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32800" name="Text Box 68"/>
          <p:cNvSpPr txBox="1">
            <a:spLocks noChangeArrowheads="1"/>
          </p:cNvSpPr>
          <p:nvPr/>
        </p:nvSpPr>
        <p:spPr bwMode="auto">
          <a:xfrm>
            <a:off x="1839913"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32801" name="Text Box 69"/>
          <p:cNvSpPr txBox="1">
            <a:spLocks noChangeArrowheads="1"/>
          </p:cNvSpPr>
          <p:nvPr/>
        </p:nvSpPr>
        <p:spPr bwMode="auto">
          <a:xfrm>
            <a:off x="2257425"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32802" name="Text Box 70"/>
          <p:cNvSpPr txBox="1">
            <a:spLocks noChangeArrowheads="1"/>
          </p:cNvSpPr>
          <p:nvPr/>
        </p:nvSpPr>
        <p:spPr bwMode="auto">
          <a:xfrm>
            <a:off x="2670175"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32803" name="Text Box 71"/>
          <p:cNvSpPr txBox="1">
            <a:spLocks noChangeArrowheads="1"/>
          </p:cNvSpPr>
          <p:nvPr/>
        </p:nvSpPr>
        <p:spPr bwMode="auto">
          <a:xfrm>
            <a:off x="3087688"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32804" name="Text Box 72"/>
          <p:cNvSpPr txBox="1">
            <a:spLocks noChangeArrowheads="1"/>
          </p:cNvSpPr>
          <p:nvPr/>
        </p:nvSpPr>
        <p:spPr bwMode="auto">
          <a:xfrm>
            <a:off x="3511550"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32805" name="Text Box 73"/>
          <p:cNvSpPr txBox="1">
            <a:spLocks noChangeArrowheads="1"/>
          </p:cNvSpPr>
          <p:nvPr/>
        </p:nvSpPr>
        <p:spPr bwMode="auto">
          <a:xfrm>
            <a:off x="2073275" y="2120900"/>
            <a:ext cx="12811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Produit fini</a:t>
            </a:r>
          </a:p>
        </p:txBody>
      </p:sp>
      <p:sp>
        <p:nvSpPr>
          <p:cNvPr id="32806" name="Text Box 77"/>
          <p:cNvSpPr txBox="1">
            <a:spLocks noChangeArrowheads="1"/>
          </p:cNvSpPr>
          <p:nvPr/>
        </p:nvSpPr>
        <p:spPr bwMode="auto">
          <a:xfrm>
            <a:off x="2135188" y="1471613"/>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R1</a:t>
            </a:r>
          </a:p>
        </p:txBody>
      </p:sp>
      <p:sp>
        <p:nvSpPr>
          <p:cNvPr id="32807" name="Text Box 78"/>
          <p:cNvSpPr txBox="1">
            <a:spLocks noChangeArrowheads="1"/>
          </p:cNvSpPr>
          <p:nvPr/>
        </p:nvSpPr>
        <p:spPr bwMode="auto">
          <a:xfrm>
            <a:off x="2473325" y="1479550"/>
            <a:ext cx="442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R2</a:t>
            </a:r>
          </a:p>
        </p:txBody>
      </p:sp>
      <p:sp>
        <p:nvSpPr>
          <p:cNvPr id="32808" name="Text Box 79"/>
          <p:cNvSpPr txBox="1">
            <a:spLocks noChangeArrowheads="1"/>
          </p:cNvSpPr>
          <p:nvPr/>
        </p:nvSpPr>
        <p:spPr bwMode="auto">
          <a:xfrm>
            <a:off x="2843213" y="1479550"/>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R3</a:t>
            </a:r>
          </a:p>
        </p:txBody>
      </p:sp>
      <p:sp>
        <p:nvSpPr>
          <p:cNvPr id="32809" name="Text Box 80"/>
          <p:cNvSpPr txBox="1">
            <a:spLocks noChangeArrowheads="1"/>
          </p:cNvSpPr>
          <p:nvPr/>
        </p:nvSpPr>
        <p:spPr bwMode="auto">
          <a:xfrm>
            <a:off x="2122488" y="1778000"/>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R4</a:t>
            </a:r>
          </a:p>
        </p:txBody>
      </p:sp>
      <p:sp>
        <p:nvSpPr>
          <p:cNvPr id="32810" name="Text Box 81"/>
          <p:cNvSpPr txBox="1">
            <a:spLocks noChangeArrowheads="1"/>
          </p:cNvSpPr>
          <p:nvPr/>
        </p:nvSpPr>
        <p:spPr bwMode="auto">
          <a:xfrm>
            <a:off x="2473325" y="1778000"/>
            <a:ext cx="442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R5</a:t>
            </a:r>
          </a:p>
        </p:txBody>
      </p:sp>
      <p:sp>
        <p:nvSpPr>
          <p:cNvPr id="32811" name="Text Box 82"/>
          <p:cNvSpPr txBox="1">
            <a:spLocks noChangeArrowheads="1"/>
          </p:cNvSpPr>
          <p:nvPr/>
        </p:nvSpPr>
        <p:spPr bwMode="auto">
          <a:xfrm>
            <a:off x="2849563" y="1787525"/>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R6</a:t>
            </a:r>
          </a:p>
        </p:txBody>
      </p:sp>
      <p:sp>
        <p:nvSpPr>
          <p:cNvPr id="32812" name="Line 83"/>
          <p:cNvSpPr>
            <a:spLocks noChangeShapeType="1"/>
          </p:cNvSpPr>
          <p:nvPr/>
        </p:nvSpPr>
        <p:spPr bwMode="auto">
          <a:xfrm>
            <a:off x="3349625" y="1828800"/>
            <a:ext cx="2571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2813" name="Line 84"/>
          <p:cNvSpPr>
            <a:spLocks noChangeShapeType="1"/>
          </p:cNvSpPr>
          <p:nvPr/>
        </p:nvSpPr>
        <p:spPr bwMode="auto">
          <a:xfrm>
            <a:off x="5568950" y="1808163"/>
            <a:ext cx="2571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pPr eaLnBrk="1" hangingPunct="1"/>
            <a:r>
              <a:rPr lang="fr-FR" altLang="fr-FR"/>
              <a:t>Les approvisionnements</a:t>
            </a:r>
          </a:p>
        </p:txBody>
      </p:sp>
      <p:sp>
        <p:nvSpPr>
          <p:cNvPr id="33795" name="Rectangle 3"/>
          <p:cNvSpPr>
            <a:spLocks noGrp="1" noChangeArrowheads="1"/>
          </p:cNvSpPr>
          <p:nvPr>
            <p:ph type="body" idx="1"/>
          </p:nvPr>
        </p:nvSpPr>
        <p:spPr>
          <a:xfrm>
            <a:off x="320675" y="1133475"/>
            <a:ext cx="8485188" cy="3843338"/>
          </a:xfrm>
        </p:spPr>
        <p:txBody>
          <a:bodyPr/>
          <a:lstStyle/>
          <a:p>
            <a:pPr eaLnBrk="1" hangingPunct="1">
              <a:lnSpc>
                <a:spcPct val="110000"/>
              </a:lnSpc>
            </a:pPr>
            <a:r>
              <a:rPr lang="fr-FR" altLang="fr-FR"/>
              <a:t>Vous devez servir au mieux les clients, mais vous n’avez pas à vous préoccuper des matières approvisionnées par les Achats.</a:t>
            </a:r>
          </a:p>
          <a:p>
            <a:pPr eaLnBrk="1" hangingPunct="1">
              <a:lnSpc>
                <a:spcPct val="110000"/>
              </a:lnSpc>
            </a:pPr>
            <a:endParaRPr lang="fr-FR" altLang="fr-FR"/>
          </a:p>
          <a:p>
            <a:pPr eaLnBrk="1" hangingPunct="1">
              <a:lnSpc>
                <a:spcPct val="110000"/>
              </a:lnSpc>
            </a:pPr>
            <a:r>
              <a:rPr lang="fr-FR" altLang="fr-FR"/>
              <a:t>Sauf incident, vous disposerez de matière en quantité suffisante.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r-FR" altLang="fr-FR"/>
              <a:t>Les problèmes</a:t>
            </a:r>
          </a:p>
        </p:txBody>
      </p:sp>
      <p:sp>
        <p:nvSpPr>
          <p:cNvPr id="34819" name="Rectangle 3"/>
          <p:cNvSpPr>
            <a:spLocks noGrp="1" noChangeArrowheads="1"/>
          </p:cNvSpPr>
          <p:nvPr>
            <p:ph type="body" idx="1"/>
          </p:nvPr>
        </p:nvSpPr>
        <p:spPr>
          <a:xfrm>
            <a:off x="250825" y="1398588"/>
            <a:ext cx="8710613" cy="2033587"/>
          </a:xfrm>
        </p:spPr>
        <p:txBody>
          <a:bodyPr/>
          <a:lstStyle/>
          <a:p>
            <a:pPr eaLnBrk="1" hangingPunct="1">
              <a:lnSpc>
                <a:spcPct val="110000"/>
              </a:lnSpc>
            </a:pPr>
            <a:r>
              <a:rPr lang="fr-FR" altLang="fr-FR"/>
              <a:t>Comme toute organisation, l’usine Redix rencontre quelques problèmes.</a:t>
            </a:r>
          </a:p>
          <a:p>
            <a:pPr eaLnBrk="1" hangingPunct="1">
              <a:lnSpc>
                <a:spcPct val="110000"/>
              </a:lnSpc>
            </a:pPr>
            <a:r>
              <a:rPr lang="fr-FR" altLang="fr-FR"/>
              <a:t>C’est le tirage du dé qui les déclenche (le 1 et le 6 sont fatidiques).</a:t>
            </a:r>
          </a:p>
          <a:p>
            <a:pPr eaLnBrk="1" hangingPunct="1">
              <a:lnSpc>
                <a:spcPct val="110000"/>
              </a:lnSpc>
            </a:pPr>
            <a:r>
              <a:rPr lang="fr-FR" altLang="fr-FR"/>
              <a:t>Le dé est tiré alternativement par chaque table mais son résultat est applicable à toutes les tables</a:t>
            </a:r>
          </a:p>
        </p:txBody>
      </p:sp>
      <p:grpSp>
        <p:nvGrpSpPr>
          <p:cNvPr id="34820" name="Group 4"/>
          <p:cNvGrpSpPr>
            <a:grpSpLocks/>
          </p:cNvGrpSpPr>
          <p:nvPr/>
        </p:nvGrpSpPr>
        <p:grpSpPr bwMode="auto">
          <a:xfrm>
            <a:off x="4211638" y="3675063"/>
            <a:ext cx="525462" cy="630237"/>
            <a:chOff x="868" y="1439"/>
            <a:chExt cx="811" cy="972"/>
          </a:xfrm>
        </p:grpSpPr>
        <p:sp>
          <p:nvSpPr>
            <p:cNvPr id="34822" name="Freeform 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3" name="Freeform 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4" name="Freeform 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5" name="Freeform 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6" name="Freeform 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7" name="Freeform 1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8" name="Freeform 1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9" name="Freeform 1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0" name="Freeform 1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1" name="Freeform 1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2" name="Freeform 1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3" name="Freeform 1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4" name="Freeform 1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5" name="Freeform 1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6" name="Freeform 1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7" name="Freeform 2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8" name="Freeform 2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9" name="Freeform 2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0" name="Freeform 2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1" name="Freeform 2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2" name="Freeform 2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3" name="Freeform 2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4" name="Freeform 2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5" name="Freeform 2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6" name="Freeform 2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7" name="Freeform 3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8" name="Freeform 3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9" name="Freeform 3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0" name="Freeform 3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1" name="Freeform 3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2" name="Freeform 3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3" name="Freeform 3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4" name="Freeform 3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5" name="Freeform 3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6" name="Freeform 3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7" name="Freeform 4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8" name="Freeform 4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9" name="Freeform 4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0" name="Freeform 4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1" name="Freeform 4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2" name="Freeform 4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3" name="Freeform 4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4" name="Freeform 4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5" name="Freeform 4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6" name="Freeform 4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7" name="Freeform 5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8" name="Freeform 5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9" name="Freeform 5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0" name="Freeform 5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1" name="Freeform 5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2" name="Freeform 5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fr-FR" altLang="fr-FR"/>
              <a:t>Les réglages en début de partie</a:t>
            </a:r>
          </a:p>
        </p:txBody>
      </p:sp>
      <p:sp>
        <p:nvSpPr>
          <p:cNvPr id="35843" name="Rectangle 3"/>
          <p:cNvSpPr>
            <a:spLocks noGrp="1" noChangeArrowheads="1"/>
          </p:cNvSpPr>
          <p:nvPr>
            <p:ph type="body" idx="1"/>
          </p:nvPr>
        </p:nvSpPr>
        <p:spPr/>
        <p:txBody>
          <a:bodyPr/>
          <a:lstStyle/>
          <a:p>
            <a:pPr eaLnBrk="1" hangingPunct="1"/>
            <a:r>
              <a:rPr lang="fr-FR" altLang="fr-FR"/>
              <a:t>Vos machines sont prêtes pour la référence que vous décidez de travailler en premier.</a:t>
            </a:r>
          </a:p>
          <a:p>
            <a:pPr eaLnBrk="1" hangingPunct="1"/>
            <a:r>
              <a:rPr lang="fr-FR" altLang="fr-FR"/>
              <a:t>Il n’y a pas lieu de prévoir un temps de réglage supplémentaire.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600075" y="0"/>
            <a:ext cx="7943850" cy="560387"/>
          </a:xfrm>
        </p:spPr>
        <p:txBody>
          <a:bodyPr/>
          <a:lstStyle/>
          <a:p>
            <a:pPr eaLnBrk="1" hangingPunct="1"/>
            <a:r>
              <a:rPr lang="fr-FR" altLang="fr-FR" dirty="0"/>
              <a:t>La mesure des performances</a:t>
            </a:r>
          </a:p>
        </p:txBody>
      </p:sp>
      <p:sp>
        <p:nvSpPr>
          <p:cNvPr id="36867" name="Rectangle 81"/>
          <p:cNvSpPr>
            <a:spLocks noGrp="1" noChangeArrowheads="1"/>
          </p:cNvSpPr>
          <p:nvPr>
            <p:ph type="body" idx="1"/>
          </p:nvPr>
        </p:nvSpPr>
        <p:spPr>
          <a:xfrm>
            <a:off x="503238" y="1165225"/>
            <a:ext cx="8229600" cy="4846638"/>
          </a:xfrm>
        </p:spPr>
        <p:txBody>
          <a:bodyPr/>
          <a:lstStyle/>
          <a:p>
            <a:pPr marL="381000" indent="-381000" eaLnBrk="1" hangingPunct="1">
              <a:buFontTx/>
              <a:buNone/>
            </a:pPr>
            <a:r>
              <a:rPr lang="fr-FR" altLang="fr-FR"/>
              <a:t>Votre équipe est jugée sur trois résultats :</a:t>
            </a:r>
          </a:p>
          <a:p>
            <a:pPr marL="800100" lvl="1" indent="-342900" eaLnBrk="1" hangingPunct="1">
              <a:buFontTx/>
              <a:buAutoNum type="arabicPeriod"/>
            </a:pPr>
            <a:r>
              <a:rPr lang="fr-FR" altLang="fr-FR"/>
              <a:t>Le service aux clients.</a:t>
            </a:r>
          </a:p>
          <a:p>
            <a:pPr marL="800100" lvl="1" indent="-342900" eaLnBrk="1" hangingPunct="1">
              <a:buFontTx/>
              <a:buAutoNum type="arabicPeriod"/>
            </a:pPr>
            <a:r>
              <a:rPr lang="fr-FR" altLang="fr-FR"/>
              <a:t>L’efficience de la production.</a:t>
            </a:r>
          </a:p>
          <a:p>
            <a:pPr marL="800100" lvl="1" indent="-342900" eaLnBrk="1" hangingPunct="1">
              <a:buFontTx/>
              <a:buAutoNum type="arabicPeriod"/>
            </a:pPr>
            <a:r>
              <a:rPr lang="fr-FR" altLang="fr-FR"/>
              <a:t>Le niveau des stocks.</a:t>
            </a:r>
          </a:p>
          <a:p>
            <a:pPr marL="800100" lvl="1" indent="-342900" eaLnBrk="1" hangingPunct="1">
              <a:buFontTx/>
              <a:buAutoNum type="arabicPeriod"/>
            </a:pPr>
            <a:endParaRPr lang="fr-FR" altLang="fr-FR"/>
          </a:p>
          <a:p>
            <a:pPr marL="381000" indent="-381000" eaLnBrk="1" hangingPunct="1">
              <a:buFont typeface="Wingdings" pitchFamily="2" charset="2"/>
              <a:buChar char="Ø"/>
            </a:pPr>
            <a:r>
              <a:rPr lang="fr-FR" altLang="fr-FR"/>
              <a:t>Les diapos qui suivent vous expliquent comment suivre ces valeurs.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3"/>
          <p:cNvSpPr>
            <a:spLocks noGrp="1" noChangeArrowheads="1"/>
          </p:cNvSpPr>
          <p:nvPr>
            <p:ph type="title"/>
          </p:nvPr>
        </p:nvSpPr>
        <p:spPr>
          <a:xfrm>
            <a:off x="144463" y="874713"/>
            <a:ext cx="1866900" cy="814387"/>
          </a:xfrm>
        </p:spPr>
        <p:txBody>
          <a:bodyPr/>
          <a:lstStyle/>
          <a:p>
            <a:pPr eaLnBrk="1" hangingPunct="1"/>
            <a:r>
              <a:rPr lang="fr-FR" altLang="fr-FR" sz="1800"/>
              <a:t>Suivi de la production</a:t>
            </a:r>
            <a:br>
              <a:rPr lang="fr-FR" altLang="fr-FR" sz="1800"/>
            </a:br>
            <a:r>
              <a:rPr lang="fr-FR" altLang="fr-FR" sz="1800"/>
              <a:t>et des livraisons</a:t>
            </a:r>
          </a:p>
        </p:txBody>
      </p:sp>
      <p:pic>
        <p:nvPicPr>
          <p:cNvPr id="3789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61938"/>
            <a:ext cx="6732588" cy="6373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grpSp>
        <p:nvGrpSpPr>
          <p:cNvPr id="2" name="Group 3215"/>
          <p:cNvGrpSpPr>
            <a:grpSpLocks/>
          </p:cNvGrpSpPr>
          <p:nvPr/>
        </p:nvGrpSpPr>
        <p:grpSpPr bwMode="auto">
          <a:xfrm>
            <a:off x="6978650" y="549275"/>
            <a:ext cx="1633538" cy="1423988"/>
            <a:chOff x="4396" y="346"/>
            <a:chExt cx="1029" cy="897"/>
          </a:xfrm>
        </p:grpSpPr>
        <p:sp>
          <p:nvSpPr>
            <p:cNvPr id="37918" name="Rectangle 3191"/>
            <p:cNvSpPr>
              <a:spLocks noChangeArrowheads="1"/>
            </p:cNvSpPr>
            <p:nvPr/>
          </p:nvSpPr>
          <p:spPr bwMode="auto">
            <a:xfrm>
              <a:off x="4421" y="793"/>
              <a:ext cx="1004" cy="450"/>
            </a:xfrm>
            <a:prstGeom prst="rect">
              <a:avLst/>
            </a:prstGeom>
            <a:solidFill>
              <a:srgbClr val="FFFF99"/>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vos ordres de fabrication (OF)</a:t>
              </a:r>
            </a:p>
          </p:txBody>
        </p:sp>
        <p:sp>
          <p:nvSpPr>
            <p:cNvPr id="37919" name="Oval 3192"/>
            <p:cNvSpPr>
              <a:spLocks noChangeArrowheads="1"/>
            </p:cNvSpPr>
            <p:nvPr/>
          </p:nvSpPr>
          <p:spPr bwMode="auto">
            <a:xfrm>
              <a:off x="4396" y="346"/>
              <a:ext cx="168" cy="156"/>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8" name="Oval 3193"/>
          <p:cNvSpPr>
            <a:spLocks noChangeArrowheads="1"/>
          </p:cNvSpPr>
          <p:nvPr/>
        </p:nvSpPr>
        <p:spPr bwMode="auto">
          <a:xfrm>
            <a:off x="2325688" y="276225"/>
            <a:ext cx="971550" cy="25717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 name="Oval 3194"/>
          <p:cNvSpPr>
            <a:spLocks noChangeArrowheads="1"/>
          </p:cNvSpPr>
          <p:nvPr/>
        </p:nvSpPr>
        <p:spPr bwMode="auto">
          <a:xfrm>
            <a:off x="4256088" y="266700"/>
            <a:ext cx="361950" cy="25717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 name="Group 3214"/>
          <p:cNvGrpSpPr>
            <a:grpSpLocks/>
          </p:cNvGrpSpPr>
          <p:nvPr/>
        </p:nvGrpSpPr>
        <p:grpSpPr bwMode="auto">
          <a:xfrm>
            <a:off x="4313238" y="269875"/>
            <a:ext cx="1900237" cy="1098550"/>
            <a:chOff x="2762" y="170"/>
            <a:chExt cx="1197" cy="692"/>
          </a:xfrm>
        </p:grpSpPr>
        <p:sp>
          <p:nvSpPr>
            <p:cNvPr id="37916" name="Oval 3195"/>
            <p:cNvSpPr>
              <a:spLocks noChangeArrowheads="1"/>
            </p:cNvSpPr>
            <p:nvPr/>
          </p:nvSpPr>
          <p:spPr bwMode="auto">
            <a:xfrm>
              <a:off x="3701" y="170"/>
              <a:ext cx="258" cy="16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7917" name="AutoShape 3197"/>
            <p:cNvSpPr>
              <a:spLocks/>
            </p:cNvSpPr>
            <p:nvPr/>
          </p:nvSpPr>
          <p:spPr bwMode="auto">
            <a:xfrm>
              <a:off x="2762" y="433"/>
              <a:ext cx="848" cy="429"/>
            </a:xfrm>
            <a:prstGeom prst="borderCallout2">
              <a:avLst>
                <a:gd name="adj1" fmla="val 16782"/>
                <a:gd name="adj2" fmla="val 105662"/>
                <a:gd name="adj3" fmla="val 16782"/>
                <a:gd name="adj4" fmla="val 105662"/>
                <a:gd name="adj5" fmla="val -16083"/>
                <a:gd name="adj6" fmla="val 11804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Temps de changement de série</a:t>
              </a:r>
            </a:p>
          </p:txBody>
        </p:sp>
      </p:grpSp>
      <p:grpSp>
        <p:nvGrpSpPr>
          <p:cNvPr id="4" name="Group 3213"/>
          <p:cNvGrpSpPr>
            <a:grpSpLocks/>
          </p:cNvGrpSpPr>
          <p:nvPr/>
        </p:nvGrpSpPr>
        <p:grpSpPr bwMode="auto">
          <a:xfrm>
            <a:off x="1885950" y="1385888"/>
            <a:ext cx="2154238" cy="1276350"/>
            <a:chOff x="1161" y="747"/>
            <a:chExt cx="1357" cy="804"/>
          </a:xfrm>
        </p:grpSpPr>
        <p:sp>
          <p:nvSpPr>
            <p:cNvPr id="37914" name="AutoShape 3200"/>
            <p:cNvSpPr>
              <a:spLocks/>
            </p:cNvSpPr>
            <p:nvPr/>
          </p:nvSpPr>
          <p:spPr bwMode="auto">
            <a:xfrm>
              <a:off x="1727" y="747"/>
              <a:ext cx="791" cy="506"/>
            </a:xfrm>
            <a:prstGeom prst="borderCallout2">
              <a:avLst>
                <a:gd name="adj1" fmla="val 14231"/>
                <a:gd name="adj2" fmla="val -6069"/>
                <a:gd name="adj3" fmla="val 14231"/>
                <a:gd name="adj4" fmla="val -6069"/>
                <a:gd name="adj5" fmla="val 119958"/>
                <a:gd name="adj6" fmla="val -4728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90000"/>
                </a:lnSpc>
                <a:spcBef>
                  <a:spcPct val="0"/>
                </a:spcBef>
                <a:buFontTx/>
                <a:buNone/>
              </a:pPr>
              <a:r>
                <a:rPr lang="fr-FR" altLang="fr-FR" sz="1300">
                  <a:solidFill>
                    <a:schemeClr val="tx1"/>
                  </a:solidFill>
                </a:rPr>
                <a:t>Notez les références travaillées sur votre poste</a:t>
              </a:r>
            </a:p>
          </p:txBody>
        </p:sp>
        <p:sp>
          <p:nvSpPr>
            <p:cNvPr id="37915" name="Oval 3202"/>
            <p:cNvSpPr>
              <a:spLocks noChangeArrowheads="1"/>
            </p:cNvSpPr>
            <p:nvPr/>
          </p:nvSpPr>
          <p:spPr bwMode="auto">
            <a:xfrm>
              <a:off x="1161" y="1389"/>
              <a:ext cx="505" cy="16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3216"/>
          <p:cNvGrpSpPr>
            <a:grpSpLocks/>
          </p:cNvGrpSpPr>
          <p:nvPr/>
        </p:nvGrpSpPr>
        <p:grpSpPr bwMode="auto">
          <a:xfrm>
            <a:off x="2374900" y="2735263"/>
            <a:ext cx="2185988" cy="509587"/>
            <a:chOff x="1172" y="1723"/>
            <a:chExt cx="1377" cy="321"/>
          </a:xfrm>
        </p:grpSpPr>
        <p:sp>
          <p:nvSpPr>
            <p:cNvPr id="37912" name="AutoShape 3201"/>
            <p:cNvSpPr>
              <a:spLocks/>
            </p:cNvSpPr>
            <p:nvPr/>
          </p:nvSpPr>
          <p:spPr bwMode="auto">
            <a:xfrm>
              <a:off x="1553" y="1723"/>
              <a:ext cx="996" cy="290"/>
            </a:xfrm>
            <a:prstGeom prst="borderCallout2">
              <a:avLst>
                <a:gd name="adj1" fmla="val 24829"/>
                <a:gd name="adj2" fmla="val -4819"/>
                <a:gd name="adj3" fmla="val 24829"/>
                <a:gd name="adj4" fmla="val -4819"/>
                <a:gd name="adj5" fmla="val 68968"/>
                <a:gd name="adj6" fmla="val -1686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la référence travaillée </a:t>
              </a:r>
            </a:p>
          </p:txBody>
        </p:sp>
        <p:sp>
          <p:nvSpPr>
            <p:cNvPr id="37913" name="Oval 3203"/>
            <p:cNvSpPr>
              <a:spLocks noChangeArrowheads="1"/>
            </p:cNvSpPr>
            <p:nvPr/>
          </p:nvSpPr>
          <p:spPr bwMode="auto">
            <a:xfrm>
              <a:off x="1172" y="1889"/>
              <a:ext cx="224" cy="15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3217"/>
          <p:cNvGrpSpPr>
            <a:grpSpLocks/>
          </p:cNvGrpSpPr>
          <p:nvPr/>
        </p:nvGrpSpPr>
        <p:grpSpPr bwMode="auto">
          <a:xfrm>
            <a:off x="2311400" y="3960813"/>
            <a:ext cx="2244725" cy="788987"/>
            <a:chOff x="1465" y="2342"/>
            <a:chExt cx="1414" cy="497"/>
          </a:xfrm>
        </p:grpSpPr>
        <p:sp>
          <p:nvSpPr>
            <p:cNvPr id="37910" name="AutoShape 3198"/>
            <p:cNvSpPr>
              <a:spLocks/>
            </p:cNvSpPr>
            <p:nvPr/>
          </p:nvSpPr>
          <p:spPr bwMode="auto">
            <a:xfrm>
              <a:off x="1465" y="2371"/>
              <a:ext cx="870" cy="468"/>
            </a:xfrm>
            <a:prstGeom prst="borderCallout2">
              <a:avLst>
                <a:gd name="adj1" fmla="val 15384"/>
                <a:gd name="adj2" fmla="val 105519"/>
                <a:gd name="adj3" fmla="val 15384"/>
                <a:gd name="adj4" fmla="val 105519"/>
                <a:gd name="adj5" fmla="val 29273"/>
                <a:gd name="adj6" fmla="val 137241"/>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les arrêts suivant leur cause</a:t>
              </a:r>
            </a:p>
          </p:txBody>
        </p:sp>
        <p:sp>
          <p:nvSpPr>
            <p:cNvPr id="37911" name="Oval 3204"/>
            <p:cNvSpPr>
              <a:spLocks noChangeArrowheads="1"/>
            </p:cNvSpPr>
            <p:nvPr/>
          </p:nvSpPr>
          <p:spPr bwMode="auto">
            <a:xfrm>
              <a:off x="2711" y="2342"/>
              <a:ext cx="168" cy="40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3218"/>
          <p:cNvGrpSpPr>
            <a:grpSpLocks/>
          </p:cNvGrpSpPr>
          <p:nvPr/>
        </p:nvGrpSpPr>
        <p:grpSpPr bwMode="auto">
          <a:xfrm>
            <a:off x="3003550" y="4795838"/>
            <a:ext cx="2297113" cy="719137"/>
            <a:chOff x="1892" y="3021"/>
            <a:chExt cx="1447" cy="453"/>
          </a:xfrm>
        </p:grpSpPr>
        <p:sp>
          <p:nvSpPr>
            <p:cNvPr id="37908" name="AutoShape 3199"/>
            <p:cNvSpPr>
              <a:spLocks/>
            </p:cNvSpPr>
            <p:nvPr/>
          </p:nvSpPr>
          <p:spPr bwMode="auto">
            <a:xfrm>
              <a:off x="1892" y="3021"/>
              <a:ext cx="929" cy="453"/>
            </a:xfrm>
            <a:prstGeom prst="borderCallout2">
              <a:avLst>
                <a:gd name="adj1" fmla="val 15894"/>
                <a:gd name="adj2" fmla="val 105167"/>
                <a:gd name="adj3" fmla="val 15894"/>
                <a:gd name="adj4" fmla="val 105167"/>
                <a:gd name="adj5" fmla="val 64329"/>
                <a:gd name="adj6" fmla="val 137523"/>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 nombre de conteneurs repris ou rebutés</a:t>
              </a:r>
            </a:p>
          </p:txBody>
        </p:sp>
        <p:sp>
          <p:nvSpPr>
            <p:cNvPr id="37909" name="Oval 3205"/>
            <p:cNvSpPr>
              <a:spLocks noChangeArrowheads="1"/>
            </p:cNvSpPr>
            <p:nvPr/>
          </p:nvSpPr>
          <p:spPr bwMode="auto">
            <a:xfrm>
              <a:off x="3147" y="3312"/>
              <a:ext cx="192" cy="114"/>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400">
                <a:solidFill>
                  <a:schemeClr val="tx1"/>
                </a:solidFill>
              </a:endParaRPr>
            </a:p>
          </p:txBody>
        </p:sp>
      </p:grpSp>
      <p:grpSp>
        <p:nvGrpSpPr>
          <p:cNvPr id="8" name="Group 3220"/>
          <p:cNvGrpSpPr>
            <a:grpSpLocks/>
          </p:cNvGrpSpPr>
          <p:nvPr/>
        </p:nvGrpSpPr>
        <p:grpSpPr bwMode="auto">
          <a:xfrm>
            <a:off x="5511800" y="3359150"/>
            <a:ext cx="2508250" cy="1290638"/>
            <a:chOff x="3571" y="1927"/>
            <a:chExt cx="1580" cy="813"/>
          </a:xfrm>
        </p:grpSpPr>
        <p:sp>
          <p:nvSpPr>
            <p:cNvPr id="37906" name="AutoShape 3196"/>
            <p:cNvSpPr>
              <a:spLocks/>
            </p:cNvSpPr>
            <p:nvPr/>
          </p:nvSpPr>
          <p:spPr bwMode="auto">
            <a:xfrm>
              <a:off x="3571" y="1927"/>
              <a:ext cx="1152" cy="556"/>
            </a:xfrm>
            <a:prstGeom prst="borderCallout2">
              <a:avLst>
                <a:gd name="adj1" fmla="val 12949"/>
                <a:gd name="adj2" fmla="val 104167"/>
                <a:gd name="adj3" fmla="val 12949"/>
                <a:gd name="adj4" fmla="val 104167"/>
                <a:gd name="adj5" fmla="val 97481"/>
                <a:gd name="adj6" fmla="val 12048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le nombre de produits en retard :  1 R6 en retard  pendant 2 heures</a:t>
              </a:r>
            </a:p>
          </p:txBody>
        </p:sp>
        <p:sp>
          <p:nvSpPr>
            <p:cNvPr id="37907" name="Oval 3206"/>
            <p:cNvSpPr>
              <a:spLocks noChangeArrowheads="1"/>
            </p:cNvSpPr>
            <p:nvPr/>
          </p:nvSpPr>
          <p:spPr bwMode="auto">
            <a:xfrm>
              <a:off x="4989" y="2467"/>
              <a:ext cx="162" cy="273"/>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3219"/>
          <p:cNvGrpSpPr>
            <a:grpSpLocks/>
          </p:cNvGrpSpPr>
          <p:nvPr/>
        </p:nvGrpSpPr>
        <p:grpSpPr bwMode="auto">
          <a:xfrm>
            <a:off x="2844800" y="5951538"/>
            <a:ext cx="2843213" cy="692150"/>
            <a:chOff x="1792" y="3749"/>
            <a:chExt cx="1791" cy="436"/>
          </a:xfrm>
        </p:grpSpPr>
        <p:sp>
          <p:nvSpPr>
            <p:cNvPr id="37904" name="AutoShape 3207"/>
            <p:cNvSpPr>
              <a:spLocks/>
            </p:cNvSpPr>
            <p:nvPr/>
          </p:nvSpPr>
          <p:spPr bwMode="auto">
            <a:xfrm>
              <a:off x="1792" y="3749"/>
              <a:ext cx="964" cy="436"/>
            </a:xfrm>
            <a:prstGeom prst="borderCallout2">
              <a:avLst>
                <a:gd name="adj1" fmla="val 16514"/>
                <a:gd name="adj2" fmla="val 104981"/>
                <a:gd name="adj3" fmla="val 16514"/>
                <a:gd name="adj4" fmla="val 104981"/>
                <a:gd name="adj5" fmla="val 44269"/>
                <a:gd name="adj6" fmla="val 16753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quand vous n'avez plus rien à produire</a:t>
              </a:r>
            </a:p>
          </p:txBody>
        </p:sp>
        <p:sp>
          <p:nvSpPr>
            <p:cNvPr id="37905" name="Oval 3208"/>
            <p:cNvSpPr>
              <a:spLocks noChangeArrowheads="1"/>
            </p:cNvSpPr>
            <p:nvPr/>
          </p:nvSpPr>
          <p:spPr bwMode="auto">
            <a:xfrm>
              <a:off x="3391" y="3762"/>
              <a:ext cx="192" cy="413"/>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4"/>
          <p:cNvSpPr>
            <a:spLocks noGrp="1" noChangeArrowheads="1"/>
          </p:cNvSpPr>
          <p:nvPr>
            <p:ph type="ctrTitle" idx="4294967295"/>
          </p:nvPr>
        </p:nvSpPr>
        <p:spPr>
          <a:xfrm>
            <a:off x="346075" y="3152775"/>
            <a:ext cx="7772400" cy="1470025"/>
          </a:xfrm>
          <a:noFill/>
        </p:spPr>
        <p:txBody>
          <a:bodyPr/>
          <a:lstStyle/>
          <a:p>
            <a:pPr eaLnBrk="1" hangingPunct="1"/>
            <a:r>
              <a:rPr lang="fr-FR" altLang="fr-FR" sz="3600"/>
              <a:t>Questions pratiques</a:t>
            </a:r>
          </a:p>
        </p:txBody>
      </p:sp>
      <p:grpSp>
        <p:nvGrpSpPr>
          <p:cNvPr id="38915" name="Group 20"/>
          <p:cNvGrpSpPr>
            <a:grpSpLocks/>
          </p:cNvGrpSpPr>
          <p:nvPr/>
        </p:nvGrpSpPr>
        <p:grpSpPr bwMode="auto">
          <a:xfrm rot="-223274">
            <a:off x="3843338" y="1701800"/>
            <a:ext cx="1058862" cy="1042988"/>
            <a:chOff x="2757" y="1666"/>
            <a:chExt cx="812" cy="800"/>
          </a:xfrm>
        </p:grpSpPr>
        <p:sp>
          <p:nvSpPr>
            <p:cNvPr id="38934" name="Freeform 2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5" name="Freeform 2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36" name="Line 2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37" name="Freeform 2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8" name="Freeform 2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39" name="AutoShape 2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8916" name="Group 27"/>
          <p:cNvGrpSpPr>
            <a:grpSpLocks/>
          </p:cNvGrpSpPr>
          <p:nvPr/>
        </p:nvGrpSpPr>
        <p:grpSpPr bwMode="auto">
          <a:xfrm rot="-223274">
            <a:off x="3825875" y="1392238"/>
            <a:ext cx="1058863" cy="1042987"/>
            <a:chOff x="2757" y="1666"/>
            <a:chExt cx="812" cy="800"/>
          </a:xfrm>
        </p:grpSpPr>
        <p:sp>
          <p:nvSpPr>
            <p:cNvPr id="38928" name="Freeform 2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9" name="Freeform 2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30" name="Line 3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31" name="Freeform 3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2" name="Freeform 3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33" name="AutoShape 3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8917" name="Group 34"/>
          <p:cNvGrpSpPr>
            <a:grpSpLocks/>
          </p:cNvGrpSpPr>
          <p:nvPr/>
        </p:nvGrpSpPr>
        <p:grpSpPr bwMode="auto">
          <a:xfrm rot="-223274">
            <a:off x="3792538" y="1089025"/>
            <a:ext cx="1058862" cy="1042988"/>
            <a:chOff x="2757" y="1666"/>
            <a:chExt cx="812" cy="800"/>
          </a:xfrm>
        </p:grpSpPr>
        <p:sp>
          <p:nvSpPr>
            <p:cNvPr id="38922" name="Freeform 3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3" name="Freeform 3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24" name="Line 3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25" name="Freeform 3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6" name="Freeform 3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27" name="AutoShape 4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8918" name="AutoShape 41"/>
          <p:cNvSpPr>
            <a:spLocks noChangeArrowheads="1"/>
          </p:cNvSpPr>
          <p:nvPr/>
        </p:nvSpPr>
        <p:spPr bwMode="auto">
          <a:xfrm rot="669280">
            <a:off x="4033838" y="1466850"/>
            <a:ext cx="307975" cy="228600"/>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8919" name="AutoShape 42"/>
          <p:cNvSpPr>
            <a:spLocks noChangeArrowheads="1"/>
          </p:cNvSpPr>
          <p:nvPr/>
        </p:nvSpPr>
        <p:spPr bwMode="auto">
          <a:xfrm rot="2337505">
            <a:off x="4229100" y="1368425"/>
            <a:ext cx="280988" cy="42227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8920" name="Oval 43"/>
          <p:cNvSpPr>
            <a:spLocks noChangeArrowheads="1"/>
          </p:cNvSpPr>
          <p:nvPr/>
        </p:nvSpPr>
        <p:spPr bwMode="auto">
          <a:xfrm rot="575549">
            <a:off x="4267200" y="1555750"/>
            <a:ext cx="260350" cy="246063"/>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600075" y="0"/>
            <a:ext cx="7943850" cy="588962"/>
          </a:xfrm>
        </p:spPr>
        <p:txBody>
          <a:bodyPr/>
          <a:lstStyle/>
          <a:p>
            <a:pPr eaLnBrk="1" hangingPunct="1"/>
            <a:r>
              <a:rPr lang="fr-FR" altLang="fr-FR"/>
              <a:t>Implantation de la table</a:t>
            </a:r>
          </a:p>
        </p:txBody>
      </p:sp>
      <p:grpSp>
        <p:nvGrpSpPr>
          <p:cNvPr id="39940" name="Group 156"/>
          <p:cNvGrpSpPr>
            <a:grpSpLocks/>
          </p:cNvGrpSpPr>
          <p:nvPr/>
        </p:nvGrpSpPr>
        <p:grpSpPr bwMode="auto">
          <a:xfrm>
            <a:off x="128588" y="1293813"/>
            <a:ext cx="8801100" cy="4213225"/>
            <a:chOff x="81" y="815"/>
            <a:chExt cx="5544" cy="2654"/>
          </a:xfrm>
        </p:grpSpPr>
        <p:sp>
          <p:nvSpPr>
            <p:cNvPr id="39942" name="Rectangle 46"/>
            <p:cNvSpPr>
              <a:spLocks noChangeArrowheads="1"/>
            </p:cNvSpPr>
            <p:nvPr/>
          </p:nvSpPr>
          <p:spPr bwMode="auto">
            <a:xfrm>
              <a:off x="651" y="1112"/>
              <a:ext cx="4701" cy="208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43" name="Text Box 52"/>
            <p:cNvSpPr txBox="1">
              <a:spLocks noChangeArrowheads="1"/>
            </p:cNvSpPr>
            <p:nvPr/>
          </p:nvSpPr>
          <p:spPr bwMode="auto">
            <a:xfrm>
              <a:off x="1538" y="1217"/>
              <a:ext cx="811" cy="21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Engrenages</a:t>
              </a:r>
            </a:p>
          </p:txBody>
        </p:sp>
        <p:sp>
          <p:nvSpPr>
            <p:cNvPr id="39944" name="Text Box 53"/>
            <p:cNvSpPr txBox="1">
              <a:spLocks noChangeArrowheads="1"/>
            </p:cNvSpPr>
            <p:nvPr/>
          </p:nvSpPr>
          <p:spPr bwMode="auto">
            <a:xfrm>
              <a:off x="3480" y="1198"/>
              <a:ext cx="542" cy="21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Carters</a:t>
              </a:r>
            </a:p>
          </p:txBody>
        </p:sp>
        <p:sp>
          <p:nvSpPr>
            <p:cNvPr id="39945" name="Text Box 54"/>
            <p:cNvSpPr txBox="1">
              <a:spLocks noChangeArrowheads="1"/>
            </p:cNvSpPr>
            <p:nvPr/>
          </p:nvSpPr>
          <p:spPr bwMode="auto">
            <a:xfrm>
              <a:off x="4413" y="1752"/>
              <a:ext cx="747" cy="37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Couronnes</a:t>
              </a:r>
            </a:p>
            <a:p>
              <a:pPr algn="ctr">
                <a:spcBef>
                  <a:spcPct val="0"/>
                </a:spcBef>
                <a:buFontTx/>
                <a:buNone/>
              </a:pPr>
              <a:r>
                <a:rPr lang="fr-FR" altLang="fr-FR" sz="1600">
                  <a:solidFill>
                    <a:schemeClr val="tx1"/>
                  </a:solidFill>
                </a:rPr>
                <a:t>(ph. A)</a:t>
              </a:r>
            </a:p>
          </p:txBody>
        </p:sp>
        <p:sp>
          <p:nvSpPr>
            <p:cNvPr id="39946" name="Text Box 55"/>
            <p:cNvSpPr txBox="1">
              <a:spLocks noChangeArrowheads="1"/>
            </p:cNvSpPr>
            <p:nvPr/>
          </p:nvSpPr>
          <p:spPr bwMode="auto">
            <a:xfrm>
              <a:off x="3437" y="2693"/>
              <a:ext cx="747" cy="37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Couronnes</a:t>
              </a:r>
            </a:p>
            <a:p>
              <a:pPr algn="ctr">
                <a:spcBef>
                  <a:spcPct val="0"/>
                </a:spcBef>
                <a:buFontTx/>
                <a:buNone/>
              </a:pPr>
              <a:r>
                <a:rPr lang="fr-FR" altLang="fr-FR" sz="1600">
                  <a:solidFill>
                    <a:schemeClr val="tx1"/>
                  </a:solidFill>
                </a:rPr>
                <a:t>(ph. B)</a:t>
              </a:r>
            </a:p>
          </p:txBody>
        </p:sp>
        <p:sp>
          <p:nvSpPr>
            <p:cNvPr id="39947" name="Text Box 56"/>
            <p:cNvSpPr txBox="1">
              <a:spLocks noChangeArrowheads="1"/>
            </p:cNvSpPr>
            <p:nvPr/>
          </p:nvSpPr>
          <p:spPr bwMode="auto">
            <a:xfrm>
              <a:off x="1603" y="2778"/>
              <a:ext cx="832" cy="19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Montage</a:t>
              </a:r>
            </a:p>
          </p:txBody>
        </p:sp>
        <p:grpSp>
          <p:nvGrpSpPr>
            <p:cNvPr id="39948" name="Group 57"/>
            <p:cNvGrpSpPr>
              <a:grpSpLocks/>
            </p:cNvGrpSpPr>
            <p:nvPr/>
          </p:nvGrpSpPr>
          <p:grpSpPr bwMode="auto">
            <a:xfrm>
              <a:off x="1739" y="3154"/>
              <a:ext cx="517" cy="315"/>
              <a:chOff x="2102" y="1800"/>
              <a:chExt cx="787" cy="480"/>
            </a:xfrm>
          </p:grpSpPr>
          <p:sp>
            <p:nvSpPr>
              <p:cNvPr id="40025" name="Oval 58"/>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6" name="Rectangle 59"/>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7" name="Oval 60"/>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49" name="Group 61"/>
            <p:cNvGrpSpPr>
              <a:grpSpLocks/>
            </p:cNvGrpSpPr>
            <p:nvPr/>
          </p:nvGrpSpPr>
          <p:grpSpPr bwMode="auto">
            <a:xfrm>
              <a:off x="3588" y="3142"/>
              <a:ext cx="517" cy="315"/>
              <a:chOff x="2102" y="1800"/>
              <a:chExt cx="787" cy="480"/>
            </a:xfrm>
          </p:grpSpPr>
          <p:sp>
            <p:nvSpPr>
              <p:cNvPr id="40022" name="Oval 62"/>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3" name="Rectangle 63"/>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4" name="Oval 64"/>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0" name="Group 65"/>
            <p:cNvGrpSpPr>
              <a:grpSpLocks/>
            </p:cNvGrpSpPr>
            <p:nvPr/>
          </p:nvGrpSpPr>
          <p:grpSpPr bwMode="auto">
            <a:xfrm rot="-5400000">
              <a:off x="5209" y="1767"/>
              <a:ext cx="517" cy="315"/>
              <a:chOff x="2102" y="1800"/>
              <a:chExt cx="787" cy="480"/>
            </a:xfrm>
          </p:grpSpPr>
          <p:sp>
            <p:nvSpPr>
              <p:cNvPr id="40019" name="Oval 6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0" name="Rectangle 6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1" name="Oval 68"/>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1" name="Group 69"/>
            <p:cNvGrpSpPr>
              <a:grpSpLocks/>
            </p:cNvGrpSpPr>
            <p:nvPr/>
          </p:nvGrpSpPr>
          <p:grpSpPr bwMode="auto">
            <a:xfrm flipV="1">
              <a:off x="3481" y="815"/>
              <a:ext cx="517" cy="315"/>
              <a:chOff x="2102" y="1800"/>
              <a:chExt cx="787" cy="480"/>
            </a:xfrm>
          </p:grpSpPr>
          <p:sp>
            <p:nvSpPr>
              <p:cNvPr id="40016" name="Oval 70"/>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7" name="Rectangle 71"/>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8" name="Oval 72"/>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2" name="Group 73"/>
            <p:cNvGrpSpPr>
              <a:grpSpLocks/>
            </p:cNvGrpSpPr>
            <p:nvPr/>
          </p:nvGrpSpPr>
          <p:grpSpPr bwMode="auto">
            <a:xfrm flipV="1">
              <a:off x="1651" y="859"/>
              <a:ext cx="517" cy="315"/>
              <a:chOff x="2102" y="1800"/>
              <a:chExt cx="787" cy="480"/>
            </a:xfrm>
          </p:grpSpPr>
          <p:sp>
            <p:nvSpPr>
              <p:cNvPr id="40013" name="Oval 74"/>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4" name="Rectangle 75"/>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5" name="Oval 76"/>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3" name="Group 145"/>
            <p:cNvGrpSpPr>
              <a:grpSpLocks/>
            </p:cNvGrpSpPr>
            <p:nvPr/>
          </p:nvGrpSpPr>
          <p:grpSpPr bwMode="auto">
            <a:xfrm>
              <a:off x="2513" y="2105"/>
              <a:ext cx="805" cy="579"/>
              <a:chOff x="2086" y="1632"/>
              <a:chExt cx="805" cy="579"/>
            </a:xfrm>
          </p:grpSpPr>
          <p:sp>
            <p:nvSpPr>
              <p:cNvPr id="39995" name="Rectangle 80"/>
              <p:cNvSpPr>
                <a:spLocks noChangeArrowheads="1"/>
              </p:cNvSpPr>
              <p:nvPr/>
            </p:nvSpPr>
            <p:spPr bwMode="auto">
              <a:xfrm>
                <a:off x="2086" y="1632"/>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6" name="Line 82"/>
              <p:cNvSpPr>
                <a:spLocks noChangeShapeType="1"/>
              </p:cNvSpPr>
              <p:nvPr/>
            </p:nvSpPr>
            <p:spPr bwMode="auto">
              <a:xfrm rot="5400000">
                <a:off x="202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7" name="Line 83"/>
              <p:cNvSpPr>
                <a:spLocks noChangeShapeType="1"/>
              </p:cNvSpPr>
              <p:nvPr/>
            </p:nvSpPr>
            <p:spPr bwMode="auto">
              <a:xfrm rot="5400000">
                <a:off x="214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8" name="Line 84"/>
              <p:cNvSpPr>
                <a:spLocks noChangeShapeType="1"/>
              </p:cNvSpPr>
              <p:nvPr/>
            </p:nvSpPr>
            <p:spPr bwMode="auto">
              <a:xfrm rot="5400000">
                <a:off x="179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9" name="Line 85"/>
              <p:cNvSpPr>
                <a:spLocks noChangeShapeType="1"/>
              </p:cNvSpPr>
              <p:nvPr/>
            </p:nvSpPr>
            <p:spPr bwMode="auto">
              <a:xfrm rot="5400000">
                <a:off x="1912"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0" name="Line 86"/>
              <p:cNvSpPr>
                <a:spLocks noChangeShapeType="1"/>
              </p:cNvSpPr>
              <p:nvPr/>
            </p:nvSpPr>
            <p:spPr bwMode="auto">
              <a:xfrm rot="5400000">
                <a:off x="225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1" name="Line 87"/>
              <p:cNvSpPr>
                <a:spLocks noChangeShapeType="1"/>
              </p:cNvSpPr>
              <p:nvPr/>
            </p:nvSpPr>
            <p:spPr bwMode="auto">
              <a:xfrm rot="5400000">
                <a:off x="237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2" name="Line 88"/>
              <p:cNvSpPr>
                <a:spLocks noChangeShapeType="1"/>
              </p:cNvSpPr>
              <p:nvPr/>
            </p:nvSpPr>
            <p:spPr bwMode="auto">
              <a:xfrm rot="5400000">
                <a:off x="248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3" name="Line 89"/>
              <p:cNvSpPr>
                <a:spLocks noChangeShapeType="1"/>
              </p:cNvSpPr>
              <p:nvPr/>
            </p:nvSpPr>
            <p:spPr bwMode="auto">
              <a:xfrm rot="5400000">
                <a:off x="260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4" name="Line 90"/>
              <p:cNvSpPr>
                <a:spLocks noChangeShapeType="1"/>
              </p:cNvSpPr>
              <p:nvPr/>
            </p:nvSpPr>
            <p:spPr bwMode="auto">
              <a:xfrm>
                <a:off x="2086" y="1727"/>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5" name="Rectangle 91"/>
              <p:cNvSpPr>
                <a:spLocks noChangeAspect="1" noChangeArrowheads="1"/>
              </p:cNvSpPr>
              <p:nvPr/>
            </p:nvSpPr>
            <p:spPr bwMode="auto">
              <a:xfrm>
                <a:off x="2450" y="1668"/>
                <a:ext cx="76" cy="24"/>
              </a:xfrm>
              <a:prstGeom prst="rect">
                <a:avLst/>
              </a:prstGeom>
              <a:solidFill>
                <a:srgbClr val="0099FF"/>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6" name="Rectangle 92"/>
              <p:cNvSpPr>
                <a:spLocks noChangeAspect="1" noChangeArrowheads="1"/>
              </p:cNvSpPr>
              <p:nvPr/>
            </p:nvSpPr>
            <p:spPr bwMode="auto">
              <a:xfrm>
                <a:off x="2335" y="1668"/>
                <a:ext cx="76" cy="24"/>
              </a:xfrm>
              <a:prstGeom prst="rect">
                <a:avLst/>
              </a:prstGeom>
              <a:solidFill>
                <a:srgbClr val="FF00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7" name="Rectangle 93"/>
              <p:cNvSpPr>
                <a:spLocks noChangeAspect="1" noChangeArrowheads="1"/>
              </p:cNvSpPr>
              <p:nvPr/>
            </p:nvSpPr>
            <p:spPr bwMode="auto">
              <a:xfrm>
                <a:off x="2122" y="1666"/>
                <a:ext cx="42" cy="27"/>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8" name="Rectangle 94"/>
              <p:cNvSpPr>
                <a:spLocks noChangeAspect="1" noChangeArrowheads="1"/>
              </p:cNvSpPr>
              <p:nvPr/>
            </p:nvSpPr>
            <p:spPr bwMode="auto">
              <a:xfrm>
                <a:off x="2237" y="1666"/>
                <a:ext cx="42" cy="27"/>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9" name="Oval 95"/>
              <p:cNvSpPr>
                <a:spLocks noChangeAspect="1" noChangeArrowheads="1"/>
              </p:cNvSpPr>
              <p:nvPr/>
            </p:nvSpPr>
            <p:spPr bwMode="auto">
              <a:xfrm>
                <a:off x="2582" y="1659"/>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0" name="Oval 96"/>
              <p:cNvSpPr>
                <a:spLocks noChangeAspect="1" noChangeArrowheads="1"/>
              </p:cNvSpPr>
              <p:nvPr/>
            </p:nvSpPr>
            <p:spPr bwMode="auto">
              <a:xfrm>
                <a:off x="2811" y="1659"/>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1" name="Oval 97"/>
              <p:cNvSpPr>
                <a:spLocks noChangeAspect="1" noChangeArrowheads="1"/>
              </p:cNvSpPr>
              <p:nvPr/>
            </p:nvSpPr>
            <p:spPr bwMode="auto">
              <a:xfrm>
                <a:off x="2696" y="1659"/>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2" name="WordArt 98"/>
              <p:cNvSpPr>
                <a:spLocks noChangeArrowheads="1" noChangeShapeType="1" noTextEdit="1"/>
              </p:cNvSpPr>
              <p:nvPr/>
            </p:nvSpPr>
            <p:spPr bwMode="auto">
              <a:xfrm>
                <a:off x="2104" y="1815"/>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Pièces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usinées</a:t>
                </a:r>
              </a:p>
            </p:txBody>
          </p:sp>
        </p:grpSp>
        <p:grpSp>
          <p:nvGrpSpPr>
            <p:cNvPr id="39954" name="Group 143"/>
            <p:cNvGrpSpPr>
              <a:grpSpLocks/>
            </p:cNvGrpSpPr>
            <p:nvPr/>
          </p:nvGrpSpPr>
          <p:grpSpPr bwMode="auto">
            <a:xfrm>
              <a:off x="4418" y="2392"/>
              <a:ext cx="805" cy="579"/>
              <a:chOff x="2269" y="2347"/>
              <a:chExt cx="805" cy="579"/>
            </a:xfrm>
          </p:grpSpPr>
          <p:sp>
            <p:nvSpPr>
              <p:cNvPr id="39981" name="Rectangle 99"/>
              <p:cNvSpPr>
                <a:spLocks noChangeArrowheads="1"/>
              </p:cNvSpPr>
              <p:nvPr/>
            </p:nvSpPr>
            <p:spPr bwMode="auto">
              <a:xfrm>
                <a:off x="2269" y="2347"/>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82" name="Line 100"/>
              <p:cNvSpPr>
                <a:spLocks noChangeShapeType="1"/>
              </p:cNvSpPr>
              <p:nvPr/>
            </p:nvSpPr>
            <p:spPr bwMode="auto">
              <a:xfrm rot="5400000">
                <a:off x="221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3" name="Line 101"/>
              <p:cNvSpPr>
                <a:spLocks noChangeShapeType="1"/>
              </p:cNvSpPr>
              <p:nvPr/>
            </p:nvSpPr>
            <p:spPr bwMode="auto">
              <a:xfrm rot="5400000">
                <a:off x="232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4" name="Line 102"/>
              <p:cNvSpPr>
                <a:spLocks noChangeShapeType="1"/>
              </p:cNvSpPr>
              <p:nvPr/>
            </p:nvSpPr>
            <p:spPr bwMode="auto">
              <a:xfrm rot="5400000">
                <a:off x="198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5" name="Line 103"/>
              <p:cNvSpPr>
                <a:spLocks noChangeShapeType="1"/>
              </p:cNvSpPr>
              <p:nvPr/>
            </p:nvSpPr>
            <p:spPr bwMode="auto">
              <a:xfrm rot="5400000">
                <a:off x="2095"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6" name="Line 104"/>
              <p:cNvSpPr>
                <a:spLocks noChangeShapeType="1"/>
              </p:cNvSpPr>
              <p:nvPr/>
            </p:nvSpPr>
            <p:spPr bwMode="auto">
              <a:xfrm rot="5400000">
                <a:off x="243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7" name="Line 105"/>
              <p:cNvSpPr>
                <a:spLocks noChangeShapeType="1"/>
              </p:cNvSpPr>
              <p:nvPr/>
            </p:nvSpPr>
            <p:spPr bwMode="auto">
              <a:xfrm rot="5400000">
                <a:off x="255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8" name="Line 106"/>
              <p:cNvSpPr>
                <a:spLocks noChangeShapeType="1"/>
              </p:cNvSpPr>
              <p:nvPr/>
            </p:nvSpPr>
            <p:spPr bwMode="auto">
              <a:xfrm rot="5400000">
                <a:off x="266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9" name="Line 107"/>
              <p:cNvSpPr>
                <a:spLocks noChangeShapeType="1"/>
              </p:cNvSpPr>
              <p:nvPr/>
            </p:nvSpPr>
            <p:spPr bwMode="auto">
              <a:xfrm rot="5400000">
                <a:off x="278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0" name="Line 108"/>
              <p:cNvSpPr>
                <a:spLocks noChangeShapeType="1"/>
              </p:cNvSpPr>
              <p:nvPr/>
            </p:nvSpPr>
            <p:spPr bwMode="auto">
              <a:xfrm>
                <a:off x="2269" y="2442"/>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1" name="Oval 113"/>
              <p:cNvSpPr>
                <a:spLocks noChangeAspect="1" noChangeArrowheads="1"/>
              </p:cNvSpPr>
              <p:nvPr/>
            </p:nvSpPr>
            <p:spPr bwMode="auto">
              <a:xfrm>
                <a:off x="2303" y="2374"/>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2" name="Oval 114"/>
              <p:cNvSpPr>
                <a:spLocks noChangeAspect="1" noChangeArrowheads="1"/>
              </p:cNvSpPr>
              <p:nvPr/>
            </p:nvSpPr>
            <p:spPr bwMode="auto">
              <a:xfrm>
                <a:off x="2532" y="2374"/>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3" name="Oval 115"/>
              <p:cNvSpPr>
                <a:spLocks noChangeAspect="1" noChangeArrowheads="1"/>
              </p:cNvSpPr>
              <p:nvPr/>
            </p:nvSpPr>
            <p:spPr bwMode="auto">
              <a:xfrm>
                <a:off x="2417" y="2374"/>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4" name="WordArt 116"/>
              <p:cNvSpPr>
                <a:spLocks noChangeArrowheads="1" noChangeShapeType="1" noTextEdit="1"/>
              </p:cNvSpPr>
              <p:nvPr/>
            </p:nvSpPr>
            <p:spPr bwMode="auto">
              <a:xfrm>
                <a:off x="2287" y="2530"/>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Couronnes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phase A</a:t>
                </a:r>
              </a:p>
            </p:txBody>
          </p:sp>
        </p:grpSp>
        <p:grpSp>
          <p:nvGrpSpPr>
            <p:cNvPr id="39955" name="Group 144"/>
            <p:cNvGrpSpPr>
              <a:grpSpLocks/>
            </p:cNvGrpSpPr>
            <p:nvPr/>
          </p:nvGrpSpPr>
          <p:grpSpPr bwMode="auto">
            <a:xfrm>
              <a:off x="742" y="2435"/>
              <a:ext cx="813" cy="588"/>
              <a:chOff x="288" y="2319"/>
              <a:chExt cx="813" cy="588"/>
            </a:xfrm>
          </p:grpSpPr>
          <p:sp>
            <p:nvSpPr>
              <p:cNvPr id="39965" name="Rectangle 117"/>
              <p:cNvSpPr>
                <a:spLocks noChangeArrowheads="1"/>
              </p:cNvSpPr>
              <p:nvPr/>
            </p:nvSpPr>
            <p:spPr bwMode="auto">
              <a:xfrm>
                <a:off x="296" y="2328"/>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66" name="Line 118"/>
              <p:cNvSpPr>
                <a:spLocks noChangeShapeType="1"/>
              </p:cNvSpPr>
              <p:nvPr/>
            </p:nvSpPr>
            <p:spPr bwMode="auto">
              <a:xfrm rot="5400000">
                <a:off x="255"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7" name="Line 119"/>
              <p:cNvSpPr>
                <a:spLocks noChangeShapeType="1"/>
              </p:cNvSpPr>
              <p:nvPr/>
            </p:nvSpPr>
            <p:spPr bwMode="auto">
              <a:xfrm rot="5400000">
                <a:off x="38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8" name="Line 120"/>
              <p:cNvSpPr>
                <a:spLocks noChangeShapeType="1"/>
              </p:cNvSpPr>
              <p:nvPr/>
            </p:nvSpPr>
            <p:spPr bwMode="auto">
              <a:xfrm rot="5400000">
                <a:off x="7"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9" name="Line 121"/>
              <p:cNvSpPr>
                <a:spLocks noChangeShapeType="1"/>
              </p:cNvSpPr>
              <p:nvPr/>
            </p:nvSpPr>
            <p:spPr bwMode="auto">
              <a:xfrm rot="5400000">
                <a:off x="13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0" name="Line 122"/>
              <p:cNvSpPr>
                <a:spLocks noChangeShapeType="1"/>
              </p:cNvSpPr>
              <p:nvPr/>
            </p:nvSpPr>
            <p:spPr bwMode="auto">
              <a:xfrm rot="5400000">
                <a:off x="52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1" name="Line 123"/>
              <p:cNvSpPr>
                <a:spLocks noChangeShapeType="1"/>
              </p:cNvSpPr>
              <p:nvPr/>
            </p:nvSpPr>
            <p:spPr bwMode="auto">
              <a:xfrm rot="5400000">
                <a:off x="65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2" name="Line 125"/>
              <p:cNvSpPr>
                <a:spLocks noChangeShapeType="1"/>
              </p:cNvSpPr>
              <p:nvPr/>
            </p:nvSpPr>
            <p:spPr bwMode="auto">
              <a:xfrm rot="5400000">
                <a:off x="81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3" name="WordArt 134"/>
              <p:cNvSpPr>
                <a:spLocks noChangeArrowheads="1" noChangeShapeType="1" noTextEdit="1"/>
              </p:cNvSpPr>
              <p:nvPr/>
            </p:nvSpPr>
            <p:spPr bwMode="auto">
              <a:xfrm>
                <a:off x="314" y="2511"/>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Produits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finis</a:t>
                </a:r>
              </a:p>
            </p:txBody>
          </p:sp>
          <p:sp>
            <p:nvSpPr>
              <p:cNvPr id="39974" name="Text Box 135"/>
              <p:cNvSpPr txBox="1">
                <a:spLocks noChangeArrowheads="1"/>
              </p:cNvSpPr>
              <p:nvPr/>
            </p:nvSpPr>
            <p:spPr bwMode="auto">
              <a:xfrm>
                <a:off x="295"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R1</a:t>
                </a:r>
              </a:p>
            </p:txBody>
          </p:sp>
          <p:sp>
            <p:nvSpPr>
              <p:cNvPr id="39975" name="Text Box 137"/>
              <p:cNvSpPr txBox="1">
                <a:spLocks noChangeArrowheads="1"/>
              </p:cNvSpPr>
              <p:nvPr/>
            </p:nvSpPr>
            <p:spPr bwMode="auto">
              <a:xfrm>
                <a:off x="412"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R2</a:t>
                </a:r>
              </a:p>
            </p:txBody>
          </p:sp>
          <p:sp>
            <p:nvSpPr>
              <p:cNvPr id="39976" name="Text Box 138"/>
              <p:cNvSpPr txBox="1">
                <a:spLocks noChangeArrowheads="1"/>
              </p:cNvSpPr>
              <p:nvPr/>
            </p:nvSpPr>
            <p:spPr bwMode="auto">
              <a:xfrm>
                <a:off x="532"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R3</a:t>
                </a:r>
              </a:p>
            </p:txBody>
          </p:sp>
          <p:sp>
            <p:nvSpPr>
              <p:cNvPr id="39977" name="Text Box 139"/>
              <p:cNvSpPr txBox="1">
                <a:spLocks noChangeArrowheads="1"/>
              </p:cNvSpPr>
              <p:nvPr/>
            </p:nvSpPr>
            <p:spPr bwMode="auto">
              <a:xfrm>
                <a:off x="661"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R4</a:t>
                </a:r>
              </a:p>
            </p:txBody>
          </p:sp>
          <p:sp>
            <p:nvSpPr>
              <p:cNvPr id="39978" name="Text Box 140"/>
              <p:cNvSpPr txBox="1">
                <a:spLocks noChangeArrowheads="1"/>
              </p:cNvSpPr>
              <p:nvPr/>
            </p:nvSpPr>
            <p:spPr bwMode="auto">
              <a:xfrm>
                <a:off x="808"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R5</a:t>
                </a:r>
              </a:p>
            </p:txBody>
          </p:sp>
          <p:sp>
            <p:nvSpPr>
              <p:cNvPr id="39979" name="Text Box 141"/>
              <p:cNvSpPr txBox="1">
                <a:spLocks noChangeArrowheads="1"/>
              </p:cNvSpPr>
              <p:nvPr/>
            </p:nvSpPr>
            <p:spPr bwMode="auto">
              <a:xfrm>
                <a:off x="934"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R6</a:t>
                </a:r>
              </a:p>
            </p:txBody>
          </p:sp>
          <p:sp>
            <p:nvSpPr>
              <p:cNvPr id="39980" name="Line 142"/>
              <p:cNvSpPr>
                <a:spLocks noChangeShapeType="1"/>
              </p:cNvSpPr>
              <p:nvPr/>
            </p:nvSpPr>
            <p:spPr bwMode="auto">
              <a:xfrm>
                <a:off x="288" y="2439"/>
                <a:ext cx="807" cy="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9956" name="AutoShape 146"/>
            <p:cNvSpPr>
              <a:spLocks noChangeArrowheads="1"/>
            </p:cNvSpPr>
            <p:nvPr/>
          </p:nvSpPr>
          <p:spPr bwMode="auto">
            <a:xfrm>
              <a:off x="149" y="2408"/>
              <a:ext cx="443" cy="222"/>
            </a:xfrm>
            <a:prstGeom prst="leftArrow">
              <a:avLst>
                <a:gd name="adj1" fmla="val 50000"/>
                <a:gd name="adj2" fmla="val 49887"/>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57" name="Text Box 147"/>
            <p:cNvSpPr txBox="1">
              <a:spLocks noChangeArrowheads="1"/>
            </p:cNvSpPr>
            <p:nvPr/>
          </p:nvSpPr>
          <p:spPr bwMode="auto">
            <a:xfrm>
              <a:off x="81" y="2119"/>
              <a:ext cx="860" cy="231"/>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Expéditions</a:t>
              </a:r>
            </a:p>
          </p:txBody>
        </p:sp>
        <p:sp>
          <p:nvSpPr>
            <p:cNvPr id="39958" name="Line 148"/>
            <p:cNvSpPr>
              <a:spLocks noChangeShapeType="1"/>
            </p:cNvSpPr>
            <p:nvPr/>
          </p:nvSpPr>
          <p:spPr bwMode="auto">
            <a:xfrm>
              <a:off x="2177" y="1506"/>
              <a:ext cx="630" cy="515"/>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59" name="Line 149"/>
            <p:cNvSpPr>
              <a:spLocks noChangeShapeType="1"/>
            </p:cNvSpPr>
            <p:nvPr/>
          </p:nvSpPr>
          <p:spPr bwMode="auto">
            <a:xfrm flipH="1">
              <a:off x="3046" y="1506"/>
              <a:ext cx="526" cy="516"/>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0" name="Line 150"/>
            <p:cNvSpPr>
              <a:spLocks noChangeShapeType="1"/>
            </p:cNvSpPr>
            <p:nvPr/>
          </p:nvSpPr>
          <p:spPr bwMode="auto">
            <a:xfrm>
              <a:off x="4807" y="2166"/>
              <a:ext cx="0" cy="19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1" name="Line 151"/>
            <p:cNvSpPr>
              <a:spLocks noChangeShapeType="1"/>
            </p:cNvSpPr>
            <p:nvPr/>
          </p:nvSpPr>
          <p:spPr bwMode="auto">
            <a:xfrm flipH="1">
              <a:off x="4234" y="2730"/>
              <a:ext cx="221" cy="128"/>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2" name="Line 152"/>
            <p:cNvSpPr>
              <a:spLocks noChangeShapeType="1"/>
            </p:cNvSpPr>
            <p:nvPr/>
          </p:nvSpPr>
          <p:spPr bwMode="auto">
            <a:xfrm flipH="1" flipV="1">
              <a:off x="3136" y="2714"/>
              <a:ext cx="260" cy="166"/>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3" name="Line 153"/>
            <p:cNvSpPr>
              <a:spLocks noChangeShapeType="1"/>
            </p:cNvSpPr>
            <p:nvPr/>
          </p:nvSpPr>
          <p:spPr bwMode="auto">
            <a:xfrm flipH="1">
              <a:off x="2097" y="2487"/>
              <a:ext cx="355" cy="249"/>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4" name="Line 154"/>
            <p:cNvSpPr>
              <a:spLocks noChangeShapeType="1"/>
            </p:cNvSpPr>
            <p:nvPr/>
          </p:nvSpPr>
          <p:spPr bwMode="auto">
            <a:xfrm flipH="1" flipV="1">
              <a:off x="1578" y="2642"/>
              <a:ext cx="322" cy="100"/>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457200" y="0"/>
            <a:ext cx="8229600" cy="647700"/>
          </a:xfrm>
        </p:spPr>
        <p:txBody>
          <a:bodyPr/>
          <a:lstStyle/>
          <a:p>
            <a:pPr eaLnBrk="1" hangingPunct="1"/>
            <a:r>
              <a:rPr lang="fr-FR" altLang="fr-FR" dirty="0"/>
              <a:t>Rangement des pièces dans les conteneurs</a:t>
            </a:r>
          </a:p>
        </p:txBody>
      </p:sp>
      <p:grpSp>
        <p:nvGrpSpPr>
          <p:cNvPr id="40963" name="Group 180"/>
          <p:cNvGrpSpPr>
            <a:grpSpLocks/>
          </p:cNvGrpSpPr>
          <p:nvPr/>
        </p:nvGrpSpPr>
        <p:grpSpPr bwMode="auto">
          <a:xfrm>
            <a:off x="4819650" y="860425"/>
            <a:ext cx="4141788" cy="5557838"/>
            <a:chOff x="182" y="604"/>
            <a:chExt cx="2609" cy="3501"/>
          </a:xfrm>
        </p:grpSpPr>
        <p:grpSp>
          <p:nvGrpSpPr>
            <p:cNvPr id="41017" name="Group 53"/>
            <p:cNvGrpSpPr>
              <a:grpSpLocks/>
            </p:cNvGrpSpPr>
            <p:nvPr/>
          </p:nvGrpSpPr>
          <p:grpSpPr bwMode="auto">
            <a:xfrm rot="-223274">
              <a:off x="1200" y="3375"/>
              <a:ext cx="667" cy="657"/>
              <a:chOff x="2757" y="1666"/>
              <a:chExt cx="812" cy="800"/>
            </a:xfrm>
          </p:grpSpPr>
          <p:sp>
            <p:nvSpPr>
              <p:cNvPr id="41048" name="Freeform 5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9" name="Freeform 5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50" name="Line 5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51" name="Freeform 5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52" name="Freeform 5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53" name="AutoShape 5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1018" name="Group 46"/>
            <p:cNvGrpSpPr>
              <a:grpSpLocks/>
            </p:cNvGrpSpPr>
            <p:nvPr/>
          </p:nvGrpSpPr>
          <p:grpSpPr bwMode="auto">
            <a:xfrm rot="-223274">
              <a:off x="1189" y="3180"/>
              <a:ext cx="667" cy="657"/>
              <a:chOff x="2757" y="1666"/>
              <a:chExt cx="812" cy="800"/>
            </a:xfrm>
          </p:grpSpPr>
          <p:sp>
            <p:nvSpPr>
              <p:cNvPr id="41042" name="Freeform 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3" name="Freeform 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44" name="Line 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45" name="Freeform 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6" name="Freeform 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47" name="AutoShape 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1019" name="Group 23"/>
            <p:cNvGrpSpPr>
              <a:grpSpLocks/>
            </p:cNvGrpSpPr>
            <p:nvPr/>
          </p:nvGrpSpPr>
          <p:grpSpPr bwMode="auto">
            <a:xfrm rot="-223274">
              <a:off x="1168" y="2989"/>
              <a:ext cx="667" cy="657"/>
              <a:chOff x="2757" y="1666"/>
              <a:chExt cx="812" cy="800"/>
            </a:xfrm>
          </p:grpSpPr>
          <p:sp>
            <p:nvSpPr>
              <p:cNvPr id="41036" name="Freeform 1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37" name="Freeform 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38" name="Line 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39" name="Freeform 1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0" name="Freeform 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41" name="AutoShape 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1020" name="Rectangle 24"/>
            <p:cNvSpPr>
              <a:spLocks noChangeArrowheads="1"/>
            </p:cNvSpPr>
            <p:nvPr/>
          </p:nvSpPr>
          <p:spPr bwMode="auto">
            <a:xfrm>
              <a:off x="852" y="2384"/>
              <a:ext cx="212" cy="321"/>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1" name="Rectangle 25"/>
            <p:cNvSpPr>
              <a:spLocks noChangeArrowheads="1"/>
            </p:cNvSpPr>
            <p:nvPr/>
          </p:nvSpPr>
          <p:spPr bwMode="auto">
            <a:xfrm>
              <a:off x="1431" y="2172"/>
              <a:ext cx="169" cy="406"/>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2" name="Oval 28"/>
            <p:cNvSpPr>
              <a:spLocks noChangeArrowheads="1"/>
            </p:cNvSpPr>
            <p:nvPr/>
          </p:nvSpPr>
          <p:spPr bwMode="auto">
            <a:xfrm>
              <a:off x="1934" y="2370"/>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3" name="Text Box 30"/>
            <p:cNvSpPr txBox="1">
              <a:spLocks noChangeArrowheads="1"/>
            </p:cNvSpPr>
            <p:nvPr/>
          </p:nvSpPr>
          <p:spPr bwMode="auto">
            <a:xfrm>
              <a:off x="1313" y="1932"/>
              <a:ext cx="49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carter</a:t>
              </a:r>
            </a:p>
          </p:txBody>
        </p:sp>
        <p:sp>
          <p:nvSpPr>
            <p:cNvPr id="41024" name="Text Box 31"/>
            <p:cNvSpPr txBox="1">
              <a:spLocks noChangeArrowheads="1"/>
            </p:cNvSpPr>
            <p:nvPr/>
          </p:nvSpPr>
          <p:spPr bwMode="auto">
            <a:xfrm>
              <a:off x="469" y="2110"/>
              <a:ext cx="74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engrenage</a:t>
              </a:r>
            </a:p>
          </p:txBody>
        </p:sp>
        <p:sp>
          <p:nvSpPr>
            <p:cNvPr id="41025" name="Text Box 32"/>
            <p:cNvSpPr txBox="1">
              <a:spLocks noChangeArrowheads="1"/>
            </p:cNvSpPr>
            <p:nvPr/>
          </p:nvSpPr>
          <p:spPr bwMode="auto">
            <a:xfrm>
              <a:off x="1948" y="2014"/>
              <a:ext cx="674"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couronne</a:t>
              </a:r>
              <a:br>
                <a:rPr kumimoji="1" lang="fr-FR" altLang="fr-FR" sz="1400">
                  <a:solidFill>
                    <a:schemeClr val="tx2"/>
                  </a:solidFill>
                </a:rPr>
              </a:br>
              <a:r>
                <a:rPr kumimoji="1" lang="fr-FR" altLang="fr-FR" sz="1400">
                  <a:solidFill>
                    <a:schemeClr val="tx2"/>
                  </a:solidFill>
                </a:rPr>
                <a:t>(ph. B)</a:t>
              </a:r>
            </a:p>
          </p:txBody>
        </p:sp>
        <p:sp>
          <p:nvSpPr>
            <p:cNvPr id="41026" name="Line 33"/>
            <p:cNvSpPr>
              <a:spLocks noChangeShapeType="1"/>
            </p:cNvSpPr>
            <p:nvPr/>
          </p:nvSpPr>
          <p:spPr bwMode="auto">
            <a:xfrm>
              <a:off x="1157" y="2704"/>
              <a:ext cx="221" cy="221"/>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7" name="Line 34"/>
            <p:cNvSpPr>
              <a:spLocks noChangeShapeType="1"/>
            </p:cNvSpPr>
            <p:nvPr/>
          </p:nvSpPr>
          <p:spPr bwMode="auto">
            <a:xfrm>
              <a:off x="1517" y="2604"/>
              <a:ext cx="0" cy="322"/>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8" name="Line 35"/>
            <p:cNvSpPr>
              <a:spLocks noChangeShapeType="1"/>
            </p:cNvSpPr>
            <p:nvPr/>
          </p:nvSpPr>
          <p:spPr bwMode="auto">
            <a:xfrm flipH="1">
              <a:off x="1639" y="2698"/>
              <a:ext cx="260" cy="238"/>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9" name="Text Box 36"/>
            <p:cNvSpPr txBox="1">
              <a:spLocks noChangeArrowheads="1"/>
            </p:cNvSpPr>
            <p:nvPr/>
          </p:nvSpPr>
          <p:spPr bwMode="auto">
            <a:xfrm>
              <a:off x="599" y="1486"/>
              <a:ext cx="1647"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On ne range </a:t>
              </a:r>
              <a:r>
                <a:rPr lang="fr-FR" altLang="fr-FR" sz="1600">
                  <a:solidFill>
                    <a:srgbClr val="FC2C1C"/>
                  </a:solidFill>
                </a:rPr>
                <a:t>qu’un seul produit fini</a:t>
              </a:r>
              <a:r>
                <a:rPr lang="fr-FR" altLang="fr-FR" sz="1600"/>
                <a:t> par conteneur</a:t>
              </a:r>
            </a:p>
          </p:txBody>
        </p:sp>
        <p:sp>
          <p:nvSpPr>
            <p:cNvPr id="41030" name="AutoShape 61"/>
            <p:cNvSpPr>
              <a:spLocks noChangeArrowheads="1"/>
            </p:cNvSpPr>
            <p:nvPr/>
          </p:nvSpPr>
          <p:spPr bwMode="auto">
            <a:xfrm rot="669280">
              <a:off x="1320" y="322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1" name="AutoShape 62"/>
            <p:cNvSpPr>
              <a:spLocks noChangeArrowheads="1"/>
            </p:cNvSpPr>
            <p:nvPr/>
          </p:nvSpPr>
          <p:spPr bwMode="auto">
            <a:xfrm rot="2337505">
              <a:off x="1443" y="3165"/>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2" name="Oval 63"/>
            <p:cNvSpPr>
              <a:spLocks noChangeArrowheads="1"/>
            </p:cNvSpPr>
            <p:nvPr/>
          </p:nvSpPr>
          <p:spPr bwMode="auto">
            <a:xfrm rot="575549">
              <a:off x="1467" y="3283"/>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3" name="Text Box 64"/>
            <p:cNvSpPr txBox="1">
              <a:spLocks noChangeArrowheads="1"/>
            </p:cNvSpPr>
            <p:nvPr/>
          </p:nvSpPr>
          <p:spPr bwMode="auto">
            <a:xfrm>
              <a:off x="766" y="728"/>
              <a:ext cx="1439"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squar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dirty="0">
                  <a:solidFill>
                    <a:schemeClr val="tx2"/>
                  </a:solidFill>
                </a:rPr>
                <a:t>Stock de</a:t>
              </a:r>
              <a:br>
                <a:rPr lang="fr-FR" altLang="fr-FR" dirty="0">
                  <a:solidFill>
                    <a:schemeClr val="tx2"/>
                  </a:solidFill>
                </a:rPr>
              </a:br>
              <a:r>
                <a:rPr lang="fr-FR" altLang="fr-FR" dirty="0">
                  <a:solidFill>
                    <a:srgbClr val="FC2C1C"/>
                  </a:solidFill>
                </a:rPr>
                <a:t>produits finis</a:t>
              </a:r>
            </a:p>
          </p:txBody>
        </p:sp>
        <p:sp>
          <p:nvSpPr>
            <p:cNvPr id="41035" name="Rectangle 131"/>
            <p:cNvSpPr>
              <a:spLocks noChangeArrowheads="1"/>
            </p:cNvSpPr>
            <p:nvPr/>
          </p:nvSpPr>
          <p:spPr bwMode="auto">
            <a:xfrm>
              <a:off x="182" y="604"/>
              <a:ext cx="2609" cy="3501"/>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64" name="Group 181"/>
          <p:cNvGrpSpPr>
            <a:grpSpLocks/>
          </p:cNvGrpSpPr>
          <p:nvPr/>
        </p:nvGrpSpPr>
        <p:grpSpPr bwMode="auto">
          <a:xfrm>
            <a:off x="288925" y="850900"/>
            <a:ext cx="4237038" cy="5557838"/>
            <a:chOff x="3009" y="598"/>
            <a:chExt cx="2669" cy="3501"/>
          </a:xfrm>
        </p:grpSpPr>
        <p:grpSp>
          <p:nvGrpSpPr>
            <p:cNvPr id="40967" name="Group 116"/>
            <p:cNvGrpSpPr>
              <a:grpSpLocks/>
            </p:cNvGrpSpPr>
            <p:nvPr/>
          </p:nvGrpSpPr>
          <p:grpSpPr bwMode="auto">
            <a:xfrm rot="-223274">
              <a:off x="4687" y="3288"/>
              <a:ext cx="667" cy="657"/>
              <a:chOff x="2757" y="1666"/>
              <a:chExt cx="812" cy="800"/>
            </a:xfrm>
          </p:grpSpPr>
          <p:sp>
            <p:nvSpPr>
              <p:cNvPr id="41011"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12"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13"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14"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15"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16"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68" name="Rectangle 44"/>
            <p:cNvSpPr>
              <a:spLocks noChangeArrowheads="1"/>
            </p:cNvSpPr>
            <p:nvPr/>
          </p:nvSpPr>
          <p:spPr bwMode="auto">
            <a:xfrm>
              <a:off x="3605" y="2299"/>
              <a:ext cx="212" cy="321"/>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69" name="Text Box 45"/>
            <p:cNvSpPr txBox="1">
              <a:spLocks noChangeArrowheads="1"/>
            </p:cNvSpPr>
            <p:nvPr/>
          </p:nvSpPr>
          <p:spPr bwMode="auto">
            <a:xfrm>
              <a:off x="3363" y="2048"/>
              <a:ext cx="74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engrenage</a:t>
              </a:r>
            </a:p>
          </p:txBody>
        </p:sp>
        <p:grpSp>
          <p:nvGrpSpPr>
            <p:cNvPr id="40970" name="Group 65"/>
            <p:cNvGrpSpPr>
              <a:grpSpLocks/>
            </p:cNvGrpSpPr>
            <p:nvPr/>
          </p:nvGrpSpPr>
          <p:grpSpPr bwMode="auto">
            <a:xfrm rot="-223274">
              <a:off x="3433" y="3367"/>
              <a:ext cx="667" cy="657"/>
              <a:chOff x="2757" y="1666"/>
              <a:chExt cx="812" cy="800"/>
            </a:xfrm>
          </p:grpSpPr>
          <p:sp>
            <p:nvSpPr>
              <p:cNvPr id="41005" name="Freeform 6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6" name="Freeform 6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07" name="Line 6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08" name="Freeform 6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9" name="Freeform 7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10" name="AutoShape 7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71" name="Group 72"/>
            <p:cNvGrpSpPr>
              <a:grpSpLocks/>
            </p:cNvGrpSpPr>
            <p:nvPr/>
          </p:nvGrpSpPr>
          <p:grpSpPr bwMode="auto">
            <a:xfrm rot="-223274">
              <a:off x="3422" y="3178"/>
              <a:ext cx="667" cy="657"/>
              <a:chOff x="2757" y="1666"/>
              <a:chExt cx="812" cy="800"/>
            </a:xfrm>
          </p:grpSpPr>
          <p:sp>
            <p:nvSpPr>
              <p:cNvPr id="40999" name="Freeform 7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0" name="Freeform 7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01" name="Line 7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02" name="Freeform 7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3" name="Freeform 7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04" name="AutoShape 7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72" name="Group 79"/>
            <p:cNvGrpSpPr>
              <a:grpSpLocks/>
            </p:cNvGrpSpPr>
            <p:nvPr/>
          </p:nvGrpSpPr>
          <p:grpSpPr bwMode="auto">
            <a:xfrm rot="-223274">
              <a:off x="3401" y="2993"/>
              <a:ext cx="667" cy="657"/>
              <a:chOff x="2757" y="1666"/>
              <a:chExt cx="812" cy="800"/>
            </a:xfrm>
          </p:grpSpPr>
          <p:sp>
            <p:nvSpPr>
              <p:cNvPr id="40993"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4"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0995"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0996"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7"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0998"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73" name="AutoShape 86"/>
            <p:cNvSpPr>
              <a:spLocks noChangeArrowheads="1"/>
            </p:cNvSpPr>
            <p:nvPr/>
          </p:nvSpPr>
          <p:spPr bwMode="auto">
            <a:xfrm rot="1092751">
              <a:off x="3621" y="3188"/>
              <a:ext cx="194" cy="209"/>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74" name="Text Box 89"/>
            <p:cNvSpPr txBox="1">
              <a:spLocks noChangeArrowheads="1"/>
            </p:cNvSpPr>
            <p:nvPr/>
          </p:nvSpPr>
          <p:spPr bwMode="auto">
            <a:xfrm>
              <a:off x="3110" y="1437"/>
              <a:ext cx="1232" cy="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On ne range </a:t>
              </a:r>
              <a:r>
                <a:rPr lang="fr-FR" altLang="fr-FR" sz="1600">
                  <a:solidFill>
                    <a:srgbClr val="FC2C1C"/>
                  </a:solidFill>
                </a:rPr>
                <a:t>qu’une seule pièce</a:t>
              </a:r>
              <a:r>
                <a:rPr lang="fr-FR" altLang="fr-FR" sz="1600"/>
                <a:t> par conteneur</a:t>
              </a:r>
            </a:p>
          </p:txBody>
        </p:sp>
        <p:sp>
          <p:nvSpPr>
            <p:cNvPr id="40975" name="Line 90"/>
            <p:cNvSpPr>
              <a:spLocks noChangeShapeType="1"/>
            </p:cNvSpPr>
            <p:nvPr/>
          </p:nvSpPr>
          <p:spPr bwMode="auto">
            <a:xfrm>
              <a:off x="3721" y="2674"/>
              <a:ext cx="6" cy="25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0976" name="Text Box 91"/>
            <p:cNvSpPr txBox="1">
              <a:spLocks noChangeArrowheads="1"/>
            </p:cNvSpPr>
            <p:nvPr/>
          </p:nvSpPr>
          <p:spPr bwMode="auto">
            <a:xfrm>
              <a:off x="4452" y="1431"/>
              <a:ext cx="1226" cy="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Sauf les couronnes qui vont </a:t>
              </a:r>
              <a:r>
                <a:rPr lang="fr-FR" altLang="fr-FR" sz="1600">
                  <a:solidFill>
                    <a:srgbClr val="FC2C1C"/>
                  </a:solidFill>
                </a:rPr>
                <a:t>toujours par 2 !</a:t>
              </a:r>
            </a:p>
          </p:txBody>
        </p:sp>
        <p:grpSp>
          <p:nvGrpSpPr>
            <p:cNvPr id="40977" name="Group 106"/>
            <p:cNvGrpSpPr>
              <a:grpSpLocks/>
            </p:cNvGrpSpPr>
            <p:nvPr/>
          </p:nvGrpSpPr>
          <p:grpSpPr bwMode="auto">
            <a:xfrm rot="-223274">
              <a:off x="4682" y="3102"/>
              <a:ext cx="667" cy="657"/>
              <a:chOff x="2757" y="1666"/>
              <a:chExt cx="812" cy="800"/>
            </a:xfrm>
          </p:grpSpPr>
          <p:sp>
            <p:nvSpPr>
              <p:cNvPr id="40987" name="Freeform 10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88" name="Freeform 10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0989" name="Line 10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0990" name="Freeform 11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1" name="Freeform 11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0992" name="AutoShape 11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78" name="Oval 114"/>
            <p:cNvSpPr>
              <a:spLocks noChangeArrowheads="1"/>
            </p:cNvSpPr>
            <p:nvPr/>
          </p:nvSpPr>
          <p:spPr bwMode="auto">
            <a:xfrm rot="555066">
              <a:off x="4917" y="3288"/>
              <a:ext cx="176" cy="15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79" name="Oval 115"/>
            <p:cNvSpPr>
              <a:spLocks noChangeArrowheads="1"/>
            </p:cNvSpPr>
            <p:nvPr/>
          </p:nvSpPr>
          <p:spPr bwMode="auto">
            <a:xfrm rot="555066">
              <a:off x="4977" y="3392"/>
              <a:ext cx="176" cy="15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0" name="Oval 123"/>
            <p:cNvSpPr>
              <a:spLocks noChangeArrowheads="1"/>
            </p:cNvSpPr>
            <p:nvPr/>
          </p:nvSpPr>
          <p:spPr bwMode="auto">
            <a:xfrm>
              <a:off x="4771" y="2406"/>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1" name="Line 124"/>
            <p:cNvSpPr>
              <a:spLocks noChangeShapeType="1"/>
            </p:cNvSpPr>
            <p:nvPr/>
          </p:nvSpPr>
          <p:spPr bwMode="auto">
            <a:xfrm>
              <a:off x="5083" y="2784"/>
              <a:ext cx="6" cy="25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0982" name="Oval 125"/>
            <p:cNvSpPr>
              <a:spLocks noChangeArrowheads="1"/>
            </p:cNvSpPr>
            <p:nvPr/>
          </p:nvSpPr>
          <p:spPr bwMode="auto">
            <a:xfrm>
              <a:off x="5103" y="2406"/>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3" name="Text Box 126"/>
            <p:cNvSpPr txBox="1">
              <a:spLocks noChangeArrowheads="1"/>
            </p:cNvSpPr>
            <p:nvPr/>
          </p:nvSpPr>
          <p:spPr bwMode="auto">
            <a:xfrm>
              <a:off x="4634" y="2051"/>
              <a:ext cx="861"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2 couronnes</a:t>
              </a:r>
              <a:br>
                <a:rPr kumimoji="1" lang="fr-FR" altLang="fr-FR" sz="1400">
                  <a:solidFill>
                    <a:schemeClr val="tx2"/>
                  </a:solidFill>
                </a:rPr>
              </a:br>
              <a:r>
                <a:rPr kumimoji="1" lang="fr-FR" altLang="fr-FR" sz="1400">
                  <a:solidFill>
                    <a:schemeClr val="tx2"/>
                  </a:solidFill>
                </a:rPr>
                <a:t>(phase A ou B)</a:t>
              </a:r>
            </a:p>
          </p:txBody>
        </p:sp>
        <p:sp>
          <p:nvSpPr>
            <p:cNvPr id="40984" name="Text Box 129"/>
            <p:cNvSpPr txBox="1">
              <a:spLocks noChangeArrowheads="1"/>
            </p:cNvSpPr>
            <p:nvPr/>
          </p:nvSpPr>
          <p:spPr bwMode="auto">
            <a:xfrm>
              <a:off x="3935" y="679"/>
              <a:ext cx="738"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dirty="0">
                  <a:solidFill>
                    <a:schemeClr val="tx2"/>
                  </a:solidFill>
                </a:rPr>
                <a:t>Stock de</a:t>
              </a:r>
              <a:br>
                <a:rPr lang="fr-FR" altLang="fr-FR" dirty="0">
                  <a:solidFill>
                    <a:schemeClr val="tx2"/>
                  </a:solidFill>
                </a:rPr>
              </a:br>
              <a:r>
                <a:rPr lang="fr-FR" altLang="fr-FR" dirty="0">
                  <a:solidFill>
                    <a:srgbClr val="FC2C1C"/>
                  </a:solidFill>
                </a:rPr>
                <a:t>pièces</a:t>
              </a:r>
            </a:p>
          </p:txBody>
        </p:sp>
        <p:sp>
          <p:nvSpPr>
            <p:cNvPr id="40986" name="Rectangle 132"/>
            <p:cNvSpPr>
              <a:spLocks noChangeArrowheads="1"/>
            </p:cNvSpPr>
            <p:nvPr/>
          </p:nvSpPr>
          <p:spPr bwMode="auto">
            <a:xfrm>
              <a:off x="3009" y="598"/>
              <a:ext cx="2621" cy="3501"/>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430213" y="0"/>
            <a:ext cx="8229600" cy="647700"/>
          </a:xfrm>
        </p:spPr>
        <p:txBody>
          <a:bodyPr/>
          <a:lstStyle/>
          <a:p>
            <a:pPr eaLnBrk="1" hangingPunct="1"/>
            <a:r>
              <a:rPr lang="fr-FR" altLang="fr-FR"/>
              <a:t>Les stocks en début de partie</a:t>
            </a:r>
            <a:endParaRPr lang="fr-FR" altLang="fr-FR" sz="1200"/>
          </a:p>
        </p:txBody>
      </p:sp>
      <p:grpSp>
        <p:nvGrpSpPr>
          <p:cNvPr id="2" name="Group 188"/>
          <p:cNvGrpSpPr>
            <a:grpSpLocks/>
          </p:cNvGrpSpPr>
          <p:nvPr/>
        </p:nvGrpSpPr>
        <p:grpSpPr bwMode="auto">
          <a:xfrm>
            <a:off x="985837" y="750888"/>
            <a:ext cx="6924675" cy="1906587"/>
            <a:chOff x="621" y="473"/>
            <a:chExt cx="4362" cy="1201"/>
          </a:xfrm>
        </p:grpSpPr>
        <p:sp>
          <p:nvSpPr>
            <p:cNvPr id="42045" name="Rectangle 8"/>
            <p:cNvSpPr>
              <a:spLocks noChangeArrowheads="1"/>
            </p:cNvSpPr>
            <p:nvPr/>
          </p:nvSpPr>
          <p:spPr bwMode="auto">
            <a:xfrm>
              <a:off x="1613"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6" name="Rectangle 9"/>
            <p:cNvSpPr>
              <a:spLocks noChangeArrowheads="1"/>
            </p:cNvSpPr>
            <p:nvPr/>
          </p:nvSpPr>
          <p:spPr bwMode="auto">
            <a:xfrm>
              <a:off x="1608" y="120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7" name="Rectangle 11"/>
            <p:cNvSpPr>
              <a:spLocks noChangeArrowheads="1"/>
            </p:cNvSpPr>
            <p:nvPr/>
          </p:nvSpPr>
          <p:spPr bwMode="auto">
            <a:xfrm>
              <a:off x="2203" y="13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8" name="Rectangle 14"/>
            <p:cNvSpPr>
              <a:spLocks noChangeArrowheads="1"/>
            </p:cNvSpPr>
            <p:nvPr/>
          </p:nvSpPr>
          <p:spPr bwMode="auto">
            <a:xfrm>
              <a:off x="2787"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9" name="Rectangle 15"/>
            <p:cNvSpPr>
              <a:spLocks noChangeArrowheads="1"/>
            </p:cNvSpPr>
            <p:nvPr/>
          </p:nvSpPr>
          <p:spPr bwMode="auto">
            <a:xfrm>
              <a:off x="2782" y="120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0" name="Rectangle 17"/>
            <p:cNvSpPr>
              <a:spLocks noChangeArrowheads="1"/>
            </p:cNvSpPr>
            <p:nvPr/>
          </p:nvSpPr>
          <p:spPr bwMode="auto">
            <a:xfrm>
              <a:off x="3331" y="132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1" name="Rectangle 18"/>
            <p:cNvSpPr>
              <a:spLocks noChangeArrowheads="1"/>
            </p:cNvSpPr>
            <p:nvPr/>
          </p:nvSpPr>
          <p:spPr bwMode="auto">
            <a:xfrm>
              <a:off x="3331" y="1194"/>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2" name="Rectangle 19"/>
            <p:cNvSpPr>
              <a:spLocks noChangeArrowheads="1"/>
            </p:cNvSpPr>
            <p:nvPr/>
          </p:nvSpPr>
          <p:spPr bwMode="auto">
            <a:xfrm>
              <a:off x="3330" y="1058"/>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3" name="Rectangle 20"/>
            <p:cNvSpPr>
              <a:spLocks noChangeArrowheads="1"/>
            </p:cNvSpPr>
            <p:nvPr/>
          </p:nvSpPr>
          <p:spPr bwMode="auto">
            <a:xfrm>
              <a:off x="3931"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4" name="Rectangle 21"/>
            <p:cNvSpPr>
              <a:spLocks noChangeArrowheads="1"/>
            </p:cNvSpPr>
            <p:nvPr/>
          </p:nvSpPr>
          <p:spPr bwMode="auto">
            <a:xfrm>
              <a:off x="3932" y="119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5" name="Rectangle 23"/>
            <p:cNvSpPr>
              <a:spLocks noChangeArrowheads="1"/>
            </p:cNvSpPr>
            <p:nvPr/>
          </p:nvSpPr>
          <p:spPr bwMode="auto">
            <a:xfrm>
              <a:off x="4539" y="132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6" name="Text Box 26"/>
            <p:cNvSpPr txBox="1">
              <a:spLocks noChangeArrowheads="1"/>
            </p:cNvSpPr>
            <p:nvPr/>
          </p:nvSpPr>
          <p:spPr bwMode="auto">
            <a:xfrm>
              <a:off x="1662" y="1457"/>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R1</a:t>
              </a:r>
            </a:p>
          </p:txBody>
        </p:sp>
        <p:sp>
          <p:nvSpPr>
            <p:cNvPr id="42057" name="Text Box 27"/>
            <p:cNvSpPr txBox="1">
              <a:spLocks noChangeArrowheads="1"/>
            </p:cNvSpPr>
            <p:nvPr/>
          </p:nvSpPr>
          <p:spPr bwMode="auto">
            <a:xfrm>
              <a:off x="2312" y="1446"/>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R2</a:t>
              </a:r>
            </a:p>
          </p:txBody>
        </p:sp>
        <p:sp>
          <p:nvSpPr>
            <p:cNvPr id="42058" name="Text Box 28"/>
            <p:cNvSpPr txBox="1">
              <a:spLocks noChangeArrowheads="1"/>
            </p:cNvSpPr>
            <p:nvPr/>
          </p:nvSpPr>
          <p:spPr bwMode="auto">
            <a:xfrm>
              <a:off x="2884"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R3</a:t>
              </a:r>
            </a:p>
          </p:txBody>
        </p:sp>
        <p:sp>
          <p:nvSpPr>
            <p:cNvPr id="42059" name="Text Box 29"/>
            <p:cNvSpPr txBox="1">
              <a:spLocks noChangeArrowheads="1"/>
            </p:cNvSpPr>
            <p:nvPr/>
          </p:nvSpPr>
          <p:spPr bwMode="auto">
            <a:xfrm>
              <a:off x="3422"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R4</a:t>
              </a:r>
            </a:p>
          </p:txBody>
        </p:sp>
        <p:sp>
          <p:nvSpPr>
            <p:cNvPr id="42060" name="Text Box 30"/>
            <p:cNvSpPr txBox="1">
              <a:spLocks noChangeArrowheads="1"/>
            </p:cNvSpPr>
            <p:nvPr/>
          </p:nvSpPr>
          <p:spPr bwMode="auto">
            <a:xfrm>
              <a:off x="4039" y="1462"/>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R5</a:t>
              </a:r>
            </a:p>
          </p:txBody>
        </p:sp>
        <p:sp>
          <p:nvSpPr>
            <p:cNvPr id="42061" name="Text Box 31"/>
            <p:cNvSpPr txBox="1">
              <a:spLocks noChangeArrowheads="1"/>
            </p:cNvSpPr>
            <p:nvPr/>
          </p:nvSpPr>
          <p:spPr bwMode="auto">
            <a:xfrm>
              <a:off x="4635"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R6</a:t>
              </a:r>
            </a:p>
          </p:txBody>
        </p:sp>
        <p:sp>
          <p:nvSpPr>
            <p:cNvPr id="42062" name="Text Box 53"/>
            <p:cNvSpPr txBox="1">
              <a:spLocks noChangeArrowheads="1"/>
            </p:cNvSpPr>
            <p:nvPr/>
          </p:nvSpPr>
          <p:spPr bwMode="auto">
            <a:xfrm>
              <a:off x="621" y="1119"/>
              <a:ext cx="898"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PRODUITS</a:t>
              </a:r>
              <a:br>
                <a:rPr lang="fr-FR" altLang="fr-FR" sz="1500" dirty="0">
                  <a:solidFill>
                    <a:schemeClr val="tx1"/>
                  </a:solidFill>
                </a:rPr>
              </a:br>
              <a:r>
                <a:rPr lang="fr-FR" altLang="fr-FR" sz="1500" dirty="0">
                  <a:solidFill>
                    <a:schemeClr val="tx1"/>
                  </a:solidFill>
                </a:rPr>
                <a:t>FINIS</a:t>
              </a:r>
            </a:p>
          </p:txBody>
        </p:sp>
        <p:sp>
          <p:nvSpPr>
            <p:cNvPr id="42064" name="Rectangle 142"/>
            <p:cNvSpPr>
              <a:spLocks noChangeArrowheads="1"/>
            </p:cNvSpPr>
            <p:nvPr/>
          </p:nvSpPr>
          <p:spPr bwMode="auto">
            <a:xfrm>
              <a:off x="3331" y="92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5" name="Rectangle 143"/>
            <p:cNvSpPr>
              <a:spLocks noChangeArrowheads="1"/>
            </p:cNvSpPr>
            <p:nvPr/>
          </p:nvSpPr>
          <p:spPr bwMode="auto">
            <a:xfrm>
              <a:off x="3330" y="78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6" name="Rectangle 144"/>
            <p:cNvSpPr>
              <a:spLocks noChangeArrowheads="1"/>
            </p:cNvSpPr>
            <p:nvPr/>
          </p:nvSpPr>
          <p:spPr bwMode="auto">
            <a:xfrm>
              <a:off x="3330" y="65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7" name="Text Box 169"/>
            <p:cNvSpPr txBox="1">
              <a:spLocks noChangeArrowheads="1"/>
            </p:cNvSpPr>
            <p:nvPr/>
          </p:nvSpPr>
          <p:spPr bwMode="auto">
            <a:xfrm>
              <a:off x="1750" y="985"/>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68" name="Text Box 170"/>
            <p:cNvSpPr txBox="1">
              <a:spLocks noChangeArrowheads="1"/>
            </p:cNvSpPr>
            <p:nvPr/>
          </p:nvSpPr>
          <p:spPr bwMode="auto">
            <a:xfrm>
              <a:off x="2304" y="1135"/>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69" name="Text Box 171"/>
            <p:cNvSpPr txBox="1">
              <a:spLocks noChangeArrowheads="1"/>
            </p:cNvSpPr>
            <p:nvPr/>
          </p:nvSpPr>
          <p:spPr bwMode="auto">
            <a:xfrm>
              <a:off x="2918" y="1002"/>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70" name="Text Box 172"/>
            <p:cNvSpPr txBox="1">
              <a:spLocks noChangeArrowheads="1"/>
            </p:cNvSpPr>
            <p:nvPr/>
          </p:nvSpPr>
          <p:spPr bwMode="auto">
            <a:xfrm>
              <a:off x="3450" y="473"/>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a:t>
              </a:r>
            </a:p>
          </p:txBody>
        </p:sp>
        <p:sp>
          <p:nvSpPr>
            <p:cNvPr id="42071" name="Text Box 173"/>
            <p:cNvSpPr txBox="1">
              <a:spLocks noChangeArrowheads="1"/>
            </p:cNvSpPr>
            <p:nvPr/>
          </p:nvSpPr>
          <p:spPr bwMode="auto">
            <a:xfrm>
              <a:off x="4043" y="99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72" name="Text Box 174"/>
            <p:cNvSpPr txBox="1">
              <a:spLocks noChangeArrowheads="1"/>
            </p:cNvSpPr>
            <p:nvPr/>
          </p:nvSpPr>
          <p:spPr bwMode="auto">
            <a:xfrm>
              <a:off x="4647" y="111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grpSp>
      <p:grpSp>
        <p:nvGrpSpPr>
          <p:cNvPr id="3" name="Group 190"/>
          <p:cNvGrpSpPr>
            <a:grpSpLocks/>
          </p:cNvGrpSpPr>
          <p:nvPr/>
        </p:nvGrpSpPr>
        <p:grpSpPr bwMode="auto">
          <a:xfrm>
            <a:off x="1006475" y="5111753"/>
            <a:ext cx="5348288" cy="1592263"/>
            <a:chOff x="634" y="3220"/>
            <a:chExt cx="3369" cy="1003"/>
          </a:xfrm>
        </p:grpSpPr>
        <p:sp>
          <p:nvSpPr>
            <p:cNvPr id="42027" name="Text Box 55"/>
            <p:cNvSpPr txBox="1">
              <a:spLocks noChangeArrowheads="1"/>
            </p:cNvSpPr>
            <p:nvPr/>
          </p:nvSpPr>
          <p:spPr bwMode="auto">
            <a:xfrm>
              <a:off x="634" y="3465"/>
              <a:ext cx="1042"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COURONNES PHASE A</a:t>
              </a:r>
            </a:p>
          </p:txBody>
        </p:sp>
        <p:sp>
          <p:nvSpPr>
            <p:cNvPr id="42028" name="Rectangle 56"/>
            <p:cNvSpPr>
              <a:spLocks noChangeArrowheads="1"/>
            </p:cNvSpPr>
            <p:nvPr/>
          </p:nvSpPr>
          <p:spPr bwMode="auto">
            <a:xfrm>
              <a:off x="1600" y="3692"/>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29" name="Rectangle 57"/>
            <p:cNvSpPr>
              <a:spLocks noChangeArrowheads="1"/>
            </p:cNvSpPr>
            <p:nvPr/>
          </p:nvSpPr>
          <p:spPr bwMode="auto">
            <a:xfrm>
              <a:off x="1600" y="35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0" name="Rectangle 58"/>
            <p:cNvSpPr>
              <a:spLocks noChangeArrowheads="1"/>
            </p:cNvSpPr>
            <p:nvPr/>
          </p:nvSpPr>
          <p:spPr bwMode="auto">
            <a:xfrm>
              <a:off x="1600" y="340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1" name="Rectangle 59"/>
            <p:cNvSpPr>
              <a:spLocks noChangeArrowheads="1"/>
            </p:cNvSpPr>
            <p:nvPr/>
          </p:nvSpPr>
          <p:spPr bwMode="auto">
            <a:xfrm>
              <a:off x="2090" y="3692"/>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2" name="Rectangle 60"/>
            <p:cNvSpPr>
              <a:spLocks noChangeArrowheads="1"/>
            </p:cNvSpPr>
            <p:nvPr/>
          </p:nvSpPr>
          <p:spPr bwMode="auto">
            <a:xfrm>
              <a:off x="2091" y="35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3" name="Rectangle 62"/>
            <p:cNvSpPr>
              <a:spLocks noChangeArrowheads="1"/>
            </p:cNvSpPr>
            <p:nvPr/>
          </p:nvSpPr>
          <p:spPr bwMode="auto">
            <a:xfrm>
              <a:off x="2572" y="3686"/>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4" name="Rectangle 63"/>
            <p:cNvSpPr>
              <a:spLocks noChangeArrowheads="1"/>
            </p:cNvSpPr>
            <p:nvPr/>
          </p:nvSpPr>
          <p:spPr bwMode="auto">
            <a:xfrm>
              <a:off x="2567" y="354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5" name="Oval 69"/>
            <p:cNvSpPr>
              <a:spLocks noChangeArrowheads="1"/>
            </p:cNvSpPr>
            <p:nvPr/>
          </p:nvSpPr>
          <p:spPr bwMode="auto">
            <a:xfrm>
              <a:off x="1758" y="3873"/>
              <a:ext cx="177" cy="177"/>
            </a:xfrm>
            <a:prstGeom prst="ellipse">
              <a:avLst/>
            </a:prstGeom>
            <a:noFill/>
            <a:ln w="635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6" name="Oval 70"/>
            <p:cNvSpPr>
              <a:spLocks noChangeArrowheads="1"/>
            </p:cNvSpPr>
            <p:nvPr/>
          </p:nvSpPr>
          <p:spPr bwMode="auto">
            <a:xfrm>
              <a:off x="2196" y="3867"/>
              <a:ext cx="177" cy="177"/>
            </a:xfrm>
            <a:prstGeom prst="ellipse">
              <a:avLst/>
            </a:prstGeom>
            <a:solidFill>
              <a:srgbClr val="E22B00"/>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7" name="Oval 71"/>
            <p:cNvSpPr>
              <a:spLocks noChangeArrowheads="1"/>
            </p:cNvSpPr>
            <p:nvPr/>
          </p:nvSpPr>
          <p:spPr bwMode="auto">
            <a:xfrm>
              <a:off x="2683" y="3851"/>
              <a:ext cx="177" cy="177"/>
            </a:xfrm>
            <a:prstGeom prst="ellipse">
              <a:avLst/>
            </a:prstGeom>
            <a:solidFill>
              <a:srgbClr val="00CC66"/>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8" name="Text Box 79"/>
            <p:cNvSpPr txBox="1">
              <a:spLocks noChangeArrowheads="1"/>
            </p:cNvSpPr>
            <p:nvPr/>
          </p:nvSpPr>
          <p:spPr bwMode="auto">
            <a:xfrm>
              <a:off x="1623" y="4011"/>
              <a:ext cx="139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Couronnes Ph. A</a:t>
              </a:r>
            </a:p>
          </p:txBody>
        </p:sp>
        <p:sp>
          <p:nvSpPr>
            <p:cNvPr id="42040" name="Rectangle 160"/>
            <p:cNvSpPr>
              <a:spLocks noChangeArrowheads="1"/>
            </p:cNvSpPr>
            <p:nvPr/>
          </p:nvSpPr>
          <p:spPr bwMode="auto">
            <a:xfrm>
              <a:off x="3223" y="3352"/>
              <a:ext cx="780" cy="43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a:t>
              </a:r>
              <a:br>
                <a:rPr lang="fr-FR" altLang="fr-FR" sz="1300">
                  <a:solidFill>
                    <a:schemeClr val="tx1"/>
                  </a:solidFill>
                </a:rPr>
              </a:br>
              <a:r>
                <a:rPr lang="fr-FR" altLang="fr-FR" sz="1300">
                  <a:solidFill>
                    <a:schemeClr val="tx1"/>
                  </a:solidFill>
                </a:rPr>
                <a:t>1 conteneur =</a:t>
              </a:r>
              <a:br>
                <a:rPr lang="fr-FR" altLang="fr-FR" sz="1300">
                  <a:solidFill>
                    <a:schemeClr val="tx1"/>
                  </a:solidFill>
                </a:rPr>
              </a:br>
              <a:r>
                <a:rPr lang="fr-FR" altLang="fr-FR" sz="1300">
                  <a:solidFill>
                    <a:schemeClr val="tx1"/>
                  </a:solidFill>
                </a:rPr>
                <a:t>2 couronnes !</a:t>
              </a:r>
            </a:p>
          </p:txBody>
        </p:sp>
        <p:sp>
          <p:nvSpPr>
            <p:cNvPr id="42042" name="Text Box 182"/>
            <p:cNvSpPr txBox="1">
              <a:spLocks noChangeArrowheads="1"/>
            </p:cNvSpPr>
            <p:nvPr/>
          </p:nvSpPr>
          <p:spPr bwMode="auto">
            <a:xfrm>
              <a:off x="1740" y="322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43" name="Text Box 183"/>
            <p:cNvSpPr txBox="1">
              <a:spLocks noChangeArrowheads="1"/>
            </p:cNvSpPr>
            <p:nvPr/>
          </p:nvSpPr>
          <p:spPr bwMode="auto">
            <a:xfrm>
              <a:off x="2239" y="335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44" name="Text Box 184"/>
            <p:cNvSpPr txBox="1">
              <a:spLocks noChangeArrowheads="1"/>
            </p:cNvSpPr>
            <p:nvPr/>
          </p:nvSpPr>
          <p:spPr bwMode="auto">
            <a:xfrm>
              <a:off x="2710" y="335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grpSp>
      <p:grpSp>
        <p:nvGrpSpPr>
          <p:cNvPr id="4" name="Group 189"/>
          <p:cNvGrpSpPr>
            <a:grpSpLocks/>
          </p:cNvGrpSpPr>
          <p:nvPr/>
        </p:nvGrpSpPr>
        <p:grpSpPr bwMode="auto">
          <a:xfrm>
            <a:off x="1111250" y="2909888"/>
            <a:ext cx="7937500" cy="2000250"/>
            <a:chOff x="700" y="1833"/>
            <a:chExt cx="5000" cy="1260"/>
          </a:xfrm>
        </p:grpSpPr>
        <p:sp>
          <p:nvSpPr>
            <p:cNvPr id="41991" name="Rectangle 32"/>
            <p:cNvSpPr>
              <a:spLocks noChangeArrowheads="1"/>
            </p:cNvSpPr>
            <p:nvPr/>
          </p:nvSpPr>
          <p:spPr bwMode="auto">
            <a:xfrm>
              <a:off x="1583" y="252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2" name="Rectangle 33"/>
            <p:cNvSpPr>
              <a:spLocks noChangeArrowheads="1"/>
            </p:cNvSpPr>
            <p:nvPr/>
          </p:nvSpPr>
          <p:spPr bwMode="auto">
            <a:xfrm>
              <a:off x="1583" y="2388"/>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3" name="Rectangle 34"/>
            <p:cNvSpPr>
              <a:spLocks noChangeArrowheads="1"/>
            </p:cNvSpPr>
            <p:nvPr/>
          </p:nvSpPr>
          <p:spPr bwMode="auto">
            <a:xfrm>
              <a:off x="1582" y="224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4" name="Rectangle 35"/>
            <p:cNvSpPr>
              <a:spLocks noChangeArrowheads="1"/>
            </p:cNvSpPr>
            <p:nvPr/>
          </p:nvSpPr>
          <p:spPr bwMode="auto">
            <a:xfrm>
              <a:off x="2067" y="252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5" name="Rectangle 36"/>
            <p:cNvSpPr>
              <a:spLocks noChangeArrowheads="1"/>
            </p:cNvSpPr>
            <p:nvPr/>
          </p:nvSpPr>
          <p:spPr bwMode="auto">
            <a:xfrm>
              <a:off x="2067" y="2388"/>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6" name="Rectangle 37"/>
            <p:cNvSpPr>
              <a:spLocks noChangeArrowheads="1"/>
            </p:cNvSpPr>
            <p:nvPr/>
          </p:nvSpPr>
          <p:spPr bwMode="auto">
            <a:xfrm>
              <a:off x="2067" y="224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7" name="Rectangle 38"/>
            <p:cNvSpPr>
              <a:spLocks noChangeArrowheads="1"/>
            </p:cNvSpPr>
            <p:nvPr/>
          </p:nvSpPr>
          <p:spPr bwMode="auto">
            <a:xfrm>
              <a:off x="2982" y="2512"/>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8" name="Rectangle 41"/>
            <p:cNvSpPr>
              <a:spLocks noChangeArrowheads="1"/>
            </p:cNvSpPr>
            <p:nvPr/>
          </p:nvSpPr>
          <p:spPr bwMode="auto">
            <a:xfrm>
              <a:off x="3464" y="2512"/>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9" name="Rectangle 42"/>
            <p:cNvSpPr>
              <a:spLocks noChangeArrowheads="1"/>
            </p:cNvSpPr>
            <p:nvPr/>
          </p:nvSpPr>
          <p:spPr bwMode="auto">
            <a:xfrm>
              <a:off x="3464" y="2365"/>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0" name="Rectangle 43"/>
            <p:cNvSpPr>
              <a:spLocks noChangeArrowheads="1"/>
            </p:cNvSpPr>
            <p:nvPr/>
          </p:nvSpPr>
          <p:spPr bwMode="auto">
            <a:xfrm>
              <a:off x="3463" y="2223"/>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1" name="Rectangle 44"/>
            <p:cNvSpPr>
              <a:spLocks noChangeArrowheads="1"/>
            </p:cNvSpPr>
            <p:nvPr/>
          </p:nvSpPr>
          <p:spPr bwMode="auto">
            <a:xfrm>
              <a:off x="4255" y="2354"/>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2" name="Rectangle 45"/>
            <p:cNvSpPr>
              <a:spLocks noChangeArrowheads="1"/>
            </p:cNvSpPr>
            <p:nvPr/>
          </p:nvSpPr>
          <p:spPr bwMode="auto">
            <a:xfrm>
              <a:off x="4254" y="219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3" name="Rectangle 47"/>
            <p:cNvSpPr>
              <a:spLocks noChangeArrowheads="1"/>
            </p:cNvSpPr>
            <p:nvPr/>
          </p:nvSpPr>
          <p:spPr bwMode="auto">
            <a:xfrm>
              <a:off x="4768" y="2495"/>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4" name="Rectangle 50"/>
            <p:cNvSpPr>
              <a:spLocks noChangeArrowheads="1"/>
            </p:cNvSpPr>
            <p:nvPr/>
          </p:nvSpPr>
          <p:spPr bwMode="auto">
            <a:xfrm>
              <a:off x="5256" y="248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5" name="Text Box 54"/>
            <p:cNvSpPr txBox="1">
              <a:spLocks noChangeArrowheads="1"/>
            </p:cNvSpPr>
            <p:nvPr/>
          </p:nvSpPr>
          <p:spPr bwMode="auto">
            <a:xfrm>
              <a:off x="700" y="2476"/>
              <a:ext cx="699"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PIÈCES</a:t>
              </a:r>
            </a:p>
          </p:txBody>
        </p:sp>
        <p:sp>
          <p:nvSpPr>
            <p:cNvPr id="42006" name="Text Box 65"/>
            <p:cNvSpPr txBox="1">
              <a:spLocks noChangeArrowheads="1"/>
            </p:cNvSpPr>
            <p:nvPr/>
          </p:nvSpPr>
          <p:spPr bwMode="auto">
            <a:xfrm>
              <a:off x="1437" y="2881"/>
              <a:ext cx="117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Engrenages</a:t>
              </a:r>
            </a:p>
          </p:txBody>
        </p:sp>
        <p:sp>
          <p:nvSpPr>
            <p:cNvPr id="42007" name="Text Box 66"/>
            <p:cNvSpPr txBox="1">
              <a:spLocks noChangeArrowheads="1"/>
            </p:cNvSpPr>
            <p:nvPr/>
          </p:nvSpPr>
          <p:spPr bwMode="auto">
            <a:xfrm>
              <a:off x="2896" y="2871"/>
              <a:ext cx="117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Carters</a:t>
              </a:r>
            </a:p>
          </p:txBody>
        </p:sp>
        <p:sp>
          <p:nvSpPr>
            <p:cNvPr id="42008" name="Text Box 67"/>
            <p:cNvSpPr txBox="1">
              <a:spLocks noChangeArrowheads="1"/>
            </p:cNvSpPr>
            <p:nvPr/>
          </p:nvSpPr>
          <p:spPr bwMode="auto">
            <a:xfrm>
              <a:off x="4272" y="2864"/>
              <a:ext cx="139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Couronnes Ph. B</a:t>
              </a:r>
            </a:p>
          </p:txBody>
        </p:sp>
        <p:sp>
          <p:nvSpPr>
            <p:cNvPr id="42009" name="Rectangle 72"/>
            <p:cNvSpPr>
              <a:spLocks noChangeArrowheads="1"/>
            </p:cNvSpPr>
            <p:nvPr/>
          </p:nvSpPr>
          <p:spPr bwMode="auto">
            <a:xfrm>
              <a:off x="1626" y="2693"/>
              <a:ext cx="261" cy="17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0" name="Rectangle 73"/>
            <p:cNvSpPr>
              <a:spLocks noChangeArrowheads="1"/>
            </p:cNvSpPr>
            <p:nvPr/>
          </p:nvSpPr>
          <p:spPr bwMode="auto">
            <a:xfrm>
              <a:off x="2114" y="2694"/>
              <a:ext cx="261" cy="17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1" name="Rectangle 74"/>
            <p:cNvSpPr>
              <a:spLocks noChangeArrowheads="1"/>
            </p:cNvSpPr>
            <p:nvPr/>
          </p:nvSpPr>
          <p:spPr bwMode="auto">
            <a:xfrm>
              <a:off x="3015" y="2707"/>
              <a:ext cx="379" cy="156"/>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2" name="Rectangle 75"/>
            <p:cNvSpPr>
              <a:spLocks noChangeArrowheads="1"/>
            </p:cNvSpPr>
            <p:nvPr/>
          </p:nvSpPr>
          <p:spPr bwMode="auto">
            <a:xfrm>
              <a:off x="3511" y="2707"/>
              <a:ext cx="367" cy="151"/>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3" name="Oval 76"/>
            <p:cNvSpPr>
              <a:spLocks noChangeArrowheads="1"/>
            </p:cNvSpPr>
            <p:nvPr/>
          </p:nvSpPr>
          <p:spPr bwMode="auto">
            <a:xfrm>
              <a:off x="4391" y="2684"/>
              <a:ext cx="177" cy="177"/>
            </a:xfrm>
            <a:prstGeom prst="ellipse">
              <a:avLst/>
            </a:prstGeom>
            <a:noFill/>
            <a:ln w="635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4" name="Oval 77"/>
            <p:cNvSpPr>
              <a:spLocks noChangeArrowheads="1"/>
            </p:cNvSpPr>
            <p:nvPr/>
          </p:nvSpPr>
          <p:spPr bwMode="auto">
            <a:xfrm>
              <a:off x="4829" y="2678"/>
              <a:ext cx="177" cy="177"/>
            </a:xfrm>
            <a:prstGeom prst="ellipse">
              <a:avLst/>
            </a:prstGeom>
            <a:solidFill>
              <a:srgbClr val="E22B00"/>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5" name="Oval 78"/>
            <p:cNvSpPr>
              <a:spLocks noChangeArrowheads="1"/>
            </p:cNvSpPr>
            <p:nvPr/>
          </p:nvSpPr>
          <p:spPr bwMode="auto">
            <a:xfrm>
              <a:off x="5316" y="2662"/>
              <a:ext cx="177" cy="177"/>
            </a:xfrm>
            <a:prstGeom prst="ellipse">
              <a:avLst/>
            </a:prstGeom>
            <a:solidFill>
              <a:srgbClr val="00CC66"/>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7" name="Rectangle 85"/>
            <p:cNvSpPr>
              <a:spLocks noChangeArrowheads="1"/>
            </p:cNvSpPr>
            <p:nvPr/>
          </p:nvSpPr>
          <p:spPr bwMode="auto">
            <a:xfrm>
              <a:off x="4866" y="1833"/>
              <a:ext cx="781" cy="43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a:t>
              </a:r>
              <a:br>
                <a:rPr lang="fr-FR" altLang="fr-FR" sz="1300">
                  <a:solidFill>
                    <a:schemeClr val="tx1"/>
                  </a:solidFill>
                </a:rPr>
              </a:br>
              <a:r>
                <a:rPr lang="fr-FR" altLang="fr-FR" sz="1300">
                  <a:solidFill>
                    <a:schemeClr val="tx1"/>
                  </a:solidFill>
                </a:rPr>
                <a:t>1 conteneur =</a:t>
              </a:r>
              <a:br>
                <a:rPr lang="fr-FR" altLang="fr-FR" sz="1300">
                  <a:solidFill>
                    <a:schemeClr val="tx1"/>
                  </a:solidFill>
                </a:rPr>
              </a:br>
              <a:r>
                <a:rPr lang="fr-FR" altLang="fr-FR" sz="1300">
                  <a:solidFill>
                    <a:schemeClr val="tx1"/>
                  </a:solidFill>
                </a:rPr>
                <a:t>2 couronnes !</a:t>
              </a:r>
            </a:p>
          </p:txBody>
        </p:sp>
        <p:sp>
          <p:nvSpPr>
            <p:cNvPr id="42018" name="Rectangle 153"/>
            <p:cNvSpPr>
              <a:spLocks noChangeArrowheads="1"/>
            </p:cNvSpPr>
            <p:nvPr/>
          </p:nvSpPr>
          <p:spPr bwMode="auto">
            <a:xfrm>
              <a:off x="4255" y="2501"/>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9" name="Text Box 175"/>
            <p:cNvSpPr txBox="1">
              <a:spLocks noChangeArrowheads="1"/>
            </p:cNvSpPr>
            <p:nvPr/>
          </p:nvSpPr>
          <p:spPr bwMode="auto">
            <a:xfrm>
              <a:off x="1734" y="201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0" name="Text Box 177"/>
            <p:cNvSpPr txBox="1">
              <a:spLocks noChangeArrowheads="1"/>
            </p:cNvSpPr>
            <p:nvPr/>
          </p:nvSpPr>
          <p:spPr bwMode="auto">
            <a:xfrm>
              <a:off x="3096" y="2283"/>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1" name="Text Box 178"/>
            <p:cNvSpPr txBox="1">
              <a:spLocks noChangeArrowheads="1"/>
            </p:cNvSpPr>
            <p:nvPr/>
          </p:nvSpPr>
          <p:spPr bwMode="auto">
            <a:xfrm>
              <a:off x="3609" y="187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a:t>
              </a:r>
            </a:p>
          </p:txBody>
        </p:sp>
        <p:sp>
          <p:nvSpPr>
            <p:cNvPr id="42022" name="Text Box 179"/>
            <p:cNvSpPr txBox="1">
              <a:spLocks noChangeArrowheads="1"/>
            </p:cNvSpPr>
            <p:nvPr/>
          </p:nvSpPr>
          <p:spPr bwMode="auto">
            <a:xfrm>
              <a:off x="4365" y="199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3" name="Text Box 180"/>
            <p:cNvSpPr txBox="1">
              <a:spLocks noChangeArrowheads="1"/>
            </p:cNvSpPr>
            <p:nvPr/>
          </p:nvSpPr>
          <p:spPr bwMode="auto">
            <a:xfrm>
              <a:off x="4897" y="230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4" name="Text Box 181"/>
            <p:cNvSpPr txBox="1">
              <a:spLocks noChangeArrowheads="1"/>
            </p:cNvSpPr>
            <p:nvPr/>
          </p:nvSpPr>
          <p:spPr bwMode="auto">
            <a:xfrm>
              <a:off x="5335" y="230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5" name="Text Box 186"/>
            <p:cNvSpPr txBox="1">
              <a:spLocks noChangeArrowheads="1"/>
            </p:cNvSpPr>
            <p:nvPr/>
          </p:nvSpPr>
          <p:spPr bwMode="auto">
            <a:xfrm>
              <a:off x="2164" y="201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6" name="Rectangle 187"/>
            <p:cNvSpPr>
              <a:spLocks noChangeArrowheads="1"/>
            </p:cNvSpPr>
            <p:nvPr/>
          </p:nvSpPr>
          <p:spPr bwMode="auto">
            <a:xfrm>
              <a:off x="3463" y="2077"/>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ox(in)">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ox(in)">
                                      <p:cBhvr>
                                        <p:cTn id="1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365125" y="0"/>
            <a:ext cx="8229600" cy="552450"/>
          </a:xfrm>
        </p:spPr>
        <p:txBody>
          <a:bodyPr/>
          <a:lstStyle/>
          <a:p>
            <a:pPr eaLnBrk="1" hangingPunct="1"/>
            <a:r>
              <a:rPr lang="fr-FR" altLang="fr-FR" dirty="0"/>
              <a:t>Produire</a:t>
            </a:r>
          </a:p>
        </p:txBody>
      </p:sp>
      <p:sp>
        <p:nvSpPr>
          <p:cNvPr id="43011" name="Rectangle 4"/>
          <p:cNvSpPr>
            <a:spLocks noChangeArrowheads="1"/>
          </p:cNvSpPr>
          <p:nvPr/>
        </p:nvSpPr>
        <p:spPr bwMode="auto">
          <a:xfrm>
            <a:off x="2028825" y="950913"/>
            <a:ext cx="336550" cy="509587"/>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12" name="Group 19"/>
          <p:cNvGrpSpPr>
            <a:grpSpLocks/>
          </p:cNvGrpSpPr>
          <p:nvPr/>
        </p:nvGrpSpPr>
        <p:grpSpPr bwMode="auto">
          <a:xfrm>
            <a:off x="3038475" y="1190625"/>
            <a:ext cx="820738" cy="500063"/>
            <a:chOff x="2102" y="1800"/>
            <a:chExt cx="787" cy="480"/>
          </a:xfrm>
        </p:grpSpPr>
        <p:sp>
          <p:nvSpPr>
            <p:cNvPr id="43127" name="Oval 1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28" name="Rectangle 1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29" name="Oval 1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13" name="Line 20"/>
          <p:cNvSpPr>
            <a:spLocks noChangeShapeType="1"/>
          </p:cNvSpPr>
          <p:nvPr/>
        </p:nvSpPr>
        <p:spPr bwMode="auto">
          <a:xfrm>
            <a:off x="2619375" y="1238250"/>
            <a:ext cx="16287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14" name="Text Box 22"/>
          <p:cNvSpPr txBox="1">
            <a:spLocks noChangeArrowheads="1"/>
          </p:cNvSpPr>
          <p:nvPr/>
        </p:nvSpPr>
        <p:spPr bwMode="auto">
          <a:xfrm>
            <a:off x="333375" y="1041400"/>
            <a:ext cx="12636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Engrenages et Carters</a:t>
            </a:r>
          </a:p>
        </p:txBody>
      </p:sp>
      <p:sp>
        <p:nvSpPr>
          <p:cNvPr id="43015" name="Rectangle 127"/>
          <p:cNvSpPr>
            <a:spLocks noChangeArrowheads="1"/>
          </p:cNvSpPr>
          <p:nvPr/>
        </p:nvSpPr>
        <p:spPr bwMode="auto">
          <a:xfrm>
            <a:off x="265113" y="714375"/>
            <a:ext cx="8707437" cy="1190625"/>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 name="Group 155"/>
          <p:cNvGrpSpPr>
            <a:grpSpLocks/>
          </p:cNvGrpSpPr>
          <p:nvPr/>
        </p:nvGrpSpPr>
        <p:grpSpPr bwMode="auto">
          <a:xfrm>
            <a:off x="4260850" y="893763"/>
            <a:ext cx="4716463" cy="1030287"/>
            <a:chOff x="2684" y="563"/>
            <a:chExt cx="2944" cy="649"/>
          </a:xfrm>
        </p:grpSpPr>
        <p:grpSp>
          <p:nvGrpSpPr>
            <p:cNvPr id="43117" name="Group 5"/>
            <p:cNvGrpSpPr>
              <a:grpSpLocks/>
            </p:cNvGrpSpPr>
            <p:nvPr/>
          </p:nvGrpSpPr>
          <p:grpSpPr bwMode="auto">
            <a:xfrm rot="-223274">
              <a:off x="2745" y="563"/>
              <a:ext cx="533" cy="525"/>
              <a:chOff x="2757" y="1666"/>
              <a:chExt cx="812" cy="800"/>
            </a:xfrm>
          </p:grpSpPr>
          <p:sp>
            <p:nvSpPr>
              <p:cNvPr id="43121" name="Freeform 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22" name="Freeform 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23" name="Line 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24" name="Freeform 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25" name="Freeform 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26" name="AutoShape 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118" name="AutoShape 12"/>
            <p:cNvSpPr>
              <a:spLocks noChangeArrowheads="1"/>
            </p:cNvSpPr>
            <p:nvPr/>
          </p:nvSpPr>
          <p:spPr bwMode="auto">
            <a:xfrm rot="1092751">
              <a:off x="2927" y="730"/>
              <a:ext cx="166" cy="179"/>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19" name="Text Box 21"/>
            <p:cNvSpPr txBox="1">
              <a:spLocks noChangeArrowheads="1"/>
            </p:cNvSpPr>
            <p:nvPr/>
          </p:nvSpPr>
          <p:spPr bwMode="auto">
            <a:xfrm>
              <a:off x="3442" y="601"/>
              <a:ext cx="2186" cy="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1 composant dans le stock de matières et à le mettre dans 1 boîte à placer dans le stock de pièces</a:t>
              </a:r>
            </a:p>
          </p:txBody>
        </p:sp>
        <p:sp>
          <p:nvSpPr>
            <p:cNvPr id="43120" name="Text Box 149"/>
            <p:cNvSpPr txBox="1">
              <a:spLocks noChangeArrowheads="1"/>
            </p:cNvSpPr>
            <p:nvPr/>
          </p:nvSpPr>
          <p:spPr bwMode="auto">
            <a:xfrm>
              <a:off x="2684" y="1020"/>
              <a:ext cx="3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sp>
        <p:nvSpPr>
          <p:cNvPr id="43017" name="Text Box 150"/>
          <p:cNvSpPr txBox="1">
            <a:spLocks noChangeArrowheads="1"/>
          </p:cNvSpPr>
          <p:nvPr/>
        </p:nvSpPr>
        <p:spPr bwMode="auto">
          <a:xfrm>
            <a:off x="1728788" y="1549400"/>
            <a:ext cx="8636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matières</a:t>
            </a:r>
          </a:p>
        </p:txBody>
      </p:sp>
      <p:grpSp>
        <p:nvGrpSpPr>
          <p:cNvPr id="5" name="Group 159"/>
          <p:cNvGrpSpPr>
            <a:grpSpLocks/>
          </p:cNvGrpSpPr>
          <p:nvPr/>
        </p:nvGrpSpPr>
        <p:grpSpPr bwMode="auto">
          <a:xfrm>
            <a:off x="246063" y="4867275"/>
            <a:ext cx="8707437" cy="1447800"/>
            <a:chOff x="155" y="3066"/>
            <a:chExt cx="5485" cy="912"/>
          </a:xfrm>
        </p:grpSpPr>
        <p:sp>
          <p:nvSpPr>
            <p:cNvPr id="43072" name="Text Box 77"/>
            <p:cNvSpPr txBox="1">
              <a:spLocks noChangeArrowheads="1"/>
            </p:cNvSpPr>
            <p:nvPr/>
          </p:nvSpPr>
          <p:spPr bwMode="auto">
            <a:xfrm>
              <a:off x="235" y="3422"/>
              <a:ext cx="688"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Montage</a:t>
              </a:r>
            </a:p>
          </p:txBody>
        </p:sp>
        <p:sp>
          <p:nvSpPr>
            <p:cNvPr id="43073" name="Text Box 78"/>
            <p:cNvSpPr txBox="1">
              <a:spLocks noChangeArrowheads="1"/>
            </p:cNvSpPr>
            <p:nvPr/>
          </p:nvSpPr>
          <p:spPr bwMode="auto">
            <a:xfrm>
              <a:off x="3460" y="3097"/>
              <a:ext cx="2174"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trois boîtes de composants différents dans le stock de pièces et à les regrouper dans une seule boîte rangée dans le stock de produits finis.</a:t>
              </a:r>
            </a:p>
          </p:txBody>
        </p:sp>
        <p:grpSp>
          <p:nvGrpSpPr>
            <p:cNvPr id="43074" name="Group 86"/>
            <p:cNvGrpSpPr>
              <a:grpSpLocks/>
            </p:cNvGrpSpPr>
            <p:nvPr/>
          </p:nvGrpSpPr>
          <p:grpSpPr bwMode="auto">
            <a:xfrm rot="-223274">
              <a:off x="923" y="3128"/>
              <a:ext cx="435" cy="428"/>
              <a:chOff x="2757" y="1666"/>
              <a:chExt cx="812" cy="800"/>
            </a:xfrm>
          </p:grpSpPr>
          <p:sp>
            <p:nvSpPr>
              <p:cNvPr id="43111" name="Freeform 8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12" name="Freeform 8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13" name="Line 8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14" name="Freeform 9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15" name="Freeform 9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16" name="AutoShape 9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5" name="Group 93"/>
            <p:cNvGrpSpPr>
              <a:grpSpLocks/>
            </p:cNvGrpSpPr>
            <p:nvPr/>
          </p:nvGrpSpPr>
          <p:grpSpPr bwMode="auto">
            <a:xfrm rot="-223274">
              <a:off x="1307" y="3152"/>
              <a:ext cx="435" cy="428"/>
              <a:chOff x="2757" y="1666"/>
              <a:chExt cx="812" cy="800"/>
            </a:xfrm>
          </p:grpSpPr>
          <p:sp>
            <p:nvSpPr>
              <p:cNvPr id="43105" name="Freeform 9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6" name="Freeform 9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07" name="Line 9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08" name="Freeform 9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9" name="Freeform 9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10" name="AutoShape 9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6" name="Group 100"/>
            <p:cNvGrpSpPr>
              <a:grpSpLocks/>
            </p:cNvGrpSpPr>
            <p:nvPr/>
          </p:nvGrpSpPr>
          <p:grpSpPr bwMode="auto">
            <a:xfrm rot="-223274">
              <a:off x="1073" y="3518"/>
              <a:ext cx="435" cy="428"/>
              <a:chOff x="2757" y="1666"/>
              <a:chExt cx="812" cy="800"/>
            </a:xfrm>
          </p:grpSpPr>
          <p:sp>
            <p:nvSpPr>
              <p:cNvPr id="43099" name="Freeform 10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0" name="Freeform 10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01" name="Line 10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02" name="Freeform 10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3" name="Freeform 10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04" name="AutoShape 10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7" name="Group 111"/>
            <p:cNvGrpSpPr>
              <a:grpSpLocks/>
            </p:cNvGrpSpPr>
            <p:nvPr/>
          </p:nvGrpSpPr>
          <p:grpSpPr bwMode="auto">
            <a:xfrm rot="-223274">
              <a:off x="2733" y="3191"/>
              <a:ext cx="533" cy="525"/>
              <a:chOff x="2757" y="1666"/>
              <a:chExt cx="812" cy="800"/>
            </a:xfrm>
          </p:grpSpPr>
          <p:sp>
            <p:nvSpPr>
              <p:cNvPr id="43093" name="Freeform 11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94" name="Freeform 11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95" name="Line 11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96" name="Freeform 11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97" name="Freeform 11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98" name="AutoShape 11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78" name="Oval 118"/>
            <p:cNvSpPr>
              <a:spLocks noChangeArrowheads="1"/>
            </p:cNvSpPr>
            <p:nvPr/>
          </p:nvSpPr>
          <p:spPr bwMode="auto">
            <a:xfrm rot="575549">
              <a:off x="1090" y="323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79" name="Oval 119"/>
            <p:cNvSpPr>
              <a:spLocks noChangeArrowheads="1"/>
            </p:cNvSpPr>
            <p:nvPr/>
          </p:nvSpPr>
          <p:spPr bwMode="auto">
            <a:xfrm rot="575549">
              <a:off x="1096" y="332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0" name="AutoShape 120"/>
            <p:cNvSpPr>
              <a:spLocks noChangeArrowheads="1"/>
            </p:cNvSpPr>
            <p:nvPr/>
          </p:nvSpPr>
          <p:spPr bwMode="auto">
            <a:xfrm rot="1092751">
              <a:off x="1467" y="3294"/>
              <a:ext cx="116" cy="125"/>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1" name="AutoShape 121"/>
            <p:cNvSpPr>
              <a:spLocks noChangeArrowheads="1"/>
            </p:cNvSpPr>
            <p:nvPr/>
          </p:nvSpPr>
          <p:spPr bwMode="auto">
            <a:xfrm rot="1092751">
              <a:off x="1251" y="3646"/>
              <a:ext cx="86" cy="162"/>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2" name="AutoShape 122"/>
            <p:cNvSpPr>
              <a:spLocks noChangeArrowheads="1"/>
            </p:cNvSpPr>
            <p:nvPr/>
          </p:nvSpPr>
          <p:spPr bwMode="auto">
            <a:xfrm rot="1092751">
              <a:off x="2942" y="3336"/>
              <a:ext cx="113" cy="19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3" name="AutoShape 123"/>
            <p:cNvSpPr>
              <a:spLocks noChangeArrowheads="1"/>
            </p:cNvSpPr>
            <p:nvPr/>
          </p:nvSpPr>
          <p:spPr bwMode="auto">
            <a:xfrm rot="1092751">
              <a:off x="2985" y="3372"/>
              <a:ext cx="116" cy="125"/>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4" name="Oval 124"/>
            <p:cNvSpPr>
              <a:spLocks noChangeArrowheads="1"/>
            </p:cNvSpPr>
            <p:nvPr/>
          </p:nvSpPr>
          <p:spPr bwMode="auto">
            <a:xfrm rot="575549">
              <a:off x="2890" y="338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5" name="Rectangle 131"/>
            <p:cNvSpPr>
              <a:spLocks noChangeArrowheads="1"/>
            </p:cNvSpPr>
            <p:nvPr/>
          </p:nvSpPr>
          <p:spPr bwMode="auto">
            <a:xfrm>
              <a:off x="155" y="3066"/>
              <a:ext cx="5485" cy="912"/>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86" name="Group 140"/>
            <p:cNvGrpSpPr>
              <a:grpSpLocks/>
            </p:cNvGrpSpPr>
            <p:nvPr/>
          </p:nvGrpSpPr>
          <p:grpSpPr bwMode="auto">
            <a:xfrm>
              <a:off x="1908" y="3360"/>
              <a:ext cx="517" cy="315"/>
              <a:chOff x="2102" y="1800"/>
              <a:chExt cx="787" cy="480"/>
            </a:xfrm>
          </p:grpSpPr>
          <p:sp>
            <p:nvSpPr>
              <p:cNvPr id="43090" name="Oval 141"/>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91" name="Rectangle 142"/>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92" name="Oval 143"/>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87" name="Line 126"/>
            <p:cNvSpPr>
              <a:spLocks noChangeShapeType="1"/>
            </p:cNvSpPr>
            <p:nvPr/>
          </p:nvSpPr>
          <p:spPr bwMode="auto">
            <a:xfrm>
              <a:off x="1779" y="3414"/>
              <a:ext cx="939"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88" name="Text Box 145"/>
            <p:cNvSpPr txBox="1">
              <a:spLocks noChangeArrowheads="1"/>
            </p:cNvSpPr>
            <p:nvPr/>
          </p:nvSpPr>
          <p:spPr bwMode="auto">
            <a:xfrm>
              <a:off x="1428" y="3783"/>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89" name="Text Box 146"/>
            <p:cNvSpPr txBox="1">
              <a:spLocks noChangeArrowheads="1"/>
            </p:cNvSpPr>
            <p:nvPr/>
          </p:nvSpPr>
          <p:spPr bwMode="auto">
            <a:xfrm>
              <a:off x="2824" y="3761"/>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grpSp>
        <p:nvGrpSpPr>
          <p:cNvPr id="11" name="Group 157"/>
          <p:cNvGrpSpPr>
            <a:grpSpLocks/>
          </p:cNvGrpSpPr>
          <p:nvPr/>
        </p:nvGrpSpPr>
        <p:grpSpPr bwMode="auto">
          <a:xfrm>
            <a:off x="239713" y="3457575"/>
            <a:ext cx="8732837" cy="1173163"/>
            <a:chOff x="151" y="2178"/>
            <a:chExt cx="5501" cy="739"/>
          </a:xfrm>
        </p:grpSpPr>
        <p:grpSp>
          <p:nvGrpSpPr>
            <p:cNvPr id="43044" name="Group 61"/>
            <p:cNvGrpSpPr>
              <a:grpSpLocks/>
            </p:cNvGrpSpPr>
            <p:nvPr/>
          </p:nvGrpSpPr>
          <p:grpSpPr bwMode="auto">
            <a:xfrm rot="-223274">
              <a:off x="2793" y="2237"/>
              <a:ext cx="533" cy="525"/>
              <a:chOff x="2757" y="1666"/>
              <a:chExt cx="812" cy="800"/>
            </a:xfrm>
          </p:grpSpPr>
          <p:sp>
            <p:nvSpPr>
              <p:cNvPr id="43066" name="Freeform 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7" name="Freeform 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68" name="Line 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69" name="Freeform 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70" name="Freeform 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71" name="AutoShape 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45" name="Text Box 52"/>
            <p:cNvSpPr txBox="1">
              <a:spLocks noChangeArrowheads="1"/>
            </p:cNvSpPr>
            <p:nvPr/>
          </p:nvSpPr>
          <p:spPr bwMode="auto">
            <a:xfrm>
              <a:off x="3478" y="2251"/>
              <a:ext cx="2174"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une boîte de 2 composants dans le stock de couronnes phase A et à le transférer vers le stock de pièces (cour. phase B)</a:t>
              </a:r>
            </a:p>
          </p:txBody>
        </p:sp>
        <p:sp>
          <p:nvSpPr>
            <p:cNvPr id="43046" name="Text Box 53"/>
            <p:cNvSpPr txBox="1">
              <a:spLocks noChangeArrowheads="1"/>
            </p:cNvSpPr>
            <p:nvPr/>
          </p:nvSpPr>
          <p:spPr bwMode="auto">
            <a:xfrm>
              <a:off x="151" y="2323"/>
              <a:ext cx="844"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Couronnes phase B</a:t>
              </a:r>
            </a:p>
          </p:txBody>
        </p:sp>
        <p:sp>
          <p:nvSpPr>
            <p:cNvPr id="43047" name="Oval 59"/>
            <p:cNvSpPr>
              <a:spLocks noChangeArrowheads="1"/>
            </p:cNvSpPr>
            <p:nvPr/>
          </p:nvSpPr>
          <p:spPr bwMode="auto">
            <a:xfrm rot="575549">
              <a:off x="2983" y="2385"/>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48" name="Oval 60"/>
            <p:cNvSpPr>
              <a:spLocks noChangeArrowheads="1"/>
            </p:cNvSpPr>
            <p:nvPr/>
          </p:nvSpPr>
          <p:spPr bwMode="auto">
            <a:xfrm rot="575549">
              <a:off x="3001" y="2469"/>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49" name="Group 68"/>
            <p:cNvGrpSpPr>
              <a:grpSpLocks/>
            </p:cNvGrpSpPr>
            <p:nvPr/>
          </p:nvGrpSpPr>
          <p:grpSpPr bwMode="auto">
            <a:xfrm rot="-223274">
              <a:off x="975" y="2237"/>
              <a:ext cx="533" cy="525"/>
              <a:chOff x="2757" y="1666"/>
              <a:chExt cx="812" cy="800"/>
            </a:xfrm>
          </p:grpSpPr>
          <p:sp>
            <p:nvSpPr>
              <p:cNvPr id="43060" name="Freeform 6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1" name="Freeform 7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62" name="Line 7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63" name="Freeform 7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4" name="Freeform 7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65" name="AutoShape 7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50" name="Oval 75"/>
            <p:cNvSpPr>
              <a:spLocks noChangeArrowheads="1"/>
            </p:cNvSpPr>
            <p:nvPr/>
          </p:nvSpPr>
          <p:spPr bwMode="auto">
            <a:xfrm rot="575549">
              <a:off x="1165" y="2367"/>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1" name="Oval 76"/>
            <p:cNvSpPr>
              <a:spLocks noChangeArrowheads="1"/>
            </p:cNvSpPr>
            <p:nvPr/>
          </p:nvSpPr>
          <p:spPr bwMode="auto">
            <a:xfrm rot="575549">
              <a:off x="1183" y="2469"/>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2" name="Rectangle 130"/>
            <p:cNvSpPr>
              <a:spLocks noChangeArrowheads="1"/>
            </p:cNvSpPr>
            <p:nvPr/>
          </p:nvSpPr>
          <p:spPr bwMode="auto">
            <a:xfrm>
              <a:off x="155" y="2178"/>
              <a:ext cx="5485" cy="726"/>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53" name="Group 136"/>
            <p:cNvGrpSpPr>
              <a:grpSpLocks/>
            </p:cNvGrpSpPr>
            <p:nvPr/>
          </p:nvGrpSpPr>
          <p:grpSpPr bwMode="auto">
            <a:xfrm>
              <a:off x="1902" y="2406"/>
              <a:ext cx="517" cy="315"/>
              <a:chOff x="2102" y="1800"/>
              <a:chExt cx="787" cy="480"/>
            </a:xfrm>
          </p:grpSpPr>
          <p:sp>
            <p:nvSpPr>
              <p:cNvPr id="43057" name="Oval 137"/>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8" name="Rectangle 138"/>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9" name="Oval 139"/>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54" name="Line 58"/>
            <p:cNvSpPr>
              <a:spLocks noChangeShapeType="1"/>
            </p:cNvSpPr>
            <p:nvPr/>
          </p:nvSpPr>
          <p:spPr bwMode="auto">
            <a:xfrm>
              <a:off x="1674" y="2454"/>
              <a:ext cx="9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55" name="Text Box 144"/>
            <p:cNvSpPr txBox="1">
              <a:spLocks noChangeArrowheads="1"/>
            </p:cNvSpPr>
            <p:nvPr/>
          </p:nvSpPr>
          <p:spPr bwMode="auto">
            <a:xfrm>
              <a:off x="1046" y="2725"/>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56" name="Text Box 147"/>
            <p:cNvSpPr txBox="1">
              <a:spLocks noChangeArrowheads="1"/>
            </p:cNvSpPr>
            <p:nvPr/>
          </p:nvSpPr>
          <p:spPr bwMode="auto">
            <a:xfrm>
              <a:off x="2729" y="2716"/>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grpSp>
        <p:nvGrpSpPr>
          <p:cNvPr id="15" name="Group 156"/>
          <p:cNvGrpSpPr>
            <a:grpSpLocks/>
          </p:cNvGrpSpPr>
          <p:nvPr/>
        </p:nvGrpSpPr>
        <p:grpSpPr bwMode="auto">
          <a:xfrm>
            <a:off x="236538" y="2133600"/>
            <a:ext cx="8707437" cy="1162050"/>
            <a:chOff x="149" y="1344"/>
            <a:chExt cx="5485" cy="732"/>
          </a:xfrm>
        </p:grpSpPr>
        <p:grpSp>
          <p:nvGrpSpPr>
            <p:cNvPr id="43023" name="Group 42"/>
            <p:cNvGrpSpPr>
              <a:grpSpLocks/>
            </p:cNvGrpSpPr>
            <p:nvPr/>
          </p:nvGrpSpPr>
          <p:grpSpPr bwMode="auto">
            <a:xfrm rot="-223274">
              <a:off x="2769" y="1409"/>
              <a:ext cx="533" cy="525"/>
              <a:chOff x="2757" y="1666"/>
              <a:chExt cx="812" cy="800"/>
            </a:xfrm>
          </p:grpSpPr>
          <p:sp>
            <p:nvSpPr>
              <p:cNvPr id="43038" name="Freeform 4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39" name="Freeform 4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40" name="Line 4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41" name="Freeform 4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42" name="Freeform 4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43" name="AutoShape 4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24" name="Text Box 38"/>
            <p:cNvSpPr txBox="1">
              <a:spLocks noChangeArrowheads="1"/>
            </p:cNvSpPr>
            <p:nvPr/>
          </p:nvSpPr>
          <p:spPr bwMode="auto">
            <a:xfrm>
              <a:off x="3484" y="1387"/>
              <a:ext cx="2090"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2 composants dans le stock de matières et à les mettre dans 1 boîte rangée dans le stock de couronnes phase A</a:t>
              </a:r>
            </a:p>
          </p:txBody>
        </p:sp>
        <p:sp>
          <p:nvSpPr>
            <p:cNvPr id="43025" name="Text Box 39"/>
            <p:cNvSpPr txBox="1">
              <a:spLocks noChangeArrowheads="1"/>
            </p:cNvSpPr>
            <p:nvPr/>
          </p:nvSpPr>
          <p:spPr bwMode="auto">
            <a:xfrm>
              <a:off x="226" y="1525"/>
              <a:ext cx="718"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Couronnes phase A</a:t>
              </a:r>
            </a:p>
          </p:txBody>
        </p:sp>
        <p:sp>
          <p:nvSpPr>
            <p:cNvPr id="43026" name="Oval 41"/>
            <p:cNvSpPr>
              <a:spLocks noChangeArrowheads="1"/>
            </p:cNvSpPr>
            <p:nvPr/>
          </p:nvSpPr>
          <p:spPr bwMode="auto">
            <a:xfrm rot="575549">
              <a:off x="2959" y="1557"/>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7" name="Oval 49"/>
            <p:cNvSpPr>
              <a:spLocks noChangeArrowheads="1"/>
            </p:cNvSpPr>
            <p:nvPr/>
          </p:nvSpPr>
          <p:spPr bwMode="auto">
            <a:xfrm rot="575549">
              <a:off x="2983" y="1635"/>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8" name="Oval 50"/>
            <p:cNvSpPr>
              <a:spLocks noChangeArrowheads="1"/>
            </p:cNvSpPr>
            <p:nvPr/>
          </p:nvSpPr>
          <p:spPr bwMode="auto">
            <a:xfrm rot="575549">
              <a:off x="1303" y="1473"/>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9" name="Oval 51"/>
            <p:cNvSpPr>
              <a:spLocks noChangeArrowheads="1"/>
            </p:cNvSpPr>
            <p:nvPr/>
          </p:nvSpPr>
          <p:spPr bwMode="auto">
            <a:xfrm rot="575549">
              <a:off x="1303" y="1671"/>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0" name="Rectangle 129"/>
            <p:cNvSpPr>
              <a:spLocks noChangeArrowheads="1"/>
            </p:cNvSpPr>
            <p:nvPr/>
          </p:nvSpPr>
          <p:spPr bwMode="auto">
            <a:xfrm>
              <a:off x="149" y="1344"/>
              <a:ext cx="5485" cy="726"/>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31" name="Group 132"/>
            <p:cNvGrpSpPr>
              <a:grpSpLocks/>
            </p:cNvGrpSpPr>
            <p:nvPr/>
          </p:nvGrpSpPr>
          <p:grpSpPr bwMode="auto">
            <a:xfrm>
              <a:off x="1896" y="1572"/>
              <a:ext cx="517" cy="315"/>
              <a:chOff x="2102" y="1800"/>
              <a:chExt cx="787" cy="480"/>
            </a:xfrm>
          </p:grpSpPr>
          <p:sp>
            <p:nvSpPr>
              <p:cNvPr id="43035" name="Oval 133"/>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6" name="Rectangle 134"/>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7" name="Oval 13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32" name="Line 37"/>
            <p:cNvSpPr>
              <a:spLocks noChangeShapeType="1"/>
            </p:cNvSpPr>
            <p:nvPr/>
          </p:nvSpPr>
          <p:spPr bwMode="auto">
            <a:xfrm>
              <a:off x="1650" y="1626"/>
              <a:ext cx="1002"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33" name="Text Box 148"/>
            <p:cNvSpPr txBox="1">
              <a:spLocks noChangeArrowheads="1"/>
            </p:cNvSpPr>
            <p:nvPr/>
          </p:nvSpPr>
          <p:spPr bwMode="auto">
            <a:xfrm>
              <a:off x="2735" y="1884"/>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34" name="Text Box 151"/>
            <p:cNvSpPr txBox="1">
              <a:spLocks noChangeArrowheads="1"/>
            </p:cNvSpPr>
            <p:nvPr/>
          </p:nvSpPr>
          <p:spPr bwMode="auto">
            <a:xfrm>
              <a:off x="1128" y="1823"/>
              <a:ext cx="54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matières</a:t>
              </a:r>
            </a:p>
          </p:txBody>
        </p:sp>
      </p:grpSp>
      <p:sp>
        <p:nvSpPr>
          <p:cNvPr id="271512" name="AutoShape 152"/>
          <p:cNvSpPr>
            <a:spLocks noChangeArrowheads="1"/>
          </p:cNvSpPr>
          <p:nvPr/>
        </p:nvSpPr>
        <p:spPr bwMode="auto">
          <a:xfrm>
            <a:off x="5089525" y="5848350"/>
            <a:ext cx="3363913" cy="942975"/>
          </a:xfrm>
          <a:prstGeom prst="roundRect">
            <a:avLst>
              <a:gd name="adj" fmla="val 16667"/>
            </a:avLst>
          </a:prstGeom>
          <a:solidFill>
            <a:srgbClr val="FFFF99"/>
          </a:solidFill>
          <a:ln w="6350" algn="ctr">
            <a:solidFill>
              <a:schemeClr val="tx2"/>
            </a:solidFill>
            <a:round/>
            <a:headEnd/>
            <a:tailEnd/>
          </a:ln>
        </p:spPr>
        <p:txBody>
          <a:bodyPr lIns="18000" tIns="10800" rIns="18000" bIns="108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b="1">
                <a:solidFill>
                  <a:srgbClr val="FC2C1C"/>
                </a:solidFill>
              </a:rPr>
              <a:t>Attention</a:t>
            </a:r>
            <a:r>
              <a:rPr lang="fr-FR" altLang="fr-FR" sz="1300">
                <a:solidFill>
                  <a:schemeClr val="tx1"/>
                </a:solidFill>
              </a:rPr>
              <a:t> : quand le stock qui vous alimente est à zéro, vous ne pouvez pas utiliser les pièces réalisées dans la même heure de travail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5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box(in)">
                                      <p:cBhvr>
                                        <p:cTn id="12" dur="500"/>
                                        <p:tgtEl>
                                          <p:spTgt spid="1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box(in)">
                                      <p:cBhvr>
                                        <p:cTn id="17" dur="500"/>
                                        <p:tgtEl>
                                          <p:spTgt spid="11"/>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4" presetClass="entr" presetSubtype="16" fill="hold" grpId="0" nodeType="clickEffect">
                                  <p:stCondLst>
                                    <p:cond delay="0"/>
                                  </p:stCondLst>
                                  <p:childTnLst>
                                    <p:set>
                                      <p:cBhvr>
                                        <p:cTn id="25" dur="1" fill="hold">
                                          <p:stCondLst>
                                            <p:cond delay="0"/>
                                          </p:stCondLst>
                                        </p:cTn>
                                        <p:tgtEl>
                                          <p:spTgt spid="271512"/>
                                        </p:tgtEl>
                                        <p:attrNameLst>
                                          <p:attrName>style.visibility</p:attrName>
                                        </p:attrNameLst>
                                      </p:cBhvr>
                                      <p:to>
                                        <p:strVal val="visible"/>
                                      </p:to>
                                    </p:set>
                                    <p:animEffect transition="in" filter="box(in)">
                                      <p:cBhvr>
                                        <p:cTn id="26" dur="500"/>
                                        <p:tgtEl>
                                          <p:spTgt spid="2715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151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1033463" y="203200"/>
            <a:ext cx="7262812" cy="661988"/>
          </a:xfrm>
        </p:spPr>
        <p:txBody>
          <a:bodyPr/>
          <a:lstStyle/>
          <a:p>
            <a:pPr eaLnBrk="1" hangingPunct="1">
              <a:lnSpc>
                <a:spcPct val="110000"/>
              </a:lnSpc>
            </a:pPr>
            <a:r>
              <a:rPr lang="fr-FR" altLang="fr-FR" sz="2400" dirty="0"/>
              <a:t>C’est le moment d’installer votre usine. </a:t>
            </a:r>
            <a:br>
              <a:rPr lang="fr-FR" altLang="fr-FR" sz="2400" dirty="0"/>
            </a:br>
            <a:r>
              <a:rPr lang="fr-FR" altLang="fr-FR" sz="2400" dirty="0"/>
              <a:t>Vérifiez que vous avez reçu :</a:t>
            </a:r>
          </a:p>
        </p:txBody>
      </p:sp>
      <p:sp>
        <p:nvSpPr>
          <p:cNvPr id="44036" name="Text Box 7"/>
          <p:cNvSpPr txBox="1">
            <a:spLocks noChangeArrowheads="1"/>
          </p:cNvSpPr>
          <p:nvPr/>
        </p:nvSpPr>
        <p:spPr bwMode="auto">
          <a:xfrm>
            <a:off x="1652588" y="1406525"/>
            <a:ext cx="34417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Fiches règles du jeu</a:t>
            </a:r>
          </a:p>
        </p:txBody>
      </p:sp>
      <p:sp>
        <p:nvSpPr>
          <p:cNvPr id="44037" name="Text Box 10"/>
          <p:cNvSpPr txBox="1">
            <a:spLocks noChangeArrowheads="1"/>
          </p:cNvSpPr>
          <p:nvPr/>
        </p:nvSpPr>
        <p:spPr bwMode="auto">
          <a:xfrm>
            <a:off x="1617663" y="2311400"/>
            <a:ext cx="337026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3 Zones de Stockage</a:t>
            </a:r>
          </a:p>
        </p:txBody>
      </p:sp>
      <p:sp>
        <p:nvSpPr>
          <p:cNvPr id="44039" name="Text Box 16"/>
          <p:cNvSpPr txBox="1">
            <a:spLocks noChangeArrowheads="1"/>
          </p:cNvSpPr>
          <p:nvPr/>
        </p:nvSpPr>
        <p:spPr bwMode="auto">
          <a:xfrm>
            <a:off x="1617663" y="3216275"/>
            <a:ext cx="286226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Feuilles de Suivi</a:t>
            </a:r>
          </a:p>
        </p:txBody>
      </p:sp>
      <p:sp>
        <p:nvSpPr>
          <p:cNvPr id="44040" name="Text Box 17"/>
          <p:cNvSpPr txBox="1">
            <a:spLocks noChangeArrowheads="1"/>
          </p:cNvSpPr>
          <p:nvPr/>
        </p:nvSpPr>
        <p:spPr bwMode="auto">
          <a:xfrm>
            <a:off x="1593850" y="4186238"/>
            <a:ext cx="40751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feuilles de Calcul des besoins</a:t>
            </a:r>
          </a:p>
        </p:txBody>
      </p:sp>
      <p:grpSp>
        <p:nvGrpSpPr>
          <p:cNvPr id="44041" name="Group 136"/>
          <p:cNvGrpSpPr>
            <a:grpSpLocks/>
          </p:cNvGrpSpPr>
          <p:nvPr/>
        </p:nvGrpSpPr>
        <p:grpSpPr bwMode="auto">
          <a:xfrm>
            <a:off x="793750" y="2263775"/>
            <a:ext cx="657225" cy="439738"/>
            <a:chOff x="309" y="1456"/>
            <a:chExt cx="612" cy="367"/>
          </a:xfrm>
        </p:grpSpPr>
        <p:sp>
          <p:nvSpPr>
            <p:cNvPr id="44138" name="Rectangle 9"/>
            <p:cNvSpPr>
              <a:spLocks noChangeArrowheads="1"/>
            </p:cNvSpPr>
            <p:nvPr/>
          </p:nvSpPr>
          <p:spPr bwMode="auto">
            <a:xfrm>
              <a:off x="469" y="1456"/>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39" name="Rectangle 27"/>
            <p:cNvSpPr>
              <a:spLocks noChangeArrowheads="1"/>
            </p:cNvSpPr>
            <p:nvPr/>
          </p:nvSpPr>
          <p:spPr bwMode="auto">
            <a:xfrm>
              <a:off x="398" y="1491"/>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40" name="Rectangle 28"/>
            <p:cNvSpPr>
              <a:spLocks noChangeArrowheads="1"/>
            </p:cNvSpPr>
            <p:nvPr/>
          </p:nvSpPr>
          <p:spPr bwMode="auto">
            <a:xfrm>
              <a:off x="309" y="1539"/>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42" name="Group 41"/>
          <p:cNvGrpSpPr>
            <a:grpSpLocks/>
          </p:cNvGrpSpPr>
          <p:nvPr/>
        </p:nvGrpSpPr>
        <p:grpSpPr bwMode="auto">
          <a:xfrm rot="-223274">
            <a:off x="5749925" y="2260600"/>
            <a:ext cx="1058863" cy="1042988"/>
            <a:chOff x="2757" y="1666"/>
            <a:chExt cx="812" cy="800"/>
          </a:xfrm>
        </p:grpSpPr>
        <p:sp>
          <p:nvSpPr>
            <p:cNvPr id="44132" name="Freeform 4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3" name="Freeform 4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34" name="Line 4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35" name="Freeform 4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6" name="Freeform 4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37" name="AutoShape 4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43" name="Rectangle 48"/>
          <p:cNvSpPr>
            <a:spLocks noChangeArrowheads="1"/>
          </p:cNvSpPr>
          <p:nvPr/>
        </p:nvSpPr>
        <p:spPr bwMode="auto">
          <a:xfrm>
            <a:off x="7002463" y="2782888"/>
            <a:ext cx="255587" cy="347662"/>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44" name="Rectangle 49"/>
          <p:cNvSpPr>
            <a:spLocks noChangeArrowheads="1"/>
          </p:cNvSpPr>
          <p:nvPr/>
        </p:nvSpPr>
        <p:spPr bwMode="auto">
          <a:xfrm>
            <a:off x="7473950" y="2593975"/>
            <a:ext cx="222250" cy="531813"/>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45" name="Oval 50"/>
          <p:cNvSpPr>
            <a:spLocks noChangeArrowheads="1"/>
          </p:cNvSpPr>
          <p:nvPr/>
        </p:nvSpPr>
        <p:spPr bwMode="auto">
          <a:xfrm>
            <a:off x="7048500" y="2230438"/>
            <a:ext cx="355600" cy="3873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4046" name="Group 51"/>
          <p:cNvGrpSpPr>
            <a:grpSpLocks/>
          </p:cNvGrpSpPr>
          <p:nvPr/>
        </p:nvGrpSpPr>
        <p:grpSpPr bwMode="auto">
          <a:xfrm rot="-223274">
            <a:off x="5718175" y="1941513"/>
            <a:ext cx="1058863" cy="1042987"/>
            <a:chOff x="2757" y="1666"/>
            <a:chExt cx="812" cy="800"/>
          </a:xfrm>
        </p:grpSpPr>
        <p:sp>
          <p:nvSpPr>
            <p:cNvPr id="44126" name="Freeform 5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7" name="Freeform 5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28" name="Line 5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29" name="Freeform 5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0" name="Freeform 5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31" name="AutoShape 5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47" name="Group 58"/>
          <p:cNvGrpSpPr>
            <a:grpSpLocks/>
          </p:cNvGrpSpPr>
          <p:nvPr/>
        </p:nvGrpSpPr>
        <p:grpSpPr bwMode="auto">
          <a:xfrm rot="-223274">
            <a:off x="5680075" y="1630363"/>
            <a:ext cx="1058863" cy="1042987"/>
            <a:chOff x="2757" y="1666"/>
            <a:chExt cx="812" cy="800"/>
          </a:xfrm>
        </p:grpSpPr>
        <p:sp>
          <p:nvSpPr>
            <p:cNvPr id="44120" name="Freeform 5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1" name="Freeform 6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22" name="Line 6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23" name="Freeform 6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4" name="Freeform 6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25" name="AutoShape 6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48" name="Text Box 65"/>
          <p:cNvSpPr txBox="1">
            <a:spLocks noChangeArrowheads="1"/>
          </p:cNvSpPr>
          <p:nvPr/>
        </p:nvSpPr>
        <p:spPr bwMode="auto">
          <a:xfrm>
            <a:off x="5497513" y="3314700"/>
            <a:ext cx="2635250" cy="896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10000"/>
              </a:lnSpc>
              <a:spcBef>
                <a:spcPct val="0"/>
              </a:spcBef>
              <a:buFontTx/>
              <a:buNone/>
            </a:pPr>
            <a:r>
              <a:rPr lang="fr-FR" altLang="fr-FR" sz="1600"/>
              <a:t>Des boîtes et des jetons pour constituer vos stocks et un</a:t>
            </a:r>
          </a:p>
        </p:txBody>
      </p:sp>
      <p:grpSp>
        <p:nvGrpSpPr>
          <p:cNvPr id="44049" name="Group 69"/>
          <p:cNvGrpSpPr>
            <a:grpSpLocks/>
          </p:cNvGrpSpPr>
          <p:nvPr/>
        </p:nvGrpSpPr>
        <p:grpSpPr bwMode="auto">
          <a:xfrm>
            <a:off x="904875" y="3122613"/>
            <a:ext cx="519113" cy="533400"/>
            <a:chOff x="375" y="2879"/>
            <a:chExt cx="493" cy="511"/>
          </a:xfrm>
        </p:grpSpPr>
        <p:sp>
          <p:nvSpPr>
            <p:cNvPr id="44115" name="Rectangle 70"/>
            <p:cNvSpPr>
              <a:spLocks noChangeArrowheads="1"/>
            </p:cNvSpPr>
            <p:nvPr/>
          </p:nvSpPr>
          <p:spPr bwMode="auto">
            <a:xfrm>
              <a:off x="606" y="2879"/>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6" name="Rectangle 71"/>
            <p:cNvSpPr>
              <a:spLocks noChangeArrowheads="1"/>
            </p:cNvSpPr>
            <p:nvPr/>
          </p:nvSpPr>
          <p:spPr bwMode="auto">
            <a:xfrm>
              <a:off x="553" y="2921"/>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7" name="Rectangle 72"/>
            <p:cNvSpPr>
              <a:spLocks noChangeArrowheads="1"/>
            </p:cNvSpPr>
            <p:nvPr/>
          </p:nvSpPr>
          <p:spPr bwMode="auto">
            <a:xfrm>
              <a:off x="493" y="2963"/>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8" name="Rectangle 73"/>
            <p:cNvSpPr>
              <a:spLocks noChangeArrowheads="1"/>
            </p:cNvSpPr>
            <p:nvPr/>
          </p:nvSpPr>
          <p:spPr bwMode="auto">
            <a:xfrm>
              <a:off x="428" y="3010"/>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9" name="Rectangle 74"/>
            <p:cNvSpPr>
              <a:spLocks noChangeArrowheads="1"/>
            </p:cNvSpPr>
            <p:nvPr/>
          </p:nvSpPr>
          <p:spPr bwMode="auto">
            <a:xfrm>
              <a:off x="375" y="3052"/>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50" name="Group 81"/>
          <p:cNvGrpSpPr>
            <a:grpSpLocks/>
          </p:cNvGrpSpPr>
          <p:nvPr/>
        </p:nvGrpSpPr>
        <p:grpSpPr bwMode="auto">
          <a:xfrm>
            <a:off x="7183438" y="3921125"/>
            <a:ext cx="315912" cy="379413"/>
            <a:chOff x="868" y="1439"/>
            <a:chExt cx="811" cy="972"/>
          </a:xfrm>
        </p:grpSpPr>
        <p:sp>
          <p:nvSpPr>
            <p:cNvPr id="44064" name="Freeform 8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5" name="Freeform 8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6" name="Freeform 8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7" name="Freeform 8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8" name="Freeform 8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9" name="Freeform 8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0" name="Freeform 8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1" name="Freeform 8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2" name="Freeform 9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3" name="Freeform 9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4" name="Freeform 9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5" name="Freeform 9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6" name="Freeform 9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7" name="Freeform 9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8" name="Freeform 9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9" name="Freeform 9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0" name="Freeform 9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1" name="Freeform 9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2" name="Freeform 10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3" name="Freeform 10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4" name="Freeform 10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5" name="Freeform 10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6" name="Freeform 10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7" name="Freeform 10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8" name="Freeform 10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9" name="Freeform 10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0" name="Freeform 10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1" name="Freeform 10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2" name="Freeform 11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3" name="Freeform 11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4" name="Freeform 11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5" name="Freeform 11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6" name="Freeform 11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7" name="Freeform 11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8" name="Freeform 11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9" name="Freeform 11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0" name="Freeform 11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1" name="Freeform 11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2" name="Freeform 12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3" name="Freeform 12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4" name="Freeform 12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5" name="Freeform 12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6" name="Freeform 12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7" name="Freeform 12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8" name="Freeform 12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9" name="Freeform 12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0" name="Freeform 12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1" name="Freeform 12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2" name="Freeform 13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3" name="Freeform 13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4" name="Freeform 13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44051" name="Group 143"/>
          <p:cNvGrpSpPr>
            <a:grpSpLocks/>
          </p:cNvGrpSpPr>
          <p:nvPr/>
        </p:nvGrpSpPr>
        <p:grpSpPr bwMode="auto">
          <a:xfrm>
            <a:off x="920750" y="1303338"/>
            <a:ext cx="519113" cy="533400"/>
            <a:chOff x="375" y="2879"/>
            <a:chExt cx="493" cy="511"/>
          </a:xfrm>
        </p:grpSpPr>
        <p:sp>
          <p:nvSpPr>
            <p:cNvPr id="44059" name="Rectangle 144"/>
            <p:cNvSpPr>
              <a:spLocks noChangeArrowheads="1"/>
            </p:cNvSpPr>
            <p:nvPr/>
          </p:nvSpPr>
          <p:spPr bwMode="auto">
            <a:xfrm>
              <a:off x="606" y="2879"/>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0" name="Rectangle 145"/>
            <p:cNvSpPr>
              <a:spLocks noChangeArrowheads="1"/>
            </p:cNvSpPr>
            <p:nvPr/>
          </p:nvSpPr>
          <p:spPr bwMode="auto">
            <a:xfrm>
              <a:off x="553" y="2921"/>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1" name="Rectangle 146"/>
            <p:cNvSpPr>
              <a:spLocks noChangeArrowheads="1"/>
            </p:cNvSpPr>
            <p:nvPr/>
          </p:nvSpPr>
          <p:spPr bwMode="auto">
            <a:xfrm>
              <a:off x="493" y="2963"/>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2" name="Rectangle 147"/>
            <p:cNvSpPr>
              <a:spLocks noChangeArrowheads="1"/>
            </p:cNvSpPr>
            <p:nvPr/>
          </p:nvSpPr>
          <p:spPr bwMode="auto">
            <a:xfrm>
              <a:off x="428" y="3010"/>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3" name="Rectangle 148"/>
            <p:cNvSpPr>
              <a:spLocks noChangeArrowheads="1"/>
            </p:cNvSpPr>
            <p:nvPr/>
          </p:nvSpPr>
          <p:spPr bwMode="auto">
            <a:xfrm>
              <a:off x="375" y="3052"/>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52" name="Group 149"/>
          <p:cNvGrpSpPr>
            <a:grpSpLocks/>
          </p:cNvGrpSpPr>
          <p:nvPr/>
        </p:nvGrpSpPr>
        <p:grpSpPr bwMode="auto">
          <a:xfrm>
            <a:off x="889000" y="4149725"/>
            <a:ext cx="519113" cy="533400"/>
            <a:chOff x="375" y="2879"/>
            <a:chExt cx="493" cy="511"/>
          </a:xfrm>
        </p:grpSpPr>
        <p:sp>
          <p:nvSpPr>
            <p:cNvPr id="44054" name="Rectangle 150"/>
            <p:cNvSpPr>
              <a:spLocks noChangeArrowheads="1"/>
            </p:cNvSpPr>
            <p:nvPr/>
          </p:nvSpPr>
          <p:spPr bwMode="auto">
            <a:xfrm>
              <a:off x="606" y="2879"/>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5" name="Rectangle 151"/>
            <p:cNvSpPr>
              <a:spLocks noChangeArrowheads="1"/>
            </p:cNvSpPr>
            <p:nvPr/>
          </p:nvSpPr>
          <p:spPr bwMode="auto">
            <a:xfrm>
              <a:off x="553" y="2921"/>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6" name="Rectangle 152"/>
            <p:cNvSpPr>
              <a:spLocks noChangeArrowheads="1"/>
            </p:cNvSpPr>
            <p:nvPr/>
          </p:nvSpPr>
          <p:spPr bwMode="auto">
            <a:xfrm>
              <a:off x="493" y="2963"/>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7" name="Rectangle 153"/>
            <p:cNvSpPr>
              <a:spLocks noChangeArrowheads="1"/>
            </p:cNvSpPr>
            <p:nvPr/>
          </p:nvSpPr>
          <p:spPr bwMode="auto">
            <a:xfrm>
              <a:off x="428" y="3010"/>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8" name="Rectangle 154"/>
            <p:cNvSpPr>
              <a:spLocks noChangeArrowheads="1"/>
            </p:cNvSpPr>
            <p:nvPr/>
          </p:nvSpPr>
          <p:spPr bwMode="auto">
            <a:xfrm>
              <a:off x="375" y="3052"/>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53" name="AutoShape 159"/>
          <p:cNvSpPr>
            <a:spLocks noChangeArrowheads="1"/>
          </p:cNvSpPr>
          <p:nvPr/>
        </p:nvSpPr>
        <p:spPr bwMode="auto">
          <a:xfrm>
            <a:off x="5421313" y="1385888"/>
            <a:ext cx="2705100" cy="2987675"/>
          </a:xfrm>
          <a:prstGeom prst="roundRect">
            <a:avLst>
              <a:gd name="adj" fmla="val 16667"/>
            </a:avLst>
          </a:prstGeom>
          <a:noFill/>
          <a:ln w="6350" algn="ctr">
            <a:solidFill>
              <a:schemeClr val="tx2"/>
            </a:solidFill>
            <a:prstDash val="lgDash"/>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fr-FR" altLang="fr-FR"/>
              <a:t>Ce qui vous est demandé :</a:t>
            </a:r>
          </a:p>
        </p:txBody>
      </p:sp>
      <p:sp>
        <p:nvSpPr>
          <p:cNvPr id="45059" name="Rectangle 13"/>
          <p:cNvSpPr>
            <a:spLocks noGrp="1" noChangeArrowheads="1"/>
          </p:cNvSpPr>
          <p:nvPr>
            <p:ph type="body" idx="1"/>
          </p:nvPr>
        </p:nvSpPr>
        <p:spPr>
          <a:xfrm>
            <a:off x="220663" y="1011238"/>
            <a:ext cx="8229600" cy="2087562"/>
          </a:xfrm>
        </p:spPr>
        <p:txBody>
          <a:bodyPr/>
          <a:lstStyle/>
          <a:p>
            <a:pPr marL="381000" indent="-381000" eaLnBrk="1" hangingPunct="1"/>
            <a:r>
              <a:rPr lang="fr-FR" altLang="fr-FR" dirty="0">
                <a:solidFill>
                  <a:srgbClr val="FC2C1C"/>
                </a:solidFill>
              </a:rPr>
              <a:t>1. Programmer la production</a:t>
            </a:r>
            <a:r>
              <a:rPr lang="fr-FR" altLang="fr-FR" dirty="0"/>
              <a:t>, c’est-à-dire décider ce que</a:t>
            </a:r>
            <a:br>
              <a:rPr lang="fr-FR" altLang="fr-FR" dirty="0"/>
            </a:br>
            <a:r>
              <a:rPr lang="fr-FR" altLang="fr-FR" dirty="0"/>
              <a:t>vous allez produire pendant la semaine sur chacun des postes.</a:t>
            </a:r>
          </a:p>
          <a:p>
            <a:pPr marL="800100" lvl="1" indent="-342900" eaLnBrk="1" hangingPunct="1">
              <a:buFontTx/>
              <a:buChar char="•"/>
            </a:pPr>
            <a:r>
              <a:rPr lang="fr-FR" altLang="fr-FR" dirty="0"/>
              <a:t>La feuille Calcul des besoins vous aidera à faire les calculs.</a:t>
            </a:r>
          </a:p>
          <a:p>
            <a:pPr marL="800100" lvl="1" indent="-342900" eaLnBrk="1" hangingPunct="1">
              <a:buFontTx/>
              <a:buChar char="•"/>
            </a:pPr>
            <a:r>
              <a:rPr lang="fr-FR" altLang="fr-FR" dirty="0"/>
              <a:t>Vous noterez votre programme sur la feuille de Suivi.</a:t>
            </a:r>
          </a:p>
        </p:txBody>
      </p:sp>
      <p:sp>
        <p:nvSpPr>
          <p:cNvPr id="45064" name="Rectangle 15"/>
          <p:cNvSpPr>
            <a:spLocks noChangeArrowheads="1"/>
          </p:cNvSpPr>
          <p:nvPr/>
        </p:nvSpPr>
        <p:spPr bwMode="auto">
          <a:xfrm>
            <a:off x="274638" y="3563938"/>
            <a:ext cx="8229600" cy="235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81000" indent="-381000" algn="l" eaLnBrk="0" hangingPunct="0">
              <a:spcBef>
                <a:spcPct val="20000"/>
              </a:spcBef>
              <a:buChar char="•"/>
              <a:defRPr sz="2000">
                <a:solidFill>
                  <a:schemeClr val="accent2"/>
                </a:solidFill>
                <a:latin typeface="Arial" pitchFamily="34" charset="0"/>
              </a:defRPr>
            </a:lvl1pPr>
            <a:lvl2pPr marL="800100" indent="-34290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r>
              <a:rPr lang="fr-FR" altLang="fr-FR" dirty="0">
                <a:solidFill>
                  <a:srgbClr val="FC2C1C"/>
                </a:solidFill>
              </a:rPr>
              <a:t>2. Produire</a:t>
            </a:r>
            <a:r>
              <a:rPr lang="fr-FR" altLang="fr-FR" dirty="0"/>
              <a:t> </a:t>
            </a:r>
            <a:r>
              <a:rPr lang="fr-FR" altLang="fr-FR" dirty="0">
                <a:solidFill>
                  <a:schemeClr val="tx1">
                    <a:lumMod val="65000"/>
                    <a:lumOff val="35000"/>
                  </a:schemeClr>
                </a:solidFill>
              </a:rPr>
              <a:t>en suivant le programme que vous avez établi.</a:t>
            </a:r>
          </a:p>
          <a:p>
            <a:pPr lvl="1" eaLnBrk="1" hangingPunct="1">
              <a:buClr>
                <a:srgbClr val="FF3300"/>
              </a:buClr>
              <a:buFontTx/>
              <a:buChar char="•"/>
            </a:pPr>
            <a:r>
              <a:rPr lang="fr-FR" altLang="fr-FR" sz="1800" dirty="0">
                <a:solidFill>
                  <a:schemeClr val="tx1">
                    <a:lumMod val="65000"/>
                    <a:lumOff val="35000"/>
                  </a:schemeClr>
                </a:solidFill>
                <a:latin typeface="+mn-lt"/>
              </a:rPr>
              <a:t>Vous produirez en respectant les cadences et vous tiendrez</a:t>
            </a:r>
            <a:br>
              <a:rPr lang="fr-FR" altLang="fr-FR" sz="1800" dirty="0">
                <a:solidFill>
                  <a:schemeClr val="tx1">
                    <a:lumMod val="65000"/>
                    <a:lumOff val="35000"/>
                  </a:schemeClr>
                </a:solidFill>
                <a:latin typeface="+mn-lt"/>
              </a:rPr>
            </a:br>
            <a:r>
              <a:rPr lang="fr-FR" altLang="fr-FR" sz="1800" dirty="0">
                <a:solidFill>
                  <a:schemeClr val="tx1">
                    <a:lumMod val="65000"/>
                    <a:lumOff val="35000"/>
                  </a:schemeClr>
                </a:solidFill>
                <a:latin typeface="+mn-lt"/>
              </a:rPr>
              <a:t>compte des incidents affectant votre production.</a:t>
            </a:r>
          </a:p>
          <a:p>
            <a:pPr lvl="1" eaLnBrk="1" hangingPunct="1">
              <a:buClr>
                <a:srgbClr val="FF3300"/>
              </a:buClr>
              <a:buFontTx/>
              <a:buChar char="•"/>
            </a:pPr>
            <a:r>
              <a:rPr lang="fr-FR" altLang="fr-FR" sz="1800" dirty="0">
                <a:solidFill>
                  <a:schemeClr val="tx1">
                    <a:lumMod val="65000"/>
                    <a:lumOff val="35000"/>
                  </a:schemeClr>
                </a:solidFill>
                <a:latin typeface="+mn-lt"/>
              </a:rPr>
              <a:t>Il ne faut pas modifier votre programme en cours de semaine,</a:t>
            </a:r>
            <a:br>
              <a:rPr lang="fr-FR" altLang="fr-FR" sz="1800" dirty="0">
                <a:solidFill>
                  <a:schemeClr val="tx1">
                    <a:lumMod val="65000"/>
                    <a:lumOff val="35000"/>
                  </a:schemeClr>
                </a:solidFill>
                <a:latin typeface="+mn-lt"/>
              </a:rPr>
            </a:br>
            <a:r>
              <a:rPr lang="fr-FR" altLang="fr-FR" sz="1800" dirty="0">
                <a:solidFill>
                  <a:schemeClr val="tx1">
                    <a:lumMod val="65000"/>
                    <a:lumOff val="35000"/>
                  </a:schemeClr>
                </a:solidFill>
                <a:latin typeface="+mn-lt"/>
              </a:rPr>
              <a:t>sauf si le stock est tombé à 0 et qu’il est indispensable de le reconstituer de toute urgence. </a:t>
            </a:r>
          </a:p>
          <a:p>
            <a:pPr lvl="1" eaLnBrk="1" hangingPunct="1">
              <a:buClr>
                <a:srgbClr val="FF3300"/>
              </a:buClr>
              <a:buFontTx/>
              <a:buChar char="•"/>
            </a:pPr>
            <a:endParaRPr lang="fr-FR" altLang="fr-FR" sz="1800" dirty="0">
              <a:solidFill>
                <a:schemeClr val="tx1">
                  <a:lumMod val="65000"/>
                  <a:lumOff val="35000"/>
                </a:schemeClr>
              </a:solidFill>
              <a:latin typeface="+mn-lt"/>
            </a:endParaRP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2" name="Picture 13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60500" y="1020763"/>
            <a:ext cx="5862638" cy="557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46083" name="Rectangle 2"/>
          <p:cNvSpPr>
            <a:spLocks noGrp="1" noChangeArrowheads="1"/>
          </p:cNvSpPr>
          <p:nvPr>
            <p:ph type="title"/>
          </p:nvPr>
        </p:nvSpPr>
        <p:spPr>
          <a:xfrm>
            <a:off x="430213" y="0"/>
            <a:ext cx="8229600" cy="523875"/>
          </a:xfrm>
        </p:spPr>
        <p:txBody>
          <a:bodyPr/>
          <a:lstStyle/>
          <a:p>
            <a:pPr eaLnBrk="1" hangingPunct="1"/>
            <a:r>
              <a:rPr lang="fr-FR" altLang="fr-FR"/>
              <a:t>Calcul des besoins</a:t>
            </a:r>
          </a:p>
        </p:txBody>
      </p:sp>
      <p:grpSp>
        <p:nvGrpSpPr>
          <p:cNvPr id="2" name="Group 124"/>
          <p:cNvGrpSpPr>
            <a:grpSpLocks/>
          </p:cNvGrpSpPr>
          <p:nvPr/>
        </p:nvGrpSpPr>
        <p:grpSpPr bwMode="auto">
          <a:xfrm>
            <a:off x="131763" y="565150"/>
            <a:ext cx="3348037" cy="938213"/>
            <a:chOff x="83" y="356"/>
            <a:chExt cx="2109" cy="591"/>
          </a:xfrm>
        </p:grpSpPr>
        <p:sp>
          <p:nvSpPr>
            <p:cNvPr id="46103" name="AutoShape 109"/>
            <p:cNvSpPr>
              <a:spLocks/>
            </p:cNvSpPr>
            <p:nvPr/>
          </p:nvSpPr>
          <p:spPr bwMode="auto">
            <a:xfrm>
              <a:off x="83" y="356"/>
              <a:ext cx="1496" cy="306"/>
            </a:xfrm>
            <a:prstGeom prst="borderCallout2">
              <a:avLst>
                <a:gd name="adj1" fmla="val 23528"/>
                <a:gd name="adj2" fmla="val 103208"/>
                <a:gd name="adj3" fmla="val 23528"/>
                <a:gd name="adj4" fmla="val 103208"/>
                <a:gd name="adj5" fmla="val 155884"/>
                <a:gd name="adj6" fmla="val 12366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votre programme de production de produits finis</a:t>
              </a:r>
            </a:p>
          </p:txBody>
        </p:sp>
        <p:sp>
          <p:nvSpPr>
            <p:cNvPr id="46104" name="Oval 111"/>
            <p:cNvSpPr>
              <a:spLocks noChangeArrowheads="1"/>
            </p:cNvSpPr>
            <p:nvPr/>
          </p:nvSpPr>
          <p:spPr bwMode="auto">
            <a:xfrm>
              <a:off x="1959" y="814"/>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128"/>
          <p:cNvGrpSpPr>
            <a:grpSpLocks/>
          </p:cNvGrpSpPr>
          <p:nvPr/>
        </p:nvGrpSpPr>
        <p:grpSpPr bwMode="auto">
          <a:xfrm>
            <a:off x="122238" y="1346200"/>
            <a:ext cx="3367087" cy="3409950"/>
            <a:chOff x="77" y="848"/>
            <a:chExt cx="2121" cy="2148"/>
          </a:xfrm>
        </p:grpSpPr>
        <p:grpSp>
          <p:nvGrpSpPr>
            <p:cNvPr id="46098" name="Group 125"/>
            <p:cNvGrpSpPr>
              <a:grpSpLocks/>
            </p:cNvGrpSpPr>
            <p:nvPr/>
          </p:nvGrpSpPr>
          <p:grpSpPr bwMode="auto">
            <a:xfrm>
              <a:off x="77" y="848"/>
              <a:ext cx="2104" cy="432"/>
              <a:chOff x="77" y="848"/>
              <a:chExt cx="2104" cy="432"/>
            </a:xfrm>
          </p:grpSpPr>
          <p:sp>
            <p:nvSpPr>
              <p:cNvPr id="46101" name="AutoShape 112"/>
              <p:cNvSpPr>
                <a:spLocks/>
              </p:cNvSpPr>
              <p:nvPr/>
            </p:nvSpPr>
            <p:spPr bwMode="auto">
              <a:xfrm>
                <a:off x="77" y="848"/>
                <a:ext cx="1496" cy="306"/>
              </a:xfrm>
              <a:prstGeom prst="borderCallout2">
                <a:avLst>
                  <a:gd name="adj1" fmla="val 23528"/>
                  <a:gd name="adj2" fmla="val 103208"/>
                  <a:gd name="adj3" fmla="val 23528"/>
                  <a:gd name="adj4" fmla="val 103208"/>
                  <a:gd name="adj5" fmla="val 105556"/>
                  <a:gd name="adj6" fmla="val 126671"/>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ici les besoins de pièces qui en résultent</a:t>
                </a:r>
              </a:p>
            </p:txBody>
          </p:sp>
          <p:sp>
            <p:nvSpPr>
              <p:cNvPr id="46102" name="Oval 115"/>
              <p:cNvSpPr>
                <a:spLocks noChangeArrowheads="1"/>
              </p:cNvSpPr>
              <p:nvPr/>
            </p:nvSpPr>
            <p:spPr bwMode="auto">
              <a:xfrm>
                <a:off x="1948" y="1147"/>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6099" name="Oval 116"/>
            <p:cNvSpPr>
              <a:spLocks noChangeArrowheads="1"/>
            </p:cNvSpPr>
            <p:nvPr/>
          </p:nvSpPr>
          <p:spPr bwMode="auto">
            <a:xfrm>
              <a:off x="1959" y="1839"/>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100" name="Oval 117"/>
            <p:cNvSpPr>
              <a:spLocks noChangeArrowheads="1"/>
            </p:cNvSpPr>
            <p:nvPr/>
          </p:nvSpPr>
          <p:spPr bwMode="auto">
            <a:xfrm>
              <a:off x="1965" y="2863"/>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126"/>
          <p:cNvGrpSpPr>
            <a:grpSpLocks/>
          </p:cNvGrpSpPr>
          <p:nvPr/>
        </p:nvGrpSpPr>
        <p:grpSpPr bwMode="auto">
          <a:xfrm>
            <a:off x="2397125" y="1362075"/>
            <a:ext cx="6592888" cy="917575"/>
            <a:chOff x="1510" y="858"/>
            <a:chExt cx="4153" cy="578"/>
          </a:xfrm>
        </p:grpSpPr>
        <p:sp>
          <p:nvSpPr>
            <p:cNvPr id="46094" name="AutoShape 113"/>
            <p:cNvSpPr>
              <a:spLocks/>
            </p:cNvSpPr>
            <p:nvPr/>
          </p:nvSpPr>
          <p:spPr bwMode="auto">
            <a:xfrm>
              <a:off x="4859" y="858"/>
              <a:ext cx="804" cy="578"/>
            </a:xfrm>
            <a:prstGeom prst="borderCallout2">
              <a:avLst>
                <a:gd name="adj1" fmla="val 12458"/>
                <a:gd name="adj2" fmla="val -5972"/>
                <a:gd name="adj3" fmla="val 12458"/>
                <a:gd name="adj4" fmla="val -5972"/>
                <a:gd name="adj5" fmla="val 55019"/>
                <a:gd name="adj6" fmla="val -2773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des besoins par type de pièce</a:t>
              </a:r>
            </a:p>
          </p:txBody>
        </p:sp>
        <p:sp>
          <p:nvSpPr>
            <p:cNvPr id="46095" name="Oval 118"/>
            <p:cNvSpPr>
              <a:spLocks noChangeArrowheads="1"/>
            </p:cNvSpPr>
            <p:nvPr/>
          </p:nvSpPr>
          <p:spPr bwMode="auto">
            <a:xfrm>
              <a:off x="1510" y="1142"/>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6" name="Oval 119"/>
            <p:cNvSpPr>
              <a:spLocks noChangeArrowheads="1"/>
            </p:cNvSpPr>
            <p:nvPr/>
          </p:nvSpPr>
          <p:spPr bwMode="auto">
            <a:xfrm>
              <a:off x="2374" y="1142"/>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7" name="Oval 120"/>
            <p:cNvSpPr>
              <a:spLocks noChangeArrowheads="1"/>
            </p:cNvSpPr>
            <p:nvPr/>
          </p:nvSpPr>
          <p:spPr bwMode="auto">
            <a:xfrm>
              <a:off x="4296" y="1147"/>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127"/>
          <p:cNvGrpSpPr>
            <a:grpSpLocks/>
          </p:cNvGrpSpPr>
          <p:nvPr/>
        </p:nvGrpSpPr>
        <p:grpSpPr bwMode="auto">
          <a:xfrm>
            <a:off x="2416175" y="5564188"/>
            <a:ext cx="5076825" cy="690562"/>
            <a:chOff x="1510" y="3517"/>
            <a:chExt cx="3289" cy="412"/>
          </a:xfrm>
        </p:grpSpPr>
        <p:sp>
          <p:nvSpPr>
            <p:cNvPr id="46090" name="AutoShape 114"/>
            <p:cNvSpPr>
              <a:spLocks/>
            </p:cNvSpPr>
            <p:nvPr/>
          </p:nvSpPr>
          <p:spPr bwMode="auto">
            <a:xfrm>
              <a:off x="2882" y="3517"/>
              <a:ext cx="1917" cy="412"/>
            </a:xfrm>
            <a:prstGeom prst="borderCallout2">
              <a:avLst>
                <a:gd name="adj1" fmla="val 17477"/>
                <a:gd name="adj2" fmla="val -2505"/>
                <a:gd name="adj3" fmla="val 17477"/>
                <a:gd name="adj4" fmla="val -2505"/>
                <a:gd name="adj5" fmla="val 36653"/>
                <a:gd name="adj6" fmla="val -907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Complétez le calcul des couronnes phase A </a:t>
              </a:r>
              <a:r>
                <a:rPr lang="fr-FR" altLang="fr-FR" sz="1400" b="1">
                  <a:solidFill>
                    <a:schemeClr val="tx1"/>
                  </a:solidFill>
                </a:rPr>
                <a:t>blanches</a:t>
              </a:r>
              <a:r>
                <a:rPr lang="fr-FR" altLang="fr-FR" sz="1300">
                  <a:solidFill>
                    <a:schemeClr val="tx1"/>
                  </a:solidFill>
                </a:rPr>
                <a:t> en ajoutant les besoins en pièces détachées.</a:t>
              </a:r>
            </a:p>
          </p:txBody>
        </p:sp>
        <p:sp>
          <p:nvSpPr>
            <p:cNvPr id="46091" name="Oval 121"/>
            <p:cNvSpPr>
              <a:spLocks noChangeArrowheads="1"/>
            </p:cNvSpPr>
            <p:nvPr/>
          </p:nvSpPr>
          <p:spPr bwMode="auto">
            <a:xfrm>
              <a:off x="2402" y="3634"/>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2" name="Oval 122"/>
            <p:cNvSpPr>
              <a:spLocks noChangeArrowheads="1"/>
            </p:cNvSpPr>
            <p:nvPr/>
          </p:nvSpPr>
          <p:spPr bwMode="auto">
            <a:xfrm>
              <a:off x="1953" y="3645"/>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3" name="Oval 123"/>
            <p:cNvSpPr>
              <a:spLocks noChangeArrowheads="1"/>
            </p:cNvSpPr>
            <p:nvPr/>
          </p:nvSpPr>
          <p:spPr bwMode="auto">
            <a:xfrm>
              <a:off x="1510" y="3639"/>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box(in)">
                                      <p:cBhvr>
                                        <p:cTn id="12" dur="500"/>
                                        <p:tgtEl>
                                          <p:spTgt spid="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box(in)">
                                      <p:cBhvr>
                                        <p:cTn id="17" dur="500"/>
                                        <p:tgtEl>
                                          <p:spTgt spid="5"/>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box(in)">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r-FR" altLang="fr-FR"/>
              <a:t>Les informations</a:t>
            </a:r>
          </a:p>
        </p:txBody>
      </p:sp>
      <p:sp>
        <p:nvSpPr>
          <p:cNvPr id="47107" name="Rectangle 3"/>
          <p:cNvSpPr>
            <a:spLocks noGrp="1" noChangeArrowheads="1"/>
          </p:cNvSpPr>
          <p:nvPr>
            <p:ph type="body" idx="1"/>
          </p:nvPr>
        </p:nvSpPr>
        <p:spPr/>
        <p:txBody>
          <a:bodyPr/>
          <a:lstStyle/>
          <a:p>
            <a:pPr eaLnBrk="1" hangingPunct="1">
              <a:lnSpc>
                <a:spcPct val="120000"/>
              </a:lnSpc>
            </a:pPr>
            <a:r>
              <a:rPr lang="fr-FR" altLang="fr-FR"/>
              <a:t>Vous avez besoin d’informations ? Demandez-les à l’animateur. </a:t>
            </a:r>
          </a:p>
          <a:p>
            <a:pPr eaLnBrk="1" hangingPunct="1">
              <a:lnSpc>
                <a:spcPct val="120000"/>
              </a:lnSpc>
            </a:pPr>
            <a:r>
              <a:rPr lang="fr-FR" altLang="fr-FR"/>
              <a:t>Il vous les donnera (s’il les a …) à condition toutefois d’indiquer précisément celles</a:t>
            </a:r>
            <a:r>
              <a:rPr lang="fr-FR" altLang="fr-FR">
                <a:solidFill>
                  <a:srgbClr val="FC2C1C"/>
                </a:solidFill>
              </a:rPr>
              <a:t> </a:t>
            </a:r>
            <a:r>
              <a:rPr lang="fr-FR" altLang="fr-FR"/>
              <a:t>que vous voulez.</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fr-FR" altLang="fr-FR" dirty="0"/>
              <a:t>Conseils pour la phase de préparation</a:t>
            </a:r>
          </a:p>
        </p:txBody>
      </p:sp>
      <p:sp>
        <p:nvSpPr>
          <p:cNvPr id="48131" name="Rectangle 3"/>
          <p:cNvSpPr>
            <a:spLocks noGrp="1" noChangeArrowheads="1"/>
          </p:cNvSpPr>
          <p:nvPr>
            <p:ph type="body" idx="1"/>
          </p:nvPr>
        </p:nvSpPr>
        <p:spPr>
          <a:xfrm>
            <a:off x="320675" y="1008063"/>
            <a:ext cx="8609013" cy="5505450"/>
          </a:xfrm>
        </p:spPr>
        <p:txBody>
          <a:bodyPr/>
          <a:lstStyle/>
          <a:p>
            <a:pPr marL="381000" indent="-381000" eaLnBrk="1" hangingPunct="1"/>
            <a:r>
              <a:rPr lang="fr-FR" altLang="fr-FR" sz="1400" dirty="0"/>
              <a:t>L’animateur jugera s’il doit laisser les participants plus ou moins libres d’organiser leur travail. </a:t>
            </a:r>
            <a:br>
              <a:rPr lang="fr-FR" altLang="fr-FR" sz="1400" dirty="0"/>
            </a:br>
            <a:r>
              <a:rPr lang="fr-FR" altLang="fr-FR" sz="1400" dirty="0"/>
              <a:t>En cas de besoin il pourra les guider en les conseillant de :</a:t>
            </a:r>
          </a:p>
          <a:p>
            <a:pPr marL="381000" indent="-381000" eaLnBrk="1" hangingPunct="1">
              <a:buFontTx/>
              <a:buAutoNum type="arabicPeriod"/>
            </a:pPr>
            <a:r>
              <a:rPr lang="fr-FR" altLang="fr-FR" sz="1400" dirty="0"/>
              <a:t>Calculer les besoins en composants en fonction des prévisions de vente.</a:t>
            </a:r>
          </a:p>
          <a:p>
            <a:pPr marL="865188" lvl="1" indent="-342900" eaLnBrk="1" hangingPunct="1"/>
            <a:r>
              <a:rPr lang="fr-FR" altLang="fr-FR" sz="1400" dirty="0"/>
              <a:t>Utiliser la feuille CB.</a:t>
            </a:r>
          </a:p>
          <a:p>
            <a:pPr marL="381000" indent="-381000" eaLnBrk="1" hangingPunct="1">
              <a:buFontTx/>
              <a:buAutoNum type="arabicPeriod"/>
            </a:pPr>
            <a:r>
              <a:rPr lang="fr-FR" altLang="fr-FR" sz="1400" dirty="0"/>
              <a:t>Vérifier que les postes (montage, carters, etc.) sont capables de traiter ce programme.</a:t>
            </a:r>
          </a:p>
          <a:p>
            <a:pPr marL="865188" lvl="1" indent="-342900" eaLnBrk="1" hangingPunct="1"/>
            <a:r>
              <a:rPr lang="fr-FR" altLang="fr-FR" sz="1400" dirty="0"/>
              <a:t>Calculer le temps nécessaire à la réalisation du programme</a:t>
            </a:r>
          </a:p>
          <a:p>
            <a:pPr marL="865188" lvl="1" indent="-342900" eaLnBrk="1" hangingPunct="1"/>
            <a:r>
              <a:rPr lang="fr-FR" altLang="fr-FR" sz="1400" dirty="0"/>
              <a:t>Prévoir les pertes de temps dus aux incidents (voir fiche Statistique d’incidents)</a:t>
            </a:r>
          </a:p>
          <a:p>
            <a:pPr marL="865188" lvl="1" indent="-342900" eaLnBrk="1" hangingPunct="1"/>
            <a:r>
              <a:rPr lang="fr-FR" altLang="fr-FR" sz="1400" dirty="0"/>
              <a:t>Prévoir les pertes de temps pour les changements de série (mais ce point est relié au suivant).</a:t>
            </a:r>
          </a:p>
          <a:p>
            <a:pPr marL="865188" lvl="1" indent="-342900" eaLnBrk="1" hangingPunct="1"/>
            <a:r>
              <a:rPr lang="fr-FR" altLang="fr-FR" sz="1400" dirty="0"/>
              <a:t>La taille des séries doit tenir compte du calcul de capacité : mis à part pour les Couronnes, il n’est pas possible de faire un grand nombre de changements. En pratique, il faut noter toutefois que la machine étant déjà réglée pour la première référence, on économise un changement. C’est ce qui permet d’avoir un équilibre charge / capacité satisfaisant pour les Engrenages et les Carters avec un seul changement de série. </a:t>
            </a:r>
          </a:p>
          <a:p>
            <a:pPr marL="381000" indent="-381000" eaLnBrk="1" hangingPunct="1">
              <a:buFontTx/>
              <a:buAutoNum type="arabicPeriod"/>
            </a:pPr>
            <a:r>
              <a:rPr lang="fr-FR" altLang="fr-FR" sz="1400" dirty="0"/>
              <a:t>Fixer le programme de montage.</a:t>
            </a:r>
          </a:p>
          <a:p>
            <a:pPr marL="865188" lvl="1" indent="-342900" eaLnBrk="1" hangingPunct="1"/>
            <a:r>
              <a:rPr lang="fr-FR" altLang="fr-FR" sz="1400" dirty="0"/>
              <a:t>Il dépend du stock initial de produits finis. Il faut commencer par la référence dont le stock est le plus faible, ou plus précisément celle dont le ratio stock / besoins est le plus faible.</a:t>
            </a:r>
          </a:p>
          <a:p>
            <a:pPr marL="381000" indent="-381000" eaLnBrk="1" hangingPunct="1">
              <a:buFontTx/>
              <a:buAutoNum type="arabicPeriod"/>
            </a:pPr>
            <a:r>
              <a:rPr lang="fr-FR" altLang="fr-FR" sz="1400" dirty="0"/>
              <a:t>En fonction des besoins du montage fixer le programmes d’usinage.</a:t>
            </a:r>
          </a:p>
          <a:p>
            <a:pPr marL="865188" lvl="1" indent="-342900" eaLnBrk="1" hangingPunct="1"/>
            <a:r>
              <a:rPr lang="fr-FR" altLang="fr-FR" sz="1400" dirty="0"/>
              <a:t>Il faut tenir compte de deux facteurs : 1) commencer par la référence qui est demandée par le montage en premier, et 2) tenir compte du stock existant.</a:t>
            </a:r>
          </a:p>
          <a:p>
            <a:pPr marL="381000" indent="-381000" eaLnBrk="1" hangingPunct="1"/>
            <a:r>
              <a:rPr lang="fr-FR" altLang="fr-FR" sz="1400" dirty="0"/>
              <a:t>On se rend compte que l’optimisation de ce calcul n’est pas si simple (il y a des logiciels pour cela !). </a:t>
            </a:r>
            <a:br>
              <a:rPr lang="fr-FR" altLang="fr-FR" sz="1400" dirty="0"/>
            </a:br>
            <a:r>
              <a:rPr lang="fr-FR" altLang="fr-FR" sz="1400" dirty="0"/>
              <a:t>En pratique, l’animateur laissera les participants tâtonner un certain temps pour qu’ils arrivent à une solution qui n’est pas nécessairement optimale.</a:t>
            </a:r>
            <a:br>
              <a:rPr lang="fr-FR" altLang="fr-FR" sz="1400" dirty="0"/>
            </a:br>
            <a:r>
              <a:rPr lang="fr-FR" altLang="fr-FR" sz="1400" dirty="0"/>
              <a:t>Pour éviter que cette phase se prolonge, il enclenchera la minuterie sur une durée de 40 minutes.</a:t>
            </a:r>
          </a:p>
        </p:txBody>
      </p:sp>
      <p:pic>
        <p:nvPicPr>
          <p:cNvPr id="7"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49154" name="Rectangle 2"/>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Début de la simulation</a:t>
            </a:r>
          </a:p>
        </p:txBody>
      </p:sp>
      <p:grpSp>
        <p:nvGrpSpPr>
          <p:cNvPr id="49155" name="Group 4"/>
          <p:cNvGrpSpPr>
            <a:grpSpLocks/>
          </p:cNvGrpSpPr>
          <p:nvPr/>
        </p:nvGrpSpPr>
        <p:grpSpPr bwMode="auto">
          <a:xfrm rot="-223274">
            <a:off x="3778250" y="3570288"/>
            <a:ext cx="1058863" cy="1042987"/>
            <a:chOff x="2757" y="1666"/>
            <a:chExt cx="812" cy="800"/>
          </a:xfrm>
        </p:grpSpPr>
        <p:sp>
          <p:nvSpPr>
            <p:cNvPr id="49174" name="Freeform 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5" name="Freeform 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76" name="Line 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77" name="Freeform 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8" name="Freeform 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79" name="AutoShape 1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9156" name="Group 11"/>
          <p:cNvGrpSpPr>
            <a:grpSpLocks/>
          </p:cNvGrpSpPr>
          <p:nvPr/>
        </p:nvGrpSpPr>
        <p:grpSpPr bwMode="auto">
          <a:xfrm rot="-223274">
            <a:off x="3760788" y="3260725"/>
            <a:ext cx="1058862" cy="1042988"/>
            <a:chOff x="2757" y="1666"/>
            <a:chExt cx="812" cy="800"/>
          </a:xfrm>
        </p:grpSpPr>
        <p:sp>
          <p:nvSpPr>
            <p:cNvPr id="49168" name="Freeform 1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9" name="Freeform 1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70" name="Line 1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71" name="Freeform 1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2" name="Freeform 1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73" name="AutoShape 1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9157" name="Group 18"/>
          <p:cNvGrpSpPr>
            <a:grpSpLocks/>
          </p:cNvGrpSpPr>
          <p:nvPr/>
        </p:nvGrpSpPr>
        <p:grpSpPr bwMode="auto">
          <a:xfrm rot="-223274">
            <a:off x="3727450" y="2957513"/>
            <a:ext cx="1058863" cy="1042987"/>
            <a:chOff x="2757" y="1666"/>
            <a:chExt cx="812" cy="800"/>
          </a:xfrm>
        </p:grpSpPr>
        <p:sp>
          <p:nvSpPr>
            <p:cNvPr id="49162" name="Freeform 1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3" name="Freeform 2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64" name="Line 2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65" name="Freeform 2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6" name="Freeform 2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67" name="AutoShape 2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9158" name="AutoShape 25"/>
          <p:cNvSpPr>
            <a:spLocks noChangeArrowheads="1"/>
          </p:cNvSpPr>
          <p:nvPr/>
        </p:nvSpPr>
        <p:spPr bwMode="auto">
          <a:xfrm rot="669280">
            <a:off x="3968750" y="3335338"/>
            <a:ext cx="307975" cy="228600"/>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9159" name="AutoShape 26"/>
          <p:cNvSpPr>
            <a:spLocks noChangeArrowheads="1"/>
          </p:cNvSpPr>
          <p:nvPr/>
        </p:nvSpPr>
        <p:spPr bwMode="auto">
          <a:xfrm rot="2337505">
            <a:off x="4164013" y="3236913"/>
            <a:ext cx="280987" cy="42227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9160" name="Oval 27"/>
          <p:cNvSpPr>
            <a:spLocks noChangeArrowheads="1"/>
          </p:cNvSpPr>
          <p:nvPr/>
        </p:nvSpPr>
        <p:spPr bwMode="auto">
          <a:xfrm rot="575549">
            <a:off x="4202113" y="3424238"/>
            <a:ext cx="260350" cy="24606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179" name="Group 149"/>
          <p:cNvGrpSpPr>
            <a:grpSpLocks/>
          </p:cNvGrpSpPr>
          <p:nvPr/>
        </p:nvGrpSpPr>
        <p:grpSpPr bwMode="auto">
          <a:xfrm>
            <a:off x="7073900" y="215900"/>
            <a:ext cx="1878013" cy="1250950"/>
            <a:chOff x="4456" y="136"/>
            <a:chExt cx="1183" cy="788"/>
          </a:xfrm>
        </p:grpSpPr>
        <p:grpSp>
          <p:nvGrpSpPr>
            <p:cNvPr id="50278" name="Group 150"/>
            <p:cNvGrpSpPr>
              <a:grpSpLocks/>
            </p:cNvGrpSpPr>
            <p:nvPr/>
          </p:nvGrpSpPr>
          <p:grpSpPr bwMode="auto">
            <a:xfrm>
              <a:off x="4766" y="232"/>
              <a:ext cx="873" cy="692"/>
              <a:chOff x="2185" y="310"/>
              <a:chExt cx="873" cy="692"/>
            </a:xfrm>
          </p:grpSpPr>
          <p:sp>
            <p:nvSpPr>
              <p:cNvPr id="50289" name="Freeform 151"/>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0" name="Freeform 152"/>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1" name="Freeform 153"/>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2" name="Freeform 154"/>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3" name="Freeform 155"/>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4" name="Freeform 156"/>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5" name="Freeform 157"/>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0279" name="Group 158"/>
            <p:cNvGrpSpPr>
              <a:grpSpLocks/>
            </p:cNvGrpSpPr>
            <p:nvPr/>
          </p:nvGrpSpPr>
          <p:grpSpPr bwMode="auto">
            <a:xfrm>
              <a:off x="4949" y="336"/>
              <a:ext cx="591" cy="468"/>
              <a:chOff x="2185" y="310"/>
              <a:chExt cx="873" cy="692"/>
            </a:xfrm>
          </p:grpSpPr>
          <p:sp>
            <p:nvSpPr>
              <p:cNvPr id="50282" name="Freeform 159"/>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3" name="Freeform 160"/>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4" name="Freeform 161"/>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5" name="Freeform 162"/>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6" name="Freeform 163"/>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7" name="Freeform 164"/>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8" name="Freeform 165"/>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0280" name="Picture 166"/>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281" name="Text Box 167"/>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50180" name="Rectangle 197"/>
          <p:cNvSpPr>
            <a:spLocks noGrp="1" noChangeArrowheads="1"/>
          </p:cNvSpPr>
          <p:nvPr>
            <p:ph type="title"/>
          </p:nvPr>
        </p:nvSpPr>
        <p:spPr>
          <a:xfrm>
            <a:off x="611188" y="0"/>
            <a:ext cx="6388100" cy="647700"/>
          </a:xfrm>
        </p:spPr>
        <p:txBody>
          <a:bodyPr/>
          <a:lstStyle/>
          <a:p>
            <a:pPr eaLnBrk="1" hangingPunct="1"/>
            <a:r>
              <a:rPr lang="fr-FR" altLang="fr-FR" dirty="0"/>
              <a:t>Sem. 1 - Lundi (St Léonard)</a:t>
            </a:r>
          </a:p>
        </p:txBody>
      </p:sp>
      <p:sp>
        <p:nvSpPr>
          <p:cNvPr id="200910" name="Text Box 20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 name="Group 298"/>
          <p:cNvGrpSpPr>
            <a:grpSpLocks/>
          </p:cNvGrpSpPr>
          <p:nvPr/>
        </p:nvGrpSpPr>
        <p:grpSpPr bwMode="auto">
          <a:xfrm>
            <a:off x="566738" y="1106488"/>
            <a:ext cx="2722562" cy="534987"/>
            <a:chOff x="357" y="697"/>
            <a:chExt cx="1715" cy="337"/>
          </a:xfrm>
        </p:grpSpPr>
        <p:sp>
          <p:nvSpPr>
            <p:cNvPr id="50225" name="Text Box 205"/>
            <p:cNvSpPr txBox="1">
              <a:spLocks noChangeArrowheads="1"/>
            </p:cNvSpPr>
            <p:nvPr/>
          </p:nvSpPr>
          <p:spPr bwMode="auto">
            <a:xfrm>
              <a:off x="357" y="727"/>
              <a:ext cx="122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grpSp>
          <p:nvGrpSpPr>
            <p:cNvPr id="50226" name="Group 208"/>
            <p:cNvGrpSpPr>
              <a:grpSpLocks/>
            </p:cNvGrpSpPr>
            <p:nvPr/>
          </p:nvGrpSpPr>
          <p:grpSpPr bwMode="auto">
            <a:xfrm>
              <a:off x="1791" y="697"/>
              <a:ext cx="281" cy="337"/>
              <a:chOff x="868" y="1439"/>
              <a:chExt cx="811" cy="972"/>
            </a:xfrm>
          </p:grpSpPr>
          <p:sp>
            <p:nvSpPr>
              <p:cNvPr id="50227" name="Freeform 209"/>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28" name="Freeform 210"/>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29" name="Freeform 211"/>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0" name="Freeform 212"/>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1" name="Freeform 213"/>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2" name="Freeform 214"/>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3" name="Freeform 215"/>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4" name="Freeform 216"/>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5" name="Freeform 217"/>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6" name="Freeform 218"/>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7" name="Freeform 219"/>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8" name="Freeform 220"/>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9" name="Freeform 221"/>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0" name="Freeform 222"/>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1" name="Freeform 223"/>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2" name="Freeform 224"/>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3" name="Freeform 225"/>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4" name="Freeform 226"/>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5" name="Freeform 227"/>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6" name="Freeform 228"/>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7" name="Freeform 229"/>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8" name="Freeform 230"/>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9" name="Freeform 231"/>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0" name="Freeform 232"/>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1" name="Freeform 233"/>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2" name="Freeform 234"/>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3" name="Freeform 235"/>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4" name="Freeform 236"/>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5" name="Freeform 237"/>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6" name="Freeform 238"/>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7" name="Freeform 239"/>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8" name="Freeform 240"/>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9" name="Freeform 241"/>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0" name="Freeform 242"/>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1" name="Freeform 243"/>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2" name="Freeform 244"/>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3" name="Freeform 245"/>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4" name="Freeform 246"/>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5" name="Freeform 247"/>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6" name="Freeform 248"/>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7" name="Freeform 249"/>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8" name="Freeform 250"/>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9" name="Freeform 251"/>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0" name="Freeform 252"/>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1" name="Freeform 253"/>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2" name="Freeform 254"/>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3" name="Freeform 255"/>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4" name="Freeform 256"/>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5" name="Freeform 257"/>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6" name="Freeform 258"/>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7" name="Freeform 259"/>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grpSp>
        <p:nvGrpSpPr>
          <p:cNvPr id="7" name="Group 299"/>
          <p:cNvGrpSpPr>
            <a:grpSpLocks/>
          </p:cNvGrpSpPr>
          <p:nvPr/>
        </p:nvGrpSpPr>
        <p:grpSpPr bwMode="auto">
          <a:xfrm>
            <a:off x="579009" y="2030413"/>
            <a:ext cx="4471988" cy="2130425"/>
            <a:chOff x="362" y="1279"/>
            <a:chExt cx="2817" cy="1342"/>
          </a:xfrm>
        </p:grpSpPr>
        <p:sp>
          <p:nvSpPr>
            <p:cNvPr id="50186" name="Text Box 168"/>
            <p:cNvSpPr txBox="1">
              <a:spLocks noChangeArrowheads="1"/>
            </p:cNvSpPr>
            <p:nvPr/>
          </p:nvSpPr>
          <p:spPr bwMode="auto">
            <a:xfrm>
              <a:off x="889" y="2331"/>
              <a:ext cx="52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50187" name="Text Box 170"/>
            <p:cNvSpPr txBox="1">
              <a:spLocks noChangeArrowheads="1"/>
            </p:cNvSpPr>
            <p:nvPr/>
          </p:nvSpPr>
          <p:spPr bwMode="auto">
            <a:xfrm>
              <a:off x="1747" y="2330"/>
              <a:ext cx="526"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50188" name="Text Box 171"/>
            <p:cNvSpPr txBox="1">
              <a:spLocks noChangeArrowheads="1"/>
            </p:cNvSpPr>
            <p:nvPr/>
          </p:nvSpPr>
          <p:spPr bwMode="auto">
            <a:xfrm>
              <a:off x="2657" y="2325"/>
              <a:ext cx="52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50189" name="Text Box 198"/>
            <p:cNvSpPr txBox="1">
              <a:spLocks noChangeArrowheads="1"/>
            </p:cNvSpPr>
            <p:nvPr/>
          </p:nvSpPr>
          <p:spPr bwMode="auto">
            <a:xfrm>
              <a:off x="362" y="1279"/>
              <a:ext cx="224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dirty="0"/>
                <a:t>2. Livrez les commandes</a:t>
              </a:r>
            </a:p>
          </p:txBody>
        </p:sp>
        <p:grpSp>
          <p:nvGrpSpPr>
            <p:cNvPr id="50190" name="Group 261"/>
            <p:cNvGrpSpPr>
              <a:grpSpLocks/>
            </p:cNvGrpSpPr>
            <p:nvPr/>
          </p:nvGrpSpPr>
          <p:grpSpPr bwMode="auto">
            <a:xfrm rot="-223274">
              <a:off x="901" y="1861"/>
              <a:ext cx="469" cy="462"/>
              <a:chOff x="2757" y="1666"/>
              <a:chExt cx="812" cy="800"/>
            </a:xfrm>
          </p:grpSpPr>
          <p:sp>
            <p:nvSpPr>
              <p:cNvPr id="50219" name="Freeform 2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20" name="Freeform 2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21" name="Line 2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22" name="Freeform 2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23" name="Freeform 2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24" name="AutoShape 2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1" name="Group 268"/>
            <p:cNvGrpSpPr>
              <a:grpSpLocks/>
            </p:cNvGrpSpPr>
            <p:nvPr/>
          </p:nvGrpSpPr>
          <p:grpSpPr bwMode="auto">
            <a:xfrm rot="-223274">
              <a:off x="883" y="1697"/>
              <a:ext cx="469" cy="462"/>
              <a:chOff x="2757" y="1666"/>
              <a:chExt cx="812" cy="800"/>
            </a:xfrm>
          </p:grpSpPr>
          <p:sp>
            <p:nvSpPr>
              <p:cNvPr id="50213" name="Freeform 26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4" name="Freeform 27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15" name="Line 27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16" name="Freeform 27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7" name="Freeform 27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18" name="AutoShape 27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2" name="Group 275"/>
            <p:cNvGrpSpPr>
              <a:grpSpLocks/>
            </p:cNvGrpSpPr>
            <p:nvPr/>
          </p:nvGrpSpPr>
          <p:grpSpPr bwMode="auto">
            <a:xfrm rot="-223274">
              <a:off x="1774" y="1872"/>
              <a:ext cx="469" cy="462"/>
              <a:chOff x="2757" y="1666"/>
              <a:chExt cx="812" cy="800"/>
            </a:xfrm>
          </p:grpSpPr>
          <p:sp>
            <p:nvSpPr>
              <p:cNvPr id="50207" name="Freeform 27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08" name="Freeform 27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09" name="Line 27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10" name="Freeform 27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1" name="Freeform 28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12" name="AutoShape 28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3" name="Group 282"/>
            <p:cNvGrpSpPr>
              <a:grpSpLocks/>
            </p:cNvGrpSpPr>
            <p:nvPr/>
          </p:nvGrpSpPr>
          <p:grpSpPr bwMode="auto">
            <a:xfrm rot="-223274">
              <a:off x="2675" y="1870"/>
              <a:ext cx="469" cy="462"/>
              <a:chOff x="2757" y="1666"/>
              <a:chExt cx="812" cy="800"/>
            </a:xfrm>
          </p:grpSpPr>
          <p:sp>
            <p:nvSpPr>
              <p:cNvPr id="50201" name="Freeform 28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02" name="Freeform 28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50203" name="Line 28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04" name="Freeform 28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dirty="0"/>
              </a:p>
            </p:txBody>
          </p:sp>
          <p:sp>
            <p:nvSpPr>
              <p:cNvPr id="50205" name="Freeform 28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06" name="AutoShape 28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4" name="Group 289"/>
            <p:cNvGrpSpPr>
              <a:grpSpLocks/>
            </p:cNvGrpSpPr>
            <p:nvPr/>
          </p:nvGrpSpPr>
          <p:grpSpPr bwMode="auto">
            <a:xfrm rot="-223274">
              <a:off x="2653" y="1710"/>
              <a:ext cx="468" cy="464"/>
              <a:chOff x="2757" y="1666"/>
              <a:chExt cx="812" cy="800"/>
            </a:xfrm>
          </p:grpSpPr>
          <p:sp>
            <p:nvSpPr>
              <p:cNvPr id="50195" name="Freeform 29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196" name="Freeform 29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50197" name="Line 29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198" name="Freeform 29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199" name="Freeform 29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dirty="0"/>
              </a:p>
            </p:txBody>
          </p:sp>
          <p:sp>
            <p:nvSpPr>
              <p:cNvPr id="50200" name="AutoShape 295"/>
              <p:cNvSpPr>
                <a:spLocks noChangeArrowheads="1"/>
              </p:cNvSpPr>
              <p:nvPr/>
            </p:nvSpPr>
            <p:spPr bwMode="auto">
              <a:xfrm rot="16200000" flipH="1">
                <a:off x="3068"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dirty="0">
                  <a:solidFill>
                    <a:schemeClr val="tx1"/>
                  </a:solidFill>
                </a:endParaRPr>
              </a:p>
            </p:txBody>
          </p:sp>
        </p:grpSp>
      </p:grpSp>
      <p:sp>
        <p:nvSpPr>
          <p:cNvPr id="201000" name="Text Box 296"/>
          <p:cNvSpPr txBox="1">
            <a:spLocks noChangeArrowheads="1"/>
          </p:cNvSpPr>
          <p:nvPr/>
        </p:nvSpPr>
        <p:spPr bwMode="auto">
          <a:xfrm>
            <a:off x="566738" y="5316538"/>
            <a:ext cx="816292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(ou l’attente) sur votre feuille de suivi</a:t>
            </a:r>
          </a:p>
        </p:txBody>
      </p:sp>
      <p:sp>
        <p:nvSpPr>
          <p:cNvPr id="50185" name="AutoShape 297"/>
          <p:cNvSpPr>
            <a:spLocks noChangeArrowheads="1"/>
          </p:cNvSpPr>
          <p:nvPr/>
        </p:nvSpPr>
        <p:spPr bwMode="auto">
          <a:xfrm>
            <a:off x="4481513" y="6583363"/>
            <a:ext cx="527050" cy="246062"/>
          </a:xfrm>
          <a:prstGeom prst="downArrowCallout">
            <a:avLst>
              <a:gd name="adj1" fmla="val 53548"/>
              <a:gd name="adj2" fmla="val 53548"/>
              <a:gd name="adj3" fmla="val 16667"/>
              <a:gd name="adj4" fmla="val 66667"/>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84">
            <a:extLst>
              <a:ext uri="{FF2B5EF4-FFF2-40B4-BE49-F238E27FC236}">
                <a16:creationId xmlns:a16="http://schemas.microsoft.com/office/drawing/2014/main" id="{0EA48FF5-7974-CE33-C4EB-0F1976B0C9DF}"/>
              </a:ext>
            </a:extLst>
          </p:cNvPr>
          <p:cNvGrpSpPr>
            <a:grpSpLocks/>
          </p:cNvGrpSpPr>
          <p:nvPr/>
        </p:nvGrpSpPr>
        <p:grpSpPr bwMode="auto">
          <a:xfrm rot="-223274">
            <a:off x="2837661" y="2700338"/>
            <a:ext cx="744537" cy="733425"/>
            <a:chOff x="2757" y="1666"/>
            <a:chExt cx="812" cy="800"/>
          </a:xfrm>
        </p:grpSpPr>
        <p:sp>
          <p:nvSpPr>
            <p:cNvPr id="3" name="Freeform 85">
              <a:extLst>
                <a:ext uri="{FF2B5EF4-FFF2-40B4-BE49-F238E27FC236}">
                  <a16:creationId xmlns:a16="http://schemas.microsoft.com/office/drawing/2014/main" id="{DF6ACBEA-C5AC-F842-A2C9-0DC66F325B40}"/>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CBFC59E1-4B66-49D6-43C4-D30B4D0BD9A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 name="Line 87">
              <a:extLst>
                <a:ext uri="{FF2B5EF4-FFF2-40B4-BE49-F238E27FC236}">
                  <a16:creationId xmlns:a16="http://schemas.microsoft.com/office/drawing/2014/main" id="{B8E0761C-5177-4E23-8F7A-FA5CE9AE09A6}"/>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8" name="Freeform 88">
              <a:extLst>
                <a:ext uri="{FF2B5EF4-FFF2-40B4-BE49-F238E27FC236}">
                  <a16:creationId xmlns:a16="http://schemas.microsoft.com/office/drawing/2014/main" id="{D6DB3EB7-860C-859D-70C8-A514071EB5F3}"/>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 name="Freeform 89">
              <a:extLst>
                <a:ext uri="{FF2B5EF4-FFF2-40B4-BE49-F238E27FC236}">
                  <a16:creationId xmlns:a16="http://schemas.microsoft.com/office/drawing/2014/main" id="{0E05B6FF-61FA-D4A5-2A5D-7D13EBEF536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 name="AutoShape 90">
              <a:extLst>
                <a:ext uri="{FF2B5EF4-FFF2-40B4-BE49-F238E27FC236}">
                  <a16:creationId xmlns:a16="http://schemas.microsoft.com/office/drawing/2014/main" id="{AAC88E7F-3AD2-8FD8-C88F-5FB6F7457B48}"/>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ox(in)">
                                      <p:cBhvr>
                                        <p:cTn id="12" dur="500"/>
                                        <p:tgtEl>
                                          <p:spTgt spid="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200910"/>
                                        </p:tgtEl>
                                        <p:attrNameLst>
                                          <p:attrName>style.visibility</p:attrName>
                                        </p:attrNameLst>
                                      </p:cBhvr>
                                      <p:to>
                                        <p:strVal val="visible"/>
                                      </p:to>
                                    </p:set>
                                    <p:animEffect transition="in" filter="box(in)">
                                      <p:cBhvr>
                                        <p:cTn id="17" dur="500"/>
                                        <p:tgtEl>
                                          <p:spTgt spid="200910"/>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201000"/>
                                        </p:tgtEl>
                                        <p:attrNameLst>
                                          <p:attrName>style.visibility</p:attrName>
                                        </p:attrNameLst>
                                      </p:cBhvr>
                                      <p:to>
                                        <p:strVal val="visible"/>
                                      </p:to>
                                    </p:set>
                                    <p:animEffect transition="in" filter="box(in)">
                                      <p:cBhvr>
                                        <p:cTn id="22" dur="500"/>
                                        <p:tgtEl>
                                          <p:spTgt spid="2010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910" grpId="0"/>
      <p:bldP spid="20100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202" name="Group 23"/>
          <p:cNvGrpSpPr>
            <a:grpSpLocks/>
          </p:cNvGrpSpPr>
          <p:nvPr/>
        </p:nvGrpSpPr>
        <p:grpSpPr bwMode="auto">
          <a:xfrm>
            <a:off x="7073900" y="215900"/>
            <a:ext cx="1878013" cy="1250950"/>
            <a:chOff x="4456" y="136"/>
            <a:chExt cx="1183" cy="788"/>
          </a:xfrm>
        </p:grpSpPr>
        <p:grpSp>
          <p:nvGrpSpPr>
            <p:cNvPr id="51262" name="Group 4"/>
            <p:cNvGrpSpPr>
              <a:grpSpLocks/>
            </p:cNvGrpSpPr>
            <p:nvPr/>
          </p:nvGrpSpPr>
          <p:grpSpPr bwMode="auto">
            <a:xfrm>
              <a:off x="4766" y="232"/>
              <a:ext cx="873" cy="692"/>
              <a:chOff x="2185" y="310"/>
              <a:chExt cx="873" cy="692"/>
            </a:xfrm>
          </p:grpSpPr>
          <p:sp>
            <p:nvSpPr>
              <p:cNvPr id="51273"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4"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5"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6"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7"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8"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9"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1263" name="Group 12"/>
            <p:cNvGrpSpPr>
              <a:grpSpLocks/>
            </p:cNvGrpSpPr>
            <p:nvPr/>
          </p:nvGrpSpPr>
          <p:grpSpPr bwMode="auto">
            <a:xfrm>
              <a:off x="4949" y="336"/>
              <a:ext cx="591" cy="468"/>
              <a:chOff x="2185" y="310"/>
              <a:chExt cx="873" cy="692"/>
            </a:xfrm>
          </p:grpSpPr>
          <p:sp>
            <p:nvSpPr>
              <p:cNvPr id="51266"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7"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8"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9"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0"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1"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2"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1264"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5"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51204" name="Text Box 29"/>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1205" name="Text Box 30"/>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1206" name="Text Box 31"/>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1207" name="Group 33"/>
          <p:cNvGrpSpPr>
            <a:grpSpLocks/>
          </p:cNvGrpSpPr>
          <p:nvPr/>
        </p:nvGrpSpPr>
        <p:grpSpPr bwMode="auto">
          <a:xfrm>
            <a:off x="2986088" y="1306513"/>
            <a:ext cx="446087" cy="534987"/>
            <a:chOff x="868" y="1439"/>
            <a:chExt cx="811" cy="972"/>
          </a:xfrm>
        </p:grpSpPr>
        <p:sp>
          <p:nvSpPr>
            <p:cNvPr id="51211" name="Freeform 34"/>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2" name="Freeform 35"/>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3" name="Freeform 36"/>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4" name="Freeform 37"/>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5" name="Freeform 38"/>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6" name="Freeform 39"/>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7" name="Freeform 40"/>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8" name="Freeform 41"/>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9" name="Freeform 42"/>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0" name="Freeform 43"/>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1" name="Freeform 44"/>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2" name="Freeform 45"/>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3" name="Freeform 46"/>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4" name="Freeform 47"/>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5" name="Freeform 48"/>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6" name="Freeform 49"/>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7" name="Freeform 50"/>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8" name="Freeform 51"/>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9" name="Freeform 52"/>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0" name="Freeform 53"/>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1" name="Freeform 54"/>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2" name="Freeform 55"/>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3" name="Freeform 56"/>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4" name="Freeform 57"/>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5" name="Freeform 58"/>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6" name="Freeform 59"/>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7" name="Freeform 60"/>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8" name="Freeform 61"/>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9" name="Freeform 62"/>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0" name="Freeform 63"/>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1" name="Freeform 64"/>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2" name="Freeform 65"/>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3" name="Freeform 66"/>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4" name="Freeform 67"/>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5" name="Freeform 68"/>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6" name="Freeform 69"/>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7" name="Freeform 70"/>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8" name="Freeform 71"/>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9" name="Freeform 72"/>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0" name="Freeform 73"/>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1" name="Freeform 74"/>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2" name="Freeform 75"/>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3" name="Freeform 76"/>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4" name="Freeform 77"/>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5" name="Freeform 78"/>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6" name="Freeform 79"/>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7" name="Freeform 80"/>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8" name="Freeform 81"/>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9" name="Freeform 82"/>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0" name="Freeform 83"/>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1" name="Freeform 84"/>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1209" name="Rectangle 121"/>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1210" name="Text Box 122"/>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226" name="Group 2"/>
          <p:cNvGrpSpPr>
            <a:grpSpLocks/>
          </p:cNvGrpSpPr>
          <p:nvPr/>
        </p:nvGrpSpPr>
        <p:grpSpPr bwMode="auto">
          <a:xfrm>
            <a:off x="7073900" y="215900"/>
            <a:ext cx="1878013" cy="1250950"/>
            <a:chOff x="4456" y="136"/>
            <a:chExt cx="1183" cy="788"/>
          </a:xfrm>
        </p:grpSpPr>
        <p:grpSp>
          <p:nvGrpSpPr>
            <p:cNvPr id="52286" name="Group 3"/>
            <p:cNvGrpSpPr>
              <a:grpSpLocks/>
            </p:cNvGrpSpPr>
            <p:nvPr/>
          </p:nvGrpSpPr>
          <p:grpSpPr bwMode="auto">
            <a:xfrm>
              <a:off x="4766" y="232"/>
              <a:ext cx="873" cy="692"/>
              <a:chOff x="2185" y="310"/>
              <a:chExt cx="873" cy="692"/>
            </a:xfrm>
          </p:grpSpPr>
          <p:sp>
            <p:nvSpPr>
              <p:cNvPr id="522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2287" name="Group 11"/>
            <p:cNvGrpSpPr>
              <a:grpSpLocks/>
            </p:cNvGrpSpPr>
            <p:nvPr/>
          </p:nvGrpSpPr>
          <p:grpSpPr bwMode="auto">
            <a:xfrm>
              <a:off x="4949" y="336"/>
              <a:ext cx="591" cy="468"/>
              <a:chOff x="2185" y="310"/>
              <a:chExt cx="873" cy="692"/>
            </a:xfrm>
          </p:grpSpPr>
          <p:sp>
            <p:nvSpPr>
              <p:cNvPr id="522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22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28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52228"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2229"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2230" name="Group 26"/>
          <p:cNvGrpSpPr>
            <a:grpSpLocks/>
          </p:cNvGrpSpPr>
          <p:nvPr/>
        </p:nvGrpSpPr>
        <p:grpSpPr bwMode="auto">
          <a:xfrm>
            <a:off x="2986088" y="1306513"/>
            <a:ext cx="446087" cy="534987"/>
            <a:chOff x="868" y="1439"/>
            <a:chExt cx="811" cy="972"/>
          </a:xfrm>
        </p:grpSpPr>
        <p:sp>
          <p:nvSpPr>
            <p:cNvPr id="52235"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6"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7"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8"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9"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0"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1"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2"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3"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4"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5"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6"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7"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8"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9"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0"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1"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2"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3"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4"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5"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6"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7"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8"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9"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0"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1"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2"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3"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4"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5"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6"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7"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8"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9"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0"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1"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2"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3"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4"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5"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6"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7"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8"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9"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0"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1"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2"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3"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4"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5"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2232"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2234"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299">
            <a:extLst>
              <a:ext uri="{FF2B5EF4-FFF2-40B4-BE49-F238E27FC236}">
                <a16:creationId xmlns:a16="http://schemas.microsoft.com/office/drawing/2014/main" id="{BD5B0815-7AE7-39E1-2170-AC2F00146EA6}"/>
              </a:ext>
            </a:extLst>
          </p:cNvPr>
          <p:cNvGrpSpPr>
            <a:grpSpLocks/>
          </p:cNvGrpSpPr>
          <p:nvPr/>
        </p:nvGrpSpPr>
        <p:grpSpPr bwMode="auto">
          <a:xfrm>
            <a:off x="574675" y="2030413"/>
            <a:ext cx="4475163" cy="2130425"/>
            <a:chOff x="362" y="1279"/>
            <a:chExt cx="2819" cy="1342"/>
          </a:xfrm>
        </p:grpSpPr>
        <p:sp>
          <p:nvSpPr>
            <p:cNvPr id="3" name="Text Box 168">
              <a:extLst>
                <a:ext uri="{FF2B5EF4-FFF2-40B4-BE49-F238E27FC236}">
                  <a16:creationId xmlns:a16="http://schemas.microsoft.com/office/drawing/2014/main" id="{5B46AAAC-66E1-041F-07A4-9D2D60C0288C}"/>
                </a:ext>
              </a:extLst>
            </p:cNvPr>
            <p:cNvSpPr txBox="1">
              <a:spLocks noChangeArrowheads="1"/>
            </p:cNvSpPr>
            <p:nvPr/>
          </p:nvSpPr>
          <p:spPr bwMode="auto">
            <a:xfrm>
              <a:off x="887" y="2330"/>
              <a:ext cx="526"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1 R1</a:t>
              </a:r>
            </a:p>
          </p:txBody>
        </p:sp>
        <p:sp>
          <p:nvSpPr>
            <p:cNvPr id="4" name="Text Box 170">
              <a:extLst>
                <a:ext uri="{FF2B5EF4-FFF2-40B4-BE49-F238E27FC236}">
                  <a16:creationId xmlns:a16="http://schemas.microsoft.com/office/drawing/2014/main" id="{3E6EBA1C-4956-103D-2AFC-7615AA5808AF}"/>
                </a:ext>
              </a:extLst>
            </p:cNvPr>
            <p:cNvSpPr txBox="1">
              <a:spLocks noChangeArrowheads="1"/>
            </p:cNvSpPr>
            <p:nvPr/>
          </p:nvSpPr>
          <p:spPr bwMode="auto">
            <a:xfrm>
              <a:off x="1747" y="2330"/>
              <a:ext cx="526"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1 R3</a:t>
              </a:r>
            </a:p>
          </p:txBody>
        </p:sp>
        <p:sp>
          <p:nvSpPr>
            <p:cNvPr id="5" name="Text Box 171">
              <a:extLst>
                <a:ext uri="{FF2B5EF4-FFF2-40B4-BE49-F238E27FC236}">
                  <a16:creationId xmlns:a16="http://schemas.microsoft.com/office/drawing/2014/main" id="{F042CC87-9D29-F92C-F3A0-808A59DB3540}"/>
                </a:ext>
              </a:extLst>
            </p:cNvPr>
            <p:cNvSpPr txBox="1">
              <a:spLocks noChangeArrowheads="1"/>
            </p:cNvSpPr>
            <p:nvPr/>
          </p:nvSpPr>
          <p:spPr bwMode="auto">
            <a:xfrm>
              <a:off x="2655" y="2324"/>
              <a:ext cx="526"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sp>
          <p:nvSpPr>
            <p:cNvPr id="6" name="Text Box 198">
              <a:extLst>
                <a:ext uri="{FF2B5EF4-FFF2-40B4-BE49-F238E27FC236}">
                  <a16:creationId xmlns:a16="http://schemas.microsoft.com/office/drawing/2014/main" id="{85CE9019-FB64-9819-08BE-EF87AAB19F19}"/>
                </a:ext>
              </a:extLst>
            </p:cNvPr>
            <p:cNvSpPr txBox="1">
              <a:spLocks noChangeArrowheads="1"/>
            </p:cNvSpPr>
            <p:nvPr/>
          </p:nvSpPr>
          <p:spPr bwMode="auto">
            <a:xfrm>
              <a:off x="362" y="1279"/>
              <a:ext cx="224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dirty="0"/>
                <a:t>2. Livrez les commandes</a:t>
              </a:r>
            </a:p>
          </p:txBody>
        </p:sp>
        <p:sp>
          <p:nvSpPr>
            <p:cNvPr id="38" name="Line 264">
              <a:extLst>
                <a:ext uri="{FF2B5EF4-FFF2-40B4-BE49-F238E27FC236}">
                  <a16:creationId xmlns:a16="http://schemas.microsoft.com/office/drawing/2014/main" id="{58475248-968D-91AE-826B-165190DBB0B4}"/>
                </a:ext>
              </a:extLst>
            </p:cNvPr>
            <p:cNvSpPr>
              <a:spLocks noChangeShapeType="1"/>
            </p:cNvSpPr>
            <p:nvPr/>
          </p:nvSpPr>
          <p:spPr bwMode="auto">
            <a:xfrm rot="21376726">
              <a:off x="1096" y="1970"/>
              <a:ext cx="203" cy="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nvGrpSpPr>
            <p:cNvPr id="8" name="Group 268">
              <a:extLst>
                <a:ext uri="{FF2B5EF4-FFF2-40B4-BE49-F238E27FC236}">
                  <a16:creationId xmlns:a16="http://schemas.microsoft.com/office/drawing/2014/main" id="{7DBA8FCC-CFC8-025D-4DB0-571D09633611}"/>
                </a:ext>
              </a:extLst>
            </p:cNvPr>
            <p:cNvGrpSpPr>
              <a:grpSpLocks/>
            </p:cNvGrpSpPr>
            <p:nvPr/>
          </p:nvGrpSpPr>
          <p:grpSpPr bwMode="auto">
            <a:xfrm rot="-223274">
              <a:off x="883" y="1697"/>
              <a:ext cx="469" cy="462"/>
              <a:chOff x="2757" y="1666"/>
              <a:chExt cx="812" cy="800"/>
            </a:xfrm>
          </p:grpSpPr>
          <p:sp>
            <p:nvSpPr>
              <p:cNvPr id="30" name="Freeform 269">
                <a:extLst>
                  <a:ext uri="{FF2B5EF4-FFF2-40B4-BE49-F238E27FC236}">
                    <a16:creationId xmlns:a16="http://schemas.microsoft.com/office/drawing/2014/main" id="{DBDC8057-6E14-51B2-56FD-C1119040FF20}"/>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1" name="Freeform 270">
                <a:extLst>
                  <a:ext uri="{FF2B5EF4-FFF2-40B4-BE49-F238E27FC236}">
                    <a16:creationId xmlns:a16="http://schemas.microsoft.com/office/drawing/2014/main" id="{B9C22353-1E5E-348E-00D8-9D4465B8E3BC}"/>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2" name="Line 271">
                <a:extLst>
                  <a:ext uri="{FF2B5EF4-FFF2-40B4-BE49-F238E27FC236}">
                    <a16:creationId xmlns:a16="http://schemas.microsoft.com/office/drawing/2014/main" id="{136C5E35-ADF2-68DD-7755-96624905D963}"/>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3" name="Freeform 272">
                <a:extLst>
                  <a:ext uri="{FF2B5EF4-FFF2-40B4-BE49-F238E27FC236}">
                    <a16:creationId xmlns:a16="http://schemas.microsoft.com/office/drawing/2014/main" id="{839ABE9B-0550-010A-9788-58B1C73543F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4" name="Freeform 273">
                <a:extLst>
                  <a:ext uri="{FF2B5EF4-FFF2-40B4-BE49-F238E27FC236}">
                    <a16:creationId xmlns:a16="http://schemas.microsoft.com/office/drawing/2014/main" id="{FC74665A-3E8C-506F-1F8B-B402294F1FE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5" name="AutoShape 274">
                <a:extLst>
                  <a:ext uri="{FF2B5EF4-FFF2-40B4-BE49-F238E27FC236}">
                    <a16:creationId xmlns:a16="http://schemas.microsoft.com/office/drawing/2014/main" id="{2A2C56AE-3861-51DF-53B8-7E443DAA500D}"/>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275">
              <a:extLst>
                <a:ext uri="{FF2B5EF4-FFF2-40B4-BE49-F238E27FC236}">
                  <a16:creationId xmlns:a16="http://schemas.microsoft.com/office/drawing/2014/main" id="{0686971F-5ABF-6E9D-917A-268802A4FFA0}"/>
                </a:ext>
              </a:extLst>
            </p:cNvPr>
            <p:cNvGrpSpPr>
              <a:grpSpLocks/>
            </p:cNvGrpSpPr>
            <p:nvPr/>
          </p:nvGrpSpPr>
          <p:grpSpPr bwMode="auto">
            <a:xfrm rot="-223274">
              <a:off x="1774" y="1872"/>
              <a:ext cx="469" cy="462"/>
              <a:chOff x="2757" y="1666"/>
              <a:chExt cx="812" cy="800"/>
            </a:xfrm>
          </p:grpSpPr>
          <p:sp>
            <p:nvSpPr>
              <p:cNvPr id="24" name="Freeform 276">
                <a:extLst>
                  <a:ext uri="{FF2B5EF4-FFF2-40B4-BE49-F238E27FC236}">
                    <a16:creationId xmlns:a16="http://schemas.microsoft.com/office/drawing/2014/main" id="{95E09E0E-A0E0-52AA-B4E9-907D8C9DF3CA}"/>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5" name="Freeform 277">
                <a:extLst>
                  <a:ext uri="{FF2B5EF4-FFF2-40B4-BE49-F238E27FC236}">
                    <a16:creationId xmlns:a16="http://schemas.microsoft.com/office/drawing/2014/main" id="{43C1C940-E9FE-44C9-14F5-B1342BB7095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6" name="Line 278">
                <a:extLst>
                  <a:ext uri="{FF2B5EF4-FFF2-40B4-BE49-F238E27FC236}">
                    <a16:creationId xmlns:a16="http://schemas.microsoft.com/office/drawing/2014/main" id="{17DD13EF-51F1-5808-9AAF-192439F710B8}"/>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7" name="Freeform 279">
                <a:extLst>
                  <a:ext uri="{FF2B5EF4-FFF2-40B4-BE49-F238E27FC236}">
                    <a16:creationId xmlns:a16="http://schemas.microsoft.com/office/drawing/2014/main" id="{D4AA3217-E96A-F50D-2B10-1A652CBB9C4B}"/>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8" name="Freeform 280">
                <a:extLst>
                  <a:ext uri="{FF2B5EF4-FFF2-40B4-BE49-F238E27FC236}">
                    <a16:creationId xmlns:a16="http://schemas.microsoft.com/office/drawing/2014/main" id="{A2A75B4A-B770-EFBD-EB78-449D83964CA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9" name="AutoShape 281">
                <a:extLst>
                  <a:ext uri="{FF2B5EF4-FFF2-40B4-BE49-F238E27FC236}">
                    <a16:creationId xmlns:a16="http://schemas.microsoft.com/office/drawing/2014/main" id="{D54C9057-9855-DF94-97D4-F9A0B28182C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 name="Group 282">
              <a:extLst>
                <a:ext uri="{FF2B5EF4-FFF2-40B4-BE49-F238E27FC236}">
                  <a16:creationId xmlns:a16="http://schemas.microsoft.com/office/drawing/2014/main" id="{CBA95EF0-86B7-5CBC-D877-CCE70571F6B5}"/>
                </a:ext>
              </a:extLst>
            </p:cNvPr>
            <p:cNvGrpSpPr>
              <a:grpSpLocks/>
            </p:cNvGrpSpPr>
            <p:nvPr/>
          </p:nvGrpSpPr>
          <p:grpSpPr bwMode="auto">
            <a:xfrm rot="-223274">
              <a:off x="2675" y="1870"/>
              <a:ext cx="469" cy="462"/>
              <a:chOff x="2757" y="1666"/>
              <a:chExt cx="812" cy="800"/>
            </a:xfrm>
          </p:grpSpPr>
          <p:sp>
            <p:nvSpPr>
              <p:cNvPr id="18" name="Freeform 283">
                <a:extLst>
                  <a:ext uri="{FF2B5EF4-FFF2-40B4-BE49-F238E27FC236}">
                    <a16:creationId xmlns:a16="http://schemas.microsoft.com/office/drawing/2014/main" id="{5609146B-4CAF-D923-60B0-09DDA7AC4D16}"/>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 name="Freeform 284">
                <a:extLst>
                  <a:ext uri="{FF2B5EF4-FFF2-40B4-BE49-F238E27FC236}">
                    <a16:creationId xmlns:a16="http://schemas.microsoft.com/office/drawing/2014/main" id="{B1B745E8-982C-B3F1-4C91-A7132B675C52}"/>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20" name="Line 285">
                <a:extLst>
                  <a:ext uri="{FF2B5EF4-FFF2-40B4-BE49-F238E27FC236}">
                    <a16:creationId xmlns:a16="http://schemas.microsoft.com/office/drawing/2014/main" id="{A404F227-547D-2980-AD0F-3C537522F97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1" name="Freeform 286">
                <a:extLst>
                  <a:ext uri="{FF2B5EF4-FFF2-40B4-BE49-F238E27FC236}">
                    <a16:creationId xmlns:a16="http://schemas.microsoft.com/office/drawing/2014/main" id="{29910D10-DB77-AA48-C6F8-978C5D988AB1}"/>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dirty="0"/>
              </a:p>
            </p:txBody>
          </p:sp>
          <p:sp>
            <p:nvSpPr>
              <p:cNvPr id="22" name="Freeform 287">
                <a:extLst>
                  <a:ext uri="{FF2B5EF4-FFF2-40B4-BE49-F238E27FC236}">
                    <a16:creationId xmlns:a16="http://schemas.microsoft.com/office/drawing/2014/main" id="{67EF6758-CA73-F9E9-E6A1-5A9680E06FF9}"/>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3" name="AutoShape 288">
                <a:extLst>
                  <a:ext uri="{FF2B5EF4-FFF2-40B4-BE49-F238E27FC236}">
                    <a16:creationId xmlns:a16="http://schemas.microsoft.com/office/drawing/2014/main" id="{4DD15C13-0B01-28CB-5423-5869FEE3F378}"/>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1" name="Group 289">
              <a:extLst>
                <a:ext uri="{FF2B5EF4-FFF2-40B4-BE49-F238E27FC236}">
                  <a16:creationId xmlns:a16="http://schemas.microsoft.com/office/drawing/2014/main" id="{D0D3EBE7-C7BC-6870-59EC-681584093C31}"/>
                </a:ext>
              </a:extLst>
            </p:cNvPr>
            <p:cNvGrpSpPr>
              <a:grpSpLocks/>
            </p:cNvGrpSpPr>
            <p:nvPr/>
          </p:nvGrpSpPr>
          <p:grpSpPr bwMode="auto">
            <a:xfrm rot="-223274">
              <a:off x="2655" y="1710"/>
              <a:ext cx="465" cy="464"/>
              <a:chOff x="2762" y="1666"/>
              <a:chExt cx="807" cy="800"/>
            </a:xfrm>
          </p:grpSpPr>
          <p:sp>
            <p:nvSpPr>
              <p:cNvPr id="12" name="Freeform 290">
                <a:extLst>
                  <a:ext uri="{FF2B5EF4-FFF2-40B4-BE49-F238E27FC236}">
                    <a16:creationId xmlns:a16="http://schemas.microsoft.com/office/drawing/2014/main" id="{E6BD8724-74DC-C04C-ACB2-49CEA534E90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 name="Freeform 291">
                <a:extLst>
                  <a:ext uri="{FF2B5EF4-FFF2-40B4-BE49-F238E27FC236}">
                    <a16:creationId xmlns:a16="http://schemas.microsoft.com/office/drawing/2014/main" id="{E008A0DD-5DD4-8870-9EAE-ED4AB3A6368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14" name="Line 292">
                <a:extLst>
                  <a:ext uri="{FF2B5EF4-FFF2-40B4-BE49-F238E27FC236}">
                    <a16:creationId xmlns:a16="http://schemas.microsoft.com/office/drawing/2014/main" id="{4ED9AACA-BF56-FA8F-82AF-971B904C4276}"/>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 name="Freeform 293">
                <a:extLst>
                  <a:ext uri="{FF2B5EF4-FFF2-40B4-BE49-F238E27FC236}">
                    <a16:creationId xmlns:a16="http://schemas.microsoft.com/office/drawing/2014/main" id="{A4AC4F8C-FE05-B3C8-EA03-51521CA568AA}"/>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 name="Freeform 294">
                <a:extLst>
                  <a:ext uri="{FF2B5EF4-FFF2-40B4-BE49-F238E27FC236}">
                    <a16:creationId xmlns:a16="http://schemas.microsoft.com/office/drawing/2014/main" id="{36482267-79B4-88D7-11EA-ADBAF6223A29}"/>
                  </a:ext>
                </a:extLst>
              </p:cNvPr>
              <p:cNvSpPr>
                <a:spLocks/>
              </p:cNvSpPr>
              <p:nvPr/>
            </p:nvSpPr>
            <p:spPr bwMode="auto">
              <a:xfrm>
                <a:off x="2762"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dirty="0"/>
              </a:p>
            </p:txBody>
          </p:sp>
          <p:sp>
            <p:nvSpPr>
              <p:cNvPr id="17" name="AutoShape 295">
                <a:extLst>
                  <a:ext uri="{FF2B5EF4-FFF2-40B4-BE49-F238E27FC236}">
                    <a16:creationId xmlns:a16="http://schemas.microsoft.com/office/drawing/2014/main" id="{00AEB914-7933-C5AB-CC69-977224894C59}"/>
                  </a:ext>
                </a:extLst>
              </p:cNvPr>
              <p:cNvSpPr>
                <a:spLocks noChangeArrowheads="1"/>
              </p:cNvSpPr>
              <p:nvPr/>
            </p:nvSpPr>
            <p:spPr bwMode="auto">
              <a:xfrm rot="16200000" flipH="1">
                <a:off x="3068"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dirty="0">
                  <a:solidFill>
                    <a:schemeClr val="tx1"/>
                  </a:solidFil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250" name="Group 2"/>
          <p:cNvGrpSpPr>
            <a:grpSpLocks/>
          </p:cNvGrpSpPr>
          <p:nvPr/>
        </p:nvGrpSpPr>
        <p:grpSpPr bwMode="auto">
          <a:xfrm>
            <a:off x="7073900" y="215900"/>
            <a:ext cx="1878013" cy="1250950"/>
            <a:chOff x="4456" y="136"/>
            <a:chExt cx="1183" cy="788"/>
          </a:xfrm>
        </p:grpSpPr>
        <p:grpSp>
          <p:nvGrpSpPr>
            <p:cNvPr id="53310" name="Group 3"/>
            <p:cNvGrpSpPr>
              <a:grpSpLocks/>
            </p:cNvGrpSpPr>
            <p:nvPr/>
          </p:nvGrpSpPr>
          <p:grpSpPr bwMode="auto">
            <a:xfrm>
              <a:off x="4766" y="232"/>
              <a:ext cx="873" cy="692"/>
              <a:chOff x="2185" y="310"/>
              <a:chExt cx="873" cy="692"/>
            </a:xfrm>
          </p:grpSpPr>
          <p:sp>
            <p:nvSpPr>
              <p:cNvPr id="533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3311" name="Group 11"/>
            <p:cNvGrpSpPr>
              <a:grpSpLocks/>
            </p:cNvGrpSpPr>
            <p:nvPr/>
          </p:nvGrpSpPr>
          <p:grpSpPr bwMode="auto">
            <a:xfrm>
              <a:off x="4949" y="336"/>
              <a:ext cx="591" cy="468"/>
              <a:chOff x="2185" y="310"/>
              <a:chExt cx="873" cy="692"/>
            </a:xfrm>
          </p:grpSpPr>
          <p:sp>
            <p:nvSpPr>
              <p:cNvPr id="533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33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31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53252"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3253"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3254" name="Group 26"/>
          <p:cNvGrpSpPr>
            <a:grpSpLocks/>
          </p:cNvGrpSpPr>
          <p:nvPr/>
        </p:nvGrpSpPr>
        <p:grpSpPr bwMode="auto">
          <a:xfrm>
            <a:off x="2986088" y="1306513"/>
            <a:ext cx="446087" cy="534987"/>
            <a:chOff x="868" y="1439"/>
            <a:chExt cx="811" cy="972"/>
          </a:xfrm>
        </p:grpSpPr>
        <p:sp>
          <p:nvSpPr>
            <p:cNvPr id="53259"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0"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1"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2"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3"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4"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5"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6"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7"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8"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9"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0"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1"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2"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3"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4"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5"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6"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7"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8"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9"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0"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1"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2"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3"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4"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5"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6"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7"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8"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9"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0"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1"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2"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3"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4"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5"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6"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7"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8"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9"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0"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1"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2"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3"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4"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5"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6"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7"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8"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9"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3256"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3257"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3258"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274" name="Group 2"/>
          <p:cNvGrpSpPr>
            <a:grpSpLocks/>
          </p:cNvGrpSpPr>
          <p:nvPr/>
        </p:nvGrpSpPr>
        <p:grpSpPr bwMode="auto">
          <a:xfrm>
            <a:off x="7073900" y="215900"/>
            <a:ext cx="1878013" cy="1250950"/>
            <a:chOff x="4456" y="136"/>
            <a:chExt cx="1183" cy="788"/>
          </a:xfrm>
        </p:grpSpPr>
        <p:grpSp>
          <p:nvGrpSpPr>
            <p:cNvPr id="54334" name="Group 3"/>
            <p:cNvGrpSpPr>
              <a:grpSpLocks/>
            </p:cNvGrpSpPr>
            <p:nvPr/>
          </p:nvGrpSpPr>
          <p:grpSpPr bwMode="auto">
            <a:xfrm>
              <a:off x="4766" y="232"/>
              <a:ext cx="873" cy="692"/>
              <a:chOff x="2185" y="310"/>
              <a:chExt cx="873" cy="692"/>
            </a:xfrm>
          </p:grpSpPr>
          <p:sp>
            <p:nvSpPr>
              <p:cNvPr id="543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4335" name="Group 11"/>
            <p:cNvGrpSpPr>
              <a:grpSpLocks/>
            </p:cNvGrpSpPr>
            <p:nvPr/>
          </p:nvGrpSpPr>
          <p:grpSpPr bwMode="auto">
            <a:xfrm>
              <a:off x="4949" y="336"/>
              <a:ext cx="591" cy="468"/>
              <a:chOff x="2185" y="310"/>
              <a:chExt cx="873" cy="692"/>
            </a:xfrm>
          </p:grpSpPr>
          <p:sp>
            <p:nvSpPr>
              <p:cNvPr id="543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43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33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54276"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4277"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4278" name="Group 26"/>
          <p:cNvGrpSpPr>
            <a:grpSpLocks/>
          </p:cNvGrpSpPr>
          <p:nvPr/>
        </p:nvGrpSpPr>
        <p:grpSpPr bwMode="auto">
          <a:xfrm>
            <a:off x="2986088" y="1306513"/>
            <a:ext cx="446087" cy="534987"/>
            <a:chOff x="868" y="1439"/>
            <a:chExt cx="811" cy="972"/>
          </a:xfrm>
        </p:grpSpPr>
        <p:sp>
          <p:nvSpPr>
            <p:cNvPr id="54283"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4"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5"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6"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7"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8"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9"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0"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1"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2"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3"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4"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5"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6"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7"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8"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9"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0"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1"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2"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3"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4"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5"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6"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7"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8"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9"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0"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1"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2"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3"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4"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5"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6"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7"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8"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9"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0"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1"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2"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3"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4"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5"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6"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7"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8"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9"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0"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1"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2"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3"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4280"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4281"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4282"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298" name="Group 2"/>
          <p:cNvGrpSpPr>
            <a:grpSpLocks/>
          </p:cNvGrpSpPr>
          <p:nvPr/>
        </p:nvGrpSpPr>
        <p:grpSpPr bwMode="auto">
          <a:xfrm>
            <a:off x="7073900" y="215900"/>
            <a:ext cx="1878013" cy="1250950"/>
            <a:chOff x="4456" y="136"/>
            <a:chExt cx="1183" cy="788"/>
          </a:xfrm>
        </p:grpSpPr>
        <p:grpSp>
          <p:nvGrpSpPr>
            <p:cNvPr id="55358" name="Group 3"/>
            <p:cNvGrpSpPr>
              <a:grpSpLocks/>
            </p:cNvGrpSpPr>
            <p:nvPr/>
          </p:nvGrpSpPr>
          <p:grpSpPr bwMode="auto">
            <a:xfrm>
              <a:off x="4766" y="232"/>
              <a:ext cx="873" cy="692"/>
              <a:chOff x="2185" y="310"/>
              <a:chExt cx="873" cy="692"/>
            </a:xfrm>
          </p:grpSpPr>
          <p:sp>
            <p:nvSpPr>
              <p:cNvPr id="553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5359" name="Group 11"/>
            <p:cNvGrpSpPr>
              <a:grpSpLocks/>
            </p:cNvGrpSpPr>
            <p:nvPr/>
          </p:nvGrpSpPr>
          <p:grpSpPr bwMode="auto">
            <a:xfrm>
              <a:off x="4949" y="336"/>
              <a:ext cx="591" cy="468"/>
              <a:chOff x="2185" y="310"/>
              <a:chExt cx="873" cy="692"/>
            </a:xfrm>
          </p:grpSpPr>
          <p:sp>
            <p:nvSpPr>
              <p:cNvPr id="553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53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6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55300"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5301"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5302" name="Group 26"/>
          <p:cNvGrpSpPr>
            <a:grpSpLocks/>
          </p:cNvGrpSpPr>
          <p:nvPr/>
        </p:nvGrpSpPr>
        <p:grpSpPr bwMode="auto">
          <a:xfrm>
            <a:off x="2986088" y="1306513"/>
            <a:ext cx="446087" cy="534987"/>
            <a:chOff x="868" y="1439"/>
            <a:chExt cx="811" cy="972"/>
          </a:xfrm>
        </p:grpSpPr>
        <p:sp>
          <p:nvSpPr>
            <p:cNvPr id="55307"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08"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09"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0"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1"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2"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3"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4"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5"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6"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7"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8"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9"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0"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1"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2"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3"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4"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5"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6"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7"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8"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9"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0"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1"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2"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3"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4"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5"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6"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7"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8"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9"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0"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1"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2"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3"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4"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5"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6"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7"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8"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9"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0"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1"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2"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3"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4"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5"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6"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7"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5304"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5305"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5306"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322" name="Group 2"/>
          <p:cNvGrpSpPr>
            <a:grpSpLocks/>
          </p:cNvGrpSpPr>
          <p:nvPr/>
        </p:nvGrpSpPr>
        <p:grpSpPr bwMode="auto">
          <a:xfrm>
            <a:off x="7073900" y="215900"/>
            <a:ext cx="1878013" cy="1250950"/>
            <a:chOff x="4456" y="136"/>
            <a:chExt cx="1183" cy="788"/>
          </a:xfrm>
        </p:grpSpPr>
        <p:grpSp>
          <p:nvGrpSpPr>
            <p:cNvPr id="56382" name="Group 3"/>
            <p:cNvGrpSpPr>
              <a:grpSpLocks/>
            </p:cNvGrpSpPr>
            <p:nvPr/>
          </p:nvGrpSpPr>
          <p:grpSpPr bwMode="auto">
            <a:xfrm>
              <a:off x="4766" y="232"/>
              <a:ext cx="873" cy="692"/>
              <a:chOff x="2185" y="310"/>
              <a:chExt cx="873" cy="692"/>
            </a:xfrm>
          </p:grpSpPr>
          <p:sp>
            <p:nvSpPr>
              <p:cNvPr id="5639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6383" name="Group 11"/>
            <p:cNvGrpSpPr>
              <a:grpSpLocks/>
            </p:cNvGrpSpPr>
            <p:nvPr/>
          </p:nvGrpSpPr>
          <p:grpSpPr bwMode="auto">
            <a:xfrm>
              <a:off x="4949" y="336"/>
              <a:ext cx="591" cy="468"/>
              <a:chOff x="2185" y="310"/>
              <a:chExt cx="873" cy="692"/>
            </a:xfrm>
          </p:grpSpPr>
          <p:sp>
            <p:nvSpPr>
              <p:cNvPr id="5638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638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8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56324"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6325"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6326" name="Group 26"/>
          <p:cNvGrpSpPr>
            <a:grpSpLocks/>
          </p:cNvGrpSpPr>
          <p:nvPr/>
        </p:nvGrpSpPr>
        <p:grpSpPr bwMode="auto">
          <a:xfrm>
            <a:off x="2986088" y="1306513"/>
            <a:ext cx="446087" cy="534987"/>
            <a:chOff x="868" y="1439"/>
            <a:chExt cx="811" cy="972"/>
          </a:xfrm>
        </p:grpSpPr>
        <p:sp>
          <p:nvSpPr>
            <p:cNvPr id="56331"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2"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3"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4"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5"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6"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7"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8"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9"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0"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1"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2"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3"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4"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5"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6"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7"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8"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9"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0"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1"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2"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3"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4"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5"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6"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7"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8"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9"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0"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1"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2"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3"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4"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5"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6"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7"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8"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9"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0"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1"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2"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3"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4"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5"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6"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7"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8"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9"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0"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1"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6328"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6329"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6330"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346" name="Group 2"/>
          <p:cNvGrpSpPr>
            <a:grpSpLocks/>
          </p:cNvGrpSpPr>
          <p:nvPr/>
        </p:nvGrpSpPr>
        <p:grpSpPr bwMode="auto">
          <a:xfrm>
            <a:off x="7073900" y="215900"/>
            <a:ext cx="1878013" cy="1250950"/>
            <a:chOff x="4456" y="136"/>
            <a:chExt cx="1183" cy="788"/>
          </a:xfrm>
        </p:grpSpPr>
        <p:grpSp>
          <p:nvGrpSpPr>
            <p:cNvPr id="57406" name="Group 3"/>
            <p:cNvGrpSpPr>
              <a:grpSpLocks/>
            </p:cNvGrpSpPr>
            <p:nvPr/>
          </p:nvGrpSpPr>
          <p:grpSpPr bwMode="auto">
            <a:xfrm>
              <a:off x="4766" y="232"/>
              <a:ext cx="873" cy="692"/>
              <a:chOff x="2185" y="310"/>
              <a:chExt cx="873" cy="692"/>
            </a:xfrm>
          </p:grpSpPr>
          <p:sp>
            <p:nvSpPr>
              <p:cNvPr id="574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7407" name="Group 11"/>
            <p:cNvGrpSpPr>
              <a:grpSpLocks/>
            </p:cNvGrpSpPr>
            <p:nvPr/>
          </p:nvGrpSpPr>
          <p:grpSpPr bwMode="auto">
            <a:xfrm>
              <a:off x="4949" y="336"/>
              <a:ext cx="591" cy="468"/>
              <a:chOff x="2185" y="310"/>
              <a:chExt cx="873" cy="692"/>
            </a:xfrm>
          </p:grpSpPr>
          <p:sp>
            <p:nvSpPr>
              <p:cNvPr id="574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74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40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57348"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7349"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7350" name="Group 26"/>
          <p:cNvGrpSpPr>
            <a:grpSpLocks/>
          </p:cNvGrpSpPr>
          <p:nvPr/>
        </p:nvGrpSpPr>
        <p:grpSpPr bwMode="auto">
          <a:xfrm>
            <a:off x="2986088" y="1306513"/>
            <a:ext cx="446087" cy="534987"/>
            <a:chOff x="868" y="1439"/>
            <a:chExt cx="811" cy="972"/>
          </a:xfrm>
        </p:grpSpPr>
        <p:sp>
          <p:nvSpPr>
            <p:cNvPr id="57355"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6"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7"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8"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9"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0"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1"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2"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3"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4"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5"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6"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7"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8"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9"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0"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1"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2"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3"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4"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5"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6"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7"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8"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9"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0"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1"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2"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3"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4"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5"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6"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7"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8"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9"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0"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1"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2"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3"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4"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5"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6"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7"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8"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9"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0"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1"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2"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3"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4"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5"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7352"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7353"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7354"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371" name="Group 3"/>
          <p:cNvGrpSpPr>
            <a:grpSpLocks/>
          </p:cNvGrpSpPr>
          <p:nvPr/>
        </p:nvGrpSpPr>
        <p:grpSpPr bwMode="auto">
          <a:xfrm>
            <a:off x="7073900" y="215900"/>
            <a:ext cx="1878013" cy="1250950"/>
            <a:chOff x="4456" y="136"/>
            <a:chExt cx="1183" cy="788"/>
          </a:xfrm>
        </p:grpSpPr>
        <p:grpSp>
          <p:nvGrpSpPr>
            <p:cNvPr id="58488" name="Group 4"/>
            <p:cNvGrpSpPr>
              <a:grpSpLocks/>
            </p:cNvGrpSpPr>
            <p:nvPr/>
          </p:nvGrpSpPr>
          <p:grpSpPr bwMode="auto">
            <a:xfrm>
              <a:off x="4766" y="232"/>
              <a:ext cx="873" cy="692"/>
              <a:chOff x="2185" y="310"/>
              <a:chExt cx="873" cy="692"/>
            </a:xfrm>
          </p:grpSpPr>
          <p:sp>
            <p:nvSpPr>
              <p:cNvPr id="5849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8489" name="Group 12"/>
            <p:cNvGrpSpPr>
              <a:grpSpLocks/>
            </p:cNvGrpSpPr>
            <p:nvPr/>
          </p:nvGrpSpPr>
          <p:grpSpPr bwMode="auto">
            <a:xfrm>
              <a:off x="4949" y="336"/>
              <a:ext cx="591" cy="468"/>
              <a:chOff x="2185" y="310"/>
              <a:chExt cx="873" cy="692"/>
            </a:xfrm>
          </p:grpSpPr>
          <p:sp>
            <p:nvSpPr>
              <p:cNvPr id="5849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849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491"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58372" name="Text Box 22"/>
          <p:cNvSpPr txBox="1">
            <a:spLocks noChangeArrowheads="1"/>
          </p:cNvSpPr>
          <p:nvPr/>
        </p:nvSpPr>
        <p:spPr bwMode="auto">
          <a:xfrm>
            <a:off x="483958" y="3726806"/>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58373" name="Text Box 23"/>
          <p:cNvSpPr txBox="1">
            <a:spLocks noChangeArrowheads="1"/>
          </p:cNvSpPr>
          <p:nvPr/>
        </p:nvSpPr>
        <p:spPr bwMode="auto">
          <a:xfrm>
            <a:off x="18811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R3</a:t>
            </a:r>
          </a:p>
        </p:txBody>
      </p:sp>
      <p:sp>
        <p:nvSpPr>
          <p:cNvPr id="58374" name="Text Box 24"/>
          <p:cNvSpPr txBox="1">
            <a:spLocks noChangeArrowheads="1"/>
          </p:cNvSpPr>
          <p:nvPr/>
        </p:nvSpPr>
        <p:spPr bwMode="auto">
          <a:xfrm>
            <a:off x="335121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R4</a:t>
            </a:r>
          </a:p>
        </p:txBody>
      </p:sp>
      <p:sp>
        <p:nvSpPr>
          <p:cNvPr id="58375" name="Oval 25"/>
          <p:cNvSpPr>
            <a:spLocks noChangeArrowheads="1"/>
          </p:cNvSpPr>
          <p:nvPr/>
        </p:nvSpPr>
        <p:spPr bwMode="auto">
          <a:xfrm rot="-5400000">
            <a:off x="6265069"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76" name="Text Box 26"/>
          <p:cNvSpPr txBox="1">
            <a:spLocks noChangeArrowheads="1"/>
          </p:cNvSpPr>
          <p:nvPr/>
        </p:nvSpPr>
        <p:spPr bwMode="auto">
          <a:xfrm>
            <a:off x="5940425" y="3749675"/>
            <a:ext cx="31130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5 Couronnes (ph. A)</a:t>
            </a:r>
          </a:p>
        </p:txBody>
      </p:sp>
      <p:sp>
        <p:nvSpPr>
          <p:cNvPr id="58377" name="Rectangle 27"/>
          <p:cNvSpPr>
            <a:spLocks noGrp="1" noChangeArrowheads="1"/>
          </p:cNvSpPr>
          <p:nvPr>
            <p:ph type="title"/>
          </p:nvPr>
        </p:nvSpPr>
        <p:spPr>
          <a:xfrm>
            <a:off x="1525588" y="0"/>
            <a:ext cx="5372100" cy="647700"/>
          </a:xfrm>
        </p:spPr>
        <p:txBody>
          <a:bodyPr/>
          <a:lstStyle/>
          <a:p>
            <a:pPr eaLnBrk="1" hangingPunct="1"/>
            <a:r>
              <a:rPr lang="fr-FR" altLang="fr-FR"/>
              <a:t>Sem. 1 - Mardi (Ste Carine)</a:t>
            </a:r>
          </a:p>
        </p:txBody>
      </p:sp>
      <p:sp>
        <p:nvSpPr>
          <p:cNvPr id="58378"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58379"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8380"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8381" name="Group 32"/>
          <p:cNvGrpSpPr>
            <a:grpSpLocks/>
          </p:cNvGrpSpPr>
          <p:nvPr/>
        </p:nvGrpSpPr>
        <p:grpSpPr bwMode="auto">
          <a:xfrm>
            <a:off x="2843213" y="1106488"/>
            <a:ext cx="446087" cy="534987"/>
            <a:chOff x="868" y="1439"/>
            <a:chExt cx="811" cy="972"/>
          </a:xfrm>
        </p:grpSpPr>
        <p:sp>
          <p:nvSpPr>
            <p:cNvPr id="58437"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38"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39"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0"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1"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2"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3"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4"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5"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6"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7"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8"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9"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0"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1"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2"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3"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4"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5"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6"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7"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8"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9"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0"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1"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2"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3"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4"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5"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6"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7"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8"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9"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0"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1"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2"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3"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4"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5"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6"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7"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8"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9"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0"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1"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2"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3"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4"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5"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6"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7"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8382" name="Group 84"/>
          <p:cNvGrpSpPr>
            <a:grpSpLocks/>
          </p:cNvGrpSpPr>
          <p:nvPr/>
        </p:nvGrpSpPr>
        <p:grpSpPr bwMode="auto">
          <a:xfrm rot="-223274">
            <a:off x="506413" y="2897188"/>
            <a:ext cx="744537" cy="733425"/>
            <a:chOff x="2757" y="1666"/>
            <a:chExt cx="812" cy="800"/>
          </a:xfrm>
        </p:grpSpPr>
        <p:sp>
          <p:nvSpPr>
            <p:cNvPr id="58431"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32"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33"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34"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35"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36"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3" name="Group 98"/>
          <p:cNvGrpSpPr>
            <a:grpSpLocks/>
          </p:cNvGrpSpPr>
          <p:nvPr/>
        </p:nvGrpSpPr>
        <p:grpSpPr bwMode="auto">
          <a:xfrm rot="-223274">
            <a:off x="1958975" y="2962275"/>
            <a:ext cx="744538" cy="733425"/>
            <a:chOff x="2757" y="1666"/>
            <a:chExt cx="812" cy="800"/>
          </a:xfrm>
        </p:grpSpPr>
        <p:sp>
          <p:nvSpPr>
            <p:cNvPr id="58425"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6"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27"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28"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9"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30"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4" name="Group 105"/>
          <p:cNvGrpSpPr>
            <a:grpSpLocks/>
          </p:cNvGrpSpPr>
          <p:nvPr/>
        </p:nvGrpSpPr>
        <p:grpSpPr bwMode="auto">
          <a:xfrm rot="-223274">
            <a:off x="3446463" y="3016250"/>
            <a:ext cx="744537" cy="733425"/>
            <a:chOff x="2757" y="1666"/>
            <a:chExt cx="812" cy="800"/>
          </a:xfrm>
        </p:grpSpPr>
        <p:sp>
          <p:nvSpPr>
            <p:cNvPr id="58419"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0"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21"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22"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3"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24"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5" name="Group 112"/>
          <p:cNvGrpSpPr>
            <a:grpSpLocks/>
          </p:cNvGrpSpPr>
          <p:nvPr/>
        </p:nvGrpSpPr>
        <p:grpSpPr bwMode="auto">
          <a:xfrm rot="-223274">
            <a:off x="3417888" y="2774950"/>
            <a:ext cx="744537" cy="733425"/>
            <a:chOff x="2757" y="1666"/>
            <a:chExt cx="812" cy="800"/>
          </a:xfrm>
        </p:grpSpPr>
        <p:sp>
          <p:nvSpPr>
            <p:cNvPr id="58413" name="Freeform 11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4" name="Freeform 11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15" name="Line 11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16" name="Freeform 11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7" name="Freeform 11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18" name="AutoShape 11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58386" name="Oval 119"/>
          <p:cNvSpPr>
            <a:spLocks noChangeArrowheads="1"/>
          </p:cNvSpPr>
          <p:nvPr/>
        </p:nvSpPr>
        <p:spPr bwMode="auto">
          <a:xfrm rot="-5400000">
            <a:off x="6646069"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7" name="Oval 120"/>
          <p:cNvSpPr>
            <a:spLocks noChangeArrowheads="1"/>
          </p:cNvSpPr>
          <p:nvPr/>
        </p:nvSpPr>
        <p:spPr bwMode="auto">
          <a:xfrm rot="-5400000">
            <a:off x="7009607" y="3220244"/>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8" name="Oval 121"/>
          <p:cNvSpPr>
            <a:spLocks noChangeArrowheads="1"/>
          </p:cNvSpPr>
          <p:nvPr/>
        </p:nvSpPr>
        <p:spPr bwMode="auto">
          <a:xfrm rot="-5400000">
            <a:off x="7385844"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9" name="Oval 122"/>
          <p:cNvSpPr>
            <a:spLocks noChangeArrowheads="1"/>
          </p:cNvSpPr>
          <p:nvPr/>
        </p:nvSpPr>
        <p:spPr bwMode="auto">
          <a:xfrm rot="-5400000">
            <a:off x="7749382" y="3220244"/>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58390" name="Group 123"/>
          <p:cNvGrpSpPr>
            <a:grpSpLocks/>
          </p:cNvGrpSpPr>
          <p:nvPr/>
        </p:nvGrpSpPr>
        <p:grpSpPr bwMode="auto">
          <a:xfrm rot="-223274">
            <a:off x="1925638" y="2701925"/>
            <a:ext cx="744537" cy="733425"/>
            <a:chOff x="2757" y="1666"/>
            <a:chExt cx="812" cy="800"/>
          </a:xfrm>
        </p:grpSpPr>
        <p:sp>
          <p:nvSpPr>
            <p:cNvPr id="58407"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8"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09"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10"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1"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12"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91" name="Group 130"/>
          <p:cNvGrpSpPr>
            <a:grpSpLocks/>
          </p:cNvGrpSpPr>
          <p:nvPr/>
        </p:nvGrpSpPr>
        <p:grpSpPr bwMode="auto">
          <a:xfrm rot="-223274">
            <a:off x="3386138" y="2544763"/>
            <a:ext cx="744537" cy="733425"/>
            <a:chOff x="2757" y="1666"/>
            <a:chExt cx="812" cy="800"/>
          </a:xfrm>
        </p:grpSpPr>
        <p:sp>
          <p:nvSpPr>
            <p:cNvPr id="58401" name="Freeform 13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2" name="Freeform 13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03" name="Line 13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04" name="Freeform 13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5" name="Freeform 13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06" name="AutoShape 13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58392" name="Text Box 137"/>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58393" name="Text Box 138"/>
          <p:cNvSpPr txBox="1">
            <a:spLocks noChangeArrowheads="1"/>
          </p:cNvSpPr>
          <p:nvPr/>
        </p:nvSpPr>
        <p:spPr bwMode="auto">
          <a:xfrm>
            <a:off x="479266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grpSp>
        <p:nvGrpSpPr>
          <p:cNvPr id="58394" name="Group 139"/>
          <p:cNvGrpSpPr>
            <a:grpSpLocks/>
          </p:cNvGrpSpPr>
          <p:nvPr/>
        </p:nvGrpSpPr>
        <p:grpSpPr bwMode="auto">
          <a:xfrm rot="-223274">
            <a:off x="4811713" y="2897188"/>
            <a:ext cx="744537" cy="733425"/>
            <a:chOff x="2757" y="1666"/>
            <a:chExt cx="812" cy="800"/>
          </a:xfrm>
        </p:grpSpPr>
        <p:sp>
          <p:nvSpPr>
            <p:cNvPr id="58395"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396"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397"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398"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399"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00"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139">
            <a:extLst>
              <a:ext uri="{FF2B5EF4-FFF2-40B4-BE49-F238E27FC236}">
                <a16:creationId xmlns:a16="http://schemas.microsoft.com/office/drawing/2014/main" id="{13AB7D1D-7C61-0C38-EB39-8599046F7EFC}"/>
              </a:ext>
            </a:extLst>
          </p:cNvPr>
          <p:cNvGrpSpPr>
            <a:grpSpLocks/>
          </p:cNvGrpSpPr>
          <p:nvPr/>
        </p:nvGrpSpPr>
        <p:grpSpPr bwMode="auto">
          <a:xfrm rot="-223274">
            <a:off x="4834732" y="2603924"/>
            <a:ext cx="744537" cy="733425"/>
            <a:chOff x="2757" y="1666"/>
            <a:chExt cx="812" cy="800"/>
          </a:xfrm>
        </p:grpSpPr>
        <p:sp>
          <p:nvSpPr>
            <p:cNvPr id="3" name="Freeform 140">
              <a:extLst>
                <a:ext uri="{FF2B5EF4-FFF2-40B4-BE49-F238E27FC236}">
                  <a16:creationId xmlns:a16="http://schemas.microsoft.com/office/drawing/2014/main" id="{54897CF3-0BC7-A355-6516-6E3A147739B7}"/>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141">
              <a:extLst>
                <a:ext uri="{FF2B5EF4-FFF2-40B4-BE49-F238E27FC236}">
                  <a16:creationId xmlns:a16="http://schemas.microsoft.com/office/drawing/2014/main" id="{5D78901B-40FD-3200-7794-23A65A16C63B}"/>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142">
              <a:extLst>
                <a:ext uri="{FF2B5EF4-FFF2-40B4-BE49-F238E27FC236}">
                  <a16:creationId xmlns:a16="http://schemas.microsoft.com/office/drawing/2014/main" id="{7D9B8552-1257-08FD-7D17-A371F4F7361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143">
              <a:extLst>
                <a:ext uri="{FF2B5EF4-FFF2-40B4-BE49-F238E27FC236}">
                  <a16:creationId xmlns:a16="http://schemas.microsoft.com/office/drawing/2014/main" id="{DCC24045-2DC3-F241-2C3F-EE8831E7AA0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144">
              <a:extLst>
                <a:ext uri="{FF2B5EF4-FFF2-40B4-BE49-F238E27FC236}">
                  <a16:creationId xmlns:a16="http://schemas.microsoft.com/office/drawing/2014/main" id="{415F37A8-E076-FCBA-DF54-0CCB96F1075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145">
              <a:extLst>
                <a:ext uri="{FF2B5EF4-FFF2-40B4-BE49-F238E27FC236}">
                  <a16:creationId xmlns:a16="http://schemas.microsoft.com/office/drawing/2014/main" id="{AEBDB115-4FCB-0460-F4C1-CAD07ED5FF66}"/>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4">
            <a:extLst>
              <a:ext uri="{FF2B5EF4-FFF2-40B4-BE49-F238E27FC236}">
                <a16:creationId xmlns:a16="http://schemas.microsoft.com/office/drawing/2014/main" id="{037AF1E6-8D4F-A898-7F25-D7873A600237}"/>
              </a:ext>
            </a:extLst>
          </p:cNvPr>
          <p:cNvGrpSpPr>
            <a:grpSpLocks/>
          </p:cNvGrpSpPr>
          <p:nvPr/>
        </p:nvGrpSpPr>
        <p:grpSpPr bwMode="auto">
          <a:xfrm rot="-223274">
            <a:off x="529433" y="2645199"/>
            <a:ext cx="744537" cy="733425"/>
            <a:chOff x="2757" y="1666"/>
            <a:chExt cx="812" cy="800"/>
          </a:xfrm>
        </p:grpSpPr>
        <p:sp>
          <p:nvSpPr>
            <p:cNvPr id="10" name="Freeform 85">
              <a:extLst>
                <a:ext uri="{FF2B5EF4-FFF2-40B4-BE49-F238E27FC236}">
                  <a16:creationId xmlns:a16="http://schemas.microsoft.com/office/drawing/2014/main" id="{24134A06-5477-23F6-860E-304127C3C120}"/>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6">
              <a:extLst>
                <a:ext uri="{FF2B5EF4-FFF2-40B4-BE49-F238E27FC236}">
                  <a16:creationId xmlns:a16="http://schemas.microsoft.com/office/drawing/2014/main" id="{4F4B58DC-F679-6CEB-B6B6-5D26A9E4F6D3}"/>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7">
              <a:extLst>
                <a:ext uri="{FF2B5EF4-FFF2-40B4-BE49-F238E27FC236}">
                  <a16:creationId xmlns:a16="http://schemas.microsoft.com/office/drawing/2014/main" id="{8FF91199-C0A0-09FF-8832-E2B836F0103D}"/>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8">
              <a:extLst>
                <a:ext uri="{FF2B5EF4-FFF2-40B4-BE49-F238E27FC236}">
                  <a16:creationId xmlns:a16="http://schemas.microsoft.com/office/drawing/2014/main" id="{C3456433-554D-AE20-6408-70484738D0E1}"/>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9">
              <a:extLst>
                <a:ext uri="{FF2B5EF4-FFF2-40B4-BE49-F238E27FC236}">
                  <a16:creationId xmlns:a16="http://schemas.microsoft.com/office/drawing/2014/main" id="{322592B5-E430-EFDC-25A2-F3E189A5688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0">
              <a:extLst>
                <a:ext uri="{FF2B5EF4-FFF2-40B4-BE49-F238E27FC236}">
                  <a16:creationId xmlns:a16="http://schemas.microsoft.com/office/drawing/2014/main" id="{162CB701-78D2-30D7-E75C-D8C4F96D6F81}"/>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394" name="Group 2"/>
          <p:cNvGrpSpPr>
            <a:grpSpLocks/>
          </p:cNvGrpSpPr>
          <p:nvPr/>
        </p:nvGrpSpPr>
        <p:grpSpPr bwMode="auto">
          <a:xfrm>
            <a:off x="7073900" y="215900"/>
            <a:ext cx="1878013" cy="1250950"/>
            <a:chOff x="4456" y="136"/>
            <a:chExt cx="1183" cy="788"/>
          </a:xfrm>
        </p:grpSpPr>
        <p:grpSp>
          <p:nvGrpSpPr>
            <p:cNvPr id="59454" name="Group 3"/>
            <p:cNvGrpSpPr>
              <a:grpSpLocks/>
            </p:cNvGrpSpPr>
            <p:nvPr/>
          </p:nvGrpSpPr>
          <p:grpSpPr bwMode="auto">
            <a:xfrm>
              <a:off x="4766" y="232"/>
              <a:ext cx="873" cy="692"/>
              <a:chOff x="2185" y="310"/>
              <a:chExt cx="873" cy="692"/>
            </a:xfrm>
          </p:grpSpPr>
          <p:sp>
            <p:nvSpPr>
              <p:cNvPr id="594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9455" name="Group 11"/>
            <p:cNvGrpSpPr>
              <a:grpSpLocks/>
            </p:cNvGrpSpPr>
            <p:nvPr/>
          </p:nvGrpSpPr>
          <p:grpSpPr bwMode="auto">
            <a:xfrm>
              <a:off x="4949" y="336"/>
              <a:ext cx="591" cy="468"/>
              <a:chOff x="2185" y="310"/>
              <a:chExt cx="873" cy="692"/>
            </a:xfrm>
          </p:grpSpPr>
          <p:sp>
            <p:nvSpPr>
              <p:cNvPr id="594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94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4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593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93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9398" name="Group 24"/>
          <p:cNvGrpSpPr>
            <a:grpSpLocks/>
          </p:cNvGrpSpPr>
          <p:nvPr/>
        </p:nvGrpSpPr>
        <p:grpSpPr bwMode="auto">
          <a:xfrm>
            <a:off x="2986088" y="1306513"/>
            <a:ext cx="446087" cy="534987"/>
            <a:chOff x="868" y="1439"/>
            <a:chExt cx="811" cy="972"/>
          </a:xfrm>
        </p:grpSpPr>
        <p:sp>
          <p:nvSpPr>
            <p:cNvPr id="594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94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594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94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418" name="Group 2"/>
          <p:cNvGrpSpPr>
            <a:grpSpLocks/>
          </p:cNvGrpSpPr>
          <p:nvPr/>
        </p:nvGrpSpPr>
        <p:grpSpPr bwMode="auto">
          <a:xfrm>
            <a:off x="7073900" y="215900"/>
            <a:ext cx="1878013" cy="1250950"/>
            <a:chOff x="4456" y="136"/>
            <a:chExt cx="1183" cy="788"/>
          </a:xfrm>
        </p:grpSpPr>
        <p:grpSp>
          <p:nvGrpSpPr>
            <p:cNvPr id="60478" name="Group 3"/>
            <p:cNvGrpSpPr>
              <a:grpSpLocks/>
            </p:cNvGrpSpPr>
            <p:nvPr/>
          </p:nvGrpSpPr>
          <p:grpSpPr bwMode="auto">
            <a:xfrm>
              <a:off x="4766" y="232"/>
              <a:ext cx="873" cy="692"/>
              <a:chOff x="2185" y="310"/>
              <a:chExt cx="873" cy="692"/>
            </a:xfrm>
          </p:grpSpPr>
          <p:sp>
            <p:nvSpPr>
              <p:cNvPr id="604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0479" name="Group 11"/>
            <p:cNvGrpSpPr>
              <a:grpSpLocks/>
            </p:cNvGrpSpPr>
            <p:nvPr/>
          </p:nvGrpSpPr>
          <p:grpSpPr bwMode="auto">
            <a:xfrm>
              <a:off x="4949" y="336"/>
              <a:ext cx="591" cy="468"/>
              <a:chOff x="2185" y="310"/>
              <a:chExt cx="873" cy="692"/>
            </a:xfrm>
          </p:grpSpPr>
          <p:sp>
            <p:nvSpPr>
              <p:cNvPr id="604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04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604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04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0422" name="Group 24"/>
          <p:cNvGrpSpPr>
            <a:grpSpLocks/>
          </p:cNvGrpSpPr>
          <p:nvPr/>
        </p:nvGrpSpPr>
        <p:grpSpPr bwMode="auto">
          <a:xfrm>
            <a:off x="2986088" y="1306513"/>
            <a:ext cx="446087" cy="534987"/>
            <a:chOff x="868" y="1439"/>
            <a:chExt cx="811" cy="972"/>
          </a:xfrm>
        </p:grpSpPr>
        <p:sp>
          <p:nvSpPr>
            <p:cNvPr id="604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04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04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04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442" name="Group 2"/>
          <p:cNvGrpSpPr>
            <a:grpSpLocks/>
          </p:cNvGrpSpPr>
          <p:nvPr/>
        </p:nvGrpSpPr>
        <p:grpSpPr bwMode="auto">
          <a:xfrm>
            <a:off x="7073900" y="215900"/>
            <a:ext cx="1878013" cy="1250950"/>
            <a:chOff x="4456" y="136"/>
            <a:chExt cx="1183" cy="788"/>
          </a:xfrm>
        </p:grpSpPr>
        <p:grpSp>
          <p:nvGrpSpPr>
            <p:cNvPr id="61502" name="Group 3"/>
            <p:cNvGrpSpPr>
              <a:grpSpLocks/>
            </p:cNvGrpSpPr>
            <p:nvPr/>
          </p:nvGrpSpPr>
          <p:grpSpPr bwMode="auto">
            <a:xfrm>
              <a:off x="4766" y="232"/>
              <a:ext cx="873" cy="692"/>
              <a:chOff x="2185" y="310"/>
              <a:chExt cx="873" cy="692"/>
            </a:xfrm>
          </p:grpSpPr>
          <p:sp>
            <p:nvSpPr>
              <p:cNvPr id="615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1503" name="Group 11"/>
            <p:cNvGrpSpPr>
              <a:grpSpLocks/>
            </p:cNvGrpSpPr>
            <p:nvPr/>
          </p:nvGrpSpPr>
          <p:grpSpPr bwMode="auto">
            <a:xfrm>
              <a:off x="4949" y="336"/>
              <a:ext cx="591" cy="468"/>
              <a:chOff x="2185" y="310"/>
              <a:chExt cx="873" cy="692"/>
            </a:xfrm>
          </p:grpSpPr>
          <p:sp>
            <p:nvSpPr>
              <p:cNvPr id="615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15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614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14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1446" name="Group 24"/>
          <p:cNvGrpSpPr>
            <a:grpSpLocks/>
          </p:cNvGrpSpPr>
          <p:nvPr/>
        </p:nvGrpSpPr>
        <p:grpSpPr bwMode="auto">
          <a:xfrm>
            <a:off x="2986088" y="1306513"/>
            <a:ext cx="446087" cy="534987"/>
            <a:chOff x="868" y="1439"/>
            <a:chExt cx="811" cy="972"/>
          </a:xfrm>
        </p:grpSpPr>
        <p:sp>
          <p:nvSpPr>
            <p:cNvPr id="614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14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14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14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466" name="Group 2"/>
          <p:cNvGrpSpPr>
            <a:grpSpLocks/>
          </p:cNvGrpSpPr>
          <p:nvPr/>
        </p:nvGrpSpPr>
        <p:grpSpPr bwMode="auto">
          <a:xfrm>
            <a:off x="7073900" y="215900"/>
            <a:ext cx="1878013" cy="1250950"/>
            <a:chOff x="4456" y="136"/>
            <a:chExt cx="1183" cy="788"/>
          </a:xfrm>
        </p:grpSpPr>
        <p:grpSp>
          <p:nvGrpSpPr>
            <p:cNvPr id="62526" name="Group 3"/>
            <p:cNvGrpSpPr>
              <a:grpSpLocks/>
            </p:cNvGrpSpPr>
            <p:nvPr/>
          </p:nvGrpSpPr>
          <p:grpSpPr bwMode="auto">
            <a:xfrm>
              <a:off x="4766" y="232"/>
              <a:ext cx="873" cy="692"/>
              <a:chOff x="2185" y="310"/>
              <a:chExt cx="873" cy="692"/>
            </a:xfrm>
          </p:grpSpPr>
          <p:sp>
            <p:nvSpPr>
              <p:cNvPr id="625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2527" name="Group 11"/>
            <p:cNvGrpSpPr>
              <a:grpSpLocks/>
            </p:cNvGrpSpPr>
            <p:nvPr/>
          </p:nvGrpSpPr>
          <p:grpSpPr bwMode="auto">
            <a:xfrm>
              <a:off x="4949" y="336"/>
              <a:ext cx="591" cy="468"/>
              <a:chOff x="2185" y="310"/>
              <a:chExt cx="873" cy="692"/>
            </a:xfrm>
          </p:grpSpPr>
          <p:sp>
            <p:nvSpPr>
              <p:cNvPr id="625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25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5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624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24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2470" name="Group 24"/>
          <p:cNvGrpSpPr>
            <a:grpSpLocks/>
          </p:cNvGrpSpPr>
          <p:nvPr/>
        </p:nvGrpSpPr>
        <p:grpSpPr bwMode="auto">
          <a:xfrm>
            <a:off x="2986088" y="1306513"/>
            <a:ext cx="446087" cy="534987"/>
            <a:chOff x="868" y="1439"/>
            <a:chExt cx="811" cy="972"/>
          </a:xfrm>
        </p:grpSpPr>
        <p:sp>
          <p:nvSpPr>
            <p:cNvPr id="624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24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24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24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3490" name="Group 2"/>
          <p:cNvGrpSpPr>
            <a:grpSpLocks/>
          </p:cNvGrpSpPr>
          <p:nvPr/>
        </p:nvGrpSpPr>
        <p:grpSpPr bwMode="auto">
          <a:xfrm>
            <a:off x="7073900" y="215900"/>
            <a:ext cx="1878013" cy="1250950"/>
            <a:chOff x="4456" y="136"/>
            <a:chExt cx="1183" cy="788"/>
          </a:xfrm>
        </p:grpSpPr>
        <p:grpSp>
          <p:nvGrpSpPr>
            <p:cNvPr id="63550" name="Group 3"/>
            <p:cNvGrpSpPr>
              <a:grpSpLocks/>
            </p:cNvGrpSpPr>
            <p:nvPr/>
          </p:nvGrpSpPr>
          <p:grpSpPr bwMode="auto">
            <a:xfrm>
              <a:off x="4766" y="232"/>
              <a:ext cx="873" cy="692"/>
              <a:chOff x="2185" y="310"/>
              <a:chExt cx="873" cy="692"/>
            </a:xfrm>
          </p:grpSpPr>
          <p:sp>
            <p:nvSpPr>
              <p:cNvPr id="635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3551" name="Group 11"/>
            <p:cNvGrpSpPr>
              <a:grpSpLocks/>
            </p:cNvGrpSpPr>
            <p:nvPr/>
          </p:nvGrpSpPr>
          <p:grpSpPr bwMode="auto">
            <a:xfrm>
              <a:off x="4949" y="336"/>
              <a:ext cx="591" cy="468"/>
              <a:chOff x="2185" y="310"/>
              <a:chExt cx="873" cy="692"/>
            </a:xfrm>
          </p:grpSpPr>
          <p:sp>
            <p:nvSpPr>
              <p:cNvPr id="635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35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55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6349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349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3494" name="Group 24"/>
          <p:cNvGrpSpPr>
            <a:grpSpLocks/>
          </p:cNvGrpSpPr>
          <p:nvPr/>
        </p:nvGrpSpPr>
        <p:grpSpPr bwMode="auto">
          <a:xfrm>
            <a:off x="2986088" y="1306513"/>
            <a:ext cx="446087" cy="534987"/>
            <a:chOff x="868" y="1439"/>
            <a:chExt cx="811" cy="972"/>
          </a:xfrm>
        </p:grpSpPr>
        <p:sp>
          <p:nvSpPr>
            <p:cNvPr id="6349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349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349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34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514" name="Group 2"/>
          <p:cNvGrpSpPr>
            <a:grpSpLocks/>
          </p:cNvGrpSpPr>
          <p:nvPr/>
        </p:nvGrpSpPr>
        <p:grpSpPr bwMode="auto">
          <a:xfrm>
            <a:off x="7073900" y="215900"/>
            <a:ext cx="1878013" cy="1250950"/>
            <a:chOff x="4456" y="136"/>
            <a:chExt cx="1183" cy="788"/>
          </a:xfrm>
        </p:grpSpPr>
        <p:grpSp>
          <p:nvGrpSpPr>
            <p:cNvPr id="64574" name="Group 3"/>
            <p:cNvGrpSpPr>
              <a:grpSpLocks/>
            </p:cNvGrpSpPr>
            <p:nvPr/>
          </p:nvGrpSpPr>
          <p:grpSpPr bwMode="auto">
            <a:xfrm>
              <a:off x="4766" y="232"/>
              <a:ext cx="873" cy="692"/>
              <a:chOff x="2185" y="310"/>
              <a:chExt cx="873" cy="692"/>
            </a:xfrm>
          </p:grpSpPr>
          <p:sp>
            <p:nvSpPr>
              <p:cNvPr id="645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4575" name="Group 11"/>
            <p:cNvGrpSpPr>
              <a:grpSpLocks/>
            </p:cNvGrpSpPr>
            <p:nvPr/>
          </p:nvGrpSpPr>
          <p:grpSpPr bwMode="auto">
            <a:xfrm>
              <a:off x="4949" y="336"/>
              <a:ext cx="591" cy="468"/>
              <a:chOff x="2185" y="310"/>
              <a:chExt cx="873" cy="692"/>
            </a:xfrm>
          </p:grpSpPr>
          <p:sp>
            <p:nvSpPr>
              <p:cNvPr id="645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45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457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645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45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4518" name="Group 24"/>
          <p:cNvGrpSpPr>
            <a:grpSpLocks/>
          </p:cNvGrpSpPr>
          <p:nvPr/>
        </p:nvGrpSpPr>
        <p:grpSpPr bwMode="auto">
          <a:xfrm>
            <a:off x="2986088" y="1306513"/>
            <a:ext cx="446087" cy="534987"/>
            <a:chOff x="868" y="1439"/>
            <a:chExt cx="811" cy="972"/>
          </a:xfrm>
        </p:grpSpPr>
        <p:sp>
          <p:nvSpPr>
            <p:cNvPr id="645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45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45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45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538" name="Rectangle 2"/>
          <p:cNvSpPr>
            <a:spLocks noGrp="1" noChangeArrowheads="1"/>
          </p:cNvSpPr>
          <p:nvPr>
            <p:ph type="title"/>
          </p:nvPr>
        </p:nvSpPr>
        <p:spPr/>
        <p:txBody>
          <a:bodyPr/>
          <a:lstStyle/>
          <a:p>
            <a:pPr eaLnBrk="1" hangingPunct="1"/>
            <a:r>
              <a:rPr lang="fr-FR" altLang="fr-FR"/>
              <a:t>Question</a:t>
            </a:r>
          </a:p>
        </p:txBody>
      </p:sp>
      <p:sp>
        <p:nvSpPr>
          <p:cNvPr id="65539" name="Rectangle 3"/>
          <p:cNvSpPr>
            <a:spLocks noGrp="1" noChangeArrowheads="1"/>
          </p:cNvSpPr>
          <p:nvPr>
            <p:ph type="body" idx="1"/>
          </p:nvPr>
        </p:nvSpPr>
        <p:spPr>
          <a:xfrm>
            <a:off x="466725" y="1730375"/>
            <a:ext cx="8229600" cy="4314825"/>
          </a:xfrm>
        </p:spPr>
        <p:txBody>
          <a:bodyPr/>
          <a:lstStyle/>
          <a:p>
            <a:pPr eaLnBrk="1" hangingPunct="1">
              <a:lnSpc>
                <a:spcPct val="110000"/>
              </a:lnSpc>
              <a:buFontTx/>
              <a:buNone/>
            </a:pPr>
            <a:r>
              <a:rPr lang="fr-FR" altLang="fr-FR" u="sng"/>
              <a:t>Origine</a:t>
            </a:r>
            <a:r>
              <a:rPr lang="fr-FR" altLang="fr-FR"/>
              <a:t> : Bureau d’étude</a:t>
            </a:r>
          </a:p>
          <a:p>
            <a:pPr eaLnBrk="1" hangingPunct="1">
              <a:lnSpc>
                <a:spcPct val="110000"/>
              </a:lnSpc>
              <a:buFontTx/>
              <a:buNone/>
            </a:pPr>
            <a:r>
              <a:rPr lang="fr-FR" altLang="fr-FR" u="sng"/>
              <a:t>Destinataire</a:t>
            </a:r>
            <a:r>
              <a:rPr lang="fr-FR" altLang="fr-FR"/>
              <a:t> : Production</a:t>
            </a:r>
          </a:p>
          <a:p>
            <a:pPr eaLnBrk="1" hangingPunct="1">
              <a:lnSpc>
                <a:spcPct val="110000"/>
              </a:lnSpc>
              <a:buFontTx/>
              <a:buNone/>
            </a:pPr>
            <a:endParaRPr lang="fr-FR" altLang="fr-FR"/>
          </a:p>
          <a:p>
            <a:pPr eaLnBrk="1" hangingPunct="1">
              <a:lnSpc>
                <a:spcPct val="110000"/>
              </a:lnSpc>
            </a:pPr>
            <a:r>
              <a:rPr lang="fr-FR" altLang="fr-FR"/>
              <a:t>A la suite d'une analyse faite par le Service Qualité, il faut envisager un changement dans la gamme d'usinage du carter. </a:t>
            </a:r>
          </a:p>
          <a:p>
            <a:pPr eaLnBrk="1" hangingPunct="1">
              <a:lnSpc>
                <a:spcPct val="110000"/>
              </a:lnSpc>
            </a:pPr>
            <a:r>
              <a:rPr lang="fr-FR" altLang="fr-FR"/>
              <a:t>Pouvez-vous me dire le temps nécessaire pour que la modification soit appliquée aux produits livrés chez les clients ?</a:t>
            </a:r>
          </a:p>
        </p:txBody>
      </p:sp>
    </p:spTree>
  </p:cSld>
  <p:clrMapOvr>
    <a:masterClrMapping/>
  </p:clrMapOvr>
  <p:transition spd="slow"/>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6562" name="Group 2"/>
          <p:cNvGrpSpPr>
            <a:grpSpLocks/>
          </p:cNvGrpSpPr>
          <p:nvPr/>
        </p:nvGrpSpPr>
        <p:grpSpPr bwMode="auto">
          <a:xfrm>
            <a:off x="7073900" y="215900"/>
            <a:ext cx="1878013" cy="1250950"/>
            <a:chOff x="4456" y="136"/>
            <a:chExt cx="1183" cy="788"/>
          </a:xfrm>
        </p:grpSpPr>
        <p:grpSp>
          <p:nvGrpSpPr>
            <p:cNvPr id="66622" name="Group 3"/>
            <p:cNvGrpSpPr>
              <a:grpSpLocks/>
            </p:cNvGrpSpPr>
            <p:nvPr/>
          </p:nvGrpSpPr>
          <p:grpSpPr bwMode="auto">
            <a:xfrm>
              <a:off x="4766" y="232"/>
              <a:ext cx="873" cy="692"/>
              <a:chOff x="2185" y="310"/>
              <a:chExt cx="873" cy="692"/>
            </a:xfrm>
          </p:grpSpPr>
          <p:sp>
            <p:nvSpPr>
              <p:cNvPr id="666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6623" name="Group 11"/>
            <p:cNvGrpSpPr>
              <a:grpSpLocks/>
            </p:cNvGrpSpPr>
            <p:nvPr/>
          </p:nvGrpSpPr>
          <p:grpSpPr bwMode="auto">
            <a:xfrm>
              <a:off x="4949" y="336"/>
              <a:ext cx="591" cy="468"/>
              <a:chOff x="2185" y="310"/>
              <a:chExt cx="873" cy="692"/>
            </a:xfrm>
          </p:grpSpPr>
          <p:sp>
            <p:nvSpPr>
              <p:cNvPr id="666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66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662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665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65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6566" name="Group 24"/>
          <p:cNvGrpSpPr>
            <a:grpSpLocks/>
          </p:cNvGrpSpPr>
          <p:nvPr/>
        </p:nvGrpSpPr>
        <p:grpSpPr bwMode="auto">
          <a:xfrm>
            <a:off x="2986088" y="1306513"/>
            <a:ext cx="446087" cy="534987"/>
            <a:chOff x="868" y="1439"/>
            <a:chExt cx="811" cy="972"/>
          </a:xfrm>
        </p:grpSpPr>
        <p:sp>
          <p:nvSpPr>
            <p:cNvPr id="665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65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65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65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587" name="Group 3"/>
          <p:cNvGrpSpPr>
            <a:grpSpLocks/>
          </p:cNvGrpSpPr>
          <p:nvPr/>
        </p:nvGrpSpPr>
        <p:grpSpPr bwMode="auto">
          <a:xfrm>
            <a:off x="7073900" y="215900"/>
            <a:ext cx="1878013" cy="1250950"/>
            <a:chOff x="4456" y="136"/>
            <a:chExt cx="1183" cy="788"/>
          </a:xfrm>
        </p:grpSpPr>
        <p:grpSp>
          <p:nvGrpSpPr>
            <p:cNvPr id="67704" name="Group 4"/>
            <p:cNvGrpSpPr>
              <a:grpSpLocks/>
            </p:cNvGrpSpPr>
            <p:nvPr/>
          </p:nvGrpSpPr>
          <p:grpSpPr bwMode="auto">
            <a:xfrm>
              <a:off x="4766" y="232"/>
              <a:ext cx="873" cy="692"/>
              <a:chOff x="2185" y="310"/>
              <a:chExt cx="873" cy="692"/>
            </a:xfrm>
          </p:grpSpPr>
          <p:sp>
            <p:nvSpPr>
              <p:cNvPr id="67715"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6"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7"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8"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9"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20"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21"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7705" name="Group 12"/>
            <p:cNvGrpSpPr>
              <a:grpSpLocks/>
            </p:cNvGrpSpPr>
            <p:nvPr/>
          </p:nvGrpSpPr>
          <p:grpSpPr bwMode="auto">
            <a:xfrm>
              <a:off x="4949" y="336"/>
              <a:ext cx="591" cy="468"/>
              <a:chOff x="2185" y="310"/>
              <a:chExt cx="873" cy="692"/>
            </a:xfrm>
          </p:grpSpPr>
          <p:sp>
            <p:nvSpPr>
              <p:cNvPr id="67708"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9"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0"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1"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2"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3"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4"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7706"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707"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67588" name="Text Box 22"/>
          <p:cNvSpPr txBox="1">
            <a:spLocks noChangeArrowheads="1"/>
          </p:cNvSpPr>
          <p:nvPr/>
        </p:nvSpPr>
        <p:spPr bwMode="auto">
          <a:xfrm>
            <a:off x="1868488" y="36718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67589" name="Text Box 23"/>
          <p:cNvSpPr txBox="1">
            <a:spLocks noChangeArrowheads="1"/>
          </p:cNvSpPr>
          <p:nvPr/>
        </p:nvSpPr>
        <p:spPr bwMode="auto">
          <a:xfrm>
            <a:off x="3243263" y="36718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R5</a:t>
            </a:r>
          </a:p>
        </p:txBody>
      </p:sp>
      <p:sp>
        <p:nvSpPr>
          <p:cNvPr id="67590" name="Text Box 24"/>
          <p:cNvSpPr txBox="1">
            <a:spLocks noChangeArrowheads="1"/>
          </p:cNvSpPr>
          <p:nvPr/>
        </p:nvSpPr>
        <p:spPr bwMode="auto">
          <a:xfrm>
            <a:off x="4618038" y="366236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sp>
        <p:nvSpPr>
          <p:cNvPr id="67591" name="Oval 25"/>
          <p:cNvSpPr>
            <a:spLocks noChangeArrowheads="1"/>
          </p:cNvSpPr>
          <p:nvPr/>
        </p:nvSpPr>
        <p:spPr bwMode="auto">
          <a:xfrm rot="-5400000">
            <a:off x="6169819"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592" name="Text Box 26"/>
          <p:cNvSpPr txBox="1">
            <a:spLocks noChangeArrowheads="1"/>
          </p:cNvSpPr>
          <p:nvPr/>
        </p:nvSpPr>
        <p:spPr bwMode="auto">
          <a:xfrm>
            <a:off x="5749925" y="3606800"/>
            <a:ext cx="30464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5 Couronnes (ph. A)</a:t>
            </a:r>
          </a:p>
        </p:txBody>
      </p:sp>
      <p:sp>
        <p:nvSpPr>
          <p:cNvPr id="67593" name="Rectangle 27"/>
          <p:cNvSpPr>
            <a:spLocks noGrp="1" noChangeArrowheads="1"/>
          </p:cNvSpPr>
          <p:nvPr>
            <p:ph type="title"/>
          </p:nvPr>
        </p:nvSpPr>
        <p:spPr>
          <a:xfrm>
            <a:off x="858838" y="0"/>
            <a:ext cx="6038850" cy="647700"/>
          </a:xfrm>
        </p:spPr>
        <p:txBody>
          <a:bodyPr/>
          <a:lstStyle/>
          <a:p>
            <a:pPr eaLnBrk="1" hangingPunct="1"/>
            <a:r>
              <a:rPr lang="fr-FR" altLang="fr-FR"/>
              <a:t>Sem. 1 - Mercredi (St Geoffroy)</a:t>
            </a:r>
          </a:p>
        </p:txBody>
      </p:sp>
      <p:sp>
        <p:nvSpPr>
          <p:cNvPr id="67594"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67595"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7596" name="Text Box 30"/>
          <p:cNvSpPr txBox="1">
            <a:spLocks noChangeArrowheads="1"/>
          </p:cNvSpPr>
          <p:nvPr/>
        </p:nvSpPr>
        <p:spPr bwMode="auto">
          <a:xfrm>
            <a:off x="588963" y="4249738"/>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7597" name="Group 32"/>
          <p:cNvGrpSpPr>
            <a:grpSpLocks/>
          </p:cNvGrpSpPr>
          <p:nvPr/>
        </p:nvGrpSpPr>
        <p:grpSpPr bwMode="auto">
          <a:xfrm>
            <a:off x="2843213" y="1106488"/>
            <a:ext cx="446087" cy="534987"/>
            <a:chOff x="868" y="1439"/>
            <a:chExt cx="811" cy="972"/>
          </a:xfrm>
        </p:grpSpPr>
        <p:sp>
          <p:nvSpPr>
            <p:cNvPr id="67653"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4"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5"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6"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7"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8"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9"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0"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1"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2"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3"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4"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5"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6"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7"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8"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9"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0"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1"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2"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3"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4"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5"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6"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7"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8"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9"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0"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1"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2"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3"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4"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5"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6"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7"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8"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9"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0"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1"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2"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3"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4"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5"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6"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7"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8"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9"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0"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1"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2"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3"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7598" name="Group 84"/>
          <p:cNvGrpSpPr>
            <a:grpSpLocks/>
          </p:cNvGrpSpPr>
          <p:nvPr/>
        </p:nvGrpSpPr>
        <p:grpSpPr bwMode="auto">
          <a:xfrm rot="-223274">
            <a:off x="2001838" y="2878138"/>
            <a:ext cx="744537" cy="733425"/>
            <a:chOff x="2757" y="1666"/>
            <a:chExt cx="812" cy="800"/>
          </a:xfrm>
        </p:grpSpPr>
        <p:sp>
          <p:nvSpPr>
            <p:cNvPr id="67647"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8"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49"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50"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51"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52"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599" name="Group 91"/>
          <p:cNvGrpSpPr>
            <a:grpSpLocks/>
          </p:cNvGrpSpPr>
          <p:nvPr/>
        </p:nvGrpSpPr>
        <p:grpSpPr bwMode="auto">
          <a:xfrm rot="-223274">
            <a:off x="3321050" y="2914650"/>
            <a:ext cx="744538" cy="733425"/>
            <a:chOff x="2757" y="1666"/>
            <a:chExt cx="812" cy="800"/>
          </a:xfrm>
        </p:grpSpPr>
        <p:sp>
          <p:nvSpPr>
            <p:cNvPr id="67641"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2"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43"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44"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5"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46"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00" name="Group 105"/>
          <p:cNvGrpSpPr>
            <a:grpSpLocks/>
          </p:cNvGrpSpPr>
          <p:nvPr/>
        </p:nvGrpSpPr>
        <p:grpSpPr bwMode="auto">
          <a:xfrm rot="-223274">
            <a:off x="4675188" y="2851150"/>
            <a:ext cx="744537" cy="733425"/>
            <a:chOff x="2757" y="1666"/>
            <a:chExt cx="812" cy="800"/>
          </a:xfrm>
        </p:grpSpPr>
        <p:sp>
          <p:nvSpPr>
            <p:cNvPr id="67635"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6"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37"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38"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9"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40"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7601" name="Oval 112"/>
          <p:cNvSpPr>
            <a:spLocks noChangeArrowheads="1"/>
          </p:cNvSpPr>
          <p:nvPr/>
        </p:nvSpPr>
        <p:spPr bwMode="auto">
          <a:xfrm rot="-5400000">
            <a:off x="6531769"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2" name="Oval 113"/>
          <p:cNvSpPr>
            <a:spLocks noChangeArrowheads="1"/>
          </p:cNvSpPr>
          <p:nvPr/>
        </p:nvSpPr>
        <p:spPr bwMode="auto">
          <a:xfrm rot="-5400000">
            <a:off x="6895307" y="30773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3" name="Oval 114"/>
          <p:cNvSpPr>
            <a:spLocks noChangeArrowheads="1"/>
          </p:cNvSpPr>
          <p:nvPr/>
        </p:nvSpPr>
        <p:spPr bwMode="auto">
          <a:xfrm rot="-5400000">
            <a:off x="7271544"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4" name="Oval 115"/>
          <p:cNvSpPr>
            <a:spLocks noChangeArrowheads="1"/>
          </p:cNvSpPr>
          <p:nvPr/>
        </p:nvSpPr>
        <p:spPr bwMode="auto">
          <a:xfrm rot="-5400000">
            <a:off x="7635082" y="30773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67605" name="Group 116"/>
          <p:cNvGrpSpPr>
            <a:grpSpLocks/>
          </p:cNvGrpSpPr>
          <p:nvPr/>
        </p:nvGrpSpPr>
        <p:grpSpPr bwMode="auto">
          <a:xfrm rot="-223274">
            <a:off x="3278188" y="2673350"/>
            <a:ext cx="744537" cy="733425"/>
            <a:chOff x="2757" y="1666"/>
            <a:chExt cx="812" cy="800"/>
          </a:xfrm>
        </p:grpSpPr>
        <p:sp>
          <p:nvSpPr>
            <p:cNvPr id="67629"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0"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31"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32"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3"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34"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7606" name="Text Box 130"/>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67607" name="Text Box 131"/>
          <p:cNvSpPr txBox="1">
            <a:spLocks noChangeArrowheads="1"/>
          </p:cNvSpPr>
          <p:nvPr/>
        </p:nvSpPr>
        <p:spPr bwMode="auto">
          <a:xfrm>
            <a:off x="669925" y="36337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R1</a:t>
            </a:r>
          </a:p>
        </p:txBody>
      </p:sp>
      <p:grpSp>
        <p:nvGrpSpPr>
          <p:cNvPr id="67608" name="Group 132"/>
          <p:cNvGrpSpPr>
            <a:grpSpLocks/>
          </p:cNvGrpSpPr>
          <p:nvPr/>
        </p:nvGrpSpPr>
        <p:grpSpPr bwMode="auto">
          <a:xfrm rot="-223274">
            <a:off x="709613" y="2876550"/>
            <a:ext cx="744537" cy="733425"/>
            <a:chOff x="2757" y="1666"/>
            <a:chExt cx="812" cy="800"/>
          </a:xfrm>
        </p:grpSpPr>
        <p:sp>
          <p:nvSpPr>
            <p:cNvPr id="67623"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4"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25"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26"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7"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28"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09" name="Group 139"/>
          <p:cNvGrpSpPr>
            <a:grpSpLocks/>
          </p:cNvGrpSpPr>
          <p:nvPr/>
        </p:nvGrpSpPr>
        <p:grpSpPr bwMode="auto">
          <a:xfrm rot="-223274">
            <a:off x="666750" y="2635250"/>
            <a:ext cx="744538" cy="733425"/>
            <a:chOff x="2757" y="1666"/>
            <a:chExt cx="812" cy="800"/>
          </a:xfrm>
        </p:grpSpPr>
        <p:sp>
          <p:nvSpPr>
            <p:cNvPr id="67617"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8"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19"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20"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1"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22"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10" name="Group 146"/>
          <p:cNvGrpSpPr>
            <a:grpSpLocks/>
          </p:cNvGrpSpPr>
          <p:nvPr/>
        </p:nvGrpSpPr>
        <p:grpSpPr bwMode="auto">
          <a:xfrm rot="-223274">
            <a:off x="4675188" y="2603500"/>
            <a:ext cx="744537" cy="733425"/>
            <a:chOff x="2757" y="1666"/>
            <a:chExt cx="812" cy="800"/>
          </a:xfrm>
        </p:grpSpPr>
        <p:sp>
          <p:nvSpPr>
            <p:cNvPr id="67611" name="Freeform 1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2" name="Freeform 1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13" name="Line 1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14" name="Freeform 1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5" name="Freeform 1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16" name="AutoShape 1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4">
            <a:extLst>
              <a:ext uri="{FF2B5EF4-FFF2-40B4-BE49-F238E27FC236}">
                <a16:creationId xmlns:a16="http://schemas.microsoft.com/office/drawing/2014/main" id="{B2A24C3C-4616-AAAB-5714-636EDA5AD150}"/>
              </a:ext>
            </a:extLst>
          </p:cNvPr>
          <p:cNvGrpSpPr>
            <a:grpSpLocks/>
          </p:cNvGrpSpPr>
          <p:nvPr/>
        </p:nvGrpSpPr>
        <p:grpSpPr bwMode="auto">
          <a:xfrm rot="-223274">
            <a:off x="1981200" y="2611862"/>
            <a:ext cx="744537" cy="733425"/>
            <a:chOff x="2757" y="1666"/>
            <a:chExt cx="812" cy="800"/>
          </a:xfrm>
        </p:grpSpPr>
        <p:sp>
          <p:nvSpPr>
            <p:cNvPr id="3" name="Freeform 85">
              <a:extLst>
                <a:ext uri="{FF2B5EF4-FFF2-40B4-BE49-F238E27FC236}">
                  <a16:creationId xmlns:a16="http://schemas.microsoft.com/office/drawing/2014/main" id="{158BC408-4627-2F0A-2F01-D704EC042085}"/>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98A8D7FE-92C8-447C-A7BA-D98B6B461CD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6A0D32AC-11D3-0AE8-F8F3-0841F5B20A7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A774F9EF-18B2-DF13-3072-861D6B1AAABD}"/>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AC40D5F4-0900-6E52-1646-B18126FCF2C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E635E435-BA59-80E5-9279-E24E051F5684}"/>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4">
            <a:extLst>
              <a:ext uri="{FF2B5EF4-FFF2-40B4-BE49-F238E27FC236}">
                <a16:creationId xmlns:a16="http://schemas.microsoft.com/office/drawing/2014/main" id="{D2301F0F-67AB-53D1-A063-4B1FEA988728}"/>
              </a:ext>
            </a:extLst>
          </p:cNvPr>
          <p:cNvGrpSpPr>
            <a:grpSpLocks/>
          </p:cNvGrpSpPr>
          <p:nvPr/>
        </p:nvGrpSpPr>
        <p:grpSpPr bwMode="auto">
          <a:xfrm rot="-223274">
            <a:off x="681829" y="2434800"/>
            <a:ext cx="744537" cy="733425"/>
            <a:chOff x="2757" y="1666"/>
            <a:chExt cx="812" cy="800"/>
          </a:xfrm>
        </p:grpSpPr>
        <p:sp>
          <p:nvSpPr>
            <p:cNvPr id="10" name="Freeform 85">
              <a:extLst>
                <a:ext uri="{FF2B5EF4-FFF2-40B4-BE49-F238E27FC236}">
                  <a16:creationId xmlns:a16="http://schemas.microsoft.com/office/drawing/2014/main" id="{047FD901-15BA-1396-1299-42032D8E4D68}"/>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6">
              <a:extLst>
                <a:ext uri="{FF2B5EF4-FFF2-40B4-BE49-F238E27FC236}">
                  <a16:creationId xmlns:a16="http://schemas.microsoft.com/office/drawing/2014/main" id="{3ADEC139-34D9-DCE9-9EE2-36B9273B54D2}"/>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7">
              <a:extLst>
                <a:ext uri="{FF2B5EF4-FFF2-40B4-BE49-F238E27FC236}">
                  <a16:creationId xmlns:a16="http://schemas.microsoft.com/office/drawing/2014/main" id="{94E4459C-068B-9909-65D4-F72EB0360960}"/>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8">
              <a:extLst>
                <a:ext uri="{FF2B5EF4-FFF2-40B4-BE49-F238E27FC236}">
                  <a16:creationId xmlns:a16="http://schemas.microsoft.com/office/drawing/2014/main" id="{C2287129-35B9-7441-3121-5E9A8A9447B5}"/>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9">
              <a:extLst>
                <a:ext uri="{FF2B5EF4-FFF2-40B4-BE49-F238E27FC236}">
                  <a16:creationId xmlns:a16="http://schemas.microsoft.com/office/drawing/2014/main" id="{DB01C3F7-E2F0-D2C4-2EEB-FC40A8C6953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0">
              <a:extLst>
                <a:ext uri="{FF2B5EF4-FFF2-40B4-BE49-F238E27FC236}">
                  <a16:creationId xmlns:a16="http://schemas.microsoft.com/office/drawing/2014/main" id="{75B96B53-B2E5-794B-11C9-B1F33645EC28}"/>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8610" name="Group 2"/>
          <p:cNvGrpSpPr>
            <a:grpSpLocks/>
          </p:cNvGrpSpPr>
          <p:nvPr/>
        </p:nvGrpSpPr>
        <p:grpSpPr bwMode="auto">
          <a:xfrm>
            <a:off x="7073900" y="215900"/>
            <a:ext cx="1878013" cy="1250950"/>
            <a:chOff x="4456" y="136"/>
            <a:chExt cx="1183" cy="788"/>
          </a:xfrm>
        </p:grpSpPr>
        <p:grpSp>
          <p:nvGrpSpPr>
            <p:cNvPr id="68670" name="Group 3"/>
            <p:cNvGrpSpPr>
              <a:grpSpLocks/>
            </p:cNvGrpSpPr>
            <p:nvPr/>
          </p:nvGrpSpPr>
          <p:grpSpPr bwMode="auto">
            <a:xfrm>
              <a:off x="4766" y="232"/>
              <a:ext cx="873" cy="692"/>
              <a:chOff x="2185" y="310"/>
              <a:chExt cx="873" cy="692"/>
            </a:xfrm>
          </p:grpSpPr>
          <p:sp>
            <p:nvSpPr>
              <p:cNvPr id="686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8671" name="Group 11"/>
            <p:cNvGrpSpPr>
              <a:grpSpLocks/>
            </p:cNvGrpSpPr>
            <p:nvPr/>
          </p:nvGrpSpPr>
          <p:grpSpPr bwMode="auto">
            <a:xfrm>
              <a:off x="4949" y="336"/>
              <a:ext cx="591" cy="468"/>
              <a:chOff x="2185" y="310"/>
              <a:chExt cx="873" cy="692"/>
            </a:xfrm>
          </p:grpSpPr>
          <p:sp>
            <p:nvSpPr>
              <p:cNvPr id="686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86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6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686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86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8614" name="Group 24"/>
          <p:cNvGrpSpPr>
            <a:grpSpLocks/>
          </p:cNvGrpSpPr>
          <p:nvPr/>
        </p:nvGrpSpPr>
        <p:grpSpPr bwMode="auto">
          <a:xfrm>
            <a:off x="2986088" y="1306513"/>
            <a:ext cx="446087" cy="534987"/>
            <a:chOff x="868" y="1439"/>
            <a:chExt cx="811" cy="972"/>
          </a:xfrm>
        </p:grpSpPr>
        <p:sp>
          <p:nvSpPr>
            <p:cNvPr id="686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86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686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86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634" name="Group 2"/>
          <p:cNvGrpSpPr>
            <a:grpSpLocks/>
          </p:cNvGrpSpPr>
          <p:nvPr/>
        </p:nvGrpSpPr>
        <p:grpSpPr bwMode="auto">
          <a:xfrm>
            <a:off x="7073900" y="215900"/>
            <a:ext cx="1878013" cy="1250950"/>
            <a:chOff x="4456" y="136"/>
            <a:chExt cx="1183" cy="788"/>
          </a:xfrm>
        </p:grpSpPr>
        <p:grpSp>
          <p:nvGrpSpPr>
            <p:cNvPr id="69694" name="Group 3"/>
            <p:cNvGrpSpPr>
              <a:grpSpLocks/>
            </p:cNvGrpSpPr>
            <p:nvPr/>
          </p:nvGrpSpPr>
          <p:grpSpPr bwMode="auto">
            <a:xfrm>
              <a:off x="4766" y="232"/>
              <a:ext cx="873" cy="692"/>
              <a:chOff x="2185" y="310"/>
              <a:chExt cx="873" cy="692"/>
            </a:xfrm>
          </p:grpSpPr>
          <p:sp>
            <p:nvSpPr>
              <p:cNvPr id="697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9695" name="Group 11"/>
            <p:cNvGrpSpPr>
              <a:grpSpLocks/>
            </p:cNvGrpSpPr>
            <p:nvPr/>
          </p:nvGrpSpPr>
          <p:grpSpPr bwMode="auto">
            <a:xfrm>
              <a:off x="4949" y="336"/>
              <a:ext cx="591" cy="468"/>
              <a:chOff x="2185" y="310"/>
              <a:chExt cx="873" cy="692"/>
            </a:xfrm>
          </p:grpSpPr>
          <p:sp>
            <p:nvSpPr>
              <p:cNvPr id="696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96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9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696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96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9638" name="Group 24"/>
          <p:cNvGrpSpPr>
            <a:grpSpLocks/>
          </p:cNvGrpSpPr>
          <p:nvPr/>
        </p:nvGrpSpPr>
        <p:grpSpPr bwMode="auto">
          <a:xfrm>
            <a:off x="2986088" y="1306513"/>
            <a:ext cx="446087" cy="534987"/>
            <a:chOff x="868" y="1439"/>
            <a:chExt cx="811" cy="972"/>
          </a:xfrm>
        </p:grpSpPr>
        <p:sp>
          <p:nvSpPr>
            <p:cNvPr id="696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96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696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96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658" name="Group 2"/>
          <p:cNvGrpSpPr>
            <a:grpSpLocks/>
          </p:cNvGrpSpPr>
          <p:nvPr/>
        </p:nvGrpSpPr>
        <p:grpSpPr bwMode="auto">
          <a:xfrm>
            <a:off x="7073900" y="215900"/>
            <a:ext cx="1878013" cy="1250950"/>
            <a:chOff x="4456" y="136"/>
            <a:chExt cx="1183" cy="788"/>
          </a:xfrm>
        </p:grpSpPr>
        <p:grpSp>
          <p:nvGrpSpPr>
            <p:cNvPr id="70718" name="Group 3"/>
            <p:cNvGrpSpPr>
              <a:grpSpLocks/>
            </p:cNvGrpSpPr>
            <p:nvPr/>
          </p:nvGrpSpPr>
          <p:grpSpPr bwMode="auto">
            <a:xfrm>
              <a:off x="4766" y="232"/>
              <a:ext cx="873" cy="692"/>
              <a:chOff x="2185" y="310"/>
              <a:chExt cx="873" cy="692"/>
            </a:xfrm>
          </p:grpSpPr>
          <p:sp>
            <p:nvSpPr>
              <p:cNvPr id="707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0719" name="Group 11"/>
            <p:cNvGrpSpPr>
              <a:grpSpLocks/>
            </p:cNvGrpSpPr>
            <p:nvPr/>
          </p:nvGrpSpPr>
          <p:grpSpPr bwMode="auto">
            <a:xfrm>
              <a:off x="4949" y="336"/>
              <a:ext cx="591" cy="468"/>
              <a:chOff x="2185" y="310"/>
              <a:chExt cx="873" cy="692"/>
            </a:xfrm>
          </p:grpSpPr>
          <p:sp>
            <p:nvSpPr>
              <p:cNvPr id="707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07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07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706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06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0662" name="Group 24"/>
          <p:cNvGrpSpPr>
            <a:grpSpLocks/>
          </p:cNvGrpSpPr>
          <p:nvPr/>
        </p:nvGrpSpPr>
        <p:grpSpPr bwMode="auto">
          <a:xfrm>
            <a:off x="2986088" y="1306513"/>
            <a:ext cx="446087" cy="534987"/>
            <a:chOff x="868" y="1439"/>
            <a:chExt cx="811" cy="972"/>
          </a:xfrm>
        </p:grpSpPr>
        <p:sp>
          <p:nvSpPr>
            <p:cNvPr id="706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06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06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06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682" name="Group 2"/>
          <p:cNvGrpSpPr>
            <a:grpSpLocks/>
          </p:cNvGrpSpPr>
          <p:nvPr/>
        </p:nvGrpSpPr>
        <p:grpSpPr bwMode="auto">
          <a:xfrm>
            <a:off x="7073900" y="215900"/>
            <a:ext cx="1878013" cy="1250950"/>
            <a:chOff x="4456" y="136"/>
            <a:chExt cx="1183" cy="788"/>
          </a:xfrm>
        </p:grpSpPr>
        <p:grpSp>
          <p:nvGrpSpPr>
            <p:cNvPr id="71742" name="Group 3"/>
            <p:cNvGrpSpPr>
              <a:grpSpLocks/>
            </p:cNvGrpSpPr>
            <p:nvPr/>
          </p:nvGrpSpPr>
          <p:grpSpPr bwMode="auto">
            <a:xfrm>
              <a:off x="4766" y="232"/>
              <a:ext cx="873" cy="692"/>
              <a:chOff x="2185" y="310"/>
              <a:chExt cx="873" cy="692"/>
            </a:xfrm>
          </p:grpSpPr>
          <p:sp>
            <p:nvSpPr>
              <p:cNvPr id="717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1743" name="Group 11"/>
            <p:cNvGrpSpPr>
              <a:grpSpLocks/>
            </p:cNvGrpSpPr>
            <p:nvPr/>
          </p:nvGrpSpPr>
          <p:grpSpPr bwMode="auto">
            <a:xfrm>
              <a:off x="4949" y="336"/>
              <a:ext cx="591" cy="468"/>
              <a:chOff x="2185" y="310"/>
              <a:chExt cx="873" cy="692"/>
            </a:xfrm>
          </p:grpSpPr>
          <p:sp>
            <p:nvSpPr>
              <p:cNvPr id="717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17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716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16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1686" name="Group 24"/>
          <p:cNvGrpSpPr>
            <a:grpSpLocks/>
          </p:cNvGrpSpPr>
          <p:nvPr/>
        </p:nvGrpSpPr>
        <p:grpSpPr bwMode="auto">
          <a:xfrm>
            <a:off x="2986088" y="1306513"/>
            <a:ext cx="446087" cy="534987"/>
            <a:chOff x="868" y="1439"/>
            <a:chExt cx="811" cy="972"/>
          </a:xfrm>
        </p:grpSpPr>
        <p:sp>
          <p:nvSpPr>
            <p:cNvPr id="716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16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16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16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706" name="Group 2"/>
          <p:cNvGrpSpPr>
            <a:grpSpLocks/>
          </p:cNvGrpSpPr>
          <p:nvPr/>
        </p:nvGrpSpPr>
        <p:grpSpPr bwMode="auto">
          <a:xfrm>
            <a:off x="7073900" y="215900"/>
            <a:ext cx="1878013" cy="1250950"/>
            <a:chOff x="4456" y="136"/>
            <a:chExt cx="1183" cy="788"/>
          </a:xfrm>
        </p:grpSpPr>
        <p:grpSp>
          <p:nvGrpSpPr>
            <p:cNvPr id="72766" name="Group 3"/>
            <p:cNvGrpSpPr>
              <a:grpSpLocks/>
            </p:cNvGrpSpPr>
            <p:nvPr/>
          </p:nvGrpSpPr>
          <p:grpSpPr bwMode="auto">
            <a:xfrm>
              <a:off x="4766" y="232"/>
              <a:ext cx="873" cy="692"/>
              <a:chOff x="2185" y="310"/>
              <a:chExt cx="873" cy="692"/>
            </a:xfrm>
          </p:grpSpPr>
          <p:sp>
            <p:nvSpPr>
              <p:cNvPr id="727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2767" name="Group 11"/>
            <p:cNvGrpSpPr>
              <a:grpSpLocks/>
            </p:cNvGrpSpPr>
            <p:nvPr/>
          </p:nvGrpSpPr>
          <p:grpSpPr bwMode="auto">
            <a:xfrm>
              <a:off x="4949" y="336"/>
              <a:ext cx="591" cy="468"/>
              <a:chOff x="2185" y="310"/>
              <a:chExt cx="873" cy="692"/>
            </a:xfrm>
          </p:grpSpPr>
          <p:sp>
            <p:nvSpPr>
              <p:cNvPr id="727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27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27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727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27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2710" name="Group 24"/>
          <p:cNvGrpSpPr>
            <a:grpSpLocks/>
          </p:cNvGrpSpPr>
          <p:nvPr/>
        </p:nvGrpSpPr>
        <p:grpSpPr bwMode="auto">
          <a:xfrm>
            <a:off x="2986088" y="1306513"/>
            <a:ext cx="446087" cy="534987"/>
            <a:chOff x="868" y="1439"/>
            <a:chExt cx="811" cy="972"/>
          </a:xfrm>
        </p:grpSpPr>
        <p:sp>
          <p:nvSpPr>
            <p:cNvPr id="727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27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27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27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730" name="Group 2"/>
          <p:cNvGrpSpPr>
            <a:grpSpLocks/>
          </p:cNvGrpSpPr>
          <p:nvPr/>
        </p:nvGrpSpPr>
        <p:grpSpPr bwMode="auto">
          <a:xfrm>
            <a:off x="7073900" y="215900"/>
            <a:ext cx="1878013" cy="1250950"/>
            <a:chOff x="4456" y="136"/>
            <a:chExt cx="1183" cy="788"/>
          </a:xfrm>
        </p:grpSpPr>
        <p:grpSp>
          <p:nvGrpSpPr>
            <p:cNvPr id="73790" name="Group 3"/>
            <p:cNvGrpSpPr>
              <a:grpSpLocks/>
            </p:cNvGrpSpPr>
            <p:nvPr/>
          </p:nvGrpSpPr>
          <p:grpSpPr bwMode="auto">
            <a:xfrm>
              <a:off x="4766" y="232"/>
              <a:ext cx="873" cy="692"/>
              <a:chOff x="2185" y="310"/>
              <a:chExt cx="873" cy="692"/>
            </a:xfrm>
          </p:grpSpPr>
          <p:sp>
            <p:nvSpPr>
              <p:cNvPr id="738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3791" name="Group 11"/>
            <p:cNvGrpSpPr>
              <a:grpSpLocks/>
            </p:cNvGrpSpPr>
            <p:nvPr/>
          </p:nvGrpSpPr>
          <p:grpSpPr bwMode="auto">
            <a:xfrm>
              <a:off x="4949" y="336"/>
              <a:ext cx="591" cy="468"/>
              <a:chOff x="2185" y="310"/>
              <a:chExt cx="873" cy="692"/>
            </a:xfrm>
          </p:grpSpPr>
          <p:sp>
            <p:nvSpPr>
              <p:cNvPr id="737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37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737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37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3734" name="Group 24"/>
          <p:cNvGrpSpPr>
            <a:grpSpLocks/>
          </p:cNvGrpSpPr>
          <p:nvPr/>
        </p:nvGrpSpPr>
        <p:grpSpPr bwMode="auto">
          <a:xfrm>
            <a:off x="2986088" y="1306513"/>
            <a:ext cx="446087" cy="534987"/>
            <a:chOff x="868" y="1439"/>
            <a:chExt cx="811" cy="972"/>
          </a:xfrm>
        </p:grpSpPr>
        <p:sp>
          <p:nvSpPr>
            <p:cNvPr id="737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37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37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37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754" name="Group 2"/>
          <p:cNvGrpSpPr>
            <a:grpSpLocks/>
          </p:cNvGrpSpPr>
          <p:nvPr/>
        </p:nvGrpSpPr>
        <p:grpSpPr bwMode="auto">
          <a:xfrm>
            <a:off x="7073900" y="215900"/>
            <a:ext cx="1878013" cy="1250950"/>
            <a:chOff x="4456" y="136"/>
            <a:chExt cx="1183" cy="788"/>
          </a:xfrm>
        </p:grpSpPr>
        <p:grpSp>
          <p:nvGrpSpPr>
            <p:cNvPr id="74814" name="Group 3"/>
            <p:cNvGrpSpPr>
              <a:grpSpLocks/>
            </p:cNvGrpSpPr>
            <p:nvPr/>
          </p:nvGrpSpPr>
          <p:grpSpPr bwMode="auto">
            <a:xfrm>
              <a:off x="4766" y="232"/>
              <a:ext cx="873" cy="692"/>
              <a:chOff x="2185" y="310"/>
              <a:chExt cx="873" cy="692"/>
            </a:xfrm>
          </p:grpSpPr>
          <p:sp>
            <p:nvSpPr>
              <p:cNvPr id="748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4815" name="Group 11"/>
            <p:cNvGrpSpPr>
              <a:grpSpLocks/>
            </p:cNvGrpSpPr>
            <p:nvPr/>
          </p:nvGrpSpPr>
          <p:grpSpPr bwMode="auto">
            <a:xfrm>
              <a:off x="4949" y="336"/>
              <a:ext cx="591" cy="468"/>
              <a:chOff x="2185" y="310"/>
              <a:chExt cx="873" cy="692"/>
            </a:xfrm>
          </p:grpSpPr>
          <p:sp>
            <p:nvSpPr>
              <p:cNvPr id="748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48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48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747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47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4758" name="Group 24"/>
          <p:cNvGrpSpPr>
            <a:grpSpLocks/>
          </p:cNvGrpSpPr>
          <p:nvPr/>
        </p:nvGrpSpPr>
        <p:grpSpPr bwMode="auto">
          <a:xfrm>
            <a:off x="2986088" y="1306513"/>
            <a:ext cx="446087" cy="534987"/>
            <a:chOff x="868" y="1439"/>
            <a:chExt cx="811" cy="972"/>
          </a:xfrm>
        </p:grpSpPr>
        <p:sp>
          <p:nvSpPr>
            <p:cNvPr id="747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47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47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47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5779" name="Group 3"/>
          <p:cNvGrpSpPr>
            <a:grpSpLocks/>
          </p:cNvGrpSpPr>
          <p:nvPr/>
        </p:nvGrpSpPr>
        <p:grpSpPr bwMode="auto">
          <a:xfrm>
            <a:off x="7073900" y="215900"/>
            <a:ext cx="1878013" cy="1250950"/>
            <a:chOff x="4456" y="136"/>
            <a:chExt cx="1183" cy="788"/>
          </a:xfrm>
        </p:grpSpPr>
        <p:grpSp>
          <p:nvGrpSpPr>
            <p:cNvPr id="75876" name="Group 4"/>
            <p:cNvGrpSpPr>
              <a:grpSpLocks/>
            </p:cNvGrpSpPr>
            <p:nvPr/>
          </p:nvGrpSpPr>
          <p:grpSpPr bwMode="auto">
            <a:xfrm>
              <a:off x="4766" y="232"/>
              <a:ext cx="873" cy="692"/>
              <a:chOff x="2185" y="310"/>
              <a:chExt cx="873" cy="692"/>
            </a:xfrm>
          </p:grpSpPr>
          <p:sp>
            <p:nvSpPr>
              <p:cNvPr id="75887"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8"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9"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0"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1"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2"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3"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5877" name="Group 12"/>
            <p:cNvGrpSpPr>
              <a:grpSpLocks/>
            </p:cNvGrpSpPr>
            <p:nvPr/>
          </p:nvGrpSpPr>
          <p:grpSpPr bwMode="auto">
            <a:xfrm>
              <a:off x="4949" y="336"/>
              <a:ext cx="591" cy="468"/>
              <a:chOff x="2185" y="310"/>
              <a:chExt cx="873" cy="692"/>
            </a:xfrm>
          </p:grpSpPr>
          <p:sp>
            <p:nvSpPr>
              <p:cNvPr id="75880"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1"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2"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3"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4"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5"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6"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5878"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879"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75780" name="Text Box 23"/>
          <p:cNvSpPr txBox="1">
            <a:spLocks noChangeArrowheads="1"/>
          </p:cNvSpPr>
          <p:nvPr/>
        </p:nvSpPr>
        <p:spPr bwMode="auto">
          <a:xfrm>
            <a:off x="23129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75781" name="Text Box 24"/>
          <p:cNvSpPr txBox="1">
            <a:spLocks noChangeArrowheads="1"/>
          </p:cNvSpPr>
          <p:nvPr/>
        </p:nvSpPr>
        <p:spPr bwMode="auto">
          <a:xfrm>
            <a:off x="3668713" y="367982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sp>
        <p:nvSpPr>
          <p:cNvPr id="75782" name="Rectangle 27"/>
          <p:cNvSpPr>
            <a:spLocks noGrp="1" noChangeArrowheads="1"/>
          </p:cNvSpPr>
          <p:nvPr>
            <p:ph type="title"/>
          </p:nvPr>
        </p:nvSpPr>
        <p:spPr>
          <a:xfrm>
            <a:off x="1525588" y="0"/>
            <a:ext cx="5372100" cy="647700"/>
          </a:xfrm>
        </p:spPr>
        <p:txBody>
          <a:bodyPr/>
          <a:lstStyle/>
          <a:p>
            <a:pPr eaLnBrk="1" hangingPunct="1"/>
            <a:r>
              <a:rPr lang="fr-FR" altLang="fr-FR"/>
              <a:t>Sem. 1 - Jeudi (St Théodore)</a:t>
            </a:r>
          </a:p>
        </p:txBody>
      </p:sp>
      <p:sp>
        <p:nvSpPr>
          <p:cNvPr id="75783"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75784"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5785" name="Text Box 30"/>
          <p:cNvSpPr txBox="1">
            <a:spLocks noChangeArrowheads="1"/>
          </p:cNvSpPr>
          <p:nvPr/>
        </p:nvSpPr>
        <p:spPr bwMode="auto">
          <a:xfrm>
            <a:off x="579438" y="4533900"/>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5786" name="Group 32"/>
          <p:cNvGrpSpPr>
            <a:grpSpLocks/>
          </p:cNvGrpSpPr>
          <p:nvPr/>
        </p:nvGrpSpPr>
        <p:grpSpPr bwMode="auto">
          <a:xfrm>
            <a:off x="2843213" y="1106488"/>
            <a:ext cx="446087" cy="534987"/>
            <a:chOff x="868" y="1439"/>
            <a:chExt cx="811" cy="972"/>
          </a:xfrm>
        </p:grpSpPr>
        <p:sp>
          <p:nvSpPr>
            <p:cNvPr id="75825"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6"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7"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8"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9"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0"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1"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2"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3"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4"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5"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6"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7"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8"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9"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0"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1"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2"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3"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4"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5"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6"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7"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8"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9"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0"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1"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2"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3"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4"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5"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6"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7"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8"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9"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0"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1"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2"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3"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4"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5"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6"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7"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8"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9"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0"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1"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2"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3"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4"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5"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5787" name="Group 91"/>
          <p:cNvGrpSpPr>
            <a:grpSpLocks/>
          </p:cNvGrpSpPr>
          <p:nvPr/>
        </p:nvGrpSpPr>
        <p:grpSpPr bwMode="auto">
          <a:xfrm rot="-223274">
            <a:off x="2416175" y="2876550"/>
            <a:ext cx="744538" cy="733425"/>
            <a:chOff x="2757" y="1666"/>
            <a:chExt cx="812" cy="800"/>
          </a:xfrm>
        </p:grpSpPr>
        <p:sp>
          <p:nvSpPr>
            <p:cNvPr id="75819"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20"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21"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22"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23"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24"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88" name="Group 98"/>
          <p:cNvGrpSpPr>
            <a:grpSpLocks/>
          </p:cNvGrpSpPr>
          <p:nvPr/>
        </p:nvGrpSpPr>
        <p:grpSpPr bwMode="auto">
          <a:xfrm rot="-223274">
            <a:off x="3846513" y="2978150"/>
            <a:ext cx="744537" cy="733425"/>
            <a:chOff x="2757" y="1666"/>
            <a:chExt cx="812" cy="800"/>
          </a:xfrm>
        </p:grpSpPr>
        <p:sp>
          <p:nvSpPr>
            <p:cNvPr id="75813"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4"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15"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16"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7"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18"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89" name="Group 105"/>
          <p:cNvGrpSpPr>
            <a:grpSpLocks/>
          </p:cNvGrpSpPr>
          <p:nvPr/>
        </p:nvGrpSpPr>
        <p:grpSpPr bwMode="auto">
          <a:xfrm rot="-223274">
            <a:off x="3817938" y="2717800"/>
            <a:ext cx="744537" cy="733425"/>
            <a:chOff x="2757" y="1666"/>
            <a:chExt cx="812" cy="800"/>
          </a:xfrm>
        </p:grpSpPr>
        <p:sp>
          <p:nvSpPr>
            <p:cNvPr id="75807"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8"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09"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10"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1"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12"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90" name="Group 123"/>
          <p:cNvGrpSpPr>
            <a:grpSpLocks/>
          </p:cNvGrpSpPr>
          <p:nvPr/>
        </p:nvGrpSpPr>
        <p:grpSpPr bwMode="auto">
          <a:xfrm rot="-223274">
            <a:off x="5253038" y="2887663"/>
            <a:ext cx="744537" cy="733425"/>
            <a:chOff x="2757" y="1666"/>
            <a:chExt cx="812" cy="800"/>
          </a:xfrm>
        </p:grpSpPr>
        <p:sp>
          <p:nvSpPr>
            <p:cNvPr id="75801"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2"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03"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04"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5"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06"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75791" name="Text Box 130"/>
          <p:cNvSpPr txBox="1">
            <a:spLocks noChangeArrowheads="1"/>
          </p:cNvSpPr>
          <p:nvPr/>
        </p:nvSpPr>
        <p:spPr bwMode="auto">
          <a:xfrm>
            <a:off x="1004888" y="367982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sp>
        <p:nvSpPr>
          <p:cNvPr id="75792" name="Text Box 131"/>
          <p:cNvSpPr txBox="1">
            <a:spLocks noChangeArrowheads="1"/>
          </p:cNvSpPr>
          <p:nvPr/>
        </p:nvSpPr>
        <p:spPr bwMode="auto">
          <a:xfrm>
            <a:off x="5243513"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75793" name="Group 139"/>
          <p:cNvGrpSpPr>
            <a:grpSpLocks/>
          </p:cNvGrpSpPr>
          <p:nvPr/>
        </p:nvGrpSpPr>
        <p:grpSpPr bwMode="auto">
          <a:xfrm rot="-223274">
            <a:off x="1049338" y="2878138"/>
            <a:ext cx="744537" cy="733425"/>
            <a:chOff x="2757" y="1666"/>
            <a:chExt cx="812" cy="800"/>
          </a:xfrm>
        </p:grpSpPr>
        <p:sp>
          <p:nvSpPr>
            <p:cNvPr id="75795"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796"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797"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798"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799"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00"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75794" name="Text Box 146"/>
          <p:cNvSpPr txBox="1">
            <a:spLocks noChangeArrowheads="1"/>
          </p:cNvSpPr>
          <p:nvPr/>
        </p:nvSpPr>
        <p:spPr bwMode="auto">
          <a:xfrm>
            <a:off x="595313" y="54784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84">
            <a:extLst>
              <a:ext uri="{FF2B5EF4-FFF2-40B4-BE49-F238E27FC236}">
                <a16:creationId xmlns:a16="http://schemas.microsoft.com/office/drawing/2014/main" id="{0607B03A-BA5C-65F5-49C7-9277817AB008}"/>
              </a:ext>
            </a:extLst>
          </p:cNvPr>
          <p:cNvGrpSpPr>
            <a:grpSpLocks/>
          </p:cNvGrpSpPr>
          <p:nvPr/>
        </p:nvGrpSpPr>
        <p:grpSpPr bwMode="auto">
          <a:xfrm rot="-223274">
            <a:off x="5266528" y="2672186"/>
            <a:ext cx="744537" cy="733425"/>
            <a:chOff x="2757" y="1666"/>
            <a:chExt cx="812" cy="800"/>
          </a:xfrm>
        </p:grpSpPr>
        <p:sp>
          <p:nvSpPr>
            <p:cNvPr id="3" name="Freeform 85">
              <a:extLst>
                <a:ext uri="{FF2B5EF4-FFF2-40B4-BE49-F238E27FC236}">
                  <a16:creationId xmlns:a16="http://schemas.microsoft.com/office/drawing/2014/main" id="{8E493B45-86E3-A2D9-AAEC-D95D4DAAC922}"/>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02FDB9BC-EEE9-F5BA-964B-45423814458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FC55A682-E604-F10A-270A-3365F4623917}"/>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023240CD-315E-D881-A075-6C5EB9B313E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26AC82C4-B5D1-42D0-1B2F-F2DD48B9AD89}"/>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2960BEAE-A770-C5B5-8D96-2524C0FAAD6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 name="Oval 25">
            <a:extLst>
              <a:ext uri="{FF2B5EF4-FFF2-40B4-BE49-F238E27FC236}">
                <a16:creationId xmlns:a16="http://schemas.microsoft.com/office/drawing/2014/main" id="{91F7C559-CA5D-A46B-3848-1005A06F4E52}"/>
              </a:ext>
            </a:extLst>
          </p:cNvPr>
          <p:cNvSpPr>
            <a:spLocks noChangeArrowheads="1"/>
          </p:cNvSpPr>
          <p:nvPr/>
        </p:nvSpPr>
        <p:spPr bwMode="auto">
          <a:xfrm rot="-5400000">
            <a:off x="6573044"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0" name="Oval 25">
            <a:extLst>
              <a:ext uri="{FF2B5EF4-FFF2-40B4-BE49-F238E27FC236}">
                <a16:creationId xmlns:a16="http://schemas.microsoft.com/office/drawing/2014/main" id="{62A4A1CD-66AC-C71A-8B13-2053E97F9248}"/>
              </a:ext>
            </a:extLst>
          </p:cNvPr>
          <p:cNvSpPr>
            <a:spLocks noChangeArrowheads="1"/>
          </p:cNvSpPr>
          <p:nvPr/>
        </p:nvSpPr>
        <p:spPr bwMode="auto">
          <a:xfrm rot="-5400000">
            <a:off x="7389019"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 name="Oval 25">
            <a:extLst>
              <a:ext uri="{FF2B5EF4-FFF2-40B4-BE49-F238E27FC236}">
                <a16:creationId xmlns:a16="http://schemas.microsoft.com/office/drawing/2014/main" id="{3FE3DBD7-8C48-12D7-557F-44EE4B34CCB2}"/>
              </a:ext>
            </a:extLst>
          </p:cNvPr>
          <p:cNvSpPr>
            <a:spLocks noChangeArrowheads="1"/>
          </p:cNvSpPr>
          <p:nvPr/>
        </p:nvSpPr>
        <p:spPr bwMode="auto">
          <a:xfrm rot="-5400000">
            <a:off x="6970713"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 name="Text Box 26">
            <a:extLst>
              <a:ext uri="{FF2B5EF4-FFF2-40B4-BE49-F238E27FC236}">
                <a16:creationId xmlns:a16="http://schemas.microsoft.com/office/drawing/2014/main" id="{3D4C2D12-D846-7481-5E26-E49393A0B80A}"/>
              </a:ext>
            </a:extLst>
          </p:cNvPr>
          <p:cNvSpPr txBox="1">
            <a:spLocks noChangeArrowheads="1"/>
          </p:cNvSpPr>
          <p:nvPr/>
        </p:nvSpPr>
        <p:spPr bwMode="auto">
          <a:xfrm>
            <a:off x="6072188" y="3638550"/>
            <a:ext cx="30464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Couronnes (ph. A)</a:t>
            </a:r>
          </a:p>
        </p:txBody>
      </p:sp>
      <p:grpSp>
        <p:nvGrpSpPr>
          <p:cNvPr id="14" name="Group 91">
            <a:extLst>
              <a:ext uri="{FF2B5EF4-FFF2-40B4-BE49-F238E27FC236}">
                <a16:creationId xmlns:a16="http://schemas.microsoft.com/office/drawing/2014/main" id="{727A790E-4579-913A-D3AF-F2243C25F1EB}"/>
              </a:ext>
            </a:extLst>
          </p:cNvPr>
          <p:cNvGrpSpPr>
            <a:grpSpLocks/>
          </p:cNvGrpSpPr>
          <p:nvPr/>
        </p:nvGrpSpPr>
        <p:grpSpPr bwMode="auto">
          <a:xfrm rot="-223274">
            <a:off x="2376485" y="2549100"/>
            <a:ext cx="744538" cy="733425"/>
            <a:chOff x="2757" y="1666"/>
            <a:chExt cx="812" cy="800"/>
          </a:xfrm>
        </p:grpSpPr>
        <p:sp>
          <p:nvSpPr>
            <p:cNvPr id="15" name="Freeform 92">
              <a:extLst>
                <a:ext uri="{FF2B5EF4-FFF2-40B4-BE49-F238E27FC236}">
                  <a16:creationId xmlns:a16="http://schemas.microsoft.com/office/drawing/2014/main" id="{1712AF5D-E7B6-3081-6707-12E6A5805D5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 name="Freeform 93">
              <a:extLst>
                <a:ext uri="{FF2B5EF4-FFF2-40B4-BE49-F238E27FC236}">
                  <a16:creationId xmlns:a16="http://schemas.microsoft.com/office/drawing/2014/main" id="{53AD599E-BE65-061A-339D-CD554F8118B1}"/>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7" name="Line 94">
              <a:extLst>
                <a:ext uri="{FF2B5EF4-FFF2-40B4-BE49-F238E27FC236}">
                  <a16:creationId xmlns:a16="http://schemas.microsoft.com/office/drawing/2014/main" id="{E1C0217D-EACD-C7F9-7DC5-82F14F6C139B}"/>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 name="Freeform 95">
              <a:extLst>
                <a:ext uri="{FF2B5EF4-FFF2-40B4-BE49-F238E27FC236}">
                  <a16:creationId xmlns:a16="http://schemas.microsoft.com/office/drawing/2014/main" id="{1805379E-4CB0-4F99-B2B1-000AABD25D1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 name="Freeform 96">
              <a:extLst>
                <a:ext uri="{FF2B5EF4-FFF2-40B4-BE49-F238E27FC236}">
                  <a16:creationId xmlns:a16="http://schemas.microsoft.com/office/drawing/2014/main" id="{772CEDE3-FA14-98B0-108F-FADB5FF3AFF8}"/>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 name="AutoShape 97">
              <a:extLst>
                <a:ext uri="{FF2B5EF4-FFF2-40B4-BE49-F238E27FC236}">
                  <a16:creationId xmlns:a16="http://schemas.microsoft.com/office/drawing/2014/main" id="{ACAC4798-E567-154C-4A01-7E1FAB21896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6802" name="Group 2"/>
          <p:cNvGrpSpPr>
            <a:grpSpLocks/>
          </p:cNvGrpSpPr>
          <p:nvPr/>
        </p:nvGrpSpPr>
        <p:grpSpPr bwMode="auto">
          <a:xfrm>
            <a:off x="7073900" y="215900"/>
            <a:ext cx="1878013" cy="1250950"/>
            <a:chOff x="4456" y="136"/>
            <a:chExt cx="1183" cy="788"/>
          </a:xfrm>
        </p:grpSpPr>
        <p:grpSp>
          <p:nvGrpSpPr>
            <p:cNvPr id="76862" name="Group 3"/>
            <p:cNvGrpSpPr>
              <a:grpSpLocks/>
            </p:cNvGrpSpPr>
            <p:nvPr/>
          </p:nvGrpSpPr>
          <p:grpSpPr bwMode="auto">
            <a:xfrm>
              <a:off x="4766" y="232"/>
              <a:ext cx="873" cy="692"/>
              <a:chOff x="2185" y="310"/>
              <a:chExt cx="873" cy="692"/>
            </a:xfrm>
          </p:grpSpPr>
          <p:sp>
            <p:nvSpPr>
              <p:cNvPr id="768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6863" name="Group 11"/>
            <p:cNvGrpSpPr>
              <a:grpSpLocks/>
            </p:cNvGrpSpPr>
            <p:nvPr/>
          </p:nvGrpSpPr>
          <p:grpSpPr bwMode="auto">
            <a:xfrm>
              <a:off x="4949" y="336"/>
              <a:ext cx="591" cy="468"/>
              <a:chOff x="2185" y="310"/>
              <a:chExt cx="873" cy="692"/>
            </a:xfrm>
          </p:grpSpPr>
          <p:sp>
            <p:nvSpPr>
              <p:cNvPr id="768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68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768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68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6806" name="Group 24"/>
          <p:cNvGrpSpPr>
            <a:grpSpLocks/>
          </p:cNvGrpSpPr>
          <p:nvPr/>
        </p:nvGrpSpPr>
        <p:grpSpPr bwMode="auto">
          <a:xfrm>
            <a:off x="2986088" y="1306513"/>
            <a:ext cx="446087" cy="534987"/>
            <a:chOff x="868" y="1439"/>
            <a:chExt cx="811" cy="972"/>
          </a:xfrm>
        </p:grpSpPr>
        <p:sp>
          <p:nvSpPr>
            <p:cNvPr id="768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68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68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68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826" name="Group 2"/>
          <p:cNvGrpSpPr>
            <a:grpSpLocks/>
          </p:cNvGrpSpPr>
          <p:nvPr/>
        </p:nvGrpSpPr>
        <p:grpSpPr bwMode="auto">
          <a:xfrm>
            <a:off x="7073900" y="215900"/>
            <a:ext cx="1878013" cy="1250950"/>
            <a:chOff x="4456" y="136"/>
            <a:chExt cx="1183" cy="788"/>
          </a:xfrm>
        </p:grpSpPr>
        <p:grpSp>
          <p:nvGrpSpPr>
            <p:cNvPr id="77886" name="Group 3"/>
            <p:cNvGrpSpPr>
              <a:grpSpLocks/>
            </p:cNvGrpSpPr>
            <p:nvPr/>
          </p:nvGrpSpPr>
          <p:grpSpPr bwMode="auto">
            <a:xfrm>
              <a:off x="4766" y="232"/>
              <a:ext cx="873" cy="692"/>
              <a:chOff x="2185" y="310"/>
              <a:chExt cx="873" cy="692"/>
            </a:xfrm>
          </p:grpSpPr>
          <p:sp>
            <p:nvSpPr>
              <p:cNvPr id="778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7887" name="Group 11"/>
            <p:cNvGrpSpPr>
              <a:grpSpLocks/>
            </p:cNvGrpSpPr>
            <p:nvPr/>
          </p:nvGrpSpPr>
          <p:grpSpPr bwMode="auto">
            <a:xfrm>
              <a:off x="4949" y="336"/>
              <a:ext cx="591" cy="468"/>
              <a:chOff x="2185" y="310"/>
              <a:chExt cx="873" cy="692"/>
            </a:xfrm>
          </p:grpSpPr>
          <p:sp>
            <p:nvSpPr>
              <p:cNvPr id="778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78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8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778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78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7830" name="Group 24"/>
          <p:cNvGrpSpPr>
            <a:grpSpLocks/>
          </p:cNvGrpSpPr>
          <p:nvPr/>
        </p:nvGrpSpPr>
        <p:grpSpPr bwMode="auto">
          <a:xfrm>
            <a:off x="2986088" y="1306513"/>
            <a:ext cx="446087" cy="534987"/>
            <a:chOff x="868" y="1439"/>
            <a:chExt cx="811" cy="972"/>
          </a:xfrm>
        </p:grpSpPr>
        <p:sp>
          <p:nvSpPr>
            <p:cNvPr id="778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78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78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78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850" name="Group 2"/>
          <p:cNvGrpSpPr>
            <a:grpSpLocks/>
          </p:cNvGrpSpPr>
          <p:nvPr/>
        </p:nvGrpSpPr>
        <p:grpSpPr bwMode="auto">
          <a:xfrm>
            <a:off x="7073900" y="215900"/>
            <a:ext cx="1878013" cy="1250950"/>
            <a:chOff x="4456" y="136"/>
            <a:chExt cx="1183" cy="788"/>
          </a:xfrm>
        </p:grpSpPr>
        <p:grpSp>
          <p:nvGrpSpPr>
            <p:cNvPr id="78910" name="Group 3"/>
            <p:cNvGrpSpPr>
              <a:grpSpLocks/>
            </p:cNvGrpSpPr>
            <p:nvPr/>
          </p:nvGrpSpPr>
          <p:grpSpPr bwMode="auto">
            <a:xfrm>
              <a:off x="4766" y="232"/>
              <a:ext cx="873" cy="692"/>
              <a:chOff x="2185" y="310"/>
              <a:chExt cx="873" cy="692"/>
            </a:xfrm>
          </p:grpSpPr>
          <p:sp>
            <p:nvSpPr>
              <p:cNvPr id="789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8911" name="Group 11"/>
            <p:cNvGrpSpPr>
              <a:grpSpLocks/>
            </p:cNvGrpSpPr>
            <p:nvPr/>
          </p:nvGrpSpPr>
          <p:grpSpPr bwMode="auto">
            <a:xfrm>
              <a:off x="4949" y="336"/>
              <a:ext cx="591" cy="468"/>
              <a:chOff x="2185" y="310"/>
              <a:chExt cx="873" cy="692"/>
            </a:xfrm>
          </p:grpSpPr>
          <p:sp>
            <p:nvSpPr>
              <p:cNvPr id="789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89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89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788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88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8854" name="Group 24"/>
          <p:cNvGrpSpPr>
            <a:grpSpLocks/>
          </p:cNvGrpSpPr>
          <p:nvPr/>
        </p:nvGrpSpPr>
        <p:grpSpPr bwMode="auto">
          <a:xfrm>
            <a:off x="2986088" y="1306513"/>
            <a:ext cx="446087" cy="534987"/>
            <a:chOff x="868" y="1439"/>
            <a:chExt cx="811" cy="972"/>
          </a:xfrm>
        </p:grpSpPr>
        <p:sp>
          <p:nvSpPr>
            <p:cNvPr id="788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88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88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88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9874" name="Group 2"/>
          <p:cNvGrpSpPr>
            <a:grpSpLocks/>
          </p:cNvGrpSpPr>
          <p:nvPr/>
        </p:nvGrpSpPr>
        <p:grpSpPr bwMode="auto">
          <a:xfrm>
            <a:off x="7073900" y="215900"/>
            <a:ext cx="1878013" cy="1250950"/>
            <a:chOff x="4456" y="136"/>
            <a:chExt cx="1183" cy="788"/>
          </a:xfrm>
        </p:grpSpPr>
        <p:grpSp>
          <p:nvGrpSpPr>
            <p:cNvPr id="79934" name="Group 3"/>
            <p:cNvGrpSpPr>
              <a:grpSpLocks/>
            </p:cNvGrpSpPr>
            <p:nvPr/>
          </p:nvGrpSpPr>
          <p:grpSpPr bwMode="auto">
            <a:xfrm>
              <a:off x="4766" y="232"/>
              <a:ext cx="873" cy="692"/>
              <a:chOff x="2185" y="310"/>
              <a:chExt cx="873" cy="692"/>
            </a:xfrm>
          </p:grpSpPr>
          <p:sp>
            <p:nvSpPr>
              <p:cNvPr id="799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9935" name="Group 11"/>
            <p:cNvGrpSpPr>
              <a:grpSpLocks/>
            </p:cNvGrpSpPr>
            <p:nvPr/>
          </p:nvGrpSpPr>
          <p:grpSpPr bwMode="auto">
            <a:xfrm>
              <a:off x="4949" y="336"/>
              <a:ext cx="591" cy="468"/>
              <a:chOff x="2185" y="310"/>
              <a:chExt cx="873" cy="692"/>
            </a:xfrm>
          </p:grpSpPr>
          <p:sp>
            <p:nvSpPr>
              <p:cNvPr id="799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99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93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798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98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9878" name="Group 24"/>
          <p:cNvGrpSpPr>
            <a:grpSpLocks/>
          </p:cNvGrpSpPr>
          <p:nvPr/>
        </p:nvGrpSpPr>
        <p:grpSpPr bwMode="auto">
          <a:xfrm>
            <a:off x="2986088" y="1306513"/>
            <a:ext cx="446087" cy="534987"/>
            <a:chOff x="868" y="1439"/>
            <a:chExt cx="811" cy="972"/>
          </a:xfrm>
        </p:grpSpPr>
        <p:sp>
          <p:nvSpPr>
            <p:cNvPr id="798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98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98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98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0898" name="Group 2"/>
          <p:cNvGrpSpPr>
            <a:grpSpLocks/>
          </p:cNvGrpSpPr>
          <p:nvPr/>
        </p:nvGrpSpPr>
        <p:grpSpPr bwMode="auto">
          <a:xfrm>
            <a:off x="7073900" y="215900"/>
            <a:ext cx="1878013" cy="1250950"/>
            <a:chOff x="4456" y="136"/>
            <a:chExt cx="1183" cy="788"/>
          </a:xfrm>
        </p:grpSpPr>
        <p:grpSp>
          <p:nvGrpSpPr>
            <p:cNvPr id="80958" name="Group 3"/>
            <p:cNvGrpSpPr>
              <a:grpSpLocks/>
            </p:cNvGrpSpPr>
            <p:nvPr/>
          </p:nvGrpSpPr>
          <p:grpSpPr bwMode="auto">
            <a:xfrm>
              <a:off x="4766" y="232"/>
              <a:ext cx="873" cy="692"/>
              <a:chOff x="2185" y="310"/>
              <a:chExt cx="873" cy="692"/>
            </a:xfrm>
          </p:grpSpPr>
          <p:sp>
            <p:nvSpPr>
              <p:cNvPr id="809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0959" name="Group 11"/>
            <p:cNvGrpSpPr>
              <a:grpSpLocks/>
            </p:cNvGrpSpPr>
            <p:nvPr/>
          </p:nvGrpSpPr>
          <p:grpSpPr bwMode="auto">
            <a:xfrm>
              <a:off x="4949" y="336"/>
              <a:ext cx="591" cy="468"/>
              <a:chOff x="2185" y="310"/>
              <a:chExt cx="873" cy="692"/>
            </a:xfrm>
          </p:grpSpPr>
          <p:sp>
            <p:nvSpPr>
              <p:cNvPr id="809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09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6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809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09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0902" name="Group 24"/>
          <p:cNvGrpSpPr>
            <a:grpSpLocks/>
          </p:cNvGrpSpPr>
          <p:nvPr/>
        </p:nvGrpSpPr>
        <p:grpSpPr bwMode="auto">
          <a:xfrm>
            <a:off x="2986088" y="1306513"/>
            <a:ext cx="446087" cy="534987"/>
            <a:chOff x="868" y="1439"/>
            <a:chExt cx="811" cy="972"/>
          </a:xfrm>
        </p:grpSpPr>
        <p:sp>
          <p:nvSpPr>
            <p:cNvPr id="809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09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09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09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pPr eaLnBrk="1" hangingPunct="1"/>
            <a:r>
              <a:rPr lang="fr-FR" altLang="fr-FR"/>
              <a:t>Question</a:t>
            </a:r>
          </a:p>
        </p:txBody>
      </p:sp>
      <p:sp>
        <p:nvSpPr>
          <p:cNvPr id="81923" name="Rectangle 3"/>
          <p:cNvSpPr>
            <a:spLocks noGrp="1" noChangeArrowheads="1"/>
          </p:cNvSpPr>
          <p:nvPr>
            <p:ph type="body" idx="1"/>
          </p:nvPr>
        </p:nvSpPr>
        <p:spPr>
          <a:xfrm>
            <a:off x="449263" y="1608138"/>
            <a:ext cx="8380412" cy="4386262"/>
          </a:xfrm>
        </p:spPr>
        <p:txBody>
          <a:bodyPr/>
          <a:lstStyle/>
          <a:p>
            <a:pPr eaLnBrk="1" hangingPunct="1">
              <a:lnSpc>
                <a:spcPct val="110000"/>
              </a:lnSpc>
              <a:buFontTx/>
              <a:buNone/>
            </a:pPr>
            <a:r>
              <a:rPr lang="fr-FR" altLang="fr-FR" u="sng" dirty="0"/>
              <a:t>Origine</a:t>
            </a:r>
            <a:r>
              <a:rPr lang="fr-FR" altLang="fr-FR" dirty="0"/>
              <a:t> : Bureau d’étude</a:t>
            </a:r>
          </a:p>
          <a:p>
            <a:pPr eaLnBrk="1" hangingPunct="1">
              <a:lnSpc>
                <a:spcPct val="110000"/>
              </a:lnSpc>
              <a:buFontTx/>
              <a:buNone/>
            </a:pPr>
            <a:r>
              <a:rPr lang="fr-FR" altLang="fr-FR" u="sng" dirty="0"/>
              <a:t>Destinataire</a:t>
            </a:r>
            <a:r>
              <a:rPr lang="fr-FR" altLang="fr-FR" dirty="0"/>
              <a:t> : Production</a:t>
            </a:r>
          </a:p>
          <a:p>
            <a:pPr eaLnBrk="1" hangingPunct="1">
              <a:lnSpc>
                <a:spcPct val="110000"/>
              </a:lnSpc>
              <a:buFontTx/>
              <a:buNone/>
            </a:pPr>
            <a:endParaRPr lang="fr-FR" altLang="fr-FR" dirty="0"/>
          </a:p>
          <a:p>
            <a:pPr eaLnBrk="1" hangingPunct="1">
              <a:lnSpc>
                <a:spcPct val="110000"/>
              </a:lnSpc>
            </a:pPr>
            <a:r>
              <a:rPr lang="fr-FR" altLang="fr-FR" dirty="0"/>
              <a:t>Les travaux menés depuis 6 mois par le groupe Analyse de Valeur conduisent à envisager une modification mineure de l'engrenage qui compose le réducteur R2 (gain 1,20 €). </a:t>
            </a:r>
          </a:p>
          <a:p>
            <a:pPr eaLnBrk="1" hangingPunct="1">
              <a:lnSpc>
                <a:spcPct val="110000"/>
              </a:lnSpc>
            </a:pPr>
            <a:r>
              <a:rPr lang="fr-FR" altLang="fr-FR" dirty="0"/>
              <a:t>Le carter subira également une modification au niveau de la gamme d'usinage. </a:t>
            </a:r>
          </a:p>
          <a:p>
            <a:pPr eaLnBrk="1" hangingPunct="1">
              <a:lnSpc>
                <a:spcPct val="110000"/>
              </a:lnSpc>
            </a:pPr>
            <a:r>
              <a:rPr lang="fr-FR" altLang="fr-FR" dirty="0"/>
              <a:t>Merci de bien vouloir analyser les répercussions de ces changements sur la production, et de m'indiquer votre position à ce sujet.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946" name="Group 2"/>
          <p:cNvGrpSpPr>
            <a:grpSpLocks/>
          </p:cNvGrpSpPr>
          <p:nvPr/>
        </p:nvGrpSpPr>
        <p:grpSpPr bwMode="auto">
          <a:xfrm>
            <a:off x="7073900" y="215900"/>
            <a:ext cx="1878013" cy="1250950"/>
            <a:chOff x="4456" y="136"/>
            <a:chExt cx="1183" cy="788"/>
          </a:xfrm>
        </p:grpSpPr>
        <p:grpSp>
          <p:nvGrpSpPr>
            <p:cNvPr id="83006" name="Group 3"/>
            <p:cNvGrpSpPr>
              <a:grpSpLocks/>
            </p:cNvGrpSpPr>
            <p:nvPr/>
          </p:nvGrpSpPr>
          <p:grpSpPr bwMode="auto">
            <a:xfrm>
              <a:off x="4766" y="232"/>
              <a:ext cx="873" cy="692"/>
              <a:chOff x="2185" y="310"/>
              <a:chExt cx="873" cy="692"/>
            </a:xfrm>
          </p:grpSpPr>
          <p:sp>
            <p:nvSpPr>
              <p:cNvPr id="830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3007" name="Group 11"/>
            <p:cNvGrpSpPr>
              <a:grpSpLocks/>
            </p:cNvGrpSpPr>
            <p:nvPr/>
          </p:nvGrpSpPr>
          <p:grpSpPr bwMode="auto">
            <a:xfrm>
              <a:off x="4949" y="336"/>
              <a:ext cx="591" cy="468"/>
              <a:chOff x="2185" y="310"/>
              <a:chExt cx="873" cy="692"/>
            </a:xfrm>
          </p:grpSpPr>
          <p:sp>
            <p:nvSpPr>
              <p:cNvPr id="830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30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0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829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29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2950" name="Group 24"/>
          <p:cNvGrpSpPr>
            <a:grpSpLocks/>
          </p:cNvGrpSpPr>
          <p:nvPr/>
        </p:nvGrpSpPr>
        <p:grpSpPr bwMode="auto">
          <a:xfrm>
            <a:off x="2986088" y="1306513"/>
            <a:ext cx="446087" cy="534987"/>
            <a:chOff x="868" y="1439"/>
            <a:chExt cx="811" cy="972"/>
          </a:xfrm>
        </p:grpSpPr>
        <p:sp>
          <p:nvSpPr>
            <p:cNvPr id="829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29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29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29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3970" name="Group 2"/>
          <p:cNvGrpSpPr>
            <a:grpSpLocks/>
          </p:cNvGrpSpPr>
          <p:nvPr/>
        </p:nvGrpSpPr>
        <p:grpSpPr bwMode="auto">
          <a:xfrm>
            <a:off x="7073900" y="215900"/>
            <a:ext cx="1878013" cy="1250950"/>
            <a:chOff x="4456" y="136"/>
            <a:chExt cx="1183" cy="788"/>
          </a:xfrm>
        </p:grpSpPr>
        <p:grpSp>
          <p:nvGrpSpPr>
            <p:cNvPr id="84030" name="Group 3"/>
            <p:cNvGrpSpPr>
              <a:grpSpLocks/>
            </p:cNvGrpSpPr>
            <p:nvPr/>
          </p:nvGrpSpPr>
          <p:grpSpPr bwMode="auto">
            <a:xfrm>
              <a:off x="4766" y="232"/>
              <a:ext cx="873" cy="692"/>
              <a:chOff x="2185" y="310"/>
              <a:chExt cx="873" cy="692"/>
            </a:xfrm>
          </p:grpSpPr>
          <p:sp>
            <p:nvSpPr>
              <p:cNvPr id="840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4031" name="Group 11"/>
            <p:cNvGrpSpPr>
              <a:grpSpLocks/>
            </p:cNvGrpSpPr>
            <p:nvPr/>
          </p:nvGrpSpPr>
          <p:grpSpPr bwMode="auto">
            <a:xfrm>
              <a:off x="4949" y="336"/>
              <a:ext cx="591" cy="468"/>
              <a:chOff x="2185" y="310"/>
              <a:chExt cx="873" cy="692"/>
            </a:xfrm>
          </p:grpSpPr>
          <p:sp>
            <p:nvSpPr>
              <p:cNvPr id="840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40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40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839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39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3974" name="Group 24"/>
          <p:cNvGrpSpPr>
            <a:grpSpLocks/>
          </p:cNvGrpSpPr>
          <p:nvPr/>
        </p:nvGrpSpPr>
        <p:grpSpPr bwMode="auto">
          <a:xfrm>
            <a:off x="2986088" y="1306513"/>
            <a:ext cx="446087" cy="534987"/>
            <a:chOff x="868" y="1439"/>
            <a:chExt cx="811" cy="972"/>
          </a:xfrm>
        </p:grpSpPr>
        <p:sp>
          <p:nvSpPr>
            <p:cNvPr id="839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39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39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39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p:txBody>
          <a:bodyPr/>
          <a:lstStyle/>
          <a:p>
            <a:pPr eaLnBrk="1" hangingPunct="1"/>
            <a:r>
              <a:rPr lang="fr-FR" altLang="fr-FR"/>
              <a:t>Bilan de la semaine 1</a:t>
            </a:r>
          </a:p>
        </p:txBody>
      </p:sp>
      <p:sp>
        <p:nvSpPr>
          <p:cNvPr id="84995" name="Rectangle 3"/>
          <p:cNvSpPr>
            <a:spLocks noGrp="1" noChangeArrowheads="1"/>
          </p:cNvSpPr>
          <p:nvPr>
            <p:ph type="body" idx="1"/>
          </p:nvPr>
        </p:nvSpPr>
        <p:spPr>
          <a:xfrm>
            <a:off x="641350" y="1077913"/>
            <a:ext cx="7747000" cy="1049337"/>
          </a:xfrm>
        </p:spPr>
        <p:txBody>
          <a:bodyPr/>
          <a:lstStyle/>
          <a:p>
            <a:pPr eaLnBrk="1" hangingPunct="1">
              <a:lnSpc>
                <a:spcPct val="110000"/>
              </a:lnSpc>
            </a:pPr>
            <a:r>
              <a:rPr lang="fr-FR" altLang="fr-FR" sz="1800"/>
              <a:t>Remplissez le bas de votre Feuille de suivi et reportez vos indicateurs sur votre Feuille de résultats (voir diapos suivantes) :</a:t>
            </a:r>
          </a:p>
          <a:p>
            <a:pPr eaLnBrk="1" hangingPunct="1">
              <a:lnSpc>
                <a:spcPct val="110000"/>
              </a:lnSpc>
            </a:pPr>
            <a:r>
              <a:rPr lang="fr-FR" altLang="fr-FR" sz="1800"/>
              <a:t>Recevez une nouvelle Feuille de suivi</a:t>
            </a:r>
          </a:p>
        </p:txBody>
      </p:sp>
      <p:pic>
        <p:nvPicPr>
          <p:cNvPr id="84996"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6488" y="3409950"/>
            <a:ext cx="5824537" cy="317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84997" name="Rectangle 7"/>
          <p:cNvSpPr>
            <a:spLocks noChangeArrowheads="1"/>
          </p:cNvSpPr>
          <p:nvPr/>
        </p:nvSpPr>
        <p:spPr bwMode="auto">
          <a:xfrm>
            <a:off x="231775" y="3584575"/>
            <a:ext cx="2100263" cy="635000"/>
          </a:xfrm>
          <a:prstGeom prst="rect">
            <a:avLst/>
          </a:prstGeom>
          <a:solidFill>
            <a:schemeClr val="bg1"/>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a:t>- Prévision prod. finis : 24</a:t>
            </a:r>
          </a:p>
          <a:p>
            <a:pPr eaLnBrk="1" hangingPunct="1">
              <a:lnSpc>
                <a:spcPct val="120000"/>
              </a:lnSpc>
              <a:spcBef>
                <a:spcPct val="0"/>
              </a:spcBef>
              <a:buFontTx/>
              <a:buNone/>
            </a:pPr>
            <a:r>
              <a:rPr lang="fr-FR" altLang="fr-FR" sz="1300">
                <a:solidFill>
                  <a:srgbClr val="FC2C1C"/>
                </a:solidFill>
              </a:rPr>
              <a:t>- Commandes reçues : 24</a:t>
            </a:r>
          </a:p>
        </p:txBody>
      </p:sp>
      <p:sp>
        <p:nvSpPr>
          <p:cNvPr id="84998" name="Text Box 4"/>
          <p:cNvSpPr txBox="1">
            <a:spLocks noChangeArrowheads="1"/>
          </p:cNvSpPr>
          <p:nvPr/>
        </p:nvSpPr>
        <p:spPr bwMode="auto">
          <a:xfrm>
            <a:off x="2420938" y="3087688"/>
            <a:ext cx="5737225" cy="311150"/>
          </a:xfrm>
          <a:prstGeom prst="rect">
            <a:avLst/>
          </a:prstGeom>
          <a:solidFill>
            <a:schemeClr val="bg1"/>
          </a:solidFill>
          <a:ln w="6350" algn="ctr">
            <a:solidFill>
              <a:schemeClr val="tx1"/>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t>Prévision des ventes / </a:t>
            </a:r>
            <a:r>
              <a:rPr lang="fr-FR" altLang="fr-FR" sz="1400">
                <a:solidFill>
                  <a:srgbClr val="FC2C1C"/>
                </a:solidFill>
              </a:rPr>
              <a:t>commandes reçues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6018" name="Picture 4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8850" y="176213"/>
            <a:ext cx="7397750" cy="545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019" name="Rectangle 3"/>
          <p:cNvSpPr>
            <a:spLocks noGrp="1" noChangeArrowheads="1"/>
          </p:cNvSpPr>
          <p:nvPr>
            <p:ph type="title"/>
          </p:nvPr>
        </p:nvSpPr>
        <p:spPr>
          <a:xfrm>
            <a:off x="293688" y="749300"/>
            <a:ext cx="1866900" cy="814388"/>
          </a:xfrm>
        </p:spPr>
        <p:txBody>
          <a:bodyPr/>
          <a:lstStyle/>
          <a:p>
            <a:pPr eaLnBrk="1" hangingPunct="1"/>
            <a:r>
              <a:rPr lang="fr-FR" altLang="fr-FR" sz="1800"/>
              <a:t>Calcul des indicateurs</a:t>
            </a:r>
          </a:p>
        </p:txBody>
      </p:sp>
      <p:grpSp>
        <p:nvGrpSpPr>
          <p:cNvPr id="2" name="Group 61"/>
          <p:cNvGrpSpPr>
            <a:grpSpLocks/>
          </p:cNvGrpSpPr>
          <p:nvPr/>
        </p:nvGrpSpPr>
        <p:grpSpPr bwMode="auto">
          <a:xfrm>
            <a:off x="1581150" y="3206750"/>
            <a:ext cx="2595563" cy="1023938"/>
            <a:chOff x="996" y="2020"/>
            <a:chExt cx="1635" cy="645"/>
          </a:xfrm>
        </p:grpSpPr>
        <p:sp>
          <p:nvSpPr>
            <p:cNvPr id="86039" name="AutoShape 36"/>
            <p:cNvSpPr>
              <a:spLocks/>
            </p:cNvSpPr>
            <p:nvPr/>
          </p:nvSpPr>
          <p:spPr bwMode="auto">
            <a:xfrm>
              <a:off x="996" y="2020"/>
              <a:ext cx="824" cy="314"/>
            </a:xfrm>
            <a:prstGeom prst="borderCallout2">
              <a:avLst>
                <a:gd name="adj1" fmla="val 22931"/>
                <a:gd name="adj2" fmla="val 105824"/>
                <a:gd name="adj3" fmla="val 22931"/>
                <a:gd name="adj4" fmla="val 133255"/>
                <a:gd name="adj5" fmla="val 147134"/>
                <a:gd name="adj6" fmla="val 16456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Comptez le nombre de x</a:t>
              </a:r>
            </a:p>
          </p:txBody>
        </p:sp>
        <p:sp>
          <p:nvSpPr>
            <p:cNvPr id="86040" name="Oval 37"/>
            <p:cNvSpPr>
              <a:spLocks noChangeArrowheads="1"/>
            </p:cNvSpPr>
            <p:nvPr/>
          </p:nvSpPr>
          <p:spPr bwMode="auto">
            <a:xfrm>
              <a:off x="2354" y="2483"/>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44146" name="AutoShape 50"/>
          <p:cNvSpPr>
            <a:spLocks/>
          </p:cNvSpPr>
          <p:nvPr/>
        </p:nvSpPr>
        <p:spPr bwMode="auto">
          <a:xfrm>
            <a:off x="6037263" y="3048000"/>
            <a:ext cx="1498600" cy="717550"/>
          </a:xfrm>
          <a:prstGeom prst="borderCallout2">
            <a:avLst>
              <a:gd name="adj1" fmla="val 15931"/>
              <a:gd name="adj2" fmla="val -5083"/>
              <a:gd name="adj3" fmla="val 15931"/>
              <a:gd name="adj4" fmla="val -27120"/>
              <a:gd name="adj5" fmla="val 146241"/>
              <a:gd name="adj6" fmla="val -52120"/>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Les arrêts planning ne sont pas comptés</a:t>
            </a:r>
          </a:p>
        </p:txBody>
      </p:sp>
      <p:grpSp>
        <p:nvGrpSpPr>
          <p:cNvPr id="3" name="Group 62"/>
          <p:cNvGrpSpPr>
            <a:grpSpLocks/>
          </p:cNvGrpSpPr>
          <p:nvPr/>
        </p:nvGrpSpPr>
        <p:grpSpPr bwMode="auto">
          <a:xfrm>
            <a:off x="1257300" y="4271963"/>
            <a:ext cx="3297238" cy="519112"/>
            <a:chOff x="792" y="2691"/>
            <a:chExt cx="2077" cy="327"/>
          </a:xfrm>
        </p:grpSpPr>
        <p:sp>
          <p:nvSpPr>
            <p:cNvPr id="86037" name="AutoShape 51"/>
            <p:cNvSpPr>
              <a:spLocks/>
            </p:cNvSpPr>
            <p:nvPr/>
          </p:nvSpPr>
          <p:spPr bwMode="auto">
            <a:xfrm>
              <a:off x="792" y="2691"/>
              <a:ext cx="1087" cy="327"/>
            </a:xfrm>
            <a:prstGeom prst="borderCallout2">
              <a:avLst>
                <a:gd name="adj1" fmla="val 22019"/>
                <a:gd name="adj2" fmla="val 104417"/>
                <a:gd name="adj3" fmla="val 22019"/>
                <a:gd name="adj4" fmla="val 132199"/>
                <a:gd name="adj5" fmla="val 47403"/>
                <a:gd name="adj6" fmla="val 16375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toutes causes confondues</a:t>
              </a:r>
            </a:p>
          </p:txBody>
        </p:sp>
        <p:sp>
          <p:nvSpPr>
            <p:cNvPr id="86038" name="Oval 52"/>
            <p:cNvSpPr>
              <a:spLocks noChangeArrowheads="1"/>
            </p:cNvSpPr>
            <p:nvPr/>
          </p:nvSpPr>
          <p:spPr bwMode="auto">
            <a:xfrm>
              <a:off x="2592" y="2777"/>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63"/>
          <p:cNvGrpSpPr>
            <a:grpSpLocks/>
          </p:cNvGrpSpPr>
          <p:nvPr/>
        </p:nvGrpSpPr>
        <p:grpSpPr bwMode="auto">
          <a:xfrm>
            <a:off x="787400" y="5334000"/>
            <a:ext cx="3797300" cy="957263"/>
            <a:chOff x="496" y="3360"/>
            <a:chExt cx="2392" cy="603"/>
          </a:xfrm>
        </p:grpSpPr>
        <p:sp>
          <p:nvSpPr>
            <p:cNvPr id="86035" name="AutoShape 53"/>
            <p:cNvSpPr>
              <a:spLocks/>
            </p:cNvSpPr>
            <p:nvPr/>
          </p:nvSpPr>
          <p:spPr bwMode="auto">
            <a:xfrm>
              <a:off x="496" y="3467"/>
              <a:ext cx="1501" cy="496"/>
            </a:xfrm>
            <a:prstGeom prst="borderCallout2">
              <a:avLst>
                <a:gd name="adj1" fmla="val 14514"/>
                <a:gd name="adj2" fmla="val 103199"/>
                <a:gd name="adj3" fmla="val 14514"/>
                <a:gd name="adj4" fmla="val 120653"/>
                <a:gd name="adj5" fmla="val 3426"/>
                <a:gd name="adj6" fmla="val 14037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l’efficience = </a:t>
              </a:r>
            </a:p>
            <a:p>
              <a:pPr algn="ctr" eaLnBrk="1" hangingPunct="1">
                <a:spcBef>
                  <a:spcPct val="0"/>
                </a:spcBef>
                <a:buFontTx/>
                <a:buNone/>
              </a:pPr>
              <a:r>
                <a:rPr lang="fr-FR" altLang="fr-FR" sz="1300">
                  <a:solidFill>
                    <a:schemeClr val="tx1"/>
                  </a:solidFill>
                </a:rPr>
                <a:t>100 % - Heures perdues / Heures d’ouverture</a:t>
              </a:r>
            </a:p>
          </p:txBody>
        </p:sp>
        <p:sp>
          <p:nvSpPr>
            <p:cNvPr id="86036" name="Oval 54"/>
            <p:cNvSpPr>
              <a:spLocks noChangeArrowheads="1"/>
            </p:cNvSpPr>
            <p:nvPr/>
          </p:nvSpPr>
          <p:spPr bwMode="auto">
            <a:xfrm>
              <a:off x="2611" y="3360"/>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64"/>
          <p:cNvGrpSpPr>
            <a:grpSpLocks/>
          </p:cNvGrpSpPr>
          <p:nvPr/>
        </p:nvGrpSpPr>
        <p:grpSpPr bwMode="auto">
          <a:xfrm>
            <a:off x="4979988" y="3903663"/>
            <a:ext cx="2179637" cy="1190625"/>
            <a:chOff x="3137" y="2459"/>
            <a:chExt cx="1373" cy="750"/>
          </a:xfrm>
        </p:grpSpPr>
        <p:sp>
          <p:nvSpPr>
            <p:cNvPr id="86033" name="Oval 57"/>
            <p:cNvSpPr>
              <a:spLocks noChangeArrowheads="1"/>
            </p:cNvSpPr>
            <p:nvPr/>
          </p:nvSpPr>
          <p:spPr bwMode="auto">
            <a:xfrm>
              <a:off x="4233" y="2459"/>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4" name="AutoShape 58"/>
            <p:cNvSpPr>
              <a:spLocks/>
            </p:cNvSpPr>
            <p:nvPr/>
          </p:nvSpPr>
          <p:spPr bwMode="auto">
            <a:xfrm>
              <a:off x="3137" y="2895"/>
              <a:ext cx="824" cy="314"/>
            </a:xfrm>
            <a:prstGeom prst="borderCallout2">
              <a:avLst>
                <a:gd name="adj1" fmla="val 22931"/>
                <a:gd name="adj2" fmla="val 105824"/>
                <a:gd name="adj3" fmla="val 22931"/>
                <a:gd name="adj4" fmla="val 120755"/>
                <a:gd name="adj5" fmla="val -85986"/>
                <a:gd name="adj6" fmla="val 13798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de la colonne</a:t>
              </a:r>
            </a:p>
          </p:txBody>
        </p:sp>
      </p:grpSp>
      <p:grpSp>
        <p:nvGrpSpPr>
          <p:cNvPr id="6" name="Group 65"/>
          <p:cNvGrpSpPr>
            <a:grpSpLocks/>
          </p:cNvGrpSpPr>
          <p:nvPr/>
        </p:nvGrpSpPr>
        <p:grpSpPr bwMode="auto">
          <a:xfrm>
            <a:off x="4821238" y="4410075"/>
            <a:ext cx="2368550" cy="1797050"/>
            <a:chOff x="3037" y="2778"/>
            <a:chExt cx="1492" cy="1132"/>
          </a:xfrm>
        </p:grpSpPr>
        <p:sp>
          <p:nvSpPr>
            <p:cNvPr id="86031" name="Oval 56"/>
            <p:cNvSpPr>
              <a:spLocks noChangeArrowheads="1"/>
            </p:cNvSpPr>
            <p:nvPr/>
          </p:nvSpPr>
          <p:spPr bwMode="auto">
            <a:xfrm>
              <a:off x="4252" y="2778"/>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2" name="AutoShape 59"/>
            <p:cNvSpPr>
              <a:spLocks/>
            </p:cNvSpPr>
            <p:nvPr/>
          </p:nvSpPr>
          <p:spPr bwMode="auto">
            <a:xfrm>
              <a:off x="3037" y="3471"/>
              <a:ext cx="824" cy="439"/>
            </a:xfrm>
            <a:prstGeom prst="borderCallout2">
              <a:avLst>
                <a:gd name="adj1" fmla="val 16403"/>
                <a:gd name="adj2" fmla="val 105824"/>
                <a:gd name="adj3" fmla="val 16403"/>
                <a:gd name="adj4" fmla="val 129245"/>
                <a:gd name="adj5" fmla="val -112755"/>
                <a:gd name="adj6" fmla="val 156310"/>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tous produits confondus</a:t>
              </a:r>
            </a:p>
          </p:txBody>
        </p:sp>
      </p:grpSp>
      <p:grpSp>
        <p:nvGrpSpPr>
          <p:cNvPr id="7" name="Group 66"/>
          <p:cNvGrpSpPr>
            <a:grpSpLocks/>
          </p:cNvGrpSpPr>
          <p:nvPr/>
        </p:nvGrpSpPr>
        <p:grpSpPr bwMode="auto">
          <a:xfrm>
            <a:off x="6729413" y="5324475"/>
            <a:ext cx="2252662" cy="1112838"/>
            <a:chOff x="4239" y="3354"/>
            <a:chExt cx="1419" cy="701"/>
          </a:xfrm>
        </p:grpSpPr>
        <p:sp>
          <p:nvSpPr>
            <p:cNvPr id="86029" name="Oval 55"/>
            <p:cNvSpPr>
              <a:spLocks noChangeArrowheads="1"/>
            </p:cNvSpPr>
            <p:nvPr/>
          </p:nvSpPr>
          <p:spPr bwMode="auto">
            <a:xfrm>
              <a:off x="4239" y="3354"/>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0" name="AutoShape 60"/>
            <p:cNvSpPr>
              <a:spLocks/>
            </p:cNvSpPr>
            <p:nvPr/>
          </p:nvSpPr>
          <p:spPr bwMode="auto">
            <a:xfrm>
              <a:off x="4621" y="3604"/>
              <a:ext cx="1037" cy="451"/>
            </a:xfrm>
            <a:prstGeom prst="borderCallout2">
              <a:avLst>
                <a:gd name="adj1" fmla="val 15963"/>
                <a:gd name="adj2" fmla="val -4630"/>
                <a:gd name="adj3" fmla="val 15963"/>
                <a:gd name="adj4" fmla="val -12245"/>
                <a:gd name="adj5" fmla="val -19736"/>
                <a:gd name="adj6" fmla="val -2092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dirty="0">
                  <a:solidFill>
                    <a:schemeClr val="tx1"/>
                  </a:solidFill>
                </a:rPr>
                <a:t>Taux service =</a:t>
              </a:r>
            </a:p>
            <a:p>
              <a:pPr algn="ctr" eaLnBrk="1" hangingPunct="1">
                <a:spcBef>
                  <a:spcPct val="0"/>
                </a:spcBef>
                <a:buFontTx/>
                <a:buNone/>
              </a:pPr>
              <a:r>
                <a:rPr lang="fr-FR" altLang="fr-FR" sz="1300" dirty="0">
                  <a:solidFill>
                    <a:schemeClr val="tx1"/>
                  </a:solidFill>
                </a:rPr>
                <a:t>100 % - Ruptures / Ventes</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4414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414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042" name="Picture 4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8763" y="666750"/>
            <a:ext cx="5919787" cy="544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043" name="Rectangle 3"/>
          <p:cNvSpPr>
            <a:spLocks noGrp="1" noChangeArrowheads="1"/>
          </p:cNvSpPr>
          <p:nvPr>
            <p:ph type="title"/>
          </p:nvPr>
        </p:nvSpPr>
        <p:spPr>
          <a:xfrm>
            <a:off x="2781300" y="28575"/>
            <a:ext cx="2870200" cy="487363"/>
          </a:xfrm>
        </p:spPr>
        <p:txBody>
          <a:bodyPr/>
          <a:lstStyle/>
          <a:p>
            <a:pPr eaLnBrk="1" hangingPunct="1"/>
            <a:r>
              <a:rPr lang="fr-FR" altLang="fr-FR" sz="2700"/>
              <a:t>Résultats</a:t>
            </a:r>
          </a:p>
        </p:txBody>
      </p:sp>
      <p:sp>
        <p:nvSpPr>
          <p:cNvPr id="87044" name="Rectangle 7"/>
          <p:cNvSpPr>
            <a:spLocks noChangeArrowheads="1"/>
          </p:cNvSpPr>
          <p:nvPr/>
        </p:nvSpPr>
        <p:spPr bwMode="auto">
          <a:xfrm>
            <a:off x="160338" y="1317625"/>
            <a:ext cx="2527300" cy="2170113"/>
          </a:xfrm>
          <a:prstGeom prst="rect">
            <a:avLst/>
          </a:prstGeom>
          <a:noFill/>
          <a:ln w="6350" algn="ctr">
            <a:solidFill>
              <a:schemeClr val="accent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7045" name="Text Box 8"/>
          <p:cNvSpPr txBox="1">
            <a:spLocks noChangeArrowheads="1"/>
          </p:cNvSpPr>
          <p:nvPr/>
        </p:nvSpPr>
        <p:spPr bwMode="auto">
          <a:xfrm>
            <a:off x="200025" y="1165225"/>
            <a:ext cx="2432050" cy="296863"/>
          </a:xfrm>
          <a:prstGeom prst="rect">
            <a:avLst/>
          </a:prstGeom>
          <a:solidFill>
            <a:schemeClr val="bg1"/>
          </a:solidFill>
          <a:ln w="6350" algn="ctr">
            <a:solidFill>
              <a:schemeClr val="accent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t>L’inventaire en début de partie</a:t>
            </a:r>
          </a:p>
        </p:txBody>
      </p:sp>
      <p:pic>
        <p:nvPicPr>
          <p:cNvPr id="87046" name="Picture 11"/>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5588" y="1624013"/>
            <a:ext cx="2289175" cy="173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grpSp>
        <p:nvGrpSpPr>
          <p:cNvPr id="2" name="Group 47"/>
          <p:cNvGrpSpPr>
            <a:grpSpLocks/>
          </p:cNvGrpSpPr>
          <p:nvPr/>
        </p:nvGrpSpPr>
        <p:grpSpPr bwMode="auto">
          <a:xfrm>
            <a:off x="3452813" y="450850"/>
            <a:ext cx="2924175" cy="493713"/>
            <a:chOff x="2175" y="284"/>
            <a:chExt cx="1842" cy="311"/>
          </a:xfrm>
        </p:grpSpPr>
        <p:sp>
          <p:nvSpPr>
            <p:cNvPr id="87068" name="Oval 18"/>
            <p:cNvSpPr>
              <a:spLocks noChangeArrowheads="1"/>
            </p:cNvSpPr>
            <p:nvPr/>
          </p:nvSpPr>
          <p:spPr bwMode="auto">
            <a:xfrm>
              <a:off x="2175" y="438"/>
              <a:ext cx="386" cy="117"/>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7069" name="AutoShape 32"/>
            <p:cNvSpPr>
              <a:spLocks/>
            </p:cNvSpPr>
            <p:nvPr/>
          </p:nvSpPr>
          <p:spPr bwMode="auto">
            <a:xfrm>
              <a:off x="2864" y="284"/>
              <a:ext cx="1153" cy="311"/>
            </a:xfrm>
            <a:prstGeom prst="borderCallout2">
              <a:avLst>
                <a:gd name="adj1" fmla="val 23153"/>
                <a:gd name="adj2" fmla="val -4162"/>
                <a:gd name="adj3" fmla="val 23153"/>
                <a:gd name="adj4" fmla="val -4162"/>
                <a:gd name="adj5" fmla="val 56269"/>
                <a:gd name="adj6" fmla="val -30444"/>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la lettre de votre équipe (A, B, C)</a:t>
              </a:r>
            </a:p>
          </p:txBody>
        </p:sp>
      </p:grpSp>
      <p:grpSp>
        <p:nvGrpSpPr>
          <p:cNvPr id="3" name="Group 48"/>
          <p:cNvGrpSpPr>
            <a:grpSpLocks/>
          </p:cNvGrpSpPr>
          <p:nvPr/>
        </p:nvGrpSpPr>
        <p:grpSpPr bwMode="auto">
          <a:xfrm>
            <a:off x="4603750" y="2181225"/>
            <a:ext cx="2195513" cy="736600"/>
            <a:chOff x="2900" y="1374"/>
            <a:chExt cx="1383" cy="464"/>
          </a:xfrm>
        </p:grpSpPr>
        <p:sp>
          <p:nvSpPr>
            <p:cNvPr id="87066" name="AutoShape 33"/>
            <p:cNvSpPr>
              <a:spLocks/>
            </p:cNvSpPr>
            <p:nvPr/>
          </p:nvSpPr>
          <p:spPr bwMode="auto">
            <a:xfrm>
              <a:off x="3617" y="1517"/>
              <a:ext cx="666" cy="321"/>
            </a:xfrm>
            <a:prstGeom prst="borderCallout2">
              <a:avLst>
                <a:gd name="adj1" fmla="val 22431"/>
                <a:gd name="adj2" fmla="val -7208"/>
                <a:gd name="adj3" fmla="val 22431"/>
                <a:gd name="adj4" fmla="val -7208"/>
                <a:gd name="adj5" fmla="val -25546"/>
                <a:gd name="adj6" fmla="val -49398"/>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l'inventaire</a:t>
              </a:r>
            </a:p>
          </p:txBody>
        </p:sp>
        <p:sp>
          <p:nvSpPr>
            <p:cNvPr id="87067" name="Oval 41"/>
            <p:cNvSpPr>
              <a:spLocks noChangeArrowheads="1"/>
            </p:cNvSpPr>
            <p:nvPr/>
          </p:nvSpPr>
          <p:spPr bwMode="auto">
            <a:xfrm>
              <a:off x="2900" y="1374"/>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49"/>
          <p:cNvGrpSpPr>
            <a:grpSpLocks/>
          </p:cNvGrpSpPr>
          <p:nvPr/>
        </p:nvGrpSpPr>
        <p:grpSpPr bwMode="auto">
          <a:xfrm>
            <a:off x="4586288" y="3148013"/>
            <a:ext cx="1963737" cy="758825"/>
            <a:chOff x="2889" y="1983"/>
            <a:chExt cx="1237" cy="478"/>
          </a:xfrm>
        </p:grpSpPr>
        <p:sp>
          <p:nvSpPr>
            <p:cNvPr id="87064" name="AutoShape 34"/>
            <p:cNvSpPr>
              <a:spLocks/>
            </p:cNvSpPr>
            <p:nvPr/>
          </p:nvSpPr>
          <p:spPr bwMode="auto">
            <a:xfrm>
              <a:off x="3488" y="1983"/>
              <a:ext cx="638" cy="190"/>
            </a:xfrm>
            <a:prstGeom prst="borderCallout2">
              <a:avLst>
                <a:gd name="adj1" fmla="val 37894"/>
                <a:gd name="adj2" fmla="val -7523"/>
                <a:gd name="adj3" fmla="val 37894"/>
                <a:gd name="adj4" fmla="val -7523"/>
                <a:gd name="adj5" fmla="val 170000"/>
                <a:gd name="adj6" fmla="val -3824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total</a:t>
              </a:r>
            </a:p>
          </p:txBody>
        </p:sp>
        <p:sp>
          <p:nvSpPr>
            <p:cNvPr id="87065" name="Oval 42"/>
            <p:cNvSpPr>
              <a:spLocks noChangeArrowheads="1"/>
            </p:cNvSpPr>
            <p:nvPr/>
          </p:nvSpPr>
          <p:spPr bwMode="auto">
            <a:xfrm>
              <a:off x="2889" y="2310"/>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50"/>
          <p:cNvGrpSpPr>
            <a:grpSpLocks/>
          </p:cNvGrpSpPr>
          <p:nvPr/>
        </p:nvGrpSpPr>
        <p:grpSpPr bwMode="auto">
          <a:xfrm>
            <a:off x="1806575" y="4905375"/>
            <a:ext cx="2408238" cy="1184275"/>
            <a:chOff x="1138" y="3090"/>
            <a:chExt cx="1517" cy="746"/>
          </a:xfrm>
        </p:grpSpPr>
        <p:sp>
          <p:nvSpPr>
            <p:cNvPr id="87062" name="AutoShape 35"/>
            <p:cNvSpPr>
              <a:spLocks/>
            </p:cNvSpPr>
            <p:nvPr/>
          </p:nvSpPr>
          <p:spPr bwMode="auto">
            <a:xfrm>
              <a:off x="1138" y="3376"/>
              <a:ext cx="798" cy="460"/>
            </a:xfrm>
            <a:prstGeom prst="borderCallout2">
              <a:avLst>
                <a:gd name="adj1" fmla="val 15653"/>
                <a:gd name="adj2" fmla="val 106014"/>
                <a:gd name="adj3" fmla="val 15653"/>
                <a:gd name="adj4" fmla="val 106014"/>
                <a:gd name="adj5" fmla="val -30218"/>
                <a:gd name="adj6" fmla="val 15463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l'efficience de chaque poste</a:t>
              </a:r>
            </a:p>
          </p:txBody>
        </p:sp>
        <p:sp>
          <p:nvSpPr>
            <p:cNvPr id="87063" name="Oval 43"/>
            <p:cNvSpPr>
              <a:spLocks noChangeArrowheads="1"/>
            </p:cNvSpPr>
            <p:nvPr/>
          </p:nvSpPr>
          <p:spPr bwMode="auto">
            <a:xfrm>
              <a:off x="2269" y="3090"/>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51"/>
          <p:cNvGrpSpPr>
            <a:grpSpLocks/>
          </p:cNvGrpSpPr>
          <p:nvPr/>
        </p:nvGrpSpPr>
        <p:grpSpPr bwMode="auto">
          <a:xfrm>
            <a:off x="4070350" y="4895850"/>
            <a:ext cx="3124200" cy="1249363"/>
            <a:chOff x="2564" y="3084"/>
            <a:chExt cx="1968" cy="787"/>
          </a:xfrm>
        </p:grpSpPr>
        <p:sp>
          <p:nvSpPr>
            <p:cNvPr id="87060" name="AutoShape 36"/>
            <p:cNvSpPr>
              <a:spLocks/>
            </p:cNvSpPr>
            <p:nvPr/>
          </p:nvSpPr>
          <p:spPr bwMode="auto">
            <a:xfrm>
              <a:off x="2564" y="3550"/>
              <a:ext cx="1081" cy="321"/>
            </a:xfrm>
            <a:prstGeom prst="borderCallout2">
              <a:avLst>
                <a:gd name="adj1" fmla="val 22431"/>
                <a:gd name="adj2" fmla="val 104440"/>
                <a:gd name="adj3" fmla="val 22431"/>
                <a:gd name="adj4" fmla="val 104440"/>
                <a:gd name="adj5" fmla="val -119625"/>
                <a:gd name="adj6" fmla="val 15004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l'efficience moyenne de l'usine</a:t>
              </a:r>
            </a:p>
          </p:txBody>
        </p:sp>
        <p:sp>
          <p:nvSpPr>
            <p:cNvPr id="87061" name="Oval 44"/>
            <p:cNvSpPr>
              <a:spLocks noChangeArrowheads="1"/>
            </p:cNvSpPr>
            <p:nvPr/>
          </p:nvSpPr>
          <p:spPr bwMode="auto">
            <a:xfrm>
              <a:off x="4192" y="3084"/>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52"/>
          <p:cNvGrpSpPr>
            <a:grpSpLocks/>
          </p:cNvGrpSpPr>
          <p:nvPr/>
        </p:nvGrpSpPr>
        <p:grpSpPr bwMode="auto">
          <a:xfrm>
            <a:off x="7181850" y="3863975"/>
            <a:ext cx="1809750" cy="1262063"/>
            <a:chOff x="4524" y="2434"/>
            <a:chExt cx="1140" cy="795"/>
          </a:xfrm>
        </p:grpSpPr>
        <p:sp>
          <p:nvSpPr>
            <p:cNvPr id="87058" name="AutoShape 37"/>
            <p:cNvSpPr>
              <a:spLocks/>
            </p:cNvSpPr>
            <p:nvPr/>
          </p:nvSpPr>
          <p:spPr bwMode="auto">
            <a:xfrm>
              <a:off x="4965" y="2434"/>
              <a:ext cx="699" cy="332"/>
            </a:xfrm>
            <a:prstGeom prst="borderCallout2">
              <a:avLst>
                <a:gd name="adj1" fmla="val 21685"/>
                <a:gd name="adj2" fmla="val -6866"/>
                <a:gd name="adj3" fmla="val 21685"/>
                <a:gd name="adj4" fmla="val -6866"/>
                <a:gd name="adj5" fmla="val 194880"/>
                <a:gd name="adj6" fmla="val -40343"/>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 stock total </a:t>
              </a:r>
            </a:p>
          </p:txBody>
        </p:sp>
        <p:sp>
          <p:nvSpPr>
            <p:cNvPr id="87059" name="Oval 45"/>
            <p:cNvSpPr>
              <a:spLocks noChangeArrowheads="1"/>
            </p:cNvSpPr>
            <p:nvPr/>
          </p:nvSpPr>
          <p:spPr bwMode="auto">
            <a:xfrm>
              <a:off x="4524" y="3078"/>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8" name="Group 53"/>
          <p:cNvGrpSpPr>
            <a:grpSpLocks/>
          </p:cNvGrpSpPr>
          <p:nvPr/>
        </p:nvGrpSpPr>
        <p:grpSpPr bwMode="auto">
          <a:xfrm>
            <a:off x="6202363" y="4886325"/>
            <a:ext cx="2038350" cy="1301750"/>
            <a:chOff x="3907" y="3078"/>
            <a:chExt cx="1284" cy="820"/>
          </a:xfrm>
        </p:grpSpPr>
        <p:sp>
          <p:nvSpPr>
            <p:cNvPr id="87056" name="AutoShape 38"/>
            <p:cNvSpPr>
              <a:spLocks/>
            </p:cNvSpPr>
            <p:nvPr/>
          </p:nvSpPr>
          <p:spPr bwMode="auto">
            <a:xfrm>
              <a:off x="3907" y="3588"/>
              <a:ext cx="823" cy="310"/>
            </a:xfrm>
            <a:prstGeom prst="borderCallout2">
              <a:avLst>
                <a:gd name="adj1" fmla="val 23227"/>
                <a:gd name="adj2" fmla="val 105833"/>
                <a:gd name="adj3" fmla="val 23227"/>
                <a:gd name="adj4" fmla="val 105833"/>
                <a:gd name="adj5" fmla="val -113227"/>
                <a:gd name="adj6" fmla="val 12697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 taux de service</a:t>
              </a:r>
            </a:p>
          </p:txBody>
        </p:sp>
        <p:sp>
          <p:nvSpPr>
            <p:cNvPr id="87057" name="Oval 46"/>
            <p:cNvSpPr>
              <a:spLocks noChangeArrowheads="1"/>
            </p:cNvSpPr>
            <p:nvPr/>
          </p:nvSpPr>
          <p:spPr bwMode="auto">
            <a:xfrm>
              <a:off x="4851" y="3078"/>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a:t>Affichage des résultats</a:t>
            </a:r>
            <a:br>
              <a:rPr lang="fr-FR" altLang="fr-FR"/>
            </a:br>
            <a:r>
              <a:rPr lang="fr-FR" altLang="fr-FR" sz="1400"/>
              <a:t>(voir fichier Excel)</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ChangeArrowheads="1"/>
          </p:cNvSpPr>
          <p:nvPr>
            <p:ph type="title"/>
          </p:nvPr>
        </p:nvSpPr>
        <p:spPr/>
        <p:txBody>
          <a:bodyPr/>
          <a:lstStyle/>
          <a:p>
            <a:pPr eaLnBrk="1" hangingPunct="1"/>
            <a:r>
              <a:rPr lang="fr-FR" altLang="fr-FR"/>
              <a:t>Préparation de la semaine 2</a:t>
            </a:r>
          </a:p>
        </p:txBody>
      </p:sp>
      <p:sp>
        <p:nvSpPr>
          <p:cNvPr id="89091" name="Rectangle 3"/>
          <p:cNvSpPr>
            <a:spLocks noGrp="1" noChangeArrowheads="1"/>
          </p:cNvSpPr>
          <p:nvPr>
            <p:ph type="body" idx="1"/>
          </p:nvPr>
        </p:nvSpPr>
        <p:spPr>
          <a:xfrm>
            <a:off x="311150" y="1319213"/>
            <a:ext cx="8715375" cy="2927350"/>
          </a:xfrm>
        </p:spPr>
        <p:txBody>
          <a:bodyPr/>
          <a:lstStyle/>
          <a:p>
            <a:pPr eaLnBrk="1" hangingPunct="1"/>
            <a:r>
              <a:rPr lang="fr-FR" altLang="fr-FR"/>
              <a:t>Après avoir fait constaté aux participants les difficultés de la méthode utilisée en semaine 1, l’animateur explique les deux changements majeurs qui vont intervenir en semaine 2</a:t>
            </a:r>
          </a:p>
          <a:p>
            <a:pPr lvl="1" eaLnBrk="1" hangingPunct="1"/>
            <a:r>
              <a:rPr lang="fr-FR" altLang="fr-FR"/>
              <a:t>La méthode Kanban va se substituer à la méthode de programmation basée sur les prévisions de vente.</a:t>
            </a:r>
          </a:p>
          <a:p>
            <a:pPr lvl="1" eaLnBrk="1" hangingPunct="1"/>
            <a:r>
              <a:rPr lang="fr-FR" altLang="fr-FR"/>
              <a:t>Des progrès seront engagés dans le système de production.</a:t>
            </a:r>
          </a:p>
          <a:p>
            <a:pPr eaLnBrk="1" hangingPunct="1"/>
            <a:r>
              <a:rPr lang="fr-FR" altLang="fr-FR"/>
              <a:t>L’animateur se sert des diapos suivantes pour donner des explications.</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ChangeArrowheads="1"/>
          </p:cNvSpPr>
          <p:nvPr>
            <p:ph type="title"/>
          </p:nvPr>
        </p:nvSpPr>
        <p:spPr>
          <a:xfrm>
            <a:off x="430213" y="0"/>
            <a:ext cx="8229600" cy="647700"/>
          </a:xfrm>
        </p:spPr>
        <p:txBody>
          <a:bodyPr/>
          <a:lstStyle/>
          <a:p>
            <a:pPr eaLnBrk="1" hangingPunct="1"/>
            <a:r>
              <a:rPr lang="fr-FR" altLang="fr-FR"/>
              <a:t>La méthode Kanban pour l’usinage</a:t>
            </a:r>
          </a:p>
        </p:txBody>
      </p:sp>
      <p:sp>
        <p:nvSpPr>
          <p:cNvPr id="90115" name="Text Box 54"/>
          <p:cNvSpPr txBox="1">
            <a:spLocks noChangeArrowheads="1"/>
          </p:cNvSpPr>
          <p:nvPr/>
        </p:nvSpPr>
        <p:spPr bwMode="auto">
          <a:xfrm>
            <a:off x="4027488" y="3330575"/>
            <a:ext cx="1766887" cy="5905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Poste Carters</a:t>
            </a:r>
          </a:p>
        </p:txBody>
      </p:sp>
      <p:grpSp>
        <p:nvGrpSpPr>
          <p:cNvPr id="90116" name="Group 55"/>
          <p:cNvGrpSpPr>
            <a:grpSpLocks/>
          </p:cNvGrpSpPr>
          <p:nvPr/>
        </p:nvGrpSpPr>
        <p:grpSpPr bwMode="auto">
          <a:xfrm>
            <a:off x="4481513" y="2781300"/>
            <a:ext cx="820737" cy="500063"/>
            <a:chOff x="2102" y="1800"/>
            <a:chExt cx="787" cy="480"/>
          </a:xfrm>
        </p:grpSpPr>
        <p:sp>
          <p:nvSpPr>
            <p:cNvPr id="90158" name="Oval 5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59" name="Rectangle 5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60" name="Oval 58"/>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95"/>
          <p:cNvGrpSpPr>
            <a:grpSpLocks/>
          </p:cNvGrpSpPr>
          <p:nvPr/>
        </p:nvGrpSpPr>
        <p:grpSpPr bwMode="auto">
          <a:xfrm>
            <a:off x="1266825" y="919163"/>
            <a:ext cx="2295525" cy="2065337"/>
            <a:chOff x="798" y="579"/>
            <a:chExt cx="1446" cy="1301"/>
          </a:xfrm>
        </p:grpSpPr>
        <p:grpSp>
          <p:nvGrpSpPr>
            <p:cNvPr id="90151" name="Group 86"/>
            <p:cNvGrpSpPr>
              <a:grpSpLocks/>
            </p:cNvGrpSpPr>
            <p:nvPr/>
          </p:nvGrpSpPr>
          <p:grpSpPr bwMode="auto">
            <a:xfrm>
              <a:off x="798" y="579"/>
              <a:ext cx="1446" cy="894"/>
              <a:chOff x="695" y="737"/>
              <a:chExt cx="1446" cy="894"/>
            </a:xfrm>
          </p:grpSpPr>
          <p:grpSp>
            <p:nvGrpSpPr>
              <p:cNvPr id="90153" name="Group 59"/>
              <p:cNvGrpSpPr>
                <a:grpSpLocks/>
              </p:cNvGrpSpPr>
              <p:nvPr/>
            </p:nvGrpSpPr>
            <p:grpSpPr bwMode="auto">
              <a:xfrm>
                <a:off x="695" y="737"/>
                <a:ext cx="707" cy="894"/>
                <a:chOff x="1235" y="2917"/>
                <a:chExt cx="707" cy="894"/>
              </a:xfrm>
            </p:grpSpPr>
            <p:sp>
              <p:nvSpPr>
                <p:cNvPr id="90155" name="Rectangle 15"/>
                <p:cNvSpPr>
                  <a:spLocks noChangeArrowheads="1"/>
                </p:cNvSpPr>
                <p:nvPr/>
              </p:nvSpPr>
              <p:spPr bwMode="auto">
                <a:xfrm>
                  <a:off x="1252" y="2958"/>
                  <a:ext cx="659" cy="843"/>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56" name="Rectangle 13"/>
                <p:cNvSpPr>
                  <a:spLocks noChangeArrowheads="1"/>
                </p:cNvSpPr>
                <p:nvPr/>
              </p:nvSpPr>
              <p:spPr bwMode="auto">
                <a:xfrm>
                  <a:off x="1235" y="2917"/>
                  <a:ext cx="707" cy="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30000"/>
                    </a:lnSpc>
                    <a:spcBef>
                      <a:spcPct val="0"/>
                    </a:spcBef>
                    <a:buFontTx/>
                    <a:buNone/>
                  </a:pPr>
                  <a:r>
                    <a:rPr lang="fr-FR" altLang="fr-FR" sz="1200" b="1">
                      <a:solidFill>
                        <a:schemeClr val="tx1"/>
                      </a:solidFill>
                    </a:rPr>
                    <a:t>Carters</a:t>
                  </a:r>
                </a:p>
                <a:p>
                  <a:pPr algn="ctr">
                    <a:lnSpc>
                      <a:spcPct val="130000"/>
                    </a:lnSpc>
                    <a:spcBef>
                      <a:spcPct val="0"/>
                    </a:spcBef>
                    <a:buFontTx/>
                    <a:buNone/>
                  </a:pPr>
                  <a:endParaRPr lang="fr-FR" altLang="fr-FR" sz="1200" b="1">
                    <a:solidFill>
                      <a:schemeClr val="tx1"/>
                    </a:solidFill>
                  </a:endParaRPr>
                </a:p>
                <a:p>
                  <a:pPr algn="ctr">
                    <a:lnSpc>
                      <a:spcPct val="130000"/>
                    </a:lnSpc>
                    <a:spcBef>
                      <a:spcPct val="0"/>
                    </a:spcBef>
                    <a:buFontTx/>
                    <a:buNone/>
                  </a:pPr>
                  <a:endParaRPr lang="fr-FR" altLang="fr-FR" sz="1200" b="1">
                    <a:solidFill>
                      <a:schemeClr val="tx1"/>
                    </a:solidFill>
                  </a:endParaRPr>
                </a:p>
                <a:p>
                  <a:pPr algn="ctr">
                    <a:lnSpc>
                      <a:spcPct val="130000"/>
                    </a:lnSpc>
                    <a:spcBef>
                      <a:spcPct val="0"/>
                    </a:spcBef>
                    <a:buFontTx/>
                    <a:buNone/>
                  </a:pPr>
                  <a:r>
                    <a:rPr lang="fr-FR" altLang="fr-FR" sz="1200" b="1">
                      <a:solidFill>
                        <a:schemeClr val="tx1"/>
                      </a:solidFill>
                    </a:rPr>
                    <a:t>destination</a:t>
                  </a:r>
                </a:p>
                <a:p>
                  <a:pPr algn="ctr">
                    <a:lnSpc>
                      <a:spcPct val="130000"/>
                    </a:lnSpc>
                    <a:spcBef>
                      <a:spcPct val="0"/>
                    </a:spcBef>
                    <a:buFontTx/>
                    <a:buNone/>
                  </a:pPr>
                  <a:r>
                    <a:rPr lang="fr-FR" altLang="fr-FR" sz="1200" b="1">
                      <a:solidFill>
                        <a:schemeClr val="tx1"/>
                      </a:solidFill>
                    </a:rPr>
                    <a:t>Montage</a:t>
                  </a:r>
                </a:p>
              </p:txBody>
            </p:sp>
            <p:sp>
              <p:nvSpPr>
                <p:cNvPr id="90157" name="Rectangle 14"/>
                <p:cNvSpPr>
                  <a:spLocks noChangeArrowheads="1"/>
                </p:cNvSpPr>
                <p:nvPr/>
              </p:nvSpPr>
              <p:spPr bwMode="auto">
                <a:xfrm>
                  <a:off x="1367" y="3266"/>
                  <a:ext cx="446" cy="134"/>
                </a:xfrm>
                <a:prstGeom prst="rect">
                  <a:avLst/>
                </a:prstGeom>
                <a:solidFill>
                  <a:schemeClr val="accent2"/>
                </a:solidFill>
                <a:ln w="317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54" name="Text Box 79"/>
              <p:cNvSpPr txBox="1">
                <a:spLocks noChangeArrowheads="1"/>
              </p:cNvSpPr>
              <p:nvPr/>
            </p:nvSpPr>
            <p:spPr bwMode="auto">
              <a:xfrm>
                <a:off x="1419" y="789"/>
                <a:ext cx="722"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solidFill>
                      <a:schemeClr val="tx1"/>
                    </a:solidFill>
                  </a:rPr>
                  <a:t>Ticket Kanban</a:t>
                </a:r>
              </a:p>
            </p:txBody>
          </p:sp>
        </p:grpSp>
        <p:sp>
          <p:nvSpPr>
            <p:cNvPr id="90152" name="Line 81"/>
            <p:cNvSpPr>
              <a:spLocks noChangeShapeType="1"/>
            </p:cNvSpPr>
            <p:nvPr/>
          </p:nvSpPr>
          <p:spPr bwMode="auto">
            <a:xfrm flipH="1">
              <a:off x="1113" y="1484"/>
              <a:ext cx="79" cy="396"/>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6" name="Group 93"/>
          <p:cNvGrpSpPr>
            <a:grpSpLocks/>
          </p:cNvGrpSpPr>
          <p:nvPr/>
        </p:nvGrpSpPr>
        <p:grpSpPr bwMode="auto">
          <a:xfrm>
            <a:off x="609600" y="3022600"/>
            <a:ext cx="3335338" cy="1379538"/>
            <a:chOff x="384" y="1904"/>
            <a:chExt cx="2101" cy="869"/>
          </a:xfrm>
        </p:grpSpPr>
        <p:grpSp>
          <p:nvGrpSpPr>
            <p:cNvPr id="90141" name="Group 87"/>
            <p:cNvGrpSpPr>
              <a:grpSpLocks/>
            </p:cNvGrpSpPr>
            <p:nvPr/>
          </p:nvGrpSpPr>
          <p:grpSpPr bwMode="auto">
            <a:xfrm>
              <a:off x="384" y="1904"/>
              <a:ext cx="906" cy="869"/>
              <a:chOff x="384" y="1904"/>
              <a:chExt cx="906" cy="869"/>
            </a:xfrm>
          </p:grpSpPr>
          <p:grpSp>
            <p:nvGrpSpPr>
              <p:cNvPr id="90143" name="Group 70"/>
              <p:cNvGrpSpPr>
                <a:grpSpLocks/>
              </p:cNvGrpSpPr>
              <p:nvPr/>
            </p:nvGrpSpPr>
            <p:grpSpPr bwMode="auto">
              <a:xfrm rot="-223274">
                <a:off x="623" y="1904"/>
                <a:ext cx="667" cy="657"/>
                <a:chOff x="2757" y="1666"/>
                <a:chExt cx="812" cy="800"/>
              </a:xfrm>
            </p:grpSpPr>
            <p:sp>
              <p:nvSpPr>
                <p:cNvPr id="90145" name="Freeform 7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46" name="Freeform 7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0147" name="Line 7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0148" name="Freeform 7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49" name="Freeform 7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0150" name="AutoShape 7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44" name="Text Box 80"/>
              <p:cNvSpPr txBox="1">
                <a:spLocks noChangeArrowheads="1"/>
              </p:cNvSpPr>
              <p:nvPr/>
            </p:nvSpPr>
            <p:spPr bwMode="auto">
              <a:xfrm>
                <a:off x="384" y="2561"/>
                <a:ext cx="81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Conteneur</a:t>
                </a:r>
              </a:p>
            </p:txBody>
          </p:sp>
        </p:grpSp>
        <p:sp>
          <p:nvSpPr>
            <p:cNvPr id="90142" name="Line 82"/>
            <p:cNvSpPr>
              <a:spLocks noChangeShapeType="1"/>
            </p:cNvSpPr>
            <p:nvPr/>
          </p:nvSpPr>
          <p:spPr bwMode="auto">
            <a:xfrm flipV="1">
              <a:off x="1406" y="2034"/>
              <a:ext cx="1079" cy="20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9" name="Group 94"/>
          <p:cNvGrpSpPr>
            <a:grpSpLocks/>
          </p:cNvGrpSpPr>
          <p:nvPr/>
        </p:nvGrpSpPr>
        <p:grpSpPr bwMode="auto">
          <a:xfrm>
            <a:off x="1884363" y="3424238"/>
            <a:ext cx="2051050" cy="1439862"/>
            <a:chOff x="1187" y="2157"/>
            <a:chExt cx="1292" cy="907"/>
          </a:xfrm>
        </p:grpSpPr>
        <p:grpSp>
          <p:nvGrpSpPr>
            <p:cNvPr id="90137" name="Group 88"/>
            <p:cNvGrpSpPr>
              <a:grpSpLocks/>
            </p:cNvGrpSpPr>
            <p:nvPr/>
          </p:nvGrpSpPr>
          <p:grpSpPr bwMode="auto">
            <a:xfrm>
              <a:off x="1187" y="2327"/>
              <a:ext cx="881" cy="737"/>
              <a:chOff x="1346" y="2500"/>
              <a:chExt cx="881" cy="737"/>
            </a:xfrm>
          </p:grpSpPr>
          <p:sp>
            <p:nvSpPr>
              <p:cNvPr id="90139" name="AutoShape 40"/>
              <p:cNvSpPr>
                <a:spLocks noChangeArrowheads="1"/>
              </p:cNvSpPr>
              <p:nvPr/>
            </p:nvSpPr>
            <p:spPr bwMode="auto">
              <a:xfrm rot="2337505">
                <a:off x="1722" y="2500"/>
                <a:ext cx="219" cy="329"/>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40" name="Text Box 78"/>
              <p:cNvSpPr txBox="1">
                <a:spLocks noChangeArrowheads="1"/>
              </p:cNvSpPr>
              <p:nvPr/>
            </p:nvSpPr>
            <p:spPr bwMode="auto">
              <a:xfrm>
                <a:off x="1346" y="2871"/>
                <a:ext cx="881"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Matière première</a:t>
                </a:r>
              </a:p>
            </p:txBody>
          </p:sp>
        </p:grpSp>
        <p:sp>
          <p:nvSpPr>
            <p:cNvPr id="90138" name="Line 83"/>
            <p:cNvSpPr>
              <a:spLocks noChangeShapeType="1"/>
            </p:cNvSpPr>
            <p:nvPr/>
          </p:nvSpPr>
          <p:spPr bwMode="auto">
            <a:xfrm flipV="1">
              <a:off x="1907" y="2157"/>
              <a:ext cx="572" cy="22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11" name="Group 91"/>
          <p:cNvGrpSpPr>
            <a:grpSpLocks/>
          </p:cNvGrpSpPr>
          <p:nvPr/>
        </p:nvGrpSpPr>
        <p:grpSpPr bwMode="auto">
          <a:xfrm>
            <a:off x="5511800" y="2333625"/>
            <a:ext cx="3333750" cy="1838325"/>
            <a:chOff x="3472" y="1470"/>
            <a:chExt cx="2100" cy="1158"/>
          </a:xfrm>
        </p:grpSpPr>
        <p:grpSp>
          <p:nvGrpSpPr>
            <p:cNvPr id="90122" name="Group 89"/>
            <p:cNvGrpSpPr>
              <a:grpSpLocks/>
            </p:cNvGrpSpPr>
            <p:nvPr/>
          </p:nvGrpSpPr>
          <p:grpSpPr bwMode="auto">
            <a:xfrm>
              <a:off x="4115" y="1470"/>
              <a:ext cx="1457" cy="1158"/>
              <a:chOff x="4115" y="1470"/>
              <a:chExt cx="1457" cy="1158"/>
            </a:xfrm>
          </p:grpSpPr>
          <p:grpSp>
            <p:nvGrpSpPr>
              <p:cNvPr id="90124" name="Group 68"/>
              <p:cNvGrpSpPr>
                <a:grpSpLocks/>
              </p:cNvGrpSpPr>
              <p:nvPr/>
            </p:nvGrpSpPr>
            <p:grpSpPr bwMode="auto">
              <a:xfrm>
                <a:off x="4360" y="1470"/>
                <a:ext cx="675" cy="701"/>
                <a:chOff x="3647" y="1218"/>
                <a:chExt cx="675" cy="701"/>
              </a:xfrm>
            </p:grpSpPr>
            <p:grpSp>
              <p:nvGrpSpPr>
                <p:cNvPr id="90126" name="Group 25"/>
                <p:cNvGrpSpPr>
                  <a:grpSpLocks/>
                </p:cNvGrpSpPr>
                <p:nvPr/>
              </p:nvGrpSpPr>
              <p:grpSpPr bwMode="auto">
                <a:xfrm rot="-223274">
                  <a:off x="3655" y="1262"/>
                  <a:ext cx="667" cy="657"/>
                  <a:chOff x="2757" y="1666"/>
                  <a:chExt cx="812" cy="800"/>
                </a:xfrm>
              </p:grpSpPr>
              <p:sp>
                <p:nvSpPr>
                  <p:cNvPr id="90131" name="Freeform 2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32" name="Freeform 2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0133" name="Line 2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0134" name="Freeform 2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35" name="Freeform 3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0136" name="AutoShape 3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27" name="AutoShape 52"/>
                <p:cNvSpPr>
                  <a:spLocks noChangeArrowheads="1"/>
                </p:cNvSpPr>
                <p:nvPr/>
              </p:nvSpPr>
              <p:spPr bwMode="auto">
                <a:xfrm rot="2337505">
                  <a:off x="3958" y="141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28" name="AutoShape 48"/>
                <p:cNvSpPr>
                  <a:spLocks noChangeArrowheads="1"/>
                </p:cNvSpPr>
                <p:nvPr/>
              </p:nvSpPr>
              <p:spPr bwMode="auto">
                <a:xfrm rot="-5567485">
                  <a:off x="3592" y="1273"/>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29" name="AutoShape 49"/>
                <p:cNvSpPr>
                  <a:spLocks noChangeArrowheads="1"/>
                </p:cNvSpPr>
                <p:nvPr/>
              </p:nvSpPr>
              <p:spPr bwMode="auto">
                <a:xfrm rot="-5567485">
                  <a:off x="3777" y="1395"/>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30" name="Text Box 50"/>
                <p:cNvSpPr txBox="1">
                  <a:spLocks noChangeArrowheads="1"/>
                </p:cNvSpPr>
                <p:nvPr/>
              </p:nvSpPr>
              <p:spPr bwMode="auto">
                <a:xfrm rot="628236">
                  <a:off x="3659" y="1287"/>
                  <a:ext cx="35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carters</a:t>
                  </a:r>
                </a:p>
              </p:txBody>
            </p:sp>
          </p:grpSp>
          <p:sp>
            <p:nvSpPr>
              <p:cNvPr id="90125" name="Text Box 53"/>
              <p:cNvSpPr txBox="1">
                <a:spLocks noChangeArrowheads="1"/>
              </p:cNvSpPr>
              <p:nvPr/>
            </p:nvSpPr>
            <p:spPr bwMode="auto">
              <a:xfrm>
                <a:off x="4115" y="2224"/>
                <a:ext cx="1457"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pièces usinés</a:t>
                </a:r>
              </a:p>
            </p:txBody>
          </p:sp>
        </p:grpSp>
        <p:sp>
          <p:nvSpPr>
            <p:cNvPr id="90123" name="Line 84"/>
            <p:cNvSpPr>
              <a:spLocks noChangeShapeType="1"/>
            </p:cNvSpPr>
            <p:nvPr/>
          </p:nvSpPr>
          <p:spPr bwMode="auto">
            <a:xfrm>
              <a:off x="3472" y="1924"/>
              <a:ext cx="717"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ox(in)">
                                      <p:cBhvr>
                                        <p:cTn id="7" dur="500"/>
                                        <p:tgtEl>
                                          <p:spTgt spid="6"/>
                                        </p:tgtEl>
                                      </p:cBhvr>
                                    </p:animEffect>
                                  </p:childTnLst>
                                </p:cTn>
                              </p:par>
                            </p:childTnLst>
                          </p:cTn>
                        </p:par>
                        <p:par>
                          <p:cTn id="8" fill="hold" nodeType="afterGroup">
                            <p:stCondLst>
                              <p:cond delay="500"/>
                            </p:stCondLst>
                            <p:childTnLst>
                              <p:par>
                                <p:cTn id="9" presetID="4" presetClass="entr" presetSubtype="16"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box(in)">
                                      <p:cBhvr>
                                        <p:cTn id="11" dur="500"/>
                                        <p:tgtEl>
                                          <p:spTgt spid="9"/>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16" fill="hold"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box(in)">
                                      <p:cBhvr>
                                        <p:cTn id="16" dur="500"/>
                                        <p:tgtEl>
                                          <p:spTgt spid="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4" presetClass="entr" presetSubtype="16"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box(in)">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title"/>
          </p:nvPr>
        </p:nvSpPr>
        <p:spPr>
          <a:xfrm>
            <a:off x="712008" y="136525"/>
            <a:ext cx="7646960" cy="639763"/>
          </a:xfrm>
        </p:spPr>
        <p:txBody>
          <a:bodyPr/>
          <a:lstStyle/>
          <a:p>
            <a:pPr eaLnBrk="1" hangingPunct="1"/>
            <a:r>
              <a:rPr lang="fr-FR" altLang="fr-FR" dirty="0"/>
              <a:t>La méthode Kanban :</a:t>
            </a:r>
            <a:br>
              <a:rPr lang="fr-FR" altLang="fr-FR" dirty="0"/>
            </a:br>
            <a:r>
              <a:rPr lang="fr-FR" altLang="fr-FR" dirty="0"/>
              <a:t>exemple pour le montage d’un R5</a:t>
            </a:r>
          </a:p>
        </p:txBody>
      </p:sp>
      <p:sp>
        <p:nvSpPr>
          <p:cNvPr id="91139" name="Text Box 38"/>
          <p:cNvSpPr txBox="1">
            <a:spLocks noChangeArrowheads="1"/>
          </p:cNvSpPr>
          <p:nvPr/>
        </p:nvSpPr>
        <p:spPr bwMode="auto">
          <a:xfrm>
            <a:off x="4891088" y="2741613"/>
            <a:ext cx="1081087" cy="5905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Montage</a:t>
            </a:r>
          </a:p>
        </p:txBody>
      </p:sp>
      <p:grpSp>
        <p:nvGrpSpPr>
          <p:cNvPr id="91140" name="Group 39"/>
          <p:cNvGrpSpPr>
            <a:grpSpLocks/>
          </p:cNvGrpSpPr>
          <p:nvPr/>
        </p:nvGrpSpPr>
        <p:grpSpPr bwMode="auto">
          <a:xfrm>
            <a:off x="5245100" y="2236788"/>
            <a:ext cx="820738" cy="500062"/>
            <a:chOff x="2102" y="1800"/>
            <a:chExt cx="787" cy="480"/>
          </a:xfrm>
        </p:grpSpPr>
        <p:sp>
          <p:nvSpPr>
            <p:cNvPr id="91232" name="Oval 40"/>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33" name="Rectangle 41"/>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34" name="Oval 42"/>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1141" name="Group 153"/>
          <p:cNvGrpSpPr>
            <a:grpSpLocks/>
          </p:cNvGrpSpPr>
          <p:nvPr/>
        </p:nvGrpSpPr>
        <p:grpSpPr bwMode="auto">
          <a:xfrm>
            <a:off x="2160588" y="2684463"/>
            <a:ext cx="1792287" cy="3616325"/>
            <a:chOff x="1361" y="1691"/>
            <a:chExt cx="1129" cy="2278"/>
          </a:xfrm>
        </p:grpSpPr>
        <p:grpSp>
          <p:nvGrpSpPr>
            <p:cNvPr id="91199" name="Group 26"/>
            <p:cNvGrpSpPr>
              <a:grpSpLocks/>
            </p:cNvGrpSpPr>
            <p:nvPr/>
          </p:nvGrpSpPr>
          <p:grpSpPr bwMode="auto">
            <a:xfrm rot="-223274">
              <a:off x="1439" y="1739"/>
              <a:ext cx="667" cy="657"/>
              <a:chOff x="2757" y="1666"/>
              <a:chExt cx="812" cy="800"/>
            </a:xfrm>
          </p:grpSpPr>
          <p:sp>
            <p:nvSpPr>
              <p:cNvPr id="91226" name="Freeform 2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7" name="Freeform 2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28" name="Line 2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29" name="Freeform 3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30" name="Freeform 3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31" name="AutoShape 3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00" name="AutoShape 33"/>
            <p:cNvSpPr>
              <a:spLocks noChangeArrowheads="1"/>
            </p:cNvSpPr>
            <p:nvPr/>
          </p:nvSpPr>
          <p:spPr bwMode="auto">
            <a:xfrm rot="2337505">
              <a:off x="1742" y="1895"/>
              <a:ext cx="177" cy="266"/>
            </a:xfrm>
            <a:prstGeom prst="parallelogram">
              <a:avLst>
                <a:gd name="adj" fmla="val 2500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1" name="AutoShape 34"/>
            <p:cNvSpPr>
              <a:spLocks noChangeArrowheads="1"/>
            </p:cNvSpPr>
            <p:nvPr/>
          </p:nvSpPr>
          <p:spPr bwMode="auto">
            <a:xfrm rot="-5567485">
              <a:off x="1380" y="1746"/>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2" name="AutoShape 35"/>
            <p:cNvSpPr>
              <a:spLocks noChangeArrowheads="1"/>
            </p:cNvSpPr>
            <p:nvPr/>
          </p:nvSpPr>
          <p:spPr bwMode="auto">
            <a:xfrm rot="-5400000">
              <a:off x="1572" y="19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3" name="Text Box 36"/>
            <p:cNvSpPr txBox="1">
              <a:spLocks noChangeArrowheads="1"/>
            </p:cNvSpPr>
            <p:nvPr/>
          </p:nvSpPr>
          <p:spPr bwMode="auto">
            <a:xfrm rot="628236">
              <a:off x="1361" y="1764"/>
              <a:ext cx="520"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engrenages</a:t>
              </a:r>
            </a:p>
          </p:txBody>
        </p:sp>
        <p:grpSp>
          <p:nvGrpSpPr>
            <p:cNvPr id="91204" name="Group 61"/>
            <p:cNvGrpSpPr>
              <a:grpSpLocks/>
            </p:cNvGrpSpPr>
            <p:nvPr/>
          </p:nvGrpSpPr>
          <p:grpSpPr bwMode="auto">
            <a:xfrm rot="-223274">
              <a:off x="1583" y="2517"/>
              <a:ext cx="667" cy="657"/>
              <a:chOff x="2757" y="1666"/>
              <a:chExt cx="812" cy="800"/>
            </a:xfrm>
          </p:grpSpPr>
          <p:sp>
            <p:nvSpPr>
              <p:cNvPr id="91220" name="Freeform 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1" name="Freeform 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22" name="Line 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23" name="Freeform 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4" name="Freeform 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25" name="AutoShape 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05" name="AutoShape 68"/>
            <p:cNvSpPr>
              <a:spLocks noChangeArrowheads="1"/>
            </p:cNvSpPr>
            <p:nvPr/>
          </p:nvSpPr>
          <p:spPr bwMode="auto">
            <a:xfrm rot="2337505">
              <a:off x="1886" y="2673"/>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6" name="AutoShape 69"/>
            <p:cNvSpPr>
              <a:spLocks noChangeArrowheads="1"/>
            </p:cNvSpPr>
            <p:nvPr/>
          </p:nvSpPr>
          <p:spPr bwMode="auto">
            <a:xfrm rot="-5567485">
              <a:off x="1520" y="2528"/>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7" name="AutoShape 70"/>
            <p:cNvSpPr>
              <a:spLocks noChangeArrowheads="1"/>
            </p:cNvSpPr>
            <p:nvPr/>
          </p:nvSpPr>
          <p:spPr bwMode="auto">
            <a:xfrm rot="-5567485">
              <a:off x="1705" y="2650"/>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8" name="Text Box 71"/>
            <p:cNvSpPr txBox="1">
              <a:spLocks noChangeArrowheads="1"/>
            </p:cNvSpPr>
            <p:nvPr/>
          </p:nvSpPr>
          <p:spPr bwMode="auto">
            <a:xfrm rot="628236">
              <a:off x="1587" y="2542"/>
              <a:ext cx="35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carters</a:t>
              </a:r>
            </a:p>
          </p:txBody>
        </p:sp>
        <p:grpSp>
          <p:nvGrpSpPr>
            <p:cNvPr id="91209" name="Group 73"/>
            <p:cNvGrpSpPr>
              <a:grpSpLocks/>
            </p:cNvGrpSpPr>
            <p:nvPr/>
          </p:nvGrpSpPr>
          <p:grpSpPr bwMode="auto">
            <a:xfrm rot="-223274">
              <a:off x="1823" y="3312"/>
              <a:ext cx="667" cy="657"/>
              <a:chOff x="2757" y="1666"/>
              <a:chExt cx="812" cy="800"/>
            </a:xfrm>
          </p:grpSpPr>
          <p:sp>
            <p:nvSpPr>
              <p:cNvPr id="91214" name="Freeform 7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15" name="Freeform 7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16" name="Line 7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17" name="Freeform 7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18" name="Freeform 7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19" name="AutoShape 7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10" name="Oval 85"/>
            <p:cNvSpPr>
              <a:spLocks noChangeArrowheads="1"/>
            </p:cNvSpPr>
            <p:nvPr/>
          </p:nvSpPr>
          <p:spPr bwMode="auto">
            <a:xfrm>
              <a:off x="2182" y="3505"/>
              <a:ext cx="170" cy="170"/>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11" name="AutoShape 81"/>
            <p:cNvSpPr>
              <a:spLocks noChangeArrowheads="1"/>
            </p:cNvSpPr>
            <p:nvPr/>
          </p:nvSpPr>
          <p:spPr bwMode="auto">
            <a:xfrm rot="-5567485">
              <a:off x="1760" y="3323"/>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12" name="Text Box 83"/>
            <p:cNvSpPr txBox="1">
              <a:spLocks noChangeArrowheads="1"/>
            </p:cNvSpPr>
            <p:nvPr/>
          </p:nvSpPr>
          <p:spPr bwMode="auto">
            <a:xfrm rot="628236">
              <a:off x="1755" y="3336"/>
              <a:ext cx="484" cy="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2 </a:t>
              </a:r>
            </a:p>
            <a:p>
              <a:pPr algn="ctr" eaLnBrk="1" hangingPunct="1">
                <a:spcBef>
                  <a:spcPct val="0"/>
                </a:spcBef>
                <a:buFontTx/>
                <a:buNone/>
              </a:pPr>
              <a:r>
                <a:rPr lang="fr-FR" altLang="fr-FR" sz="900" b="1">
                  <a:solidFill>
                    <a:schemeClr val="tx1"/>
                  </a:solidFill>
                </a:rPr>
                <a:t>couronnes</a:t>
              </a:r>
            </a:p>
          </p:txBody>
        </p:sp>
        <p:sp>
          <p:nvSpPr>
            <p:cNvPr id="91213" name="Oval 84"/>
            <p:cNvSpPr>
              <a:spLocks noChangeArrowheads="1"/>
            </p:cNvSpPr>
            <p:nvPr/>
          </p:nvSpPr>
          <p:spPr bwMode="auto">
            <a:xfrm>
              <a:off x="1942" y="3545"/>
              <a:ext cx="142" cy="142"/>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143"/>
          <p:cNvGrpSpPr>
            <a:grpSpLocks/>
          </p:cNvGrpSpPr>
          <p:nvPr/>
        </p:nvGrpSpPr>
        <p:grpSpPr bwMode="auto">
          <a:xfrm>
            <a:off x="6361113" y="1649413"/>
            <a:ext cx="2782887" cy="1906587"/>
            <a:chOff x="3765" y="1114"/>
            <a:chExt cx="1753" cy="1201"/>
          </a:xfrm>
        </p:grpSpPr>
        <p:grpSp>
          <p:nvGrpSpPr>
            <p:cNvPr id="91181" name="Group 9"/>
            <p:cNvGrpSpPr>
              <a:grpSpLocks/>
            </p:cNvGrpSpPr>
            <p:nvPr/>
          </p:nvGrpSpPr>
          <p:grpSpPr bwMode="auto">
            <a:xfrm rot="-223274">
              <a:off x="4437" y="1153"/>
              <a:ext cx="667" cy="657"/>
              <a:chOff x="2757" y="1666"/>
              <a:chExt cx="812" cy="800"/>
            </a:xfrm>
          </p:grpSpPr>
          <p:sp>
            <p:nvSpPr>
              <p:cNvPr id="91193" name="Freeform 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94" name="Freeform 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195" name="Line 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196" name="Freeform 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97" name="Freeform 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198" name="AutoShape 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82" name="Text Box 37"/>
            <p:cNvSpPr txBox="1">
              <a:spLocks noChangeArrowheads="1"/>
            </p:cNvSpPr>
            <p:nvPr/>
          </p:nvSpPr>
          <p:spPr bwMode="auto">
            <a:xfrm>
              <a:off x="4061" y="1911"/>
              <a:ext cx="1457"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produits finis</a:t>
              </a:r>
            </a:p>
          </p:txBody>
        </p:sp>
        <p:sp>
          <p:nvSpPr>
            <p:cNvPr id="91183" name="AutoShape 50"/>
            <p:cNvSpPr>
              <a:spLocks noChangeArrowheads="1"/>
            </p:cNvSpPr>
            <p:nvPr/>
          </p:nvSpPr>
          <p:spPr bwMode="auto">
            <a:xfrm rot="2337505">
              <a:off x="4682" y="132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4" name="Oval 51"/>
            <p:cNvSpPr>
              <a:spLocks noChangeArrowheads="1"/>
            </p:cNvSpPr>
            <p:nvPr/>
          </p:nvSpPr>
          <p:spPr bwMode="auto">
            <a:xfrm rot="575549">
              <a:off x="4736" y="144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5" name="AutoShape 52"/>
            <p:cNvSpPr>
              <a:spLocks noChangeArrowheads="1"/>
            </p:cNvSpPr>
            <p:nvPr/>
          </p:nvSpPr>
          <p:spPr bwMode="auto">
            <a:xfrm rot="669280">
              <a:off x="4589" y="139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6" name="Line 59"/>
            <p:cNvSpPr>
              <a:spLocks noChangeShapeType="1"/>
            </p:cNvSpPr>
            <p:nvPr/>
          </p:nvSpPr>
          <p:spPr bwMode="auto">
            <a:xfrm>
              <a:off x="3765" y="1642"/>
              <a:ext cx="531"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nvGrpSpPr>
            <p:cNvPr id="91187" name="Group 91"/>
            <p:cNvGrpSpPr>
              <a:grpSpLocks/>
            </p:cNvGrpSpPr>
            <p:nvPr/>
          </p:nvGrpSpPr>
          <p:grpSpPr bwMode="auto">
            <a:xfrm>
              <a:off x="4443" y="1114"/>
              <a:ext cx="415" cy="525"/>
              <a:chOff x="2685" y="2530"/>
              <a:chExt cx="415" cy="525"/>
            </a:xfrm>
          </p:grpSpPr>
          <p:sp>
            <p:nvSpPr>
              <p:cNvPr id="91188" name="AutoShape 86"/>
              <p:cNvSpPr>
                <a:spLocks noChangeArrowheads="1"/>
              </p:cNvSpPr>
              <p:nvPr/>
            </p:nvSpPr>
            <p:spPr bwMode="auto">
              <a:xfrm rot="-5567485">
                <a:off x="2630" y="2585"/>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9" name="Text Box 87"/>
              <p:cNvSpPr txBox="1">
                <a:spLocks noChangeArrowheads="1"/>
              </p:cNvSpPr>
              <p:nvPr/>
            </p:nvSpPr>
            <p:spPr bwMode="auto">
              <a:xfrm rot="628236">
                <a:off x="2761" y="2565"/>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R5</a:t>
                </a:r>
              </a:p>
            </p:txBody>
          </p:sp>
          <p:sp>
            <p:nvSpPr>
              <p:cNvPr id="91190" name="Oval 88"/>
              <p:cNvSpPr>
                <a:spLocks noChangeArrowheads="1"/>
              </p:cNvSpPr>
              <p:nvPr/>
            </p:nvSpPr>
            <p:spPr bwMode="auto">
              <a:xfrm>
                <a:off x="2944" y="2873"/>
                <a:ext cx="124" cy="124"/>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91" name="AutoShape 89"/>
              <p:cNvSpPr>
                <a:spLocks noChangeArrowheads="1"/>
              </p:cNvSpPr>
              <p:nvPr/>
            </p:nvSpPr>
            <p:spPr bwMode="auto">
              <a:xfrm rot="-5400000">
                <a:off x="2730" y="28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92" name="AutoShape 90"/>
              <p:cNvSpPr>
                <a:spLocks noChangeArrowheads="1"/>
              </p:cNvSpPr>
              <p:nvPr/>
            </p:nvSpPr>
            <p:spPr bwMode="auto">
              <a:xfrm rot="-5567485">
                <a:off x="2815" y="2656"/>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10" name="Group 141"/>
          <p:cNvGrpSpPr>
            <a:grpSpLocks/>
          </p:cNvGrpSpPr>
          <p:nvPr/>
        </p:nvGrpSpPr>
        <p:grpSpPr bwMode="auto">
          <a:xfrm>
            <a:off x="3427413" y="1117600"/>
            <a:ext cx="760412" cy="915988"/>
            <a:chOff x="1940" y="455"/>
            <a:chExt cx="479" cy="577"/>
          </a:xfrm>
        </p:grpSpPr>
        <p:sp>
          <p:nvSpPr>
            <p:cNvPr id="91176" name="Rectangle 92"/>
            <p:cNvSpPr>
              <a:spLocks noChangeArrowheads="1"/>
            </p:cNvSpPr>
            <p:nvPr/>
          </p:nvSpPr>
          <p:spPr bwMode="auto">
            <a:xfrm>
              <a:off x="1940" y="471"/>
              <a:ext cx="479" cy="561"/>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77" name="Text Box 93"/>
            <p:cNvSpPr txBox="1">
              <a:spLocks noChangeArrowheads="1"/>
            </p:cNvSpPr>
            <p:nvPr/>
          </p:nvSpPr>
          <p:spPr bwMode="auto">
            <a:xfrm>
              <a:off x="2039" y="455"/>
              <a:ext cx="270"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solidFill>
                    <a:schemeClr val="tx1"/>
                  </a:solidFill>
                </a:rPr>
                <a:t>R5</a:t>
              </a:r>
            </a:p>
          </p:txBody>
        </p:sp>
        <p:sp>
          <p:nvSpPr>
            <p:cNvPr id="91178" name="Rectangle 94"/>
            <p:cNvSpPr>
              <a:spLocks noChangeArrowheads="1"/>
            </p:cNvSpPr>
            <p:nvPr/>
          </p:nvSpPr>
          <p:spPr bwMode="auto">
            <a:xfrm>
              <a:off x="2032" y="666"/>
              <a:ext cx="288" cy="93"/>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79" name="Rectangle 95"/>
            <p:cNvSpPr>
              <a:spLocks noChangeArrowheads="1"/>
            </p:cNvSpPr>
            <p:nvPr/>
          </p:nvSpPr>
          <p:spPr bwMode="auto">
            <a:xfrm>
              <a:off x="1978" y="840"/>
              <a:ext cx="174" cy="93"/>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0" name="Oval 96"/>
            <p:cNvSpPr>
              <a:spLocks noChangeArrowheads="1"/>
            </p:cNvSpPr>
            <p:nvPr/>
          </p:nvSpPr>
          <p:spPr bwMode="auto">
            <a:xfrm>
              <a:off x="2230" y="836"/>
              <a:ext cx="122" cy="127"/>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1145" name="Group 132"/>
          <p:cNvGrpSpPr>
            <a:grpSpLocks/>
          </p:cNvGrpSpPr>
          <p:nvPr/>
        </p:nvGrpSpPr>
        <p:grpSpPr bwMode="auto">
          <a:xfrm rot="-223274">
            <a:off x="4071938" y="1817688"/>
            <a:ext cx="958850" cy="944562"/>
            <a:chOff x="2757" y="1666"/>
            <a:chExt cx="812" cy="800"/>
          </a:xfrm>
        </p:grpSpPr>
        <p:sp>
          <p:nvSpPr>
            <p:cNvPr id="91170"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71"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172"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173"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74"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175"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 name="Group 146"/>
          <p:cNvGrpSpPr>
            <a:grpSpLocks/>
          </p:cNvGrpSpPr>
          <p:nvPr/>
        </p:nvGrpSpPr>
        <p:grpSpPr bwMode="auto">
          <a:xfrm>
            <a:off x="220663" y="1336675"/>
            <a:ext cx="2255837" cy="4956175"/>
            <a:chOff x="139" y="842"/>
            <a:chExt cx="1421" cy="3122"/>
          </a:xfrm>
        </p:grpSpPr>
        <p:grpSp>
          <p:nvGrpSpPr>
            <p:cNvPr id="91154" name="Group 144"/>
            <p:cNvGrpSpPr>
              <a:grpSpLocks/>
            </p:cNvGrpSpPr>
            <p:nvPr/>
          </p:nvGrpSpPr>
          <p:grpSpPr bwMode="auto">
            <a:xfrm>
              <a:off x="193" y="1662"/>
              <a:ext cx="1367" cy="2302"/>
              <a:chOff x="193" y="1662"/>
              <a:chExt cx="1367" cy="2302"/>
            </a:xfrm>
          </p:grpSpPr>
          <p:grpSp>
            <p:nvGrpSpPr>
              <p:cNvPr id="91156" name="Group 124"/>
              <p:cNvGrpSpPr>
                <a:grpSpLocks/>
              </p:cNvGrpSpPr>
              <p:nvPr/>
            </p:nvGrpSpPr>
            <p:grpSpPr bwMode="auto">
              <a:xfrm>
                <a:off x="193" y="1662"/>
                <a:ext cx="678" cy="670"/>
                <a:chOff x="357" y="1554"/>
                <a:chExt cx="754" cy="745"/>
              </a:xfrm>
            </p:grpSpPr>
            <p:sp>
              <p:nvSpPr>
                <p:cNvPr id="91167" name="Rectangle 107"/>
                <p:cNvSpPr>
                  <a:spLocks noChangeArrowheads="1"/>
                </p:cNvSpPr>
                <p:nvPr/>
              </p:nvSpPr>
              <p:spPr bwMode="auto">
                <a:xfrm>
                  <a:off x="402" y="1554"/>
                  <a:ext cx="660" cy="745"/>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8" name="Text Box 108"/>
                <p:cNvSpPr txBox="1">
                  <a:spLocks noChangeArrowheads="1"/>
                </p:cNvSpPr>
                <p:nvPr/>
              </p:nvSpPr>
              <p:spPr bwMode="auto">
                <a:xfrm>
                  <a:off x="357" y="1618"/>
                  <a:ext cx="754" cy="2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Engrenages</a:t>
                  </a:r>
                </a:p>
              </p:txBody>
            </p:sp>
            <p:sp>
              <p:nvSpPr>
                <p:cNvPr id="91169" name="Rectangle 110"/>
                <p:cNvSpPr>
                  <a:spLocks noChangeArrowheads="1"/>
                </p:cNvSpPr>
                <p:nvPr/>
              </p:nvSpPr>
              <p:spPr bwMode="auto">
                <a:xfrm>
                  <a:off x="574" y="1954"/>
                  <a:ext cx="300" cy="154"/>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57" name="Rectangle 117"/>
              <p:cNvSpPr>
                <a:spLocks noChangeArrowheads="1"/>
              </p:cNvSpPr>
              <p:nvPr/>
            </p:nvSpPr>
            <p:spPr bwMode="auto">
              <a:xfrm>
                <a:off x="588" y="3293"/>
                <a:ext cx="594" cy="671"/>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8" name="Text Box 118"/>
              <p:cNvSpPr txBox="1">
                <a:spLocks noChangeArrowheads="1"/>
              </p:cNvSpPr>
              <p:nvPr/>
            </p:nvSpPr>
            <p:spPr bwMode="auto">
              <a:xfrm>
                <a:off x="580" y="3315"/>
                <a:ext cx="626" cy="3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2</a:t>
                </a:r>
                <a:br>
                  <a:rPr lang="fr-FR" altLang="fr-FR" sz="1300">
                    <a:solidFill>
                      <a:schemeClr val="tx1"/>
                    </a:solidFill>
                  </a:rPr>
                </a:br>
                <a:r>
                  <a:rPr lang="fr-FR" altLang="fr-FR" sz="1300">
                    <a:solidFill>
                      <a:schemeClr val="tx1"/>
                    </a:solidFill>
                  </a:rPr>
                  <a:t>Couronnes</a:t>
                </a:r>
              </a:p>
            </p:txBody>
          </p:sp>
          <p:sp>
            <p:nvSpPr>
              <p:cNvPr id="91159" name="Oval 121"/>
              <p:cNvSpPr>
                <a:spLocks noChangeArrowheads="1"/>
              </p:cNvSpPr>
              <p:nvPr/>
            </p:nvSpPr>
            <p:spPr bwMode="auto">
              <a:xfrm>
                <a:off x="780" y="3617"/>
                <a:ext cx="243" cy="243"/>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1160" name="Group 123"/>
              <p:cNvGrpSpPr>
                <a:grpSpLocks/>
              </p:cNvGrpSpPr>
              <p:nvPr/>
            </p:nvGrpSpPr>
            <p:grpSpPr bwMode="auto">
              <a:xfrm>
                <a:off x="456" y="2460"/>
                <a:ext cx="594" cy="671"/>
                <a:chOff x="402" y="2460"/>
                <a:chExt cx="660" cy="745"/>
              </a:xfrm>
            </p:grpSpPr>
            <p:sp>
              <p:nvSpPr>
                <p:cNvPr id="91164" name="Rectangle 112"/>
                <p:cNvSpPr>
                  <a:spLocks noChangeArrowheads="1"/>
                </p:cNvSpPr>
                <p:nvPr/>
              </p:nvSpPr>
              <p:spPr bwMode="auto">
                <a:xfrm>
                  <a:off x="402" y="2460"/>
                  <a:ext cx="660" cy="745"/>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5" name="Text Box 113"/>
                <p:cNvSpPr txBox="1">
                  <a:spLocks noChangeArrowheads="1"/>
                </p:cNvSpPr>
                <p:nvPr/>
              </p:nvSpPr>
              <p:spPr bwMode="auto">
                <a:xfrm>
                  <a:off x="481" y="2526"/>
                  <a:ext cx="509" cy="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Carters</a:t>
                  </a:r>
                </a:p>
              </p:txBody>
            </p:sp>
            <p:sp>
              <p:nvSpPr>
                <p:cNvPr id="91166" name="Rectangle 122"/>
                <p:cNvSpPr>
                  <a:spLocks noChangeArrowheads="1"/>
                </p:cNvSpPr>
                <p:nvPr/>
              </p:nvSpPr>
              <p:spPr bwMode="auto">
                <a:xfrm>
                  <a:off x="487" y="2761"/>
                  <a:ext cx="480" cy="149"/>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61" name="AutoShape 126"/>
              <p:cNvSpPr>
                <a:spLocks noChangeArrowheads="1"/>
              </p:cNvSpPr>
              <p:nvPr/>
            </p:nvSpPr>
            <p:spPr bwMode="auto">
              <a:xfrm>
                <a:off x="888" y="2046"/>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2" name="AutoShape 127"/>
              <p:cNvSpPr>
                <a:spLocks noChangeArrowheads="1"/>
              </p:cNvSpPr>
              <p:nvPr/>
            </p:nvSpPr>
            <p:spPr bwMode="auto">
              <a:xfrm>
                <a:off x="1140" y="2670"/>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3" name="AutoShape 128"/>
              <p:cNvSpPr>
                <a:spLocks noChangeArrowheads="1"/>
              </p:cNvSpPr>
              <p:nvPr/>
            </p:nvSpPr>
            <p:spPr bwMode="auto">
              <a:xfrm>
                <a:off x="1314" y="3450"/>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55" name="Text Box 145"/>
            <p:cNvSpPr txBox="1">
              <a:spLocks noChangeArrowheads="1"/>
            </p:cNvSpPr>
            <p:nvPr/>
          </p:nvSpPr>
          <p:spPr bwMode="auto">
            <a:xfrm>
              <a:off x="139" y="842"/>
              <a:ext cx="805" cy="71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retour des tickets vers les postes d’usinage</a:t>
              </a:r>
            </a:p>
          </p:txBody>
        </p:sp>
      </p:grpSp>
      <p:grpSp>
        <p:nvGrpSpPr>
          <p:cNvPr id="16" name="Group 154"/>
          <p:cNvGrpSpPr>
            <a:grpSpLocks/>
          </p:cNvGrpSpPr>
          <p:nvPr/>
        </p:nvGrpSpPr>
        <p:grpSpPr bwMode="auto">
          <a:xfrm>
            <a:off x="3557588" y="2057400"/>
            <a:ext cx="1209675" cy="2844800"/>
            <a:chOff x="2241" y="1296"/>
            <a:chExt cx="762" cy="1792"/>
          </a:xfrm>
        </p:grpSpPr>
        <p:sp>
          <p:nvSpPr>
            <p:cNvPr id="91148" name="Line 103"/>
            <p:cNvSpPr>
              <a:spLocks noChangeShapeType="1"/>
            </p:cNvSpPr>
            <p:nvPr/>
          </p:nvSpPr>
          <p:spPr bwMode="auto">
            <a:xfrm flipV="1">
              <a:off x="2241" y="1714"/>
              <a:ext cx="345" cy="252"/>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49" name="Line 104"/>
            <p:cNvSpPr>
              <a:spLocks noChangeShapeType="1"/>
            </p:cNvSpPr>
            <p:nvPr/>
          </p:nvSpPr>
          <p:spPr bwMode="auto">
            <a:xfrm flipV="1">
              <a:off x="2259" y="1764"/>
              <a:ext cx="424" cy="76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50" name="Line 105"/>
            <p:cNvSpPr>
              <a:spLocks noChangeShapeType="1"/>
            </p:cNvSpPr>
            <p:nvPr/>
          </p:nvSpPr>
          <p:spPr bwMode="auto">
            <a:xfrm flipV="1">
              <a:off x="2487" y="1883"/>
              <a:ext cx="247" cy="120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51" name="AutoShape 150"/>
            <p:cNvSpPr>
              <a:spLocks noChangeArrowheads="1"/>
            </p:cNvSpPr>
            <p:nvPr/>
          </p:nvSpPr>
          <p:spPr bwMode="auto">
            <a:xfrm rot="2337505">
              <a:off x="2764" y="1296"/>
              <a:ext cx="177" cy="154"/>
            </a:xfrm>
            <a:prstGeom prst="parallelogram">
              <a:avLst>
                <a:gd name="adj" fmla="val 28734"/>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2" name="AutoShape 151"/>
            <p:cNvSpPr>
              <a:spLocks noChangeArrowheads="1"/>
            </p:cNvSpPr>
            <p:nvPr/>
          </p:nvSpPr>
          <p:spPr bwMode="auto">
            <a:xfrm rot="2337505">
              <a:off x="2840" y="1296"/>
              <a:ext cx="163" cy="24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3" name="Oval 152"/>
            <p:cNvSpPr>
              <a:spLocks noChangeArrowheads="1"/>
            </p:cNvSpPr>
            <p:nvPr/>
          </p:nvSpPr>
          <p:spPr bwMode="auto">
            <a:xfrm>
              <a:off x="2717" y="1365"/>
              <a:ext cx="170" cy="170"/>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par>
                          <p:cTn id="8" fill="hold" nodeType="afterGroup">
                            <p:stCondLst>
                              <p:cond delay="500"/>
                            </p:stCondLst>
                            <p:childTnLst>
                              <p:par>
                                <p:cTn id="9" presetID="4" presetClass="entr" presetSubtype="16"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box(in)">
                                      <p:cBhvr>
                                        <p:cTn id="11" dur="500"/>
                                        <p:tgtEl>
                                          <p:spTgt spid="16"/>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16"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ox(in)">
                                      <p:cBhvr>
                                        <p:cTn id="16" dur="500"/>
                                        <p:tgtEl>
                                          <p:spTgt spid="7"/>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4" presetClass="entr" presetSubtype="16"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ox(in)">
                                      <p:cBhvr>
                                        <p:cTn id="2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ChangeArrowheads="1"/>
          </p:cNvSpPr>
          <p:nvPr>
            <p:ph type="title"/>
          </p:nvPr>
        </p:nvSpPr>
        <p:spPr>
          <a:xfrm>
            <a:off x="392113" y="0"/>
            <a:ext cx="8229600" cy="657225"/>
          </a:xfrm>
        </p:spPr>
        <p:txBody>
          <a:bodyPr/>
          <a:lstStyle/>
          <a:p>
            <a:pPr eaLnBrk="1" hangingPunct="1"/>
            <a:r>
              <a:rPr lang="fr-FR" altLang="fr-FR" dirty="0"/>
              <a:t>La méthode Kanban</a:t>
            </a:r>
          </a:p>
        </p:txBody>
      </p:sp>
      <p:sp>
        <p:nvSpPr>
          <p:cNvPr id="92163" name="Text Box 22"/>
          <p:cNvSpPr txBox="1">
            <a:spLocks noChangeArrowheads="1"/>
          </p:cNvSpPr>
          <p:nvPr/>
        </p:nvSpPr>
        <p:spPr bwMode="auto">
          <a:xfrm>
            <a:off x="2828925" y="5300663"/>
            <a:ext cx="2312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produits finis</a:t>
            </a:r>
          </a:p>
        </p:txBody>
      </p:sp>
      <p:grpSp>
        <p:nvGrpSpPr>
          <p:cNvPr id="92164" name="Group 224"/>
          <p:cNvGrpSpPr>
            <a:grpSpLocks/>
          </p:cNvGrpSpPr>
          <p:nvPr/>
        </p:nvGrpSpPr>
        <p:grpSpPr bwMode="auto">
          <a:xfrm>
            <a:off x="3668713" y="1185863"/>
            <a:ext cx="1058862" cy="1104900"/>
            <a:chOff x="2258" y="784"/>
            <a:chExt cx="667" cy="696"/>
          </a:xfrm>
        </p:grpSpPr>
        <p:grpSp>
          <p:nvGrpSpPr>
            <p:cNvPr id="92288" name="Group 3"/>
            <p:cNvGrpSpPr>
              <a:grpSpLocks/>
            </p:cNvGrpSpPr>
            <p:nvPr/>
          </p:nvGrpSpPr>
          <p:grpSpPr bwMode="auto">
            <a:xfrm rot="-223274">
              <a:off x="2258" y="823"/>
              <a:ext cx="667" cy="657"/>
              <a:chOff x="2757" y="1666"/>
              <a:chExt cx="812" cy="800"/>
            </a:xfrm>
          </p:grpSpPr>
          <p:sp>
            <p:nvSpPr>
              <p:cNvPr id="92297" name="Freeform 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98" name="Freeform 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99" name="Line 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300" name="Freeform 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301" name="Freeform 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302" name="AutoShape 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89" name="AutoShape 28"/>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0" name="Oval 29"/>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1" name="AutoShape 30"/>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2" name="AutoShape 57"/>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3" name="Text Box 58"/>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2294" name="Oval 59"/>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5" name="AutoShape 60"/>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6" name="AutoShape 61"/>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65" name="Group 89"/>
          <p:cNvGrpSpPr>
            <a:grpSpLocks/>
          </p:cNvGrpSpPr>
          <p:nvPr/>
        </p:nvGrpSpPr>
        <p:grpSpPr bwMode="auto">
          <a:xfrm>
            <a:off x="3717925" y="2520950"/>
            <a:ext cx="1058863" cy="1104900"/>
            <a:chOff x="861" y="790"/>
            <a:chExt cx="667" cy="696"/>
          </a:xfrm>
        </p:grpSpPr>
        <p:grpSp>
          <p:nvGrpSpPr>
            <p:cNvPr id="92272" name="Group 90"/>
            <p:cNvGrpSpPr>
              <a:grpSpLocks/>
            </p:cNvGrpSpPr>
            <p:nvPr/>
          </p:nvGrpSpPr>
          <p:grpSpPr bwMode="auto">
            <a:xfrm rot="-223274">
              <a:off x="861" y="829"/>
              <a:ext cx="667" cy="657"/>
              <a:chOff x="2757" y="1666"/>
              <a:chExt cx="812" cy="800"/>
            </a:xfrm>
          </p:grpSpPr>
          <p:sp>
            <p:nvSpPr>
              <p:cNvPr id="92282"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83"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84"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85"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86"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87"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73" name="AutoShape 97"/>
            <p:cNvSpPr>
              <a:spLocks noChangeArrowheads="1"/>
            </p:cNvSpPr>
            <p:nvPr/>
          </p:nvSpPr>
          <p:spPr bwMode="auto">
            <a:xfrm rot="2337505">
              <a:off x="1106" y="1004"/>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4" name="Oval 98"/>
            <p:cNvSpPr>
              <a:spLocks noChangeArrowheads="1"/>
            </p:cNvSpPr>
            <p:nvPr/>
          </p:nvSpPr>
          <p:spPr bwMode="auto">
            <a:xfrm rot="575549">
              <a:off x="1160" y="1123"/>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5" name="AutoShape 99"/>
            <p:cNvSpPr>
              <a:spLocks noChangeArrowheads="1"/>
            </p:cNvSpPr>
            <p:nvPr/>
          </p:nvSpPr>
          <p:spPr bwMode="auto">
            <a:xfrm rot="669280">
              <a:off x="1013" y="106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76" name="Group 100"/>
            <p:cNvGrpSpPr>
              <a:grpSpLocks/>
            </p:cNvGrpSpPr>
            <p:nvPr/>
          </p:nvGrpSpPr>
          <p:grpSpPr bwMode="auto">
            <a:xfrm>
              <a:off x="867" y="790"/>
              <a:ext cx="415" cy="525"/>
              <a:chOff x="2685" y="2530"/>
              <a:chExt cx="415" cy="525"/>
            </a:xfrm>
          </p:grpSpPr>
          <p:sp>
            <p:nvSpPr>
              <p:cNvPr id="92277" name="AutoShape 101"/>
              <p:cNvSpPr>
                <a:spLocks noChangeArrowheads="1"/>
              </p:cNvSpPr>
              <p:nvPr/>
            </p:nvSpPr>
            <p:spPr bwMode="auto">
              <a:xfrm rot="-5567485">
                <a:off x="2630" y="2585"/>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8" name="Text Box 102"/>
              <p:cNvSpPr txBox="1">
                <a:spLocks noChangeArrowheads="1"/>
              </p:cNvSpPr>
              <p:nvPr/>
            </p:nvSpPr>
            <p:spPr bwMode="auto">
              <a:xfrm rot="628236">
                <a:off x="2761" y="2565"/>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R5</a:t>
                </a:r>
              </a:p>
            </p:txBody>
          </p:sp>
          <p:sp>
            <p:nvSpPr>
              <p:cNvPr id="92279" name="Oval 103"/>
              <p:cNvSpPr>
                <a:spLocks noChangeArrowheads="1"/>
              </p:cNvSpPr>
              <p:nvPr/>
            </p:nvSpPr>
            <p:spPr bwMode="auto">
              <a:xfrm>
                <a:off x="2944" y="2873"/>
                <a:ext cx="124" cy="124"/>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80" name="AutoShape 104"/>
              <p:cNvSpPr>
                <a:spLocks noChangeArrowheads="1"/>
              </p:cNvSpPr>
              <p:nvPr/>
            </p:nvSpPr>
            <p:spPr bwMode="auto">
              <a:xfrm rot="-5400000">
                <a:off x="2730" y="28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81" name="AutoShape 105"/>
              <p:cNvSpPr>
                <a:spLocks noChangeArrowheads="1"/>
              </p:cNvSpPr>
              <p:nvPr/>
            </p:nvSpPr>
            <p:spPr bwMode="auto">
              <a:xfrm rot="-5567485">
                <a:off x="2815" y="2656"/>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92166" name="Group 107"/>
          <p:cNvGrpSpPr>
            <a:grpSpLocks/>
          </p:cNvGrpSpPr>
          <p:nvPr/>
        </p:nvGrpSpPr>
        <p:grpSpPr bwMode="auto">
          <a:xfrm rot="-223274">
            <a:off x="3692525" y="4087813"/>
            <a:ext cx="1058863" cy="1042987"/>
            <a:chOff x="2757" y="1666"/>
            <a:chExt cx="812" cy="800"/>
          </a:xfrm>
        </p:grpSpPr>
        <p:sp>
          <p:nvSpPr>
            <p:cNvPr id="92266" name="Freeform 10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67" name="Freeform 10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68" name="Line 11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69" name="Freeform 11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70" name="Freeform 11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71" name="AutoShape 11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67" name="Group 232"/>
          <p:cNvGrpSpPr>
            <a:grpSpLocks/>
          </p:cNvGrpSpPr>
          <p:nvPr/>
        </p:nvGrpSpPr>
        <p:grpSpPr bwMode="auto">
          <a:xfrm>
            <a:off x="3681413" y="3976688"/>
            <a:ext cx="725487" cy="833437"/>
            <a:chOff x="2319" y="2505"/>
            <a:chExt cx="457" cy="525"/>
          </a:xfrm>
        </p:grpSpPr>
        <p:sp>
          <p:nvSpPr>
            <p:cNvPr id="92258" name="AutoShape 114"/>
            <p:cNvSpPr>
              <a:spLocks noChangeArrowheads="1"/>
            </p:cNvSpPr>
            <p:nvPr/>
          </p:nvSpPr>
          <p:spPr bwMode="auto">
            <a:xfrm rot="2337505">
              <a:off x="2558" y="2719"/>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59" name="Oval 115"/>
            <p:cNvSpPr>
              <a:spLocks noChangeArrowheads="1"/>
            </p:cNvSpPr>
            <p:nvPr/>
          </p:nvSpPr>
          <p:spPr bwMode="auto">
            <a:xfrm rot="575549">
              <a:off x="2612" y="2838"/>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0" name="AutoShape 116"/>
            <p:cNvSpPr>
              <a:spLocks noChangeArrowheads="1"/>
            </p:cNvSpPr>
            <p:nvPr/>
          </p:nvSpPr>
          <p:spPr bwMode="auto">
            <a:xfrm rot="669280">
              <a:off x="2465" y="2782"/>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1" name="AutoShape 118"/>
            <p:cNvSpPr>
              <a:spLocks noChangeArrowheads="1"/>
            </p:cNvSpPr>
            <p:nvPr/>
          </p:nvSpPr>
          <p:spPr bwMode="auto">
            <a:xfrm rot="-5567485">
              <a:off x="2264" y="2560"/>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2" name="Text Box 119"/>
            <p:cNvSpPr txBox="1">
              <a:spLocks noChangeArrowheads="1"/>
            </p:cNvSpPr>
            <p:nvPr/>
          </p:nvSpPr>
          <p:spPr bwMode="auto">
            <a:xfrm rot="628236">
              <a:off x="2395" y="2540"/>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R6</a:t>
              </a:r>
            </a:p>
          </p:txBody>
        </p:sp>
        <p:sp>
          <p:nvSpPr>
            <p:cNvPr id="92263" name="Oval 120"/>
            <p:cNvSpPr>
              <a:spLocks noChangeArrowheads="1"/>
            </p:cNvSpPr>
            <p:nvPr/>
          </p:nvSpPr>
          <p:spPr bwMode="auto">
            <a:xfrm>
              <a:off x="2578" y="2848"/>
              <a:ext cx="124" cy="124"/>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4" name="AutoShape 121"/>
            <p:cNvSpPr>
              <a:spLocks noChangeArrowheads="1"/>
            </p:cNvSpPr>
            <p:nvPr/>
          </p:nvSpPr>
          <p:spPr bwMode="auto">
            <a:xfrm rot="-5400000">
              <a:off x="2385" y="2801"/>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5" name="AutoShape 122"/>
            <p:cNvSpPr>
              <a:spLocks noChangeArrowheads="1"/>
            </p:cNvSpPr>
            <p:nvPr/>
          </p:nvSpPr>
          <p:spPr bwMode="auto">
            <a:xfrm rot="-5567485">
              <a:off x="2449" y="2631"/>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235"/>
          <p:cNvGrpSpPr>
            <a:grpSpLocks/>
          </p:cNvGrpSpPr>
          <p:nvPr/>
        </p:nvGrpSpPr>
        <p:grpSpPr bwMode="auto">
          <a:xfrm>
            <a:off x="4802188" y="1963738"/>
            <a:ext cx="4000500" cy="2489200"/>
            <a:chOff x="3025" y="1237"/>
            <a:chExt cx="2520" cy="1568"/>
          </a:xfrm>
        </p:grpSpPr>
        <p:sp>
          <p:nvSpPr>
            <p:cNvPr id="92196" name="Text Box 23"/>
            <p:cNvSpPr txBox="1">
              <a:spLocks noChangeArrowheads="1"/>
            </p:cNvSpPr>
            <p:nvPr/>
          </p:nvSpPr>
          <p:spPr bwMode="auto">
            <a:xfrm>
              <a:off x="4019" y="2433"/>
              <a:ext cx="1047" cy="37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Expéditions</a:t>
              </a:r>
            </a:p>
          </p:txBody>
        </p:sp>
        <p:grpSp>
          <p:nvGrpSpPr>
            <p:cNvPr id="92197" name="Group 123"/>
            <p:cNvGrpSpPr>
              <a:grpSpLocks/>
            </p:cNvGrpSpPr>
            <p:nvPr/>
          </p:nvGrpSpPr>
          <p:grpSpPr bwMode="auto">
            <a:xfrm>
              <a:off x="4145" y="2111"/>
              <a:ext cx="636" cy="265"/>
              <a:chOff x="804" y="1453"/>
              <a:chExt cx="4245" cy="1534"/>
            </a:xfrm>
          </p:grpSpPr>
          <p:sp>
            <p:nvSpPr>
              <p:cNvPr id="92231" name="Freeform 124"/>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92232" name="Group 125"/>
              <p:cNvGrpSpPr>
                <a:grpSpLocks/>
              </p:cNvGrpSpPr>
              <p:nvPr/>
            </p:nvGrpSpPr>
            <p:grpSpPr bwMode="auto">
              <a:xfrm>
                <a:off x="4919" y="2400"/>
                <a:ext cx="130" cy="414"/>
                <a:chOff x="4919" y="2400"/>
                <a:chExt cx="130" cy="414"/>
              </a:xfrm>
            </p:grpSpPr>
            <p:sp>
              <p:nvSpPr>
                <p:cNvPr id="92256" name="Arc 126"/>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92257" name="Freeform 127"/>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92233" name="Group 128"/>
              <p:cNvGrpSpPr>
                <a:grpSpLocks/>
              </p:cNvGrpSpPr>
              <p:nvPr/>
            </p:nvGrpSpPr>
            <p:grpSpPr bwMode="auto">
              <a:xfrm>
                <a:off x="4286" y="1917"/>
                <a:ext cx="537" cy="849"/>
                <a:chOff x="4286" y="1917"/>
                <a:chExt cx="537" cy="849"/>
              </a:xfrm>
            </p:grpSpPr>
            <p:sp>
              <p:nvSpPr>
                <p:cNvPr id="92254" name="Freeform 129"/>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92255" name="Freeform 130"/>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92234" name="Oval 131"/>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35" name="Oval 132"/>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36" name="Oval 133"/>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37" name="Group 134"/>
              <p:cNvGrpSpPr>
                <a:grpSpLocks/>
              </p:cNvGrpSpPr>
              <p:nvPr/>
            </p:nvGrpSpPr>
            <p:grpSpPr bwMode="auto">
              <a:xfrm>
                <a:off x="4058" y="1880"/>
                <a:ext cx="854" cy="349"/>
                <a:chOff x="4058" y="1880"/>
                <a:chExt cx="854" cy="349"/>
              </a:xfrm>
            </p:grpSpPr>
            <p:sp>
              <p:nvSpPr>
                <p:cNvPr id="92250" name="Freeform 135"/>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1" name="Freeform 136"/>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2" name="Freeform 137"/>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3" name="Line 138"/>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92238" name="Freeform 139"/>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39" name="Freeform 140"/>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40" name="Freeform 141"/>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92241" name="Freeform 142"/>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92242" name="Group 143"/>
              <p:cNvGrpSpPr>
                <a:grpSpLocks/>
              </p:cNvGrpSpPr>
              <p:nvPr/>
            </p:nvGrpSpPr>
            <p:grpSpPr bwMode="auto">
              <a:xfrm>
                <a:off x="1859" y="2458"/>
                <a:ext cx="488" cy="529"/>
                <a:chOff x="1859" y="2458"/>
                <a:chExt cx="488" cy="529"/>
              </a:xfrm>
            </p:grpSpPr>
            <p:sp>
              <p:nvSpPr>
                <p:cNvPr id="92246" name="Oval 144"/>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47" name="Group 145"/>
                <p:cNvGrpSpPr>
                  <a:grpSpLocks/>
                </p:cNvGrpSpPr>
                <p:nvPr/>
              </p:nvGrpSpPr>
              <p:grpSpPr bwMode="auto">
                <a:xfrm>
                  <a:off x="1874" y="2530"/>
                  <a:ext cx="458" cy="457"/>
                  <a:chOff x="1874" y="2530"/>
                  <a:chExt cx="458" cy="457"/>
                </a:xfrm>
              </p:grpSpPr>
              <p:sp>
                <p:nvSpPr>
                  <p:cNvPr id="92248" name="Oval 146"/>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49" name="Oval 147"/>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92243" name="Rectangle 148"/>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44" name="Line 149"/>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45" name="Oval 150"/>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98" name="Group 155"/>
            <p:cNvGrpSpPr>
              <a:grpSpLocks/>
            </p:cNvGrpSpPr>
            <p:nvPr/>
          </p:nvGrpSpPr>
          <p:grpSpPr bwMode="auto">
            <a:xfrm rot="-223274">
              <a:off x="3679" y="1319"/>
              <a:ext cx="667" cy="657"/>
              <a:chOff x="2757" y="1666"/>
              <a:chExt cx="812" cy="800"/>
            </a:xfrm>
          </p:grpSpPr>
          <p:sp>
            <p:nvSpPr>
              <p:cNvPr id="92225" name="Freeform 15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6" name="Freeform 15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27" name="Line 15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28" name="Freeform 15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9" name="Freeform 16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30" name="AutoShape 16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199" name="AutoShape 162"/>
            <p:cNvSpPr>
              <a:spLocks noChangeArrowheads="1"/>
            </p:cNvSpPr>
            <p:nvPr/>
          </p:nvSpPr>
          <p:spPr bwMode="auto">
            <a:xfrm rot="2337505">
              <a:off x="3924" y="1494"/>
              <a:ext cx="177" cy="266"/>
            </a:xfrm>
            <a:prstGeom prst="parallelogram">
              <a:avLst>
                <a:gd name="adj" fmla="val 25000"/>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0" name="Oval 163"/>
            <p:cNvSpPr>
              <a:spLocks noChangeArrowheads="1"/>
            </p:cNvSpPr>
            <p:nvPr/>
          </p:nvSpPr>
          <p:spPr bwMode="auto">
            <a:xfrm rot="575549">
              <a:off x="3978" y="1613"/>
              <a:ext cx="164" cy="155"/>
            </a:xfrm>
            <a:prstGeom prst="ellipse">
              <a:avLst/>
            </a:prstGeom>
            <a:solidFill>
              <a:schemeClr val="bg1"/>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1" name="AutoShape 164"/>
            <p:cNvSpPr>
              <a:spLocks noChangeArrowheads="1"/>
            </p:cNvSpPr>
            <p:nvPr/>
          </p:nvSpPr>
          <p:spPr bwMode="auto">
            <a:xfrm rot="669280">
              <a:off x="3831" y="155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02" name="Group 172"/>
            <p:cNvGrpSpPr>
              <a:grpSpLocks/>
            </p:cNvGrpSpPr>
            <p:nvPr/>
          </p:nvGrpSpPr>
          <p:grpSpPr bwMode="auto">
            <a:xfrm rot="-223274">
              <a:off x="4287" y="1345"/>
              <a:ext cx="667" cy="657"/>
              <a:chOff x="2757" y="1666"/>
              <a:chExt cx="812" cy="800"/>
            </a:xfrm>
          </p:grpSpPr>
          <p:sp>
            <p:nvSpPr>
              <p:cNvPr id="92219" name="Freeform 17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0" name="Freeform 17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21" name="Line 17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22" name="Freeform 17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3" name="Freeform 17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24" name="AutoShape 17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03" name="AutoShape 179"/>
            <p:cNvSpPr>
              <a:spLocks noChangeArrowheads="1"/>
            </p:cNvSpPr>
            <p:nvPr/>
          </p:nvSpPr>
          <p:spPr bwMode="auto">
            <a:xfrm rot="2337505">
              <a:off x="4532" y="1520"/>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4" name="Oval 180"/>
            <p:cNvSpPr>
              <a:spLocks noChangeArrowheads="1"/>
            </p:cNvSpPr>
            <p:nvPr/>
          </p:nvSpPr>
          <p:spPr bwMode="auto">
            <a:xfrm rot="575549">
              <a:off x="4586" y="1639"/>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5" name="AutoShape 181"/>
            <p:cNvSpPr>
              <a:spLocks noChangeArrowheads="1"/>
            </p:cNvSpPr>
            <p:nvPr/>
          </p:nvSpPr>
          <p:spPr bwMode="auto">
            <a:xfrm rot="669280">
              <a:off x="4439" y="1583"/>
              <a:ext cx="194" cy="144"/>
            </a:xfrm>
            <a:prstGeom prst="parallelogram">
              <a:avLst>
                <a:gd name="adj" fmla="val 33681"/>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06" name="Group 189"/>
            <p:cNvGrpSpPr>
              <a:grpSpLocks/>
            </p:cNvGrpSpPr>
            <p:nvPr/>
          </p:nvGrpSpPr>
          <p:grpSpPr bwMode="auto">
            <a:xfrm rot="-223274">
              <a:off x="4878" y="1362"/>
              <a:ext cx="667" cy="657"/>
              <a:chOff x="2757" y="1666"/>
              <a:chExt cx="812" cy="800"/>
            </a:xfrm>
          </p:grpSpPr>
          <p:sp>
            <p:nvSpPr>
              <p:cNvPr id="92213" name="Freeform 19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14" name="Freeform 19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15" name="Line 19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16" name="Freeform 19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17" name="Freeform 19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18" name="AutoShape 19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07" name="AutoShape 196"/>
            <p:cNvSpPr>
              <a:spLocks noChangeArrowheads="1"/>
            </p:cNvSpPr>
            <p:nvPr/>
          </p:nvSpPr>
          <p:spPr bwMode="auto">
            <a:xfrm rot="2337505">
              <a:off x="5123" y="1543"/>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8" name="Oval 197"/>
            <p:cNvSpPr>
              <a:spLocks noChangeArrowheads="1"/>
            </p:cNvSpPr>
            <p:nvPr/>
          </p:nvSpPr>
          <p:spPr bwMode="auto">
            <a:xfrm rot="575549">
              <a:off x="5177" y="1662"/>
              <a:ext cx="164" cy="155"/>
            </a:xfrm>
            <a:prstGeom prst="ellipse">
              <a:avLst/>
            </a:prstGeom>
            <a:solidFill>
              <a:srgbClr val="FC2C1C"/>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9" name="AutoShape 198"/>
            <p:cNvSpPr>
              <a:spLocks noChangeArrowheads="1"/>
            </p:cNvSpPr>
            <p:nvPr/>
          </p:nvSpPr>
          <p:spPr bwMode="auto">
            <a:xfrm rot="669280">
              <a:off x="5030" y="1606"/>
              <a:ext cx="194" cy="144"/>
            </a:xfrm>
            <a:prstGeom prst="parallelogram">
              <a:avLst>
                <a:gd name="adj" fmla="val 33681"/>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10" name="Line 225"/>
            <p:cNvSpPr>
              <a:spLocks noChangeShapeType="1"/>
            </p:cNvSpPr>
            <p:nvPr/>
          </p:nvSpPr>
          <p:spPr bwMode="auto">
            <a:xfrm>
              <a:off x="3025" y="1237"/>
              <a:ext cx="503" cy="484"/>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211" name="Line 226"/>
            <p:cNvSpPr>
              <a:spLocks noChangeShapeType="1"/>
            </p:cNvSpPr>
            <p:nvPr/>
          </p:nvSpPr>
          <p:spPr bwMode="auto">
            <a:xfrm>
              <a:off x="3148" y="1874"/>
              <a:ext cx="38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212" name="Line 227"/>
            <p:cNvSpPr>
              <a:spLocks noChangeShapeType="1"/>
            </p:cNvSpPr>
            <p:nvPr/>
          </p:nvSpPr>
          <p:spPr bwMode="auto">
            <a:xfrm flipV="1">
              <a:off x="3160" y="2034"/>
              <a:ext cx="368" cy="643"/>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19" name="Group 234"/>
          <p:cNvGrpSpPr>
            <a:grpSpLocks/>
          </p:cNvGrpSpPr>
          <p:nvPr/>
        </p:nvGrpSpPr>
        <p:grpSpPr bwMode="auto">
          <a:xfrm>
            <a:off x="195263" y="1200150"/>
            <a:ext cx="3267075" cy="3844925"/>
            <a:chOff x="123" y="756"/>
            <a:chExt cx="2058" cy="2422"/>
          </a:xfrm>
        </p:grpSpPr>
        <p:sp>
          <p:nvSpPr>
            <p:cNvPr id="92171" name="AutoShape 151"/>
            <p:cNvSpPr>
              <a:spLocks noChangeArrowheads="1"/>
            </p:cNvSpPr>
            <p:nvPr/>
          </p:nvSpPr>
          <p:spPr bwMode="auto">
            <a:xfrm>
              <a:off x="1919" y="943"/>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72" name="AutoShape 152"/>
            <p:cNvSpPr>
              <a:spLocks noChangeArrowheads="1"/>
            </p:cNvSpPr>
            <p:nvPr/>
          </p:nvSpPr>
          <p:spPr bwMode="auto">
            <a:xfrm>
              <a:off x="1907" y="1756"/>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73" name="AutoShape 153"/>
            <p:cNvSpPr>
              <a:spLocks noChangeArrowheads="1"/>
            </p:cNvSpPr>
            <p:nvPr/>
          </p:nvSpPr>
          <p:spPr bwMode="auto">
            <a:xfrm>
              <a:off x="1935" y="2763"/>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174" name="Group 222"/>
            <p:cNvGrpSpPr>
              <a:grpSpLocks/>
            </p:cNvGrpSpPr>
            <p:nvPr/>
          </p:nvGrpSpPr>
          <p:grpSpPr bwMode="auto">
            <a:xfrm>
              <a:off x="1308" y="1601"/>
              <a:ext cx="503" cy="590"/>
              <a:chOff x="910" y="1535"/>
              <a:chExt cx="503" cy="590"/>
            </a:xfrm>
          </p:grpSpPr>
          <p:sp>
            <p:nvSpPr>
              <p:cNvPr id="92191" name="Rectangle 206"/>
              <p:cNvSpPr>
                <a:spLocks noChangeArrowheads="1"/>
              </p:cNvSpPr>
              <p:nvPr/>
            </p:nvSpPr>
            <p:spPr bwMode="auto">
              <a:xfrm>
                <a:off x="910" y="1535"/>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2" name="Text Box 207"/>
              <p:cNvSpPr txBox="1">
                <a:spLocks noChangeArrowheads="1"/>
              </p:cNvSpPr>
              <p:nvPr/>
            </p:nvSpPr>
            <p:spPr bwMode="auto">
              <a:xfrm>
                <a:off x="1038" y="1556"/>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R5</a:t>
                </a:r>
              </a:p>
            </p:txBody>
          </p:sp>
          <p:sp>
            <p:nvSpPr>
              <p:cNvPr id="92193" name="Rectangle 208"/>
              <p:cNvSpPr>
                <a:spLocks noChangeArrowheads="1"/>
              </p:cNvSpPr>
              <p:nvPr/>
            </p:nvSpPr>
            <p:spPr bwMode="auto">
              <a:xfrm>
                <a:off x="1007" y="1740"/>
                <a:ext cx="302" cy="97"/>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4" name="Rectangle 209"/>
              <p:cNvSpPr>
                <a:spLocks noChangeArrowheads="1"/>
              </p:cNvSpPr>
              <p:nvPr/>
            </p:nvSpPr>
            <p:spPr bwMode="auto">
              <a:xfrm>
                <a:off x="950" y="1923"/>
                <a:ext cx="183" cy="9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5" name="Oval 210"/>
              <p:cNvSpPr>
                <a:spLocks noChangeArrowheads="1"/>
              </p:cNvSpPr>
              <p:nvPr/>
            </p:nvSpPr>
            <p:spPr bwMode="auto">
              <a:xfrm>
                <a:off x="1214" y="1919"/>
                <a:ext cx="128" cy="133"/>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75" name="Group 223"/>
            <p:cNvGrpSpPr>
              <a:grpSpLocks/>
            </p:cNvGrpSpPr>
            <p:nvPr/>
          </p:nvGrpSpPr>
          <p:grpSpPr bwMode="auto">
            <a:xfrm>
              <a:off x="1308" y="756"/>
              <a:ext cx="503" cy="590"/>
              <a:chOff x="634" y="867"/>
              <a:chExt cx="503" cy="590"/>
            </a:xfrm>
          </p:grpSpPr>
          <p:sp>
            <p:nvSpPr>
              <p:cNvPr id="92186" name="Rectangle 211"/>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7" name="Text Box 212"/>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2188" name="Rectangle 213"/>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9" name="Rectangle 214"/>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0" name="Oval 215"/>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76" name="Group 221"/>
            <p:cNvGrpSpPr>
              <a:grpSpLocks/>
            </p:cNvGrpSpPr>
            <p:nvPr/>
          </p:nvGrpSpPr>
          <p:grpSpPr bwMode="auto">
            <a:xfrm>
              <a:off x="1314" y="2588"/>
              <a:ext cx="503" cy="590"/>
              <a:chOff x="1014" y="2295"/>
              <a:chExt cx="503" cy="590"/>
            </a:xfrm>
          </p:grpSpPr>
          <p:sp>
            <p:nvSpPr>
              <p:cNvPr id="92181" name="Rectangle 216"/>
              <p:cNvSpPr>
                <a:spLocks noChangeArrowheads="1"/>
              </p:cNvSpPr>
              <p:nvPr/>
            </p:nvSpPr>
            <p:spPr bwMode="auto">
              <a:xfrm>
                <a:off x="1014" y="2295"/>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2" name="Text Box 217"/>
              <p:cNvSpPr txBox="1">
                <a:spLocks noChangeArrowheads="1"/>
              </p:cNvSpPr>
              <p:nvPr/>
            </p:nvSpPr>
            <p:spPr bwMode="auto">
              <a:xfrm>
                <a:off x="1142" y="2316"/>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R6</a:t>
                </a:r>
              </a:p>
            </p:txBody>
          </p:sp>
          <p:sp>
            <p:nvSpPr>
              <p:cNvPr id="92183" name="Rectangle 218"/>
              <p:cNvSpPr>
                <a:spLocks noChangeArrowheads="1"/>
              </p:cNvSpPr>
              <p:nvPr/>
            </p:nvSpPr>
            <p:spPr bwMode="auto">
              <a:xfrm>
                <a:off x="1111" y="2500"/>
                <a:ext cx="302" cy="97"/>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4" name="Rectangle 219"/>
              <p:cNvSpPr>
                <a:spLocks noChangeArrowheads="1"/>
              </p:cNvSpPr>
              <p:nvPr/>
            </p:nvSpPr>
            <p:spPr bwMode="auto">
              <a:xfrm>
                <a:off x="1054" y="2683"/>
                <a:ext cx="183" cy="9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5" name="Oval 220"/>
              <p:cNvSpPr>
                <a:spLocks noChangeArrowheads="1"/>
              </p:cNvSpPr>
              <p:nvPr/>
            </p:nvSpPr>
            <p:spPr bwMode="auto">
              <a:xfrm>
                <a:off x="1318" y="2679"/>
                <a:ext cx="128" cy="133"/>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177" name="Text Box 228"/>
            <p:cNvSpPr txBox="1">
              <a:spLocks noChangeArrowheads="1"/>
            </p:cNvSpPr>
            <p:nvPr/>
          </p:nvSpPr>
          <p:spPr bwMode="auto">
            <a:xfrm>
              <a:off x="123" y="1661"/>
              <a:ext cx="739" cy="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Retour des tickets vers le poste de montage</a:t>
              </a:r>
            </a:p>
          </p:txBody>
        </p:sp>
        <p:sp>
          <p:nvSpPr>
            <p:cNvPr id="92178" name="Line 229"/>
            <p:cNvSpPr>
              <a:spLocks noChangeShapeType="1"/>
            </p:cNvSpPr>
            <p:nvPr/>
          </p:nvSpPr>
          <p:spPr bwMode="auto">
            <a:xfrm flipH="1">
              <a:off x="878" y="1170"/>
              <a:ext cx="264" cy="503"/>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179" name="Line 230"/>
            <p:cNvSpPr>
              <a:spLocks noChangeShapeType="1"/>
            </p:cNvSpPr>
            <p:nvPr/>
          </p:nvSpPr>
          <p:spPr bwMode="auto">
            <a:xfrm flipH="1">
              <a:off x="903" y="1882"/>
              <a:ext cx="24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180" name="Line 231"/>
            <p:cNvSpPr>
              <a:spLocks noChangeShapeType="1"/>
            </p:cNvSpPr>
            <p:nvPr/>
          </p:nvSpPr>
          <p:spPr bwMode="auto">
            <a:xfrm flipH="1" flipV="1">
              <a:off x="940" y="2151"/>
              <a:ext cx="263" cy="527"/>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ox(in)">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box(in)">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ChangeArrowheads="1"/>
          </p:cNvSpPr>
          <p:nvPr>
            <p:ph type="title"/>
          </p:nvPr>
        </p:nvSpPr>
        <p:spPr>
          <a:xfrm>
            <a:off x="392113" y="0"/>
            <a:ext cx="8229600" cy="671840"/>
          </a:xfrm>
        </p:spPr>
        <p:txBody>
          <a:bodyPr/>
          <a:lstStyle/>
          <a:p>
            <a:pPr eaLnBrk="1" hangingPunct="1"/>
            <a:r>
              <a:rPr lang="fr-FR" altLang="fr-FR" dirty="0"/>
              <a:t>Le nombre de tickets Kanban</a:t>
            </a:r>
          </a:p>
        </p:txBody>
      </p:sp>
      <p:grpSp>
        <p:nvGrpSpPr>
          <p:cNvPr id="93187" name="Group 5"/>
          <p:cNvGrpSpPr>
            <a:grpSpLocks/>
          </p:cNvGrpSpPr>
          <p:nvPr/>
        </p:nvGrpSpPr>
        <p:grpSpPr bwMode="auto">
          <a:xfrm>
            <a:off x="7069138" y="687388"/>
            <a:ext cx="1058862" cy="1104900"/>
            <a:chOff x="2258" y="784"/>
            <a:chExt cx="667" cy="696"/>
          </a:xfrm>
        </p:grpSpPr>
        <p:grpSp>
          <p:nvGrpSpPr>
            <p:cNvPr id="93262" name="Group 6"/>
            <p:cNvGrpSpPr>
              <a:grpSpLocks/>
            </p:cNvGrpSpPr>
            <p:nvPr/>
          </p:nvGrpSpPr>
          <p:grpSpPr bwMode="auto">
            <a:xfrm rot="-223274">
              <a:off x="2258" y="823"/>
              <a:ext cx="667" cy="657"/>
              <a:chOff x="2757" y="1666"/>
              <a:chExt cx="812" cy="800"/>
            </a:xfrm>
          </p:grpSpPr>
          <p:sp>
            <p:nvSpPr>
              <p:cNvPr id="93271" name="Freeform 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72" name="Freeform 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73" name="Line 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74" name="Freeform 1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75" name="Freeform 1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76" name="AutoShape 1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63" name="AutoShape 13"/>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4" name="Oval 14"/>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5" name="AutoShape 15"/>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6" name="AutoShape 16"/>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7" name="Text Box 17"/>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68" name="Oval 18"/>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9" name="AutoShape 19"/>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70" name="AutoShape 20"/>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88" name="Group 162"/>
          <p:cNvGrpSpPr>
            <a:grpSpLocks/>
          </p:cNvGrpSpPr>
          <p:nvPr/>
        </p:nvGrpSpPr>
        <p:grpSpPr bwMode="auto">
          <a:xfrm>
            <a:off x="6750050" y="1430338"/>
            <a:ext cx="1058863" cy="1104900"/>
            <a:chOff x="2258" y="784"/>
            <a:chExt cx="667" cy="696"/>
          </a:xfrm>
        </p:grpSpPr>
        <p:grpSp>
          <p:nvGrpSpPr>
            <p:cNvPr id="93247" name="Group 163"/>
            <p:cNvGrpSpPr>
              <a:grpSpLocks/>
            </p:cNvGrpSpPr>
            <p:nvPr/>
          </p:nvGrpSpPr>
          <p:grpSpPr bwMode="auto">
            <a:xfrm rot="-223274">
              <a:off x="2258" y="823"/>
              <a:ext cx="667" cy="657"/>
              <a:chOff x="2757" y="1666"/>
              <a:chExt cx="812" cy="800"/>
            </a:xfrm>
          </p:grpSpPr>
          <p:sp>
            <p:nvSpPr>
              <p:cNvPr id="93256" name="Freeform 16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57" name="Freeform 16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58" name="Line 16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59" name="Freeform 16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60" name="Freeform 16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61" name="AutoShape 16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48" name="AutoShape 170"/>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49" name="Oval 171"/>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0" name="AutoShape 172"/>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1" name="AutoShape 173"/>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2" name="Text Box 174"/>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53" name="Oval 175"/>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4" name="AutoShape 176"/>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5" name="AutoShape 177"/>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89" name="Group 178"/>
          <p:cNvGrpSpPr>
            <a:grpSpLocks/>
          </p:cNvGrpSpPr>
          <p:nvPr/>
        </p:nvGrpSpPr>
        <p:grpSpPr bwMode="auto">
          <a:xfrm>
            <a:off x="6408738" y="2193925"/>
            <a:ext cx="1058862" cy="1104900"/>
            <a:chOff x="2258" y="784"/>
            <a:chExt cx="667" cy="696"/>
          </a:xfrm>
        </p:grpSpPr>
        <p:grpSp>
          <p:nvGrpSpPr>
            <p:cNvPr id="93232" name="Group 179"/>
            <p:cNvGrpSpPr>
              <a:grpSpLocks/>
            </p:cNvGrpSpPr>
            <p:nvPr/>
          </p:nvGrpSpPr>
          <p:grpSpPr bwMode="auto">
            <a:xfrm rot="-223274">
              <a:off x="2258" y="823"/>
              <a:ext cx="667" cy="657"/>
              <a:chOff x="2757" y="1666"/>
              <a:chExt cx="812" cy="800"/>
            </a:xfrm>
          </p:grpSpPr>
          <p:sp>
            <p:nvSpPr>
              <p:cNvPr id="93241" name="Freeform 1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42" name="Freeform 1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43" name="Line 1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44" name="Freeform 1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45" name="Freeform 1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46" name="AutoShape 1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33" name="AutoShape 186"/>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4" name="Oval 187"/>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5" name="AutoShape 188"/>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6" name="AutoShape 189"/>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7" name="Text Box 190"/>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38" name="Oval 191"/>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9" name="AutoShape 192"/>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40" name="AutoShape 193"/>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90" name="Group 194"/>
          <p:cNvGrpSpPr>
            <a:grpSpLocks/>
          </p:cNvGrpSpPr>
          <p:nvPr/>
        </p:nvGrpSpPr>
        <p:grpSpPr bwMode="auto">
          <a:xfrm>
            <a:off x="1295400" y="1395413"/>
            <a:ext cx="798513" cy="936625"/>
            <a:chOff x="634" y="867"/>
            <a:chExt cx="503" cy="590"/>
          </a:xfrm>
        </p:grpSpPr>
        <p:sp>
          <p:nvSpPr>
            <p:cNvPr id="93227" name="Rectangle 195"/>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8" name="Text Box 196"/>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29" name="Rectangle 197"/>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0" name="Rectangle 198"/>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1" name="Oval 199"/>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91" name="Group 200"/>
          <p:cNvGrpSpPr>
            <a:grpSpLocks/>
          </p:cNvGrpSpPr>
          <p:nvPr/>
        </p:nvGrpSpPr>
        <p:grpSpPr bwMode="auto">
          <a:xfrm>
            <a:off x="1304925" y="2417763"/>
            <a:ext cx="798513" cy="936625"/>
            <a:chOff x="634" y="867"/>
            <a:chExt cx="503" cy="590"/>
          </a:xfrm>
        </p:grpSpPr>
        <p:sp>
          <p:nvSpPr>
            <p:cNvPr id="93222" name="Rectangle 201"/>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3" name="Text Box 202"/>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24" name="Rectangle 203"/>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5" name="Rectangle 204"/>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6" name="Oval 205"/>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192" name="Rectangle 215"/>
          <p:cNvSpPr>
            <a:spLocks noGrp="1" noChangeArrowheads="1"/>
          </p:cNvSpPr>
          <p:nvPr>
            <p:ph type="body" idx="1"/>
          </p:nvPr>
        </p:nvSpPr>
        <p:spPr>
          <a:xfrm>
            <a:off x="173038" y="3676650"/>
            <a:ext cx="8696325" cy="2800350"/>
          </a:xfrm>
          <a:noFill/>
        </p:spPr>
        <p:txBody>
          <a:bodyPr/>
          <a:lstStyle/>
          <a:p>
            <a:pPr eaLnBrk="1" hangingPunct="1"/>
            <a:r>
              <a:rPr lang="fr-FR" altLang="fr-FR" sz="1400"/>
              <a:t>Le nombre de tickets dans une boucle est fixé à l’avance. Les tickets qui reviennent du stock aval sont rangés sur le tableau. Ils retournent ensuite vers le stock aval avec les conteneurs.</a:t>
            </a:r>
          </a:p>
          <a:p>
            <a:pPr eaLnBrk="1" hangingPunct="1"/>
            <a:r>
              <a:rPr lang="fr-FR" altLang="fr-FR" sz="1400"/>
              <a:t>Le nombre de tickets dans une boucle n’est pas facile à déterminer avec précision. </a:t>
            </a:r>
            <a:br>
              <a:rPr lang="fr-FR" altLang="fr-FR" sz="1400"/>
            </a:br>
            <a:r>
              <a:rPr lang="fr-FR" altLang="fr-FR" sz="1400"/>
              <a:t>Il faut au moins :</a:t>
            </a:r>
          </a:p>
          <a:p>
            <a:pPr lvl="1" eaLnBrk="1" hangingPunct="1"/>
            <a:r>
              <a:rPr lang="fr-FR" altLang="fr-FR" sz="1400"/>
              <a:t>Une quantité égale au nombre de conteneurs en stock (puisque chaque conteneur doit être équipé d’une carte).</a:t>
            </a:r>
          </a:p>
          <a:p>
            <a:pPr lvl="1" eaLnBrk="1" hangingPunct="1"/>
            <a:r>
              <a:rPr lang="fr-FR" altLang="fr-FR" sz="1400"/>
              <a:t>Plus une quantité égale à ce qui va « probablement » être produit avant que les premiers tickets ne reviennent du stock.</a:t>
            </a:r>
          </a:p>
          <a:p>
            <a:pPr eaLnBrk="1" hangingPunct="1"/>
            <a:r>
              <a:rPr lang="fr-FR" altLang="fr-FR" sz="1400"/>
              <a:t>En pratique, on procèdera par approximations successives. </a:t>
            </a:r>
          </a:p>
          <a:p>
            <a:pPr lvl="1" eaLnBrk="1" hangingPunct="1"/>
            <a:r>
              <a:rPr lang="fr-FR" altLang="fr-FR" sz="1400"/>
              <a:t>On fixe une quantité un peu élevée au départ, et à  tout moment du jeu il est possible de rajouter ou d’enlever des tickets du tableau.</a:t>
            </a:r>
          </a:p>
        </p:txBody>
      </p:sp>
      <p:sp>
        <p:nvSpPr>
          <p:cNvPr id="93193" name="Text Box 216"/>
          <p:cNvSpPr txBox="1">
            <a:spLocks noChangeArrowheads="1"/>
          </p:cNvSpPr>
          <p:nvPr/>
        </p:nvSpPr>
        <p:spPr bwMode="auto">
          <a:xfrm>
            <a:off x="962025" y="852488"/>
            <a:ext cx="14573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Tickets </a:t>
            </a:r>
            <a:br>
              <a:rPr lang="fr-FR" altLang="fr-FR" sz="1400">
                <a:solidFill>
                  <a:schemeClr val="tx1"/>
                </a:solidFill>
              </a:rPr>
            </a:br>
            <a:r>
              <a:rPr lang="fr-FR" altLang="fr-FR" sz="1400">
                <a:solidFill>
                  <a:schemeClr val="tx1"/>
                </a:solidFill>
              </a:rPr>
              <a:t>sur le tableau</a:t>
            </a:r>
          </a:p>
        </p:txBody>
      </p:sp>
      <p:sp>
        <p:nvSpPr>
          <p:cNvPr id="93194" name="Text Box 223"/>
          <p:cNvSpPr txBox="1">
            <a:spLocks noChangeArrowheads="1"/>
          </p:cNvSpPr>
          <p:nvPr/>
        </p:nvSpPr>
        <p:spPr bwMode="auto">
          <a:xfrm>
            <a:off x="5618163" y="723900"/>
            <a:ext cx="14573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Tickets sur</a:t>
            </a:r>
            <a:br>
              <a:rPr lang="fr-FR" altLang="fr-FR" sz="1400">
                <a:solidFill>
                  <a:schemeClr val="tx1"/>
                </a:solidFill>
              </a:rPr>
            </a:br>
            <a:r>
              <a:rPr lang="fr-FR" altLang="fr-FR" sz="1400">
                <a:solidFill>
                  <a:schemeClr val="tx1"/>
                </a:solidFill>
              </a:rPr>
              <a:t> les conteneurs</a:t>
            </a:r>
          </a:p>
        </p:txBody>
      </p:sp>
      <p:grpSp>
        <p:nvGrpSpPr>
          <p:cNvPr id="10" name="Group 233"/>
          <p:cNvGrpSpPr>
            <a:grpSpLocks/>
          </p:cNvGrpSpPr>
          <p:nvPr/>
        </p:nvGrpSpPr>
        <p:grpSpPr bwMode="auto">
          <a:xfrm>
            <a:off x="2684463" y="674688"/>
            <a:ext cx="3103562" cy="1073150"/>
            <a:chOff x="1691" y="425"/>
            <a:chExt cx="1955" cy="676"/>
          </a:xfrm>
        </p:grpSpPr>
        <p:sp>
          <p:nvSpPr>
            <p:cNvPr id="93215" name="AutoShape 213"/>
            <p:cNvSpPr>
              <a:spLocks noChangeArrowheads="1"/>
            </p:cNvSpPr>
            <p:nvPr/>
          </p:nvSpPr>
          <p:spPr bwMode="auto">
            <a:xfrm flipH="1">
              <a:off x="1691" y="552"/>
              <a:ext cx="1955" cy="549"/>
            </a:xfrm>
            <a:custGeom>
              <a:avLst/>
              <a:gdLst>
                <a:gd name="T0" fmla="*/ 1 w 21600"/>
                <a:gd name="T1" fmla="*/ 0 h 21600"/>
                <a:gd name="T2" fmla="*/ 0 w 21600"/>
                <a:gd name="T3" fmla="*/ 0 h 21600"/>
                <a:gd name="T4" fmla="*/ 1 w 21600"/>
                <a:gd name="T5" fmla="*/ 0 h 21600"/>
                <a:gd name="T6" fmla="*/ 2 w 21600"/>
                <a:gd name="T7" fmla="*/ 0 h 21600"/>
                <a:gd name="T8" fmla="*/ 1 w 21600"/>
                <a:gd name="T9" fmla="*/ 0 h 21600"/>
                <a:gd name="T10" fmla="*/ 1 w 21600"/>
                <a:gd name="T11" fmla="*/ 0 h 21600"/>
                <a:gd name="T12" fmla="*/ 0 60000 65536"/>
                <a:gd name="T13" fmla="*/ 0 60000 65536"/>
                <a:gd name="T14" fmla="*/ 0 60000 65536"/>
                <a:gd name="T15" fmla="*/ 0 60000 65536"/>
                <a:gd name="T16" fmla="*/ 0 60000 65536"/>
                <a:gd name="T17" fmla="*/ 0 60000 65536"/>
                <a:gd name="T18" fmla="*/ 3160 w 21600"/>
                <a:gd name="T19" fmla="*/ 3148 h 21600"/>
                <a:gd name="T20" fmla="*/ 18440 w 21600"/>
                <a:gd name="T21" fmla="*/ 18452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9339" y="8878"/>
                  </a:moveTo>
                  <a:cubicBezTo>
                    <a:pt x="18440" y="4884"/>
                    <a:pt x="14893" y="2047"/>
                    <a:pt x="10800" y="2047"/>
                  </a:cubicBezTo>
                  <a:cubicBezTo>
                    <a:pt x="5965" y="2047"/>
                    <a:pt x="2047" y="5965"/>
                    <a:pt x="2047" y="10800"/>
                  </a:cubicBezTo>
                  <a:lnTo>
                    <a:pt x="0" y="10800"/>
                  </a:lnTo>
                  <a:cubicBezTo>
                    <a:pt x="0" y="4835"/>
                    <a:pt x="4835" y="0"/>
                    <a:pt x="10800" y="0"/>
                  </a:cubicBezTo>
                  <a:cubicBezTo>
                    <a:pt x="15851" y="0"/>
                    <a:pt x="20227" y="3500"/>
                    <a:pt x="21336" y="8428"/>
                  </a:cubicBezTo>
                  <a:lnTo>
                    <a:pt x="23970" y="7835"/>
                  </a:lnTo>
                  <a:lnTo>
                    <a:pt x="21155" y="12286"/>
                  </a:lnTo>
                  <a:lnTo>
                    <a:pt x="16705" y="9470"/>
                  </a:lnTo>
                  <a:lnTo>
                    <a:pt x="19339" y="8878"/>
                  </a:lnTo>
                  <a:close/>
                </a:path>
              </a:pathLst>
            </a:cu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grpSp>
          <p:nvGrpSpPr>
            <p:cNvPr id="93216" name="Group 232"/>
            <p:cNvGrpSpPr>
              <a:grpSpLocks/>
            </p:cNvGrpSpPr>
            <p:nvPr/>
          </p:nvGrpSpPr>
          <p:grpSpPr bwMode="auto">
            <a:xfrm>
              <a:off x="2441" y="425"/>
              <a:ext cx="393" cy="461"/>
              <a:chOff x="2441" y="631"/>
              <a:chExt cx="393" cy="461"/>
            </a:xfrm>
          </p:grpSpPr>
          <p:sp>
            <p:nvSpPr>
              <p:cNvPr id="93217" name="Rectangle 227"/>
              <p:cNvSpPr>
                <a:spLocks noChangeArrowheads="1"/>
              </p:cNvSpPr>
              <p:nvPr/>
            </p:nvSpPr>
            <p:spPr bwMode="auto">
              <a:xfrm>
                <a:off x="2441" y="631"/>
                <a:ext cx="393" cy="461"/>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18" name="Text Box 228"/>
              <p:cNvSpPr txBox="1">
                <a:spLocks noChangeArrowheads="1"/>
              </p:cNvSpPr>
              <p:nvPr/>
            </p:nvSpPr>
            <p:spPr bwMode="auto">
              <a:xfrm>
                <a:off x="2514" y="647"/>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19" name="Rectangle 229"/>
              <p:cNvSpPr>
                <a:spLocks noChangeArrowheads="1"/>
              </p:cNvSpPr>
              <p:nvPr/>
            </p:nvSpPr>
            <p:spPr bwMode="auto">
              <a:xfrm>
                <a:off x="2517" y="791"/>
                <a:ext cx="236" cy="76"/>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0" name="Rectangle 230"/>
              <p:cNvSpPr>
                <a:spLocks noChangeArrowheads="1"/>
              </p:cNvSpPr>
              <p:nvPr/>
            </p:nvSpPr>
            <p:spPr bwMode="auto">
              <a:xfrm>
                <a:off x="2472" y="934"/>
                <a:ext cx="143" cy="76"/>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1" name="Oval 231"/>
              <p:cNvSpPr>
                <a:spLocks noChangeArrowheads="1"/>
              </p:cNvSpPr>
              <p:nvPr/>
            </p:nvSpPr>
            <p:spPr bwMode="auto">
              <a:xfrm>
                <a:off x="2679" y="931"/>
                <a:ext cx="100" cy="10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12" name="Group 250"/>
          <p:cNvGrpSpPr>
            <a:grpSpLocks/>
          </p:cNvGrpSpPr>
          <p:nvPr/>
        </p:nvGrpSpPr>
        <p:grpSpPr bwMode="auto">
          <a:xfrm>
            <a:off x="2319338" y="2411413"/>
            <a:ext cx="3617912" cy="1104900"/>
            <a:chOff x="1461" y="1519"/>
            <a:chExt cx="2279" cy="696"/>
          </a:xfrm>
        </p:grpSpPr>
        <p:sp>
          <p:nvSpPr>
            <p:cNvPr id="93198" name="AutoShape 214"/>
            <p:cNvSpPr>
              <a:spLocks noChangeArrowheads="1"/>
            </p:cNvSpPr>
            <p:nvPr/>
          </p:nvSpPr>
          <p:spPr bwMode="auto">
            <a:xfrm flipV="1">
              <a:off x="1461" y="1528"/>
              <a:ext cx="2279" cy="592"/>
            </a:xfrm>
            <a:custGeom>
              <a:avLst/>
              <a:gdLst>
                <a:gd name="T0" fmla="*/ 1 w 21600"/>
                <a:gd name="T1" fmla="*/ 0 h 21600"/>
                <a:gd name="T2" fmla="*/ 0 w 21600"/>
                <a:gd name="T3" fmla="*/ 0 h 21600"/>
                <a:gd name="T4" fmla="*/ 1 w 21600"/>
                <a:gd name="T5" fmla="*/ 0 h 21600"/>
                <a:gd name="T6" fmla="*/ 3 w 21600"/>
                <a:gd name="T7" fmla="*/ 0 h 21600"/>
                <a:gd name="T8" fmla="*/ 3 w 21600"/>
                <a:gd name="T9" fmla="*/ 0 h 21600"/>
                <a:gd name="T10" fmla="*/ 2 w 21600"/>
                <a:gd name="T11" fmla="*/ 0 h 21600"/>
                <a:gd name="T12" fmla="*/ 0 60000 65536"/>
                <a:gd name="T13" fmla="*/ 0 60000 65536"/>
                <a:gd name="T14" fmla="*/ 0 60000 65536"/>
                <a:gd name="T15" fmla="*/ 0 60000 65536"/>
                <a:gd name="T16" fmla="*/ 0 60000 65536"/>
                <a:gd name="T17" fmla="*/ 0 60000 65536"/>
                <a:gd name="T18" fmla="*/ 3166 w 21600"/>
                <a:gd name="T19" fmla="*/ 3174 h 21600"/>
                <a:gd name="T20" fmla="*/ 18434 w 21600"/>
                <a:gd name="T21" fmla="*/ 18426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9339" y="8878"/>
                  </a:moveTo>
                  <a:cubicBezTo>
                    <a:pt x="18440" y="4884"/>
                    <a:pt x="14893" y="2047"/>
                    <a:pt x="10800" y="2047"/>
                  </a:cubicBezTo>
                  <a:cubicBezTo>
                    <a:pt x="5965" y="2047"/>
                    <a:pt x="2047" y="5965"/>
                    <a:pt x="2047" y="10800"/>
                  </a:cubicBezTo>
                  <a:lnTo>
                    <a:pt x="0" y="10800"/>
                  </a:lnTo>
                  <a:cubicBezTo>
                    <a:pt x="0" y="4835"/>
                    <a:pt x="4835" y="0"/>
                    <a:pt x="10800" y="0"/>
                  </a:cubicBezTo>
                  <a:cubicBezTo>
                    <a:pt x="15851" y="0"/>
                    <a:pt x="20227" y="3500"/>
                    <a:pt x="21336" y="8428"/>
                  </a:cubicBezTo>
                  <a:lnTo>
                    <a:pt x="23970" y="7835"/>
                  </a:lnTo>
                  <a:lnTo>
                    <a:pt x="21155" y="12286"/>
                  </a:lnTo>
                  <a:lnTo>
                    <a:pt x="16705" y="9470"/>
                  </a:lnTo>
                  <a:lnTo>
                    <a:pt x="19339" y="8878"/>
                  </a:lnTo>
                  <a:close/>
                </a:path>
              </a:pathLst>
            </a:cu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grpSp>
          <p:nvGrpSpPr>
            <p:cNvPr id="93199" name="Group 234"/>
            <p:cNvGrpSpPr>
              <a:grpSpLocks/>
            </p:cNvGrpSpPr>
            <p:nvPr/>
          </p:nvGrpSpPr>
          <p:grpSpPr bwMode="auto">
            <a:xfrm>
              <a:off x="2316" y="1519"/>
              <a:ext cx="667" cy="696"/>
              <a:chOff x="2258" y="784"/>
              <a:chExt cx="667" cy="696"/>
            </a:xfrm>
          </p:grpSpPr>
          <p:grpSp>
            <p:nvGrpSpPr>
              <p:cNvPr id="93200" name="Group 235"/>
              <p:cNvGrpSpPr>
                <a:grpSpLocks/>
              </p:cNvGrpSpPr>
              <p:nvPr/>
            </p:nvGrpSpPr>
            <p:grpSpPr bwMode="auto">
              <a:xfrm rot="-223274">
                <a:off x="2258" y="823"/>
                <a:ext cx="667" cy="657"/>
                <a:chOff x="2757" y="1666"/>
                <a:chExt cx="812" cy="800"/>
              </a:xfrm>
            </p:grpSpPr>
            <p:sp>
              <p:nvSpPr>
                <p:cNvPr id="93209" name="Freeform 23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10" name="Freeform 23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11" name="Line 23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12" name="Freeform 23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13" name="Freeform 24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14" name="AutoShape 24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01" name="AutoShape 242"/>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2" name="Oval 243"/>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3" name="AutoShape 244"/>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4" name="AutoShape 245"/>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5" name="Text Box 246"/>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06" name="Oval 247"/>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7" name="AutoShape 248"/>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8" name="AutoShape 249"/>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box(in)">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4210" name="Rectangle 2"/>
          <p:cNvSpPr>
            <a:spLocks noGrp="1" noChangeArrowheads="1"/>
          </p:cNvSpPr>
          <p:nvPr>
            <p:ph type="title"/>
          </p:nvPr>
        </p:nvSpPr>
        <p:spPr>
          <a:xfrm>
            <a:off x="430213" y="179388"/>
            <a:ext cx="8229600" cy="849312"/>
          </a:xfrm>
        </p:spPr>
        <p:txBody>
          <a:bodyPr/>
          <a:lstStyle/>
          <a:p>
            <a:pPr eaLnBrk="1" hangingPunct="1">
              <a:lnSpc>
                <a:spcPct val="110000"/>
              </a:lnSpc>
            </a:pPr>
            <a:r>
              <a:rPr lang="fr-FR" altLang="fr-FR" sz="2600"/>
              <a:t>C’est le moment d’installer votre système Kanban.</a:t>
            </a:r>
            <a:br>
              <a:rPr lang="fr-FR" altLang="fr-FR" sz="2600"/>
            </a:br>
            <a:r>
              <a:rPr lang="fr-FR" altLang="fr-FR" sz="2600"/>
              <a:t>Recevez pour chaque table :</a:t>
            </a:r>
          </a:p>
        </p:txBody>
      </p:sp>
      <p:sp>
        <p:nvSpPr>
          <p:cNvPr id="94212" name="Text Box 4"/>
          <p:cNvSpPr txBox="1">
            <a:spLocks noChangeArrowheads="1"/>
          </p:cNvSpPr>
          <p:nvPr/>
        </p:nvSpPr>
        <p:spPr bwMode="auto">
          <a:xfrm>
            <a:off x="1255713" y="2182813"/>
            <a:ext cx="264001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tableaux Kanban pour ranger les tickets.</a:t>
            </a:r>
          </a:p>
        </p:txBody>
      </p:sp>
      <p:grpSp>
        <p:nvGrpSpPr>
          <p:cNvPr id="94214" name="Group 53"/>
          <p:cNvGrpSpPr>
            <a:grpSpLocks/>
          </p:cNvGrpSpPr>
          <p:nvPr/>
        </p:nvGrpSpPr>
        <p:grpSpPr bwMode="auto">
          <a:xfrm>
            <a:off x="460375" y="2203450"/>
            <a:ext cx="639763" cy="657225"/>
            <a:chOff x="375" y="2879"/>
            <a:chExt cx="493" cy="511"/>
          </a:xfrm>
        </p:grpSpPr>
        <p:sp>
          <p:nvSpPr>
            <p:cNvPr id="94255" name="Rectangle 54"/>
            <p:cNvSpPr>
              <a:spLocks noChangeArrowheads="1"/>
            </p:cNvSpPr>
            <p:nvPr/>
          </p:nvSpPr>
          <p:spPr bwMode="auto">
            <a:xfrm>
              <a:off x="606" y="2879"/>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6" name="Rectangle 55"/>
            <p:cNvSpPr>
              <a:spLocks noChangeArrowheads="1"/>
            </p:cNvSpPr>
            <p:nvPr/>
          </p:nvSpPr>
          <p:spPr bwMode="auto">
            <a:xfrm>
              <a:off x="553" y="2921"/>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7" name="Rectangle 56"/>
            <p:cNvSpPr>
              <a:spLocks noChangeArrowheads="1"/>
            </p:cNvSpPr>
            <p:nvPr/>
          </p:nvSpPr>
          <p:spPr bwMode="auto">
            <a:xfrm>
              <a:off x="493" y="2963"/>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8" name="Rectangle 57"/>
            <p:cNvSpPr>
              <a:spLocks noChangeArrowheads="1"/>
            </p:cNvSpPr>
            <p:nvPr/>
          </p:nvSpPr>
          <p:spPr bwMode="auto">
            <a:xfrm>
              <a:off x="428" y="3010"/>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9" name="Rectangle 58"/>
            <p:cNvSpPr>
              <a:spLocks noChangeArrowheads="1"/>
            </p:cNvSpPr>
            <p:nvPr/>
          </p:nvSpPr>
          <p:spPr bwMode="auto">
            <a:xfrm>
              <a:off x="375" y="3052"/>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4215" name="Text Box 111"/>
          <p:cNvSpPr txBox="1">
            <a:spLocks noChangeArrowheads="1"/>
          </p:cNvSpPr>
          <p:nvPr/>
        </p:nvSpPr>
        <p:spPr bwMode="auto">
          <a:xfrm>
            <a:off x="1201738" y="3649663"/>
            <a:ext cx="2801937" cy="131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Des tickets Kanban que vous placez en premier lieu sur les conteneurs du stock aval, le reste sera placé sur le tableau Kanban.</a:t>
            </a:r>
          </a:p>
        </p:txBody>
      </p:sp>
      <p:sp>
        <p:nvSpPr>
          <p:cNvPr id="94216" name="Rectangle 113"/>
          <p:cNvSpPr>
            <a:spLocks noChangeArrowheads="1"/>
          </p:cNvSpPr>
          <p:nvPr/>
        </p:nvSpPr>
        <p:spPr bwMode="auto">
          <a:xfrm>
            <a:off x="582613" y="3690938"/>
            <a:ext cx="358775" cy="463550"/>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4217" name="Group 171"/>
          <p:cNvGrpSpPr>
            <a:grpSpLocks/>
          </p:cNvGrpSpPr>
          <p:nvPr/>
        </p:nvGrpSpPr>
        <p:grpSpPr bwMode="auto">
          <a:xfrm>
            <a:off x="4616450" y="1735138"/>
            <a:ext cx="4160838" cy="3309937"/>
            <a:chOff x="2852" y="1264"/>
            <a:chExt cx="2621" cy="2085"/>
          </a:xfrm>
        </p:grpSpPr>
        <p:sp>
          <p:nvSpPr>
            <p:cNvPr id="94219" name="Line 126"/>
            <p:cNvSpPr>
              <a:spLocks noChangeShapeType="1"/>
            </p:cNvSpPr>
            <p:nvPr/>
          </p:nvSpPr>
          <p:spPr bwMode="auto">
            <a:xfrm rot="5400000">
              <a:off x="3275" y="2443"/>
              <a:ext cx="181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94220" name="Group 127"/>
            <p:cNvGrpSpPr>
              <a:grpSpLocks/>
            </p:cNvGrpSpPr>
            <p:nvPr/>
          </p:nvGrpSpPr>
          <p:grpSpPr bwMode="auto">
            <a:xfrm>
              <a:off x="3349" y="1621"/>
              <a:ext cx="1699" cy="1715"/>
              <a:chOff x="1014" y="478"/>
              <a:chExt cx="3972" cy="3818"/>
            </a:xfrm>
          </p:grpSpPr>
          <p:sp>
            <p:nvSpPr>
              <p:cNvPr id="94251" name="Line 128"/>
              <p:cNvSpPr>
                <a:spLocks noChangeShapeType="1"/>
              </p:cNvSpPr>
              <p:nvPr/>
            </p:nvSpPr>
            <p:spPr bwMode="auto">
              <a:xfrm rot="5400000">
                <a:off x="2084"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2" name="Line 129"/>
              <p:cNvSpPr>
                <a:spLocks noChangeShapeType="1"/>
              </p:cNvSpPr>
              <p:nvPr/>
            </p:nvSpPr>
            <p:spPr bwMode="auto">
              <a:xfrm rot="5400000">
                <a:off x="-895"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3" name="Line 130"/>
              <p:cNvSpPr>
                <a:spLocks noChangeShapeType="1"/>
              </p:cNvSpPr>
              <p:nvPr/>
            </p:nvSpPr>
            <p:spPr bwMode="auto">
              <a:xfrm rot="5400000">
                <a:off x="99"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4" name="Line 131"/>
              <p:cNvSpPr>
                <a:spLocks noChangeShapeType="1"/>
              </p:cNvSpPr>
              <p:nvPr/>
            </p:nvSpPr>
            <p:spPr bwMode="auto">
              <a:xfrm rot="5400000">
                <a:off x="3077"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94221" name="WordArt 118"/>
            <p:cNvSpPr>
              <a:spLocks noChangeArrowheads="1" noChangeShapeType="1" noTextEdit="1"/>
            </p:cNvSpPr>
            <p:nvPr/>
          </p:nvSpPr>
          <p:spPr bwMode="auto">
            <a:xfrm>
              <a:off x="4668" y="1342"/>
              <a:ext cx="547" cy="121"/>
            </a:xfrm>
            <a:prstGeom prst="rect">
              <a:avLst/>
            </a:prstGeom>
          </p:spPr>
          <p:txBody>
            <a:bodyPr wrap="none" fromWordArt="1">
              <a:prstTxWarp prst="textPlain">
                <a:avLst>
                  <a:gd name="adj" fmla="val 50000"/>
                </a:avLst>
              </a:prstTxWarp>
            </a:bodyPr>
            <a:lstStyle/>
            <a:p>
              <a:r>
                <a:rPr lang="fr-FR" sz="3600" kern="10">
                  <a:ln w="9525">
                    <a:solidFill>
                      <a:srgbClr val="000000"/>
                    </a:solidFill>
                    <a:round/>
                    <a:headEnd/>
                    <a:tailEnd/>
                  </a:ln>
                  <a:solidFill>
                    <a:srgbClr val="FFFFFF"/>
                  </a:solidFill>
                  <a:latin typeface="Arial Black"/>
                </a:rPr>
                <a:t>engrenages</a:t>
              </a:r>
            </a:p>
          </p:txBody>
        </p:sp>
        <p:sp>
          <p:nvSpPr>
            <p:cNvPr id="94222" name="Rectangle 119"/>
            <p:cNvSpPr>
              <a:spLocks noChangeArrowheads="1"/>
            </p:cNvSpPr>
            <p:nvPr/>
          </p:nvSpPr>
          <p:spPr bwMode="auto">
            <a:xfrm>
              <a:off x="2881" y="1264"/>
              <a:ext cx="2592" cy="2085"/>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23" name="WordArt 120" descr="30 %"/>
            <p:cNvSpPr>
              <a:spLocks noChangeArrowheads="1" noChangeShapeType="1" noTextEdit="1"/>
            </p:cNvSpPr>
            <p:nvPr/>
          </p:nvSpPr>
          <p:spPr bwMode="auto">
            <a:xfrm>
              <a:off x="3038" y="1329"/>
              <a:ext cx="1416" cy="121"/>
            </a:xfrm>
            <a:prstGeom prst="rect">
              <a:avLst/>
            </a:prstGeom>
          </p:spPr>
          <p:txBody>
            <a:bodyPr wrap="none" fromWordArt="1">
              <a:prstTxWarp prst="textPlain">
                <a:avLst>
                  <a:gd name="adj" fmla="val 50000"/>
                </a:avLst>
              </a:prstTxWarp>
            </a:bodyPr>
            <a:lstStyle/>
            <a:p>
              <a:r>
                <a:rPr lang="fr-FR" sz="3600" kern="10">
                  <a:ln w="9525">
                    <a:solidFill>
                      <a:schemeClr val="tx1"/>
                    </a:solidFill>
                    <a:round/>
                    <a:headEnd/>
                    <a:tailEnd/>
                  </a:ln>
                  <a:pattFill prst="pct30">
                    <a:fgClr>
                      <a:schemeClr val="tx1"/>
                    </a:fgClr>
                    <a:bgClr>
                      <a:srgbClr val="FFFFFF"/>
                    </a:bgClr>
                  </a:pattFill>
                  <a:latin typeface="Arial Black"/>
                </a:rPr>
                <a:t>PLANNING KANBAN</a:t>
              </a:r>
            </a:p>
          </p:txBody>
        </p:sp>
        <p:sp>
          <p:nvSpPr>
            <p:cNvPr id="94224" name="Line 122"/>
            <p:cNvSpPr>
              <a:spLocks noChangeShapeType="1"/>
            </p:cNvSpPr>
            <p:nvPr/>
          </p:nvSpPr>
          <p:spPr bwMode="auto">
            <a:xfrm>
              <a:off x="2875" y="1749"/>
              <a:ext cx="2598"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25" name="Rectangle 123"/>
            <p:cNvSpPr>
              <a:spLocks noChangeAspect="1" noChangeArrowheads="1"/>
            </p:cNvSpPr>
            <p:nvPr/>
          </p:nvSpPr>
          <p:spPr bwMode="auto">
            <a:xfrm>
              <a:off x="3493" y="1542"/>
              <a:ext cx="132" cy="85"/>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26" name="Rectangle 124"/>
            <p:cNvSpPr>
              <a:spLocks noChangeAspect="1" noChangeArrowheads="1"/>
            </p:cNvSpPr>
            <p:nvPr/>
          </p:nvSpPr>
          <p:spPr bwMode="auto">
            <a:xfrm>
              <a:off x="4769" y="1542"/>
              <a:ext cx="132" cy="85"/>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4227" name="Group 135"/>
            <p:cNvGrpSpPr>
              <a:grpSpLocks/>
            </p:cNvGrpSpPr>
            <p:nvPr/>
          </p:nvGrpSpPr>
          <p:grpSpPr bwMode="auto">
            <a:xfrm>
              <a:off x="4152" y="1788"/>
              <a:ext cx="504" cy="426"/>
              <a:chOff x="292" y="1554"/>
              <a:chExt cx="881" cy="745"/>
            </a:xfrm>
          </p:grpSpPr>
          <p:sp>
            <p:nvSpPr>
              <p:cNvPr id="94248" name="Rectangle 136"/>
              <p:cNvSpPr>
                <a:spLocks noChangeArrowheads="1"/>
              </p:cNvSpPr>
              <p:nvPr/>
            </p:nvSpPr>
            <p:spPr bwMode="auto">
              <a:xfrm>
                <a:off x="402" y="1554"/>
                <a:ext cx="660" cy="745"/>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9" name="Text Box 137"/>
              <p:cNvSpPr txBox="1">
                <a:spLocks noChangeArrowheads="1"/>
              </p:cNvSpPr>
              <p:nvPr/>
            </p:nvSpPr>
            <p:spPr bwMode="auto">
              <a:xfrm>
                <a:off x="292" y="1668"/>
                <a:ext cx="88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50" name="Rectangle 138"/>
              <p:cNvSpPr>
                <a:spLocks noChangeArrowheads="1"/>
              </p:cNvSpPr>
              <p:nvPr/>
            </p:nvSpPr>
            <p:spPr bwMode="auto">
              <a:xfrm>
                <a:off x="574" y="1954"/>
                <a:ext cx="300" cy="154"/>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28" name="Group 154"/>
            <p:cNvGrpSpPr>
              <a:grpSpLocks/>
            </p:cNvGrpSpPr>
            <p:nvPr/>
          </p:nvGrpSpPr>
          <p:grpSpPr bwMode="auto">
            <a:xfrm>
              <a:off x="2869" y="1785"/>
              <a:ext cx="532" cy="467"/>
              <a:chOff x="4014" y="1756"/>
              <a:chExt cx="799" cy="670"/>
            </a:xfrm>
          </p:grpSpPr>
          <p:sp>
            <p:nvSpPr>
              <p:cNvPr id="94245" name="Rectangle 151"/>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6" name="Text Box 152"/>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7" name="Rectangle 153"/>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29" name="Group 155"/>
            <p:cNvGrpSpPr>
              <a:grpSpLocks/>
            </p:cNvGrpSpPr>
            <p:nvPr/>
          </p:nvGrpSpPr>
          <p:grpSpPr bwMode="auto">
            <a:xfrm>
              <a:off x="2857" y="2272"/>
              <a:ext cx="532" cy="467"/>
              <a:chOff x="4014" y="1756"/>
              <a:chExt cx="799" cy="670"/>
            </a:xfrm>
          </p:grpSpPr>
          <p:sp>
            <p:nvSpPr>
              <p:cNvPr id="94242" name="Rectangle 156"/>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3" name="Text Box 157"/>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4" name="Rectangle 158"/>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0" name="Group 159"/>
            <p:cNvGrpSpPr>
              <a:grpSpLocks/>
            </p:cNvGrpSpPr>
            <p:nvPr/>
          </p:nvGrpSpPr>
          <p:grpSpPr bwMode="auto">
            <a:xfrm>
              <a:off x="3301" y="1773"/>
              <a:ext cx="532" cy="467"/>
              <a:chOff x="4014" y="1756"/>
              <a:chExt cx="799" cy="670"/>
            </a:xfrm>
          </p:grpSpPr>
          <p:sp>
            <p:nvSpPr>
              <p:cNvPr id="94239" name="Rectangle 160"/>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0" name="Text Box 161"/>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1" name="Rectangle 162"/>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1" name="Group 163"/>
            <p:cNvGrpSpPr>
              <a:grpSpLocks/>
            </p:cNvGrpSpPr>
            <p:nvPr/>
          </p:nvGrpSpPr>
          <p:grpSpPr bwMode="auto">
            <a:xfrm>
              <a:off x="2852" y="2776"/>
              <a:ext cx="532" cy="467"/>
              <a:chOff x="4014" y="1756"/>
              <a:chExt cx="799" cy="670"/>
            </a:xfrm>
          </p:grpSpPr>
          <p:sp>
            <p:nvSpPr>
              <p:cNvPr id="94236" name="Rectangle 164"/>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37" name="Text Box 165"/>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38" name="Rectangle 166"/>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2" name="Group 167"/>
            <p:cNvGrpSpPr>
              <a:grpSpLocks/>
            </p:cNvGrpSpPr>
            <p:nvPr/>
          </p:nvGrpSpPr>
          <p:grpSpPr bwMode="auto">
            <a:xfrm>
              <a:off x="4158" y="2236"/>
              <a:ext cx="504" cy="426"/>
              <a:chOff x="292" y="1554"/>
              <a:chExt cx="881" cy="745"/>
            </a:xfrm>
          </p:grpSpPr>
          <p:sp>
            <p:nvSpPr>
              <p:cNvPr id="94233" name="Rectangle 168"/>
              <p:cNvSpPr>
                <a:spLocks noChangeArrowheads="1"/>
              </p:cNvSpPr>
              <p:nvPr/>
            </p:nvSpPr>
            <p:spPr bwMode="auto">
              <a:xfrm>
                <a:off x="402" y="1554"/>
                <a:ext cx="660" cy="745"/>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34" name="Text Box 169"/>
              <p:cNvSpPr txBox="1">
                <a:spLocks noChangeArrowheads="1"/>
              </p:cNvSpPr>
              <p:nvPr/>
            </p:nvSpPr>
            <p:spPr bwMode="auto">
              <a:xfrm>
                <a:off x="292" y="1668"/>
                <a:ext cx="88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35" name="Rectangle 170"/>
              <p:cNvSpPr>
                <a:spLocks noChangeArrowheads="1"/>
              </p:cNvSpPr>
              <p:nvPr/>
            </p:nvSpPr>
            <p:spPr bwMode="auto">
              <a:xfrm>
                <a:off x="574" y="1954"/>
                <a:ext cx="300" cy="154"/>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94218" name="AutoShape 172"/>
          <p:cNvSpPr>
            <a:spLocks noChangeArrowheads="1"/>
          </p:cNvSpPr>
          <p:nvPr/>
        </p:nvSpPr>
        <p:spPr bwMode="auto">
          <a:xfrm>
            <a:off x="3841750" y="2549525"/>
            <a:ext cx="509588" cy="361950"/>
          </a:xfrm>
          <a:prstGeom prst="rightArrow">
            <a:avLst>
              <a:gd name="adj1" fmla="val 50000"/>
              <a:gd name="adj2" fmla="val 35197"/>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title"/>
          </p:nvPr>
        </p:nvSpPr>
        <p:spPr>
          <a:xfrm>
            <a:off x="430213" y="0"/>
            <a:ext cx="8229600" cy="647700"/>
          </a:xfrm>
        </p:spPr>
        <p:txBody>
          <a:bodyPr/>
          <a:lstStyle/>
          <a:p>
            <a:pPr eaLnBrk="1" hangingPunct="1"/>
            <a:r>
              <a:rPr lang="fr-FR" altLang="fr-FR"/>
              <a:t>2. Les progrès</a:t>
            </a:r>
          </a:p>
        </p:txBody>
      </p:sp>
      <p:sp>
        <p:nvSpPr>
          <p:cNvPr id="95235" name="Rectangle 3"/>
          <p:cNvSpPr>
            <a:spLocks noGrp="1" noChangeArrowheads="1"/>
          </p:cNvSpPr>
          <p:nvPr>
            <p:ph type="body" idx="1"/>
          </p:nvPr>
        </p:nvSpPr>
        <p:spPr>
          <a:xfrm>
            <a:off x="146050" y="3735388"/>
            <a:ext cx="2116138" cy="777875"/>
          </a:xfrm>
        </p:spPr>
        <p:txBody>
          <a:bodyPr/>
          <a:lstStyle/>
          <a:p>
            <a:pPr marL="6350" indent="-6350" eaLnBrk="1" hangingPunct="1">
              <a:buFontTx/>
              <a:buNone/>
              <a:tabLst>
                <a:tab pos="4848225" algn="l"/>
              </a:tabLst>
            </a:pPr>
            <a:r>
              <a:rPr lang="fr-FR" altLang="fr-FR" sz="1600">
                <a:solidFill>
                  <a:srgbClr val="FC2C1C"/>
                </a:solidFill>
              </a:rPr>
              <a:t>2.</a:t>
            </a:r>
            <a:r>
              <a:rPr lang="fr-FR" altLang="fr-FR" sz="1600"/>
              <a:t> Moins d’incidents :</a:t>
            </a:r>
          </a:p>
          <a:p>
            <a:pPr marL="6350" indent="-6350" eaLnBrk="1" hangingPunct="1">
              <a:buFontTx/>
              <a:buNone/>
              <a:tabLst>
                <a:tab pos="4848225" algn="l"/>
              </a:tabLst>
            </a:pPr>
            <a:r>
              <a:rPr lang="fr-FR" altLang="fr-FR" sz="1600"/>
              <a:t>action sur un poste</a:t>
            </a:r>
          </a:p>
        </p:txBody>
      </p:sp>
      <p:sp>
        <p:nvSpPr>
          <p:cNvPr id="570372" name="AutoShape 4"/>
          <p:cNvSpPr>
            <a:spLocks/>
          </p:cNvSpPr>
          <p:nvPr/>
        </p:nvSpPr>
        <p:spPr bwMode="auto">
          <a:xfrm>
            <a:off x="6694488" y="4219575"/>
            <a:ext cx="1493837" cy="687388"/>
          </a:xfrm>
          <a:prstGeom prst="borderCallout2">
            <a:avLst>
              <a:gd name="adj1" fmla="val 16630"/>
              <a:gd name="adj2" fmla="val -5102"/>
              <a:gd name="adj3" fmla="val 16630"/>
              <a:gd name="adj4" fmla="val -18065"/>
              <a:gd name="adj5" fmla="val -58199"/>
              <a:gd name="adj6" fmla="val -6503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2 : vous êtes protégé contre l’incident</a:t>
            </a:r>
          </a:p>
        </p:txBody>
      </p:sp>
      <p:sp>
        <p:nvSpPr>
          <p:cNvPr id="95237" name="Rectangle 5"/>
          <p:cNvSpPr>
            <a:spLocks noChangeArrowheads="1"/>
          </p:cNvSpPr>
          <p:nvPr/>
        </p:nvSpPr>
        <p:spPr bwMode="auto">
          <a:xfrm>
            <a:off x="146050" y="1590675"/>
            <a:ext cx="2346325" cy="835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6350" indent="-6350" algn="l" eaLnBrk="0" hangingPunct="0">
              <a:spcBef>
                <a:spcPct val="20000"/>
              </a:spcBef>
              <a:buChar char="•"/>
              <a:tabLst>
                <a:tab pos="4848225" algn="l"/>
              </a:tabLst>
              <a:defRPr sz="2000">
                <a:solidFill>
                  <a:schemeClr val="accent2"/>
                </a:solidFill>
                <a:latin typeface="Arial" pitchFamily="34" charset="0"/>
              </a:defRPr>
            </a:lvl1pPr>
            <a:lvl2pPr marL="742950" indent="-285750" algn="l" eaLnBrk="0" hangingPunct="0">
              <a:spcBef>
                <a:spcPct val="20000"/>
              </a:spcBef>
              <a:buChar char="–"/>
              <a:tabLst>
                <a:tab pos="4848225" algn="l"/>
              </a:tabLst>
              <a:defRPr>
                <a:solidFill>
                  <a:schemeClr val="accent2"/>
                </a:solidFill>
                <a:latin typeface="Arial" pitchFamily="34" charset="0"/>
              </a:defRPr>
            </a:lvl2pPr>
            <a:lvl3pPr marL="1143000" indent="-228600" algn="l" eaLnBrk="0" hangingPunct="0">
              <a:spcBef>
                <a:spcPct val="20000"/>
              </a:spcBef>
              <a:buChar char="•"/>
              <a:tabLst>
                <a:tab pos="4848225" algn="l"/>
              </a:tabLst>
              <a:defRPr sz="1600">
                <a:solidFill>
                  <a:schemeClr val="accent2"/>
                </a:solidFill>
                <a:latin typeface="Arial" pitchFamily="34" charset="0"/>
              </a:defRPr>
            </a:lvl3pPr>
            <a:lvl4pPr marL="1600200" indent="-228600" algn="l" eaLnBrk="0" hangingPunct="0">
              <a:spcBef>
                <a:spcPct val="20000"/>
              </a:spcBef>
              <a:buChar char="–"/>
              <a:tabLst>
                <a:tab pos="4848225" algn="l"/>
              </a:tabLst>
              <a:defRPr sz="1600">
                <a:solidFill>
                  <a:schemeClr val="accent2"/>
                </a:solidFill>
                <a:latin typeface="Arial" pitchFamily="34" charset="0"/>
              </a:defRPr>
            </a:lvl4pPr>
            <a:lvl5pPr marL="2057400" indent="-228600" algn="l" eaLnBrk="0" hangingPunct="0">
              <a:spcBef>
                <a:spcPct val="20000"/>
              </a:spcBef>
              <a:buChar char="»"/>
              <a:tabLst>
                <a:tab pos="4848225"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9pPr>
          </a:lstStyle>
          <a:p>
            <a:pPr eaLnBrk="1" hangingPunct="1">
              <a:buFontTx/>
              <a:buNone/>
            </a:pPr>
            <a:r>
              <a:rPr lang="fr-FR" altLang="fr-FR" sz="1600">
                <a:solidFill>
                  <a:srgbClr val="FC2C1C"/>
                </a:solidFill>
              </a:rPr>
              <a:t>1.</a:t>
            </a:r>
            <a:r>
              <a:rPr lang="fr-FR" altLang="fr-FR" sz="1600"/>
              <a:t> Réduire les temps de changement de série</a:t>
            </a:r>
          </a:p>
        </p:txBody>
      </p:sp>
      <p:pic>
        <p:nvPicPr>
          <p:cNvPr id="95238" name="Picture 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00325" y="1312863"/>
            <a:ext cx="3136900" cy="135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570376" name="AutoShape 8"/>
          <p:cNvSpPr>
            <a:spLocks/>
          </p:cNvSpPr>
          <p:nvPr/>
        </p:nvSpPr>
        <p:spPr bwMode="auto">
          <a:xfrm>
            <a:off x="6191250" y="769938"/>
            <a:ext cx="2030413" cy="687387"/>
          </a:xfrm>
          <a:prstGeom prst="borderCallout2">
            <a:avLst>
              <a:gd name="adj1" fmla="val 16630"/>
              <a:gd name="adj2" fmla="val -3755"/>
              <a:gd name="adj3" fmla="val 16630"/>
              <a:gd name="adj4" fmla="val -19079"/>
              <a:gd name="adj5" fmla="val 71361"/>
              <a:gd name="adj6" fmla="val -74981"/>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1 : le temps de changement de série est réduit à 1 h</a:t>
            </a:r>
          </a:p>
        </p:txBody>
      </p:sp>
      <p:sp>
        <p:nvSpPr>
          <p:cNvPr id="570377" name="AutoShape 9"/>
          <p:cNvSpPr>
            <a:spLocks/>
          </p:cNvSpPr>
          <p:nvPr/>
        </p:nvSpPr>
        <p:spPr bwMode="auto">
          <a:xfrm>
            <a:off x="6773863" y="1646238"/>
            <a:ext cx="2030412" cy="915987"/>
          </a:xfrm>
          <a:prstGeom prst="borderCallout2">
            <a:avLst>
              <a:gd name="adj1" fmla="val 12477"/>
              <a:gd name="adj2" fmla="val -3755"/>
              <a:gd name="adj3" fmla="val 12477"/>
              <a:gd name="adj4" fmla="val -13995"/>
              <a:gd name="adj5" fmla="val -18889"/>
              <a:gd name="adj6" fmla="val -5152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2 : le temps de changement de série est réduit à 10 min. (soit 0 à l’échelle du jeu)</a:t>
            </a:r>
          </a:p>
        </p:txBody>
      </p:sp>
      <p:pic>
        <p:nvPicPr>
          <p:cNvPr id="95241" name="Picture 10"/>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00325" y="3657600"/>
            <a:ext cx="3136900" cy="147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570379" name="AutoShape 11"/>
          <p:cNvSpPr>
            <a:spLocks/>
          </p:cNvSpPr>
          <p:nvPr/>
        </p:nvSpPr>
        <p:spPr bwMode="auto">
          <a:xfrm>
            <a:off x="6267450" y="3284538"/>
            <a:ext cx="2030413" cy="687387"/>
          </a:xfrm>
          <a:prstGeom prst="borderCallout2">
            <a:avLst>
              <a:gd name="adj1" fmla="val 16630"/>
              <a:gd name="adj2" fmla="val -3755"/>
              <a:gd name="adj3" fmla="val 16630"/>
              <a:gd name="adj4" fmla="val -70134"/>
              <a:gd name="adj5" fmla="val 44806"/>
              <a:gd name="adj6" fmla="val -8709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1 : vous avez l’incident au niveau de gravité le plus faible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70376"/>
                                        </p:tgtEl>
                                        <p:attrNameLst>
                                          <p:attrName>style.visibility</p:attrName>
                                        </p:attrNameLst>
                                      </p:cBhvr>
                                      <p:to>
                                        <p:strVal val="visible"/>
                                      </p:to>
                                    </p:set>
                                    <p:animEffect transition="in" filter="box(in)">
                                      <p:cBhvr>
                                        <p:cTn id="7" dur="500"/>
                                        <p:tgtEl>
                                          <p:spTgt spid="57037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570377"/>
                                        </p:tgtEl>
                                        <p:attrNameLst>
                                          <p:attrName>style.visibility</p:attrName>
                                        </p:attrNameLst>
                                      </p:cBhvr>
                                      <p:to>
                                        <p:strVal val="visible"/>
                                      </p:to>
                                    </p:set>
                                    <p:animEffect transition="in" filter="box(in)">
                                      <p:cBhvr>
                                        <p:cTn id="12" dur="500"/>
                                        <p:tgtEl>
                                          <p:spTgt spid="57037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570379"/>
                                        </p:tgtEl>
                                        <p:attrNameLst>
                                          <p:attrName>style.visibility</p:attrName>
                                        </p:attrNameLst>
                                      </p:cBhvr>
                                      <p:to>
                                        <p:strVal val="visible"/>
                                      </p:to>
                                    </p:set>
                                    <p:animEffect transition="in" filter="box(in)">
                                      <p:cBhvr>
                                        <p:cTn id="17" dur="500"/>
                                        <p:tgtEl>
                                          <p:spTgt spid="570379"/>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570372"/>
                                        </p:tgtEl>
                                        <p:attrNameLst>
                                          <p:attrName>style.visibility</p:attrName>
                                        </p:attrNameLst>
                                      </p:cBhvr>
                                      <p:to>
                                        <p:strVal val="visible"/>
                                      </p:to>
                                    </p:set>
                                    <p:animEffect transition="in" filter="box(in)">
                                      <p:cBhvr>
                                        <p:cTn id="22" dur="500"/>
                                        <p:tgtEl>
                                          <p:spTgt spid="5703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0372" grpId="0" animBg="1"/>
      <p:bldP spid="570376" grpId="0" animBg="1"/>
      <p:bldP spid="570377" grpId="0" animBg="1"/>
      <p:bldP spid="570379"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6258" name="Picture 2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088" y="1362075"/>
            <a:ext cx="8509000" cy="372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259" name="Rectangle 2"/>
          <p:cNvSpPr>
            <a:spLocks noGrp="1" noChangeArrowheads="1"/>
          </p:cNvSpPr>
          <p:nvPr>
            <p:ph type="title"/>
          </p:nvPr>
        </p:nvSpPr>
        <p:spPr/>
        <p:txBody>
          <a:bodyPr/>
          <a:lstStyle/>
          <a:p>
            <a:pPr eaLnBrk="1" hangingPunct="1"/>
            <a:r>
              <a:rPr lang="fr-FR" altLang="fr-FR"/>
              <a:t>Enregistrement des progrès</a:t>
            </a:r>
          </a:p>
        </p:txBody>
      </p:sp>
      <p:grpSp>
        <p:nvGrpSpPr>
          <p:cNvPr id="2" name="Group 40"/>
          <p:cNvGrpSpPr>
            <a:grpSpLocks/>
          </p:cNvGrpSpPr>
          <p:nvPr/>
        </p:nvGrpSpPr>
        <p:grpSpPr bwMode="auto">
          <a:xfrm>
            <a:off x="6032500" y="1895475"/>
            <a:ext cx="2424113" cy="2797175"/>
            <a:chOff x="3800" y="1194"/>
            <a:chExt cx="1527" cy="1762"/>
          </a:xfrm>
        </p:grpSpPr>
        <p:sp>
          <p:nvSpPr>
            <p:cNvPr id="96267" name="AutoShape 21"/>
            <p:cNvSpPr>
              <a:spLocks/>
            </p:cNvSpPr>
            <p:nvPr/>
          </p:nvSpPr>
          <p:spPr bwMode="auto">
            <a:xfrm>
              <a:off x="3800" y="1194"/>
              <a:ext cx="936" cy="361"/>
            </a:xfrm>
            <a:prstGeom prst="borderCallout2">
              <a:avLst>
                <a:gd name="adj1" fmla="val 19944"/>
                <a:gd name="adj2" fmla="val 105130"/>
                <a:gd name="adj3" fmla="val 19944"/>
                <a:gd name="adj4" fmla="val 109616"/>
                <a:gd name="adj5" fmla="val 149032"/>
                <a:gd name="adj6" fmla="val 1259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Les points dont vous disposez</a:t>
              </a:r>
            </a:p>
          </p:txBody>
        </p:sp>
        <p:sp>
          <p:nvSpPr>
            <p:cNvPr id="96268" name="Oval 30"/>
            <p:cNvSpPr>
              <a:spLocks noChangeArrowheads="1"/>
            </p:cNvSpPr>
            <p:nvPr/>
          </p:nvSpPr>
          <p:spPr bwMode="auto">
            <a:xfrm>
              <a:off x="4996" y="2406"/>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9" name="Oval 31"/>
            <p:cNvSpPr>
              <a:spLocks noChangeArrowheads="1"/>
            </p:cNvSpPr>
            <p:nvPr/>
          </p:nvSpPr>
          <p:spPr bwMode="auto">
            <a:xfrm>
              <a:off x="4976" y="2205"/>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0" name="Oval 32"/>
            <p:cNvSpPr>
              <a:spLocks noChangeArrowheads="1"/>
            </p:cNvSpPr>
            <p:nvPr/>
          </p:nvSpPr>
          <p:spPr bwMode="auto">
            <a:xfrm>
              <a:off x="4976" y="2017"/>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1" name="Oval 33"/>
            <p:cNvSpPr>
              <a:spLocks noChangeArrowheads="1"/>
            </p:cNvSpPr>
            <p:nvPr/>
          </p:nvSpPr>
          <p:spPr bwMode="auto">
            <a:xfrm>
              <a:off x="4976" y="1823"/>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2" name="Oval 34"/>
            <p:cNvSpPr>
              <a:spLocks noChangeArrowheads="1"/>
            </p:cNvSpPr>
            <p:nvPr/>
          </p:nvSpPr>
          <p:spPr bwMode="auto">
            <a:xfrm>
              <a:off x="4996" y="2594"/>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3" name="Oval 35"/>
            <p:cNvSpPr>
              <a:spLocks noChangeArrowheads="1"/>
            </p:cNvSpPr>
            <p:nvPr/>
          </p:nvSpPr>
          <p:spPr bwMode="auto">
            <a:xfrm>
              <a:off x="4989" y="2795"/>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39"/>
          <p:cNvGrpSpPr>
            <a:grpSpLocks/>
          </p:cNvGrpSpPr>
          <p:nvPr/>
        </p:nvGrpSpPr>
        <p:grpSpPr bwMode="auto">
          <a:xfrm>
            <a:off x="1458913" y="2914650"/>
            <a:ext cx="6411912" cy="1771650"/>
            <a:chOff x="919" y="1836"/>
            <a:chExt cx="4039" cy="1116"/>
          </a:xfrm>
        </p:grpSpPr>
        <p:sp>
          <p:nvSpPr>
            <p:cNvPr id="96264" name="Oval 36"/>
            <p:cNvSpPr>
              <a:spLocks noChangeArrowheads="1"/>
            </p:cNvSpPr>
            <p:nvPr/>
          </p:nvSpPr>
          <p:spPr bwMode="auto">
            <a:xfrm>
              <a:off x="919" y="1836"/>
              <a:ext cx="363" cy="161"/>
            </a:xfrm>
            <a:prstGeom prst="ellipse">
              <a:avLst/>
            </a:prstGeom>
            <a:noFill/>
            <a:ln w="635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5" name="Oval 37"/>
            <p:cNvSpPr>
              <a:spLocks noChangeArrowheads="1"/>
            </p:cNvSpPr>
            <p:nvPr/>
          </p:nvSpPr>
          <p:spPr bwMode="auto">
            <a:xfrm>
              <a:off x="4576" y="1836"/>
              <a:ext cx="382" cy="161"/>
            </a:xfrm>
            <a:prstGeom prst="ellipse">
              <a:avLst/>
            </a:prstGeom>
            <a:noFill/>
            <a:ln w="635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6" name="AutoShape 38"/>
            <p:cNvSpPr>
              <a:spLocks/>
            </p:cNvSpPr>
            <p:nvPr/>
          </p:nvSpPr>
          <p:spPr bwMode="auto">
            <a:xfrm>
              <a:off x="1337" y="2487"/>
              <a:ext cx="1229" cy="465"/>
            </a:xfrm>
            <a:prstGeom prst="borderCallout2">
              <a:avLst>
                <a:gd name="adj1" fmla="val 15486"/>
                <a:gd name="adj2" fmla="val -3907"/>
                <a:gd name="adj3" fmla="val 15486"/>
                <a:gd name="adj4" fmla="val -3907"/>
                <a:gd name="adj5" fmla="val -95269"/>
                <a:gd name="adj6" fmla="val -1431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les points que vous affectez au progrès sur ce poste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ChangeArrowheads="1"/>
          </p:cNvSpPr>
          <p:nvPr>
            <p:ph type="title"/>
          </p:nvPr>
        </p:nvSpPr>
        <p:spPr/>
        <p:txBody>
          <a:bodyPr/>
          <a:lstStyle/>
          <a:p>
            <a:pPr eaLnBrk="1" hangingPunct="1"/>
            <a:r>
              <a:rPr lang="fr-FR" altLang="fr-FR"/>
              <a:t>Enregistrement des progrès</a:t>
            </a:r>
            <a:br>
              <a:rPr lang="fr-FR" altLang="fr-FR"/>
            </a:br>
            <a:r>
              <a:rPr lang="fr-FR" altLang="fr-FR" sz="1800">
                <a:solidFill>
                  <a:srgbClr val="FC2C1C"/>
                </a:solidFill>
              </a:rPr>
              <a:t>(diapo destinée à l’animateur)</a:t>
            </a:r>
          </a:p>
        </p:txBody>
      </p:sp>
      <p:sp>
        <p:nvSpPr>
          <p:cNvPr id="97284" name="Rectangle 42"/>
          <p:cNvSpPr>
            <a:spLocks noGrp="1" noChangeArrowheads="1"/>
          </p:cNvSpPr>
          <p:nvPr>
            <p:ph type="body" idx="1"/>
          </p:nvPr>
        </p:nvSpPr>
        <p:spPr>
          <a:xfrm>
            <a:off x="606425" y="1068388"/>
            <a:ext cx="8208963" cy="2805112"/>
          </a:xfrm>
        </p:spPr>
        <p:txBody>
          <a:bodyPr/>
          <a:lstStyle/>
          <a:p>
            <a:pPr eaLnBrk="1" hangingPunct="1">
              <a:lnSpc>
                <a:spcPct val="120000"/>
              </a:lnSpc>
              <a:spcBef>
                <a:spcPct val="0"/>
              </a:spcBef>
            </a:pPr>
            <a:r>
              <a:rPr lang="fr-FR" altLang="fr-FR" sz="1800"/>
              <a:t>L’animateur va voir chaque équipe après qu’elle ait fait son choix et note de façon confidentielle son choix sur la feuille Relevé des Progrès (RP).</a:t>
            </a:r>
          </a:p>
          <a:p>
            <a:pPr lvl="1" eaLnBrk="1" hangingPunct="1">
              <a:lnSpc>
                <a:spcPct val="120000"/>
              </a:lnSpc>
              <a:spcBef>
                <a:spcPct val="0"/>
              </a:spcBef>
            </a:pPr>
            <a:r>
              <a:rPr lang="fr-FR" altLang="fr-FR" sz="1500"/>
              <a:t>La confidentialité est justifiée par le fait qu’une équipe ne doit pas connaître la stratégie de l’autre.</a:t>
            </a:r>
          </a:p>
          <a:p>
            <a:pPr eaLnBrk="1" hangingPunct="1">
              <a:lnSpc>
                <a:spcPct val="120000"/>
              </a:lnSpc>
              <a:spcBef>
                <a:spcPct val="0"/>
              </a:spcBef>
            </a:pPr>
            <a:r>
              <a:rPr lang="fr-FR" altLang="fr-FR" sz="1800"/>
              <a:t>Il utilise ces valeurs pour mettre à jour la cartographie des progrès qui sera utilisé au moment du debriefing (voir fichier Analyse des progrès). </a:t>
            </a:r>
          </a:p>
          <a:p>
            <a:pPr lvl="1" eaLnBrk="1" hangingPunct="1">
              <a:lnSpc>
                <a:spcPct val="120000"/>
              </a:lnSpc>
              <a:spcBef>
                <a:spcPct val="0"/>
              </a:spcBef>
            </a:pPr>
            <a:r>
              <a:rPr lang="fr-FR" altLang="fr-FR" sz="1500"/>
              <a:t>Remarque : pour ne pas ralentir le jeu l’animateur peut ne pas faire cette mise à jour immédiatement et profiter d’un temps pendant lequel les participants préparent des décisions, par exemple lors du prochain choix de progrès.</a:t>
            </a:r>
          </a:p>
          <a:p>
            <a:pPr eaLnBrk="1" hangingPunct="1">
              <a:lnSpc>
                <a:spcPct val="120000"/>
              </a:lnSpc>
            </a:pPr>
            <a:endParaRPr lang="fr-FR" altLang="fr-FR" sz="1500"/>
          </a:p>
        </p:txBody>
      </p:sp>
      <p:pic>
        <p:nvPicPr>
          <p:cNvPr id="97286" name="Picture 4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85988" y="4017963"/>
            <a:ext cx="6286500" cy="2524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97287" name="AutoShape 43"/>
          <p:cNvSpPr>
            <a:spLocks/>
          </p:cNvSpPr>
          <p:nvPr/>
        </p:nvSpPr>
        <p:spPr bwMode="auto">
          <a:xfrm>
            <a:off x="163513" y="4521200"/>
            <a:ext cx="2082800" cy="830263"/>
          </a:xfrm>
          <a:prstGeom prst="borderCallout2">
            <a:avLst>
              <a:gd name="adj1" fmla="val 13769"/>
              <a:gd name="adj2" fmla="val 103657"/>
              <a:gd name="adj3" fmla="val 13769"/>
              <a:gd name="adj4" fmla="val 112653"/>
              <a:gd name="adj5" fmla="val 52963"/>
              <a:gd name="adj6" fmla="val 145579"/>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Notez sur cette ligne les points de l’équipe A en semaine 1, heure 1</a:t>
            </a:r>
          </a:p>
        </p:txBody>
      </p:sp>
      <p:pic>
        <p:nvPicPr>
          <p:cNvPr id="8" name="Picture 2" descr="C:\Users\BertrandS\Dropbox\Jeux\00. CONCEPTION DES JEUX\photos\Bureau Une Femme 29\iStock_000002139332_Medium ALLEGE.jpg"/>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p:cNvSpPr>
            <a:spLocks noGrp="1" noChangeArrowheads="1"/>
          </p:cNvSpPr>
          <p:nvPr>
            <p:ph type="title"/>
          </p:nvPr>
        </p:nvSpPr>
        <p:spPr/>
        <p:txBody>
          <a:bodyPr/>
          <a:lstStyle/>
          <a:p>
            <a:pPr eaLnBrk="1" hangingPunct="1"/>
            <a:r>
              <a:rPr lang="fr-FR" altLang="fr-FR"/>
              <a:t>Reprise de la simulation</a:t>
            </a:r>
          </a:p>
        </p:txBody>
      </p:sp>
      <p:sp>
        <p:nvSpPr>
          <p:cNvPr id="98307" name="Rectangle 3"/>
          <p:cNvSpPr>
            <a:spLocks noGrp="1" noChangeArrowheads="1"/>
          </p:cNvSpPr>
          <p:nvPr>
            <p:ph type="body" idx="1"/>
          </p:nvPr>
        </p:nvSpPr>
        <p:spPr/>
        <p:txBody>
          <a:bodyPr/>
          <a:lstStyle/>
          <a:p>
            <a:pPr eaLnBrk="1" hangingPunct="1"/>
            <a:r>
              <a:rPr lang="fr-FR" altLang="fr-FR"/>
              <a:t>Vous pouvez baisser vos stocks pour tenir compte de la nouvelle situation (mais vous ne devez pas les augmenter !).</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9331" name="Group 3"/>
          <p:cNvGrpSpPr>
            <a:grpSpLocks/>
          </p:cNvGrpSpPr>
          <p:nvPr/>
        </p:nvGrpSpPr>
        <p:grpSpPr bwMode="auto">
          <a:xfrm>
            <a:off x="7073900" y="215900"/>
            <a:ext cx="1878013" cy="1250950"/>
            <a:chOff x="4456" y="136"/>
            <a:chExt cx="1183" cy="788"/>
          </a:xfrm>
        </p:grpSpPr>
        <p:grpSp>
          <p:nvGrpSpPr>
            <p:cNvPr id="99447" name="Group 4"/>
            <p:cNvGrpSpPr>
              <a:grpSpLocks/>
            </p:cNvGrpSpPr>
            <p:nvPr/>
          </p:nvGrpSpPr>
          <p:grpSpPr bwMode="auto">
            <a:xfrm>
              <a:off x="4766" y="232"/>
              <a:ext cx="873" cy="692"/>
              <a:chOff x="2185" y="310"/>
              <a:chExt cx="873" cy="692"/>
            </a:xfrm>
          </p:grpSpPr>
          <p:sp>
            <p:nvSpPr>
              <p:cNvPr id="9945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99448" name="Group 12"/>
            <p:cNvGrpSpPr>
              <a:grpSpLocks/>
            </p:cNvGrpSpPr>
            <p:nvPr/>
          </p:nvGrpSpPr>
          <p:grpSpPr bwMode="auto">
            <a:xfrm>
              <a:off x="4949" y="336"/>
              <a:ext cx="591" cy="468"/>
              <a:chOff x="2185" y="310"/>
              <a:chExt cx="873" cy="692"/>
            </a:xfrm>
          </p:grpSpPr>
          <p:sp>
            <p:nvSpPr>
              <p:cNvPr id="9945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9944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45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99332" name="Text Box 22"/>
          <p:cNvSpPr txBox="1">
            <a:spLocks noChangeArrowheads="1"/>
          </p:cNvSpPr>
          <p:nvPr/>
        </p:nvSpPr>
        <p:spPr bwMode="auto">
          <a:xfrm>
            <a:off x="44926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99333" name="Text Box 23"/>
          <p:cNvSpPr txBox="1">
            <a:spLocks noChangeArrowheads="1"/>
          </p:cNvSpPr>
          <p:nvPr/>
        </p:nvSpPr>
        <p:spPr bwMode="auto">
          <a:xfrm>
            <a:off x="16906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99334" name="Text Box 24"/>
          <p:cNvSpPr txBox="1">
            <a:spLocks noChangeArrowheads="1"/>
          </p:cNvSpPr>
          <p:nvPr/>
        </p:nvSpPr>
        <p:spPr bwMode="auto">
          <a:xfrm>
            <a:off x="31130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sp>
        <p:nvSpPr>
          <p:cNvPr id="99335" name="Rectangle 27"/>
          <p:cNvSpPr>
            <a:spLocks noGrp="1" noChangeArrowheads="1"/>
          </p:cNvSpPr>
          <p:nvPr>
            <p:ph type="title"/>
          </p:nvPr>
        </p:nvSpPr>
        <p:spPr>
          <a:xfrm>
            <a:off x="611188" y="0"/>
            <a:ext cx="6388100" cy="647700"/>
          </a:xfrm>
        </p:spPr>
        <p:txBody>
          <a:bodyPr/>
          <a:lstStyle/>
          <a:p>
            <a:pPr eaLnBrk="1" hangingPunct="1"/>
            <a:r>
              <a:rPr lang="fr-FR" altLang="fr-FR"/>
              <a:t>Sem. 2 - Lundi (St Brice)</a:t>
            </a:r>
          </a:p>
        </p:txBody>
      </p:sp>
      <p:sp>
        <p:nvSpPr>
          <p:cNvPr id="99336"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99337"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99338"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99339" name="Group 32"/>
          <p:cNvGrpSpPr>
            <a:grpSpLocks/>
          </p:cNvGrpSpPr>
          <p:nvPr/>
        </p:nvGrpSpPr>
        <p:grpSpPr bwMode="auto">
          <a:xfrm>
            <a:off x="2843213" y="1106488"/>
            <a:ext cx="446087" cy="534987"/>
            <a:chOff x="868" y="1439"/>
            <a:chExt cx="811" cy="972"/>
          </a:xfrm>
        </p:grpSpPr>
        <p:sp>
          <p:nvSpPr>
            <p:cNvPr id="99396"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7"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8"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9"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0"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1"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2"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3"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4"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5"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6"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7"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8"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9"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0"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1"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2"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3"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4"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5"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6"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7"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8"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9"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0"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1"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2"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3"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4"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5"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6"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7"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8"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9"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0"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1"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2"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3"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4"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5"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6"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7"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8"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9"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0"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1"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2"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3"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4"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5"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6"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99340" name="Group 84"/>
          <p:cNvGrpSpPr>
            <a:grpSpLocks/>
          </p:cNvGrpSpPr>
          <p:nvPr/>
        </p:nvGrpSpPr>
        <p:grpSpPr bwMode="auto">
          <a:xfrm rot="-223274">
            <a:off x="506413" y="2925763"/>
            <a:ext cx="744537" cy="733425"/>
            <a:chOff x="2757" y="1666"/>
            <a:chExt cx="812" cy="800"/>
          </a:xfrm>
        </p:grpSpPr>
        <p:sp>
          <p:nvSpPr>
            <p:cNvPr id="99390"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91"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92"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93"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94"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95"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1" name="Group 98"/>
          <p:cNvGrpSpPr>
            <a:grpSpLocks/>
          </p:cNvGrpSpPr>
          <p:nvPr/>
        </p:nvGrpSpPr>
        <p:grpSpPr bwMode="auto">
          <a:xfrm rot="-223274">
            <a:off x="1844675" y="2943225"/>
            <a:ext cx="744538" cy="733425"/>
            <a:chOff x="2757" y="1666"/>
            <a:chExt cx="812" cy="800"/>
          </a:xfrm>
        </p:grpSpPr>
        <p:sp>
          <p:nvSpPr>
            <p:cNvPr id="99384"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5"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86"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87"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8"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89"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2" name="Group 105"/>
          <p:cNvGrpSpPr>
            <a:grpSpLocks/>
          </p:cNvGrpSpPr>
          <p:nvPr/>
        </p:nvGrpSpPr>
        <p:grpSpPr bwMode="auto">
          <a:xfrm rot="-223274">
            <a:off x="3208338" y="2940050"/>
            <a:ext cx="744537" cy="733425"/>
            <a:chOff x="2757" y="1666"/>
            <a:chExt cx="812" cy="800"/>
          </a:xfrm>
        </p:grpSpPr>
        <p:sp>
          <p:nvSpPr>
            <p:cNvPr id="99378"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9"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80"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81"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2"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83"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3" name="Group 112"/>
          <p:cNvGrpSpPr>
            <a:grpSpLocks/>
          </p:cNvGrpSpPr>
          <p:nvPr/>
        </p:nvGrpSpPr>
        <p:grpSpPr bwMode="auto">
          <a:xfrm rot="-223274">
            <a:off x="3179763" y="2717800"/>
            <a:ext cx="744537" cy="733425"/>
            <a:chOff x="2757" y="1666"/>
            <a:chExt cx="812" cy="800"/>
          </a:xfrm>
        </p:grpSpPr>
        <p:sp>
          <p:nvSpPr>
            <p:cNvPr id="99372" name="Freeform 11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3" name="Freeform 11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74" name="Line 11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75" name="Freeform 11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6" name="Freeform 11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77" name="AutoShape 11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44" name="Text Box 133"/>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99345" name="Text Box 134"/>
          <p:cNvSpPr txBox="1">
            <a:spLocks noChangeArrowheads="1"/>
          </p:cNvSpPr>
          <p:nvPr/>
        </p:nvSpPr>
        <p:spPr bwMode="auto">
          <a:xfrm>
            <a:off x="43576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99346" name="Group 135"/>
          <p:cNvGrpSpPr>
            <a:grpSpLocks/>
          </p:cNvGrpSpPr>
          <p:nvPr/>
        </p:nvGrpSpPr>
        <p:grpSpPr bwMode="auto">
          <a:xfrm rot="-223274">
            <a:off x="4511675" y="2943225"/>
            <a:ext cx="744538" cy="733425"/>
            <a:chOff x="2757" y="1666"/>
            <a:chExt cx="812" cy="800"/>
          </a:xfrm>
        </p:grpSpPr>
        <p:sp>
          <p:nvSpPr>
            <p:cNvPr id="99366" name="Freeform 13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7" name="Freeform 13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68" name="Line 13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69" name="Freeform 13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0" name="Freeform 14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71" name="AutoShape 14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47" name="Text Box 142"/>
          <p:cNvSpPr txBox="1">
            <a:spLocks noChangeArrowheads="1"/>
          </p:cNvSpPr>
          <p:nvPr/>
        </p:nvSpPr>
        <p:spPr bwMode="auto">
          <a:xfrm>
            <a:off x="582771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grpSp>
        <p:nvGrpSpPr>
          <p:cNvPr id="99348" name="Group 143"/>
          <p:cNvGrpSpPr>
            <a:grpSpLocks/>
          </p:cNvGrpSpPr>
          <p:nvPr/>
        </p:nvGrpSpPr>
        <p:grpSpPr bwMode="auto">
          <a:xfrm rot="-223274">
            <a:off x="5846763" y="2921000"/>
            <a:ext cx="744537" cy="733425"/>
            <a:chOff x="2757" y="1666"/>
            <a:chExt cx="812" cy="800"/>
          </a:xfrm>
        </p:grpSpPr>
        <p:sp>
          <p:nvSpPr>
            <p:cNvPr id="99360" name="Freeform 14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1" name="Freeform 14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62" name="Line 14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63" name="Freeform 14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4" name="Freeform 14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65" name="AutoShape 14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9" name="Group 150"/>
          <p:cNvGrpSpPr>
            <a:grpSpLocks/>
          </p:cNvGrpSpPr>
          <p:nvPr/>
        </p:nvGrpSpPr>
        <p:grpSpPr bwMode="auto">
          <a:xfrm rot="-223274">
            <a:off x="5818188" y="2698750"/>
            <a:ext cx="744537" cy="733425"/>
            <a:chOff x="2757" y="1666"/>
            <a:chExt cx="812" cy="800"/>
          </a:xfrm>
        </p:grpSpPr>
        <p:sp>
          <p:nvSpPr>
            <p:cNvPr id="99354" name="Freeform 15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55" name="Freeform 15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56" name="Line 15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57" name="Freeform 15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58" name="Freeform 15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59" name="AutoShape 15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50" name="Text Box 157"/>
          <p:cNvSpPr txBox="1">
            <a:spLocks noChangeArrowheads="1"/>
          </p:cNvSpPr>
          <p:nvPr/>
        </p:nvSpPr>
        <p:spPr bwMode="auto">
          <a:xfrm>
            <a:off x="6931025" y="3703638"/>
            <a:ext cx="21129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4 Couronnes</a:t>
            </a:r>
          </a:p>
        </p:txBody>
      </p:sp>
      <p:sp>
        <p:nvSpPr>
          <p:cNvPr id="99351" name="Oval 158"/>
          <p:cNvSpPr>
            <a:spLocks noChangeArrowheads="1"/>
          </p:cNvSpPr>
          <p:nvPr/>
        </p:nvSpPr>
        <p:spPr bwMode="auto">
          <a:xfrm rot="-5400000">
            <a:off x="7652544" y="31154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9352" name="Oval 159"/>
          <p:cNvSpPr>
            <a:spLocks noChangeArrowheads="1"/>
          </p:cNvSpPr>
          <p:nvPr/>
        </p:nvSpPr>
        <p:spPr bwMode="auto">
          <a:xfrm rot="-5400000">
            <a:off x="8016082" y="31154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 name="Oval 158">
            <a:extLst>
              <a:ext uri="{FF2B5EF4-FFF2-40B4-BE49-F238E27FC236}">
                <a16:creationId xmlns:a16="http://schemas.microsoft.com/office/drawing/2014/main" id="{7CCAF1D1-15B8-FEB4-7100-D3911D6A2531}"/>
              </a:ext>
            </a:extLst>
          </p:cNvPr>
          <p:cNvSpPr>
            <a:spLocks noChangeArrowheads="1"/>
          </p:cNvSpPr>
          <p:nvPr/>
        </p:nvSpPr>
        <p:spPr bwMode="auto">
          <a:xfrm rot="-5400000">
            <a:off x="7289006" y="31154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 name="Oval 158">
            <a:extLst>
              <a:ext uri="{FF2B5EF4-FFF2-40B4-BE49-F238E27FC236}">
                <a16:creationId xmlns:a16="http://schemas.microsoft.com/office/drawing/2014/main" id="{AA29A83C-12FE-8313-4637-55A1430D699A}"/>
              </a:ext>
            </a:extLst>
          </p:cNvPr>
          <p:cNvSpPr>
            <a:spLocks noChangeArrowheads="1"/>
          </p:cNvSpPr>
          <p:nvPr/>
        </p:nvSpPr>
        <p:spPr bwMode="auto">
          <a:xfrm rot="-5400000">
            <a:off x="8379620" y="3107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 name="Group 84">
            <a:extLst>
              <a:ext uri="{FF2B5EF4-FFF2-40B4-BE49-F238E27FC236}">
                <a16:creationId xmlns:a16="http://schemas.microsoft.com/office/drawing/2014/main" id="{C98B898F-B07D-37F2-8233-1257E31E0990}"/>
              </a:ext>
            </a:extLst>
          </p:cNvPr>
          <p:cNvGrpSpPr>
            <a:grpSpLocks/>
          </p:cNvGrpSpPr>
          <p:nvPr/>
        </p:nvGrpSpPr>
        <p:grpSpPr bwMode="auto">
          <a:xfrm rot="-223274">
            <a:off x="510386" y="2630487"/>
            <a:ext cx="744537" cy="733425"/>
            <a:chOff x="2757" y="1666"/>
            <a:chExt cx="812" cy="800"/>
          </a:xfrm>
        </p:grpSpPr>
        <p:sp>
          <p:nvSpPr>
            <p:cNvPr id="5" name="Freeform 85">
              <a:extLst>
                <a:ext uri="{FF2B5EF4-FFF2-40B4-BE49-F238E27FC236}">
                  <a16:creationId xmlns:a16="http://schemas.microsoft.com/office/drawing/2014/main" id="{FA5F2C4F-E42E-5664-E83B-D63B8AC12FC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 name="Freeform 86">
              <a:extLst>
                <a:ext uri="{FF2B5EF4-FFF2-40B4-BE49-F238E27FC236}">
                  <a16:creationId xmlns:a16="http://schemas.microsoft.com/office/drawing/2014/main" id="{3A972940-42A2-7B65-397E-4D3BB201F89F}"/>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 name="Line 87">
              <a:extLst>
                <a:ext uri="{FF2B5EF4-FFF2-40B4-BE49-F238E27FC236}">
                  <a16:creationId xmlns:a16="http://schemas.microsoft.com/office/drawing/2014/main" id="{15F779F9-F2E2-A239-26F0-F45C0B8BF180}"/>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8" name="Freeform 88">
              <a:extLst>
                <a:ext uri="{FF2B5EF4-FFF2-40B4-BE49-F238E27FC236}">
                  <a16:creationId xmlns:a16="http://schemas.microsoft.com/office/drawing/2014/main" id="{ACF92B91-D3BE-95BC-6191-0DC5E4B6B9E3}"/>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 name="Freeform 89">
              <a:extLst>
                <a:ext uri="{FF2B5EF4-FFF2-40B4-BE49-F238E27FC236}">
                  <a16:creationId xmlns:a16="http://schemas.microsoft.com/office/drawing/2014/main" id="{219E1A56-6BD2-9C93-F29D-D1B7E2C7E2E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 name="AutoShape 90">
              <a:extLst>
                <a:ext uri="{FF2B5EF4-FFF2-40B4-BE49-F238E27FC236}">
                  <a16:creationId xmlns:a16="http://schemas.microsoft.com/office/drawing/2014/main" id="{925F7E7D-C272-035A-9C1D-1857B509C8E5}"/>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354" name="Group 2"/>
          <p:cNvGrpSpPr>
            <a:grpSpLocks/>
          </p:cNvGrpSpPr>
          <p:nvPr/>
        </p:nvGrpSpPr>
        <p:grpSpPr bwMode="auto">
          <a:xfrm>
            <a:off x="7073900" y="215900"/>
            <a:ext cx="1878013" cy="1250950"/>
            <a:chOff x="4456" y="136"/>
            <a:chExt cx="1183" cy="788"/>
          </a:xfrm>
        </p:grpSpPr>
        <p:grpSp>
          <p:nvGrpSpPr>
            <p:cNvPr id="100414" name="Group 3"/>
            <p:cNvGrpSpPr>
              <a:grpSpLocks/>
            </p:cNvGrpSpPr>
            <p:nvPr/>
          </p:nvGrpSpPr>
          <p:grpSpPr bwMode="auto">
            <a:xfrm>
              <a:off x="4766" y="232"/>
              <a:ext cx="873" cy="692"/>
              <a:chOff x="2185" y="310"/>
              <a:chExt cx="873" cy="692"/>
            </a:xfrm>
          </p:grpSpPr>
          <p:sp>
            <p:nvSpPr>
              <p:cNvPr id="1004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0415" name="Group 11"/>
            <p:cNvGrpSpPr>
              <a:grpSpLocks/>
            </p:cNvGrpSpPr>
            <p:nvPr/>
          </p:nvGrpSpPr>
          <p:grpSpPr bwMode="auto">
            <a:xfrm>
              <a:off x="4949" y="336"/>
              <a:ext cx="591" cy="468"/>
              <a:chOff x="2185" y="310"/>
              <a:chExt cx="873" cy="692"/>
            </a:xfrm>
          </p:grpSpPr>
          <p:sp>
            <p:nvSpPr>
              <p:cNvPr id="1004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04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41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00356" name="Text Box 22"/>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0357"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0358"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0359" name="Group 25"/>
          <p:cNvGrpSpPr>
            <a:grpSpLocks/>
          </p:cNvGrpSpPr>
          <p:nvPr/>
        </p:nvGrpSpPr>
        <p:grpSpPr bwMode="auto">
          <a:xfrm>
            <a:off x="2986088" y="1306513"/>
            <a:ext cx="446087" cy="534987"/>
            <a:chOff x="868" y="1439"/>
            <a:chExt cx="811" cy="972"/>
          </a:xfrm>
        </p:grpSpPr>
        <p:sp>
          <p:nvSpPr>
            <p:cNvPr id="100363" name="Freeform 26"/>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4" name="Freeform 27"/>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5" name="Freeform 28"/>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6" name="Freeform 29"/>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7" name="Freeform 30"/>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8" name="Freeform 31"/>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9" name="Freeform 32"/>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0" name="Freeform 33"/>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1" name="Freeform 34"/>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2" name="Freeform 35"/>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3" name="Freeform 36"/>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4" name="Freeform 37"/>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5" name="Freeform 38"/>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6" name="Freeform 39"/>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7" name="Freeform 40"/>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8" name="Freeform 41"/>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9" name="Freeform 42"/>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0" name="Freeform 43"/>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1" name="Freeform 44"/>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2" name="Freeform 45"/>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3" name="Freeform 46"/>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4" name="Freeform 47"/>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5" name="Freeform 48"/>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6" name="Freeform 49"/>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7" name="Freeform 50"/>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8" name="Freeform 51"/>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9" name="Freeform 52"/>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0" name="Freeform 53"/>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1" name="Freeform 54"/>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2" name="Freeform 55"/>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3" name="Freeform 56"/>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4" name="Freeform 57"/>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5" name="Freeform 58"/>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6" name="Freeform 59"/>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7" name="Freeform 60"/>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8" name="Freeform 61"/>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9" name="Freeform 62"/>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0" name="Freeform 63"/>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1" name="Freeform 64"/>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2" name="Freeform 65"/>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3" name="Freeform 66"/>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4" name="Freeform 67"/>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5" name="Freeform 68"/>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6" name="Freeform 69"/>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7" name="Freeform 70"/>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8" name="Freeform 71"/>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9" name="Freeform 72"/>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0" name="Freeform 73"/>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1" name="Freeform 74"/>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2" name="Freeform 75"/>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3" name="Freeform 76"/>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0361" name="Rectangle 78"/>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03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1378" name="Group 2"/>
          <p:cNvGrpSpPr>
            <a:grpSpLocks/>
          </p:cNvGrpSpPr>
          <p:nvPr/>
        </p:nvGrpSpPr>
        <p:grpSpPr bwMode="auto">
          <a:xfrm>
            <a:off x="7073900" y="215900"/>
            <a:ext cx="1878013" cy="1250950"/>
            <a:chOff x="4456" y="136"/>
            <a:chExt cx="1183" cy="788"/>
          </a:xfrm>
        </p:grpSpPr>
        <p:grpSp>
          <p:nvGrpSpPr>
            <p:cNvPr id="101438" name="Group 3"/>
            <p:cNvGrpSpPr>
              <a:grpSpLocks/>
            </p:cNvGrpSpPr>
            <p:nvPr/>
          </p:nvGrpSpPr>
          <p:grpSpPr bwMode="auto">
            <a:xfrm>
              <a:off x="4766" y="232"/>
              <a:ext cx="873" cy="692"/>
              <a:chOff x="2185" y="310"/>
              <a:chExt cx="873" cy="692"/>
            </a:xfrm>
          </p:grpSpPr>
          <p:sp>
            <p:nvSpPr>
              <p:cNvPr id="10144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1439" name="Group 11"/>
            <p:cNvGrpSpPr>
              <a:grpSpLocks/>
            </p:cNvGrpSpPr>
            <p:nvPr/>
          </p:nvGrpSpPr>
          <p:grpSpPr bwMode="auto">
            <a:xfrm>
              <a:off x="4949" y="336"/>
              <a:ext cx="591" cy="468"/>
              <a:chOff x="2185" y="310"/>
              <a:chExt cx="873" cy="692"/>
            </a:xfrm>
          </p:grpSpPr>
          <p:sp>
            <p:nvSpPr>
              <p:cNvPr id="10144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144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144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0138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138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1382" name="Group 24"/>
          <p:cNvGrpSpPr>
            <a:grpSpLocks/>
          </p:cNvGrpSpPr>
          <p:nvPr/>
        </p:nvGrpSpPr>
        <p:grpSpPr bwMode="auto">
          <a:xfrm>
            <a:off x="2986088" y="1306513"/>
            <a:ext cx="446087" cy="534987"/>
            <a:chOff x="868" y="1439"/>
            <a:chExt cx="811" cy="972"/>
          </a:xfrm>
        </p:grpSpPr>
        <p:sp>
          <p:nvSpPr>
            <p:cNvPr id="10138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8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8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138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138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138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402" name="Group 2"/>
          <p:cNvGrpSpPr>
            <a:grpSpLocks/>
          </p:cNvGrpSpPr>
          <p:nvPr/>
        </p:nvGrpSpPr>
        <p:grpSpPr bwMode="auto">
          <a:xfrm>
            <a:off x="7073900" y="215900"/>
            <a:ext cx="1878013" cy="1250950"/>
            <a:chOff x="4456" y="136"/>
            <a:chExt cx="1183" cy="788"/>
          </a:xfrm>
        </p:grpSpPr>
        <p:grpSp>
          <p:nvGrpSpPr>
            <p:cNvPr id="102462" name="Group 3"/>
            <p:cNvGrpSpPr>
              <a:grpSpLocks/>
            </p:cNvGrpSpPr>
            <p:nvPr/>
          </p:nvGrpSpPr>
          <p:grpSpPr bwMode="auto">
            <a:xfrm>
              <a:off x="4766" y="232"/>
              <a:ext cx="873" cy="692"/>
              <a:chOff x="2185" y="310"/>
              <a:chExt cx="873" cy="692"/>
            </a:xfrm>
          </p:grpSpPr>
          <p:sp>
            <p:nvSpPr>
              <p:cNvPr id="1024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2463" name="Group 11"/>
            <p:cNvGrpSpPr>
              <a:grpSpLocks/>
            </p:cNvGrpSpPr>
            <p:nvPr/>
          </p:nvGrpSpPr>
          <p:grpSpPr bwMode="auto">
            <a:xfrm>
              <a:off x="4949" y="336"/>
              <a:ext cx="591" cy="468"/>
              <a:chOff x="2185" y="310"/>
              <a:chExt cx="873" cy="692"/>
            </a:xfrm>
          </p:grpSpPr>
          <p:sp>
            <p:nvSpPr>
              <p:cNvPr id="1024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24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024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24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2406" name="Group 24"/>
          <p:cNvGrpSpPr>
            <a:grpSpLocks/>
          </p:cNvGrpSpPr>
          <p:nvPr/>
        </p:nvGrpSpPr>
        <p:grpSpPr bwMode="auto">
          <a:xfrm>
            <a:off x="2986088" y="1306513"/>
            <a:ext cx="446087" cy="534987"/>
            <a:chOff x="868" y="1439"/>
            <a:chExt cx="811" cy="972"/>
          </a:xfrm>
        </p:grpSpPr>
        <p:sp>
          <p:nvSpPr>
            <p:cNvPr id="1024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24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24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24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3426" name="Group 2"/>
          <p:cNvGrpSpPr>
            <a:grpSpLocks/>
          </p:cNvGrpSpPr>
          <p:nvPr/>
        </p:nvGrpSpPr>
        <p:grpSpPr bwMode="auto">
          <a:xfrm>
            <a:off x="7073900" y="215900"/>
            <a:ext cx="1878013" cy="1250950"/>
            <a:chOff x="4456" y="136"/>
            <a:chExt cx="1183" cy="788"/>
          </a:xfrm>
        </p:grpSpPr>
        <p:grpSp>
          <p:nvGrpSpPr>
            <p:cNvPr id="103486" name="Group 3"/>
            <p:cNvGrpSpPr>
              <a:grpSpLocks/>
            </p:cNvGrpSpPr>
            <p:nvPr/>
          </p:nvGrpSpPr>
          <p:grpSpPr bwMode="auto">
            <a:xfrm>
              <a:off x="4766" y="232"/>
              <a:ext cx="873" cy="692"/>
              <a:chOff x="2185" y="310"/>
              <a:chExt cx="873" cy="692"/>
            </a:xfrm>
          </p:grpSpPr>
          <p:sp>
            <p:nvSpPr>
              <p:cNvPr id="1034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3487" name="Group 11"/>
            <p:cNvGrpSpPr>
              <a:grpSpLocks/>
            </p:cNvGrpSpPr>
            <p:nvPr/>
          </p:nvGrpSpPr>
          <p:grpSpPr bwMode="auto">
            <a:xfrm>
              <a:off x="4949" y="336"/>
              <a:ext cx="591" cy="468"/>
              <a:chOff x="2185" y="310"/>
              <a:chExt cx="873" cy="692"/>
            </a:xfrm>
          </p:grpSpPr>
          <p:sp>
            <p:nvSpPr>
              <p:cNvPr id="1034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34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48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034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34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3430" name="Group 24"/>
          <p:cNvGrpSpPr>
            <a:grpSpLocks/>
          </p:cNvGrpSpPr>
          <p:nvPr/>
        </p:nvGrpSpPr>
        <p:grpSpPr bwMode="auto">
          <a:xfrm>
            <a:off x="2986088" y="1306513"/>
            <a:ext cx="446087" cy="534987"/>
            <a:chOff x="868" y="1439"/>
            <a:chExt cx="811" cy="972"/>
          </a:xfrm>
        </p:grpSpPr>
        <p:sp>
          <p:nvSpPr>
            <p:cNvPr id="1034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34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34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34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4450" name="Group 2"/>
          <p:cNvGrpSpPr>
            <a:grpSpLocks/>
          </p:cNvGrpSpPr>
          <p:nvPr/>
        </p:nvGrpSpPr>
        <p:grpSpPr bwMode="auto">
          <a:xfrm>
            <a:off x="7073900" y="215900"/>
            <a:ext cx="1878013" cy="1250950"/>
            <a:chOff x="4456" y="136"/>
            <a:chExt cx="1183" cy="788"/>
          </a:xfrm>
        </p:grpSpPr>
        <p:grpSp>
          <p:nvGrpSpPr>
            <p:cNvPr id="104510" name="Group 3"/>
            <p:cNvGrpSpPr>
              <a:grpSpLocks/>
            </p:cNvGrpSpPr>
            <p:nvPr/>
          </p:nvGrpSpPr>
          <p:grpSpPr bwMode="auto">
            <a:xfrm>
              <a:off x="4766" y="232"/>
              <a:ext cx="873" cy="692"/>
              <a:chOff x="2185" y="310"/>
              <a:chExt cx="873" cy="692"/>
            </a:xfrm>
          </p:grpSpPr>
          <p:sp>
            <p:nvSpPr>
              <p:cNvPr id="1045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4511" name="Group 11"/>
            <p:cNvGrpSpPr>
              <a:grpSpLocks/>
            </p:cNvGrpSpPr>
            <p:nvPr/>
          </p:nvGrpSpPr>
          <p:grpSpPr bwMode="auto">
            <a:xfrm>
              <a:off x="4949" y="336"/>
              <a:ext cx="591" cy="468"/>
              <a:chOff x="2185" y="310"/>
              <a:chExt cx="873" cy="692"/>
            </a:xfrm>
          </p:grpSpPr>
          <p:sp>
            <p:nvSpPr>
              <p:cNvPr id="1045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45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51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044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44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4454" name="Group 24"/>
          <p:cNvGrpSpPr>
            <a:grpSpLocks/>
          </p:cNvGrpSpPr>
          <p:nvPr/>
        </p:nvGrpSpPr>
        <p:grpSpPr bwMode="auto">
          <a:xfrm>
            <a:off x="2986088" y="1306513"/>
            <a:ext cx="446087" cy="534987"/>
            <a:chOff x="868" y="1439"/>
            <a:chExt cx="811" cy="972"/>
          </a:xfrm>
        </p:grpSpPr>
        <p:sp>
          <p:nvSpPr>
            <p:cNvPr id="1044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44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44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44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5474" name="Group 2"/>
          <p:cNvGrpSpPr>
            <a:grpSpLocks/>
          </p:cNvGrpSpPr>
          <p:nvPr/>
        </p:nvGrpSpPr>
        <p:grpSpPr bwMode="auto">
          <a:xfrm>
            <a:off x="7073900" y="215900"/>
            <a:ext cx="1878013" cy="1250950"/>
            <a:chOff x="4456" y="136"/>
            <a:chExt cx="1183" cy="788"/>
          </a:xfrm>
        </p:grpSpPr>
        <p:grpSp>
          <p:nvGrpSpPr>
            <p:cNvPr id="105534" name="Group 3"/>
            <p:cNvGrpSpPr>
              <a:grpSpLocks/>
            </p:cNvGrpSpPr>
            <p:nvPr/>
          </p:nvGrpSpPr>
          <p:grpSpPr bwMode="auto">
            <a:xfrm>
              <a:off x="4766" y="232"/>
              <a:ext cx="873" cy="692"/>
              <a:chOff x="2185" y="310"/>
              <a:chExt cx="873" cy="692"/>
            </a:xfrm>
          </p:grpSpPr>
          <p:sp>
            <p:nvSpPr>
              <p:cNvPr id="1055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5535" name="Group 11"/>
            <p:cNvGrpSpPr>
              <a:grpSpLocks/>
            </p:cNvGrpSpPr>
            <p:nvPr/>
          </p:nvGrpSpPr>
          <p:grpSpPr bwMode="auto">
            <a:xfrm>
              <a:off x="4949" y="336"/>
              <a:ext cx="591" cy="468"/>
              <a:chOff x="2185" y="310"/>
              <a:chExt cx="873" cy="692"/>
            </a:xfrm>
          </p:grpSpPr>
          <p:sp>
            <p:nvSpPr>
              <p:cNvPr id="1055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55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53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054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54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5478" name="Group 24"/>
          <p:cNvGrpSpPr>
            <a:grpSpLocks/>
          </p:cNvGrpSpPr>
          <p:nvPr/>
        </p:nvGrpSpPr>
        <p:grpSpPr bwMode="auto">
          <a:xfrm>
            <a:off x="2986088" y="1306513"/>
            <a:ext cx="446087" cy="534987"/>
            <a:chOff x="868" y="1439"/>
            <a:chExt cx="811" cy="972"/>
          </a:xfrm>
        </p:grpSpPr>
        <p:sp>
          <p:nvSpPr>
            <p:cNvPr id="1054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54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54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54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498" name="Group 2"/>
          <p:cNvGrpSpPr>
            <a:grpSpLocks/>
          </p:cNvGrpSpPr>
          <p:nvPr/>
        </p:nvGrpSpPr>
        <p:grpSpPr bwMode="auto">
          <a:xfrm>
            <a:off x="7073900" y="215900"/>
            <a:ext cx="1878013" cy="1250950"/>
            <a:chOff x="4456" y="136"/>
            <a:chExt cx="1183" cy="788"/>
          </a:xfrm>
        </p:grpSpPr>
        <p:grpSp>
          <p:nvGrpSpPr>
            <p:cNvPr id="106558" name="Group 3"/>
            <p:cNvGrpSpPr>
              <a:grpSpLocks/>
            </p:cNvGrpSpPr>
            <p:nvPr/>
          </p:nvGrpSpPr>
          <p:grpSpPr bwMode="auto">
            <a:xfrm>
              <a:off x="4766" y="232"/>
              <a:ext cx="873" cy="692"/>
              <a:chOff x="2185" y="310"/>
              <a:chExt cx="873" cy="692"/>
            </a:xfrm>
          </p:grpSpPr>
          <p:sp>
            <p:nvSpPr>
              <p:cNvPr id="1065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6559" name="Group 11"/>
            <p:cNvGrpSpPr>
              <a:grpSpLocks/>
            </p:cNvGrpSpPr>
            <p:nvPr/>
          </p:nvGrpSpPr>
          <p:grpSpPr bwMode="auto">
            <a:xfrm>
              <a:off x="4949" y="336"/>
              <a:ext cx="591" cy="468"/>
              <a:chOff x="2185" y="310"/>
              <a:chExt cx="873" cy="692"/>
            </a:xfrm>
          </p:grpSpPr>
          <p:sp>
            <p:nvSpPr>
              <p:cNvPr id="1065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65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56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065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65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6502" name="Group 24"/>
          <p:cNvGrpSpPr>
            <a:grpSpLocks/>
          </p:cNvGrpSpPr>
          <p:nvPr/>
        </p:nvGrpSpPr>
        <p:grpSpPr bwMode="auto">
          <a:xfrm>
            <a:off x="2986088" y="1306513"/>
            <a:ext cx="446087" cy="534987"/>
            <a:chOff x="868" y="1439"/>
            <a:chExt cx="811" cy="972"/>
          </a:xfrm>
        </p:grpSpPr>
        <p:sp>
          <p:nvSpPr>
            <p:cNvPr id="1065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65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65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65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523" name="Group 3"/>
          <p:cNvGrpSpPr>
            <a:grpSpLocks/>
          </p:cNvGrpSpPr>
          <p:nvPr/>
        </p:nvGrpSpPr>
        <p:grpSpPr bwMode="auto">
          <a:xfrm>
            <a:off x="7073900" y="215900"/>
            <a:ext cx="1878013" cy="1250950"/>
            <a:chOff x="4456" y="136"/>
            <a:chExt cx="1183" cy="788"/>
          </a:xfrm>
        </p:grpSpPr>
        <p:grpSp>
          <p:nvGrpSpPr>
            <p:cNvPr id="107643" name="Group 4"/>
            <p:cNvGrpSpPr>
              <a:grpSpLocks/>
            </p:cNvGrpSpPr>
            <p:nvPr/>
          </p:nvGrpSpPr>
          <p:grpSpPr bwMode="auto">
            <a:xfrm>
              <a:off x="4766" y="232"/>
              <a:ext cx="873" cy="692"/>
              <a:chOff x="2185" y="310"/>
              <a:chExt cx="873" cy="692"/>
            </a:xfrm>
          </p:grpSpPr>
          <p:sp>
            <p:nvSpPr>
              <p:cNvPr id="10765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6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7644" name="Group 12"/>
            <p:cNvGrpSpPr>
              <a:grpSpLocks/>
            </p:cNvGrpSpPr>
            <p:nvPr/>
          </p:nvGrpSpPr>
          <p:grpSpPr bwMode="auto">
            <a:xfrm>
              <a:off x="4949" y="336"/>
              <a:ext cx="591" cy="468"/>
              <a:chOff x="2185" y="310"/>
              <a:chExt cx="873" cy="692"/>
            </a:xfrm>
          </p:grpSpPr>
          <p:sp>
            <p:nvSpPr>
              <p:cNvPr id="10764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764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7646"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07524" name="Text Box 22"/>
          <p:cNvSpPr txBox="1">
            <a:spLocks noChangeArrowheads="1"/>
          </p:cNvSpPr>
          <p:nvPr/>
        </p:nvSpPr>
        <p:spPr bwMode="auto">
          <a:xfrm>
            <a:off x="693508" y="38569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1 R1</a:t>
            </a:r>
          </a:p>
        </p:txBody>
      </p:sp>
      <p:sp>
        <p:nvSpPr>
          <p:cNvPr id="107525" name="Text Box 23"/>
          <p:cNvSpPr txBox="1">
            <a:spLocks noChangeArrowheads="1"/>
          </p:cNvSpPr>
          <p:nvPr/>
        </p:nvSpPr>
        <p:spPr bwMode="auto">
          <a:xfrm>
            <a:off x="3268433" y="38569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107526" name="Text Box 24"/>
          <p:cNvSpPr txBox="1">
            <a:spLocks noChangeArrowheads="1"/>
          </p:cNvSpPr>
          <p:nvPr/>
        </p:nvSpPr>
        <p:spPr bwMode="auto">
          <a:xfrm>
            <a:off x="4779963"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07527" name="Rectangle 27"/>
          <p:cNvSpPr>
            <a:spLocks noGrp="1" noChangeArrowheads="1"/>
          </p:cNvSpPr>
          <p:nvPr>
            <p:ph type="title"/>
          </p:nvPr>
        </p:nvSpPr>
        <p:spPr>
          <a:xfrm>
            <a:off x="1525588" y="0"/>
            <a:ext cx="5372100" cy="647700"/>
          </a:xfrm>
        </p:spPr>
        <p:txBody>
          <a:bodyPr/>
          <a:lstStyle/>
          <a:p>
            <a:pPr eaLnBrk="1" hangingPunct="1"/>
            <a:r>
              <a:rPr lang="fr-FR" altLang="fr-FR"/>
              <a:t>Sem. 2 - Mardi (Ste Sidoine)</a:t>
            </a:r>
          </a:p>
        </p:txBody>
      </p:sp>
      <p:sp>
        <p:nvSpPr>
          <p:cNvPr id="107528" name="Text Box 28"/>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07529"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7530" name="Text Box 30"/>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7531" name="Group 32"/>
          <p:cNvGrpSpPr>
            <a:grpSpLocks/>
          </p:cNvGrpSpPr>
          <p:nvPr/>
        </p:nvGrpSpPr>
        <p:grpSpPr bwMode="auto">
          <a:xfrm>
            <a:off x="2843213" y="1106488"/>
            <a:ext cx="446087" cy="534987"/>
            <a:chOff x="868" y="1439"/>
            <a:chExt cx="811" cy="972"/>
          </a:xfrm>
        </p:grpSpPr>
        <p:sp>
          <p:nvSpPr>
            <p:cNvPr id="107592"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3"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4"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5"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6"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7"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8"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9"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0"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1"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2"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3"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4"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5"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6"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7"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8"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9"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0"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1"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2"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3"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4"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5"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6"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7"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8"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9"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0"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1"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2"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3"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4"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5"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6"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7"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8"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9"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0"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1"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2"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3"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4"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5"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6"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7"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8"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9"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0"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1"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2"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7532" name="Group 84"/>
          <p:cNvGrpSpPr>
            <a:grpSpLocks/>
          </p:cNvGrpSpPr>
          <p:nvPr/>
        </p:nvGrpSpPr>
        <p:grpSpPr bwMode="auto">
          <a:xfrm rot="-223274">
            <a:off x="735013" y="3030538"/>
            <a:ext cx="744537" cy="733425"/>
            <a:chOff x="2757" y="1666"/>
            <a:chExt cx="812" cy="800"/>
          </a:xfrm>
        </p:grpSpPr>
        <p:sp>
          <p:nvSpPr>
            <p:cNvPr id="107586"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7"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88"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89"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90"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91"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33" name="Group 91"/>
          <p:cNvGrpSpPr>
            <a:grpSpLocks/>
          </p:cNvGrpSpPr>
          <p:nvPr/>
        </p:nvGrpSpPr>
        <p:grpSpPr bwMode="auto">
          <a:xfrm rot="-223274">
            <a:off x="3397250" y="3028950"/>
            <a:ext cx="744538" cy="733425"/>
            <a:chOff x="2757" y="1666"/>
            <a:chExt cx="812" cy="800"/>
          </a:xfrm>
        </p:grpSpPr>
        <p:sp>
          <p:nvSpPr>
            <p:cNvPr id="107580"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1"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82"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83"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4"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85"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34" name="Group 123"/>
          <p:cNvGrpSpPr>
            <a:grpSpLocks/>
          </p:cNvGrpSpPr>
          <p:nvPr/>
        </p:nvGrpSpPr>
        <p:grpSpPr bwMode="auto">
          <a:xfrm rot="-223274">
            <a:off x="6348413" y="3027363"/>
            <a:ext cx="744537" cy="733425"/>
            <a:chOff x="2757" y="1666"/>
            <a:chExt cx="812" cy="800"/>
          </a:xfrm>
        </p:grpSpPr>
        <p:sp>
          <p:nvSpPr>
            <p:cNvPr id="107574"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5"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76"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77"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8"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79"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35" name="Text Box 130"/>
          <p:cNvSpPr txBox="1">
            <a:spLocks noChangeArrowheads="1"/>
          </p:cNvSpPr>
          <p:nvPr/>
        </p:nvSpPr>
        <p:spPr bwMode="auto">
          <a:xfrm>
            <a:off x="6189433" y="38569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1 R5</a:t>
            </a:r>
          </a:p>
        </p:txBody>
      </p:sp>
      <p:grpSp>
        <p:nvGrpSpPr>
          <p:cNvPr id="107536" name="Group 131"/>
          <p:cNvGrpSpPr>
            <a:grpSpLocks/>
          </p:cNvGrpSpPr>
          <p:nvPr/>
        </p:nvGrpSpPr>
        <p:grpSpPr bwMode="auto">
          <a:xfrm rot="-223274">
            <a:off x="4837113" y="3028950"/>
            <a:ext cx="744537" cy="733425"/>
            <a:chOff x="2757" y="1666"/>
            <a:chExt cx="812" cy="800"/>
          </a:xfrm>
        </p:grpSpPr>
        <p:sp>
          <p:nvSpPr>
            <p:cNvPr id="107568" name="Freeform 13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69" name="Freeform 13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70" name="Line 13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71" name="Freeform 13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2" name="Freeform 13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73" name="AutoShape 13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37" name="Text Box 159"/>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07540" name="Group 174"/>
          <p:cNvGrpSpPr>
            <a:grpSpLocks/>
          </p:cNvGrpSpPr>
          <p:nvPr/>
        </p:nvGrpSpPr>
        <p:grpSpPr bwMode="auto">
          <a:xfrm rot="-223274">
            <a:off x="2119313" y="3027363"/>
            <a:ext cx="744537" cy="733425"/>
            <a:chOff x="2757" y="1666"/>
            <a:chExt cx="812" cy="800"/>
          </a:xfrm>
        </p:grpSpPr>
        <p:sp>
          <p:nvSpPr>
            <p:cNvPr id="107550" name="Freeform 17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51" name="Freeform 17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52" name="Line 17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53" name="Freeform 17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54" name="Freeform 17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55" name="AutoShape 18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41" name="Text Box 181"/>
          <p:cNvSpPr txBox="1">
            <a:spLocks noChangeArrowheads="1"/>
          </p:cNvSpPr>
          <p:nvPr/>
        </p:nvSpPr>
        <p:spPr bwMode="auto">
          <a:xfrm>
            <a:off x="1960333" y="38569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R2</a:t>
            </a:r>
          </a:p>
        </p:txBody>
      </p:sp>
      <p:grpSp>
        <p:nvGrpSpPr>
          <p:cNvPr id="107542" name="Group 182"/>
          <p:cNvGrpSpPr>
            <a:grpSpLocks/>
          </p:cNvGrpSpPr>
          <p:nvPr/>
        </p:nvGrpSpPr>
        <p:grpSpPr bwMode="auto">
          <a:xfrm rot="-223274">
            <a:off x="7681913" y="3027363"/>
            <a:ext cx="744537" cy="733425"/>
            <a:chOff x="2757" y="1666"/>
            <a:chExt cx="812" cy="800"/>
          </a:xfrm>
        </p:grpSpPr>
        <p:sp>
          <p:nvSpPr>
            <p:cNvPr id="107544" name="Freeform 18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45" name="Freeform 18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46" name="Line 18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47" name="Freeform 18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48" name="Freeform 18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49" name="AutoShape 18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43" name="Text Box 189"/>
          <p:cNvSpPr txBox="1">
            <a:spLocks noChangeArrowheads="1"/>
          </p:cNvSpPr>
          <p:nvPr/>
        </p:nvSpPr>
        <p:spPr bwMode="auto">
          <a:xfrm>
            <a:off x="7522933" y="38569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grpSp>
        <p:nvGrpSpPr>
          <p:cNvPr id="2" name="Group 84">
            <a:extLst>
              <a:ext uri="{FF2B5EF4-FFF2-40B4-BE49-F238E27FC236}">
                <a16:creationId xmlns:a16="http://schemas.microsoft.com/office/drawing/2014/main" id="{9F7D5F18-083F-AF0B-5A79-584B3A17B5EB}"/>
              </a:ext>
            </a:extLst>
          </p:cNvPr>
          <p:cNvGrpSpPr>
            <a:grpSpLocks/>
          </p:cNvGrpSpPr>
          <p:nvPr/>
        </p:nvGrpSpPr>
        <p:grpSpPr bwMode="auto">
          <a:xfrm rot="-223274">
            <a:off x="7682937" y="2801847"/>
            <a:ext cx="744537" cy="733425"/>
            <a:chOff x="2757" y="1666"/>
            <a:chExt cx="812" cy="800"/>
          </a:xfrm>
        </p:grpSpPr>
        <p:sp>
          <p:nvSpPr>
            <p:cNvPr id="3" name="Freeform 85">
              <a:extLst>
                <a:ext uri="{FF2B5EF4-FFF2-40B4-BE49-F238E27FC236}">
                  <a16:creationId xmlns:a16="http://schemas.microsoft.com/office/drawing/2014/main" id="{B2D89C22-1505-BFEF-8A8E-517C24E52152}"/>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71F2FA2B-D643-FA2B-95D2-9D9D6AE945B8}"/>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73AF948B-C0B2-17F1-0348-33E5DA99644F}"/>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E23D669C-B094-4222-6200-52AC6A9EB1B7}"/>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875127FB-6499-63AF-1F0C-88CB94374761}"/>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8158ABCB-6C04-1CD8-136C-FBAF3B1847EC}"/>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4">
            <a:extLst>
              <a:ext uri="{FF2B5EF4-FFF2-40B4-BE49-F238E27FC236}">
                <a16:creationId xmlns:a16="http://schemas.microsoft.com/office/drawing/2014/main" id="{53373B0B-DC42-15FB-F8EA-C611C193355C}"/>
              </a:ext>
            </a:extLst>
          </p:cNvPr>
          <p:cNvGrpSpPr>
            <a:grpSpLocks/>
          </p:cNvGrpSpPr>
          <p:nvPr/>
        </p:nvGrpSpPr>
        <p:grpSpPr bwMode="auto">
          <a:xfrm rot="-223274">
            <a:off x="2140745" y="2806276"/>
            <a:ext cx="744537" cy="733425"/>
            <a:chOff x="2757" y="1666"/>
            <a:chExt cx="812" cy="800"/>
          </a:xfrm>
        </p:grpSpPr>
        <p:sp>
          <p:nvSpPr>
            <p:cNvPr id="10" name="Freeform 85">
              <a:extLst>
                <a:ext uri="{FF2B5EF4-FFF2-40B4-BE49-F238E27FC236}">
                  <a16:creationId xmlns:a16="http://schemas.microsoft.com/office/drawing/2014/main" id="{2BA016B2-7156-C2CF-C551-9AAE28A783D8}"/>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6">
              <a:extLst>
                <a:ext uri="{FF2B5EF4-FFF2-40B4-BE49-F238E27FC236}">
                  <a16:creationId xmlns:a16="http://schemas.microsoft.com/office/drawing/2014/main" id="{E1DE53FD-3BAD-EEB0-9697-1A1A2D5AB26D}"/>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7">
              <a:extLst>
                <a:ext uri="{FF2B5EF4-FFF2-40B4-BE49-F238E27FC236}">
                  <a16:creationId xmlns:a16="http://schemas.microsoft.com/office/drawing/2014/main" id="{326DAD9D-25AB-BD6D-E82D-E52CD1449DFA}"/>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8">
              <a:extLst>
                <a:ext uri="{FF2B5EF4-FFF2-40B4-BE49-F238E27FC236}">
                  <a16:creationId xmlns:a16="http://schemas.microsoft.com/office/drawing/2014/main" id="{25D98062-E5C5-CD35-16E8-BE37B8BAD90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9">
              <a:extLst>
                <a:ext uri="{FF2B5EF4-FFF2-40B4-BE49-F238E27FC236}">
                  <a16:creationId xmlns:a16="http://schemas.microsoft.com/office/drawing/2014/main" id="{7D293B61-54E6-DF66-A018-24B8448AB49B}"/>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0">
              <a:extLst>
                <a:ext uri="{FF2B5EF4-FFF2-40B4-BE49-F238E27FC236}">
                  <a16:creationId xmlns:a16="http://schemas.microsoft.com/office/drawing/2014/main" id="{3525C235-029E-D406-8984-8960D784809F}"/>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 name="Group 84">
            <a:extLst>
              <a:ext uri="{FF2B5EF4-FFF2-40B4-BE49-F238E27FC236}">
                <a16:creationId xmlns:a16="http://schemas.microsoft.com/office/drawing/2014/main" id="{1527A236-3FBE-FF34-E801-8B94A424E9E3}"/>
              </a:ext>
            </a:extLst>
          </p:cNvPr>
          <p:cNvGrpSpPr>
            <a:grpSpLocks/>
          </p:cNvGrpSpPr>
          <p:nvPr/>
        </p:nvGrpSpPr>
        <p:grpSpPr bwMode="auto">
          <a:xfrm rot="-223274">
            <a:off x="3504406" y="2734373"/>
            <a:ext cx="744537" cy="733425"/>
            <a:chOff x="2757" y="1666"/>
            <a:chExt cx="812" cy="800"/>
          </a:xfrm>
        </p:grpSpPr>
        <p:sp>
          <p:nvSpPr>
            <p:cNvPr id="17" name="Freeform 85">
              <a:extLst>
                <a:ext uri="{FF2B5EF4-FFF2-40B4-BE49-F238E27FC236}">
                  <a16:creationId xmlns:a16="http://schemas.microsoft.com/office/drawing/2014/main" id="{6771899E-1EFC-29DF-50BA-ABF8ECC41C7E}"/>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 name="Freeform 86">
              <a:extLst>
                <a:ext uri="{FF2B5EF4-FFF2-40B4-BE49-F238E27FC236}">
                  <a16:creationId xmlns:a16="http://schemas.microsoft.com/office/drawing/2014/main" id="{4789FABA-7068-2DC4-7D24-01AE6B4001AB}"/>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 name="Line 87">
              <a:extLst>
                <a:ext uri="{FF2B5EF4-FFF2-40B4-BE49-F238E27FC236}">
                  <a16:creationId xmlns:a16="http://schemas.microsoft.com/office/drawing/2014/main" id="{020D1C22-8E15-6CA1-E713-2676173D150F}"/>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 name="Freeform 88">
              <a:extLst>
                <a:ext uri="{FF2B5EF4-FFF2-40B4-BE49-F238E27FC236}">
                  <a16:creationId xmlns:a16="http://schemas.microsoft.com/office/drawing/2014/main" id="{52F9E55E-3C2A-EC8A-6235-EDBFC79E3C57}"/>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 name="Freeform 89">
              <a:extLst>
                <a:ext uri="{FF2B5EF4-FFF2-40B4-BE49-F238E27FC236}">
                  <a16:creationId xmlns:a16="http://schemas.microsoft.com/office/drawing/2014/main" id="{91487BE1-886E-8EC8-7715-2E85BEF5723F}"/>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2" name="AutoShape 90">
              <a:extLst>
                <a:ext uri="{FF2B5EF4-FFF2-40B4-BE49-F238E27FC236}">
                  <a16:creationId xmlns:a16="http://schemas.microsoft.com/office/drawing/2014/main" id="{E5DAF72D-D6AD-0AE7-AFCB-109AA4D3307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8546" name="Group 2"/>
          <p:cNvGrpSpPr>
            <a:grpSpLocks/>
          </p:cNvGrpSpPr>
          <p:nvPr/>
        </p:nvGrpSpPr>
        <p:grpSpPr bwMode="auto">
          <a:xfrm>
            <a:off x="7073900" y="215900"/>
            <a:ext cx="1878013" cy="1250950"/>
            <a:chOff x="4456" y="136"/>
            <a:chExt cx="1183" cy="788"/>
          </a:xfrm>
        </p:grpSpPr>
        <p:grpSp>
          <p:nvGrpSpPr>
            <p:cNvPr id="108606" name="Group 3"/>
            <p:cNvGrpSpPr>
              <a:grpSpLocks/>
            </p:cNvGrpSpPr>
            <p:nvPr/>
          </p:nvGrpSpPr>
          <p:grpSpPr bwMode="auto">
            <a:xfrm>
              <a:off x="4766" y="232"/>
              <a:ext cx="873" cy="692"/>
              <a:chOff x="2185" y="310"/>
              <a:chExt cx="873" cy="692"/>
            </a:xfrm>
          </p:grpSpPr>
          <p:sp>
            <p:nvSpPr>
              <p:cNvPr id="1086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8607" name="Group 11"/>
            <p:cNvGrpSpPr>
              <a:grpSpLocks/>
            </p:cNvGrpSpPr>
            <p:nvPr/>
          </p:nvGrpSpPr>
          <p:grpSpPr bwMode="auto">
            <a:xfrm>
              <a:off x="4949" y="336"/>
              <a:ext cx="591" cy="468"/>
              <a:chOff x="2185" y="310"/>
              <a:chExt cx="873" cy="692"/>
            </a:xfrm>
          </p:grpSpPr>
          <p:sp>
            <p:nvSpPr>
              <p:cNvPr id="1086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86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86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085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85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8550" name="Group 24"/>
          <p:cNvGrpSpPr>
            <a:grpSpLocks/>
          </p:cNvGrpSpPr>
          <p:nvPr/>
        </p:nvGrpSpPr>
        <p:grpSpPr bwMode="auto">
          <a:xfrm>
            <a:off x="2986088" y="1306513"/>
            <a:ext cx="446087" cy="534987"/>
            <a:chOff x="868" y="1439"/>
            <a:chExt cx="811" cy="972"/>
          </a:xfrm>
        </p:grpSpPr>
        <p:sp>
          <p:nvSpPr>
            <p:cNvPr id="1085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85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085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85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9570" name="Group 2"/>
          <p:cNvGrpSpPr>
            <a:grpSpLocks/>
          </p:cNvGrpSpPr>
          <p:nvPr/>
        </p:nvGrpSpPr>
        <p:grpSpPr bwMode="auto">
          <a:xfrm>
            <a:off x="7073900" y="215900"/>
            <a:ext cx="1878013" cy="1250950"/>
            <a:chOff x="4456" y="136"/>
            <a:chExt cx="1183" cy="788"/>
          </a:xfrm>
        </p:grpSpPr>
        <p:grpSp>
          <p:nvGrpSpPr>
            <p:cNvPr id="109630" name="Group 3"/>
            <p:cNvGrpSpPr>
              <a:grpSpLocks/>
            </p:cNvGrpSpPr>
            <p:nvPr/>
          </p:nvGrpSpPr>
          <p:grpSpPr bwMode="auto">
            <a:xfrm>
              <a:off x="4766" y="232"/>
              <a:ext cx="873" cy="692"/>
              <a:chOff x="2185" y="310"/>
              <a:chExt cx="873" cy="692"/>
            </a:xfrm>
          </p:grpSpPr>
          <p:sp>
            <p:nvSpPr>
              <p:cNvPr id="1096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9631" name="Group 11"/>
            <p:cNvGrpSpPr>
              <a:grpSpLocks/>
            </p:cNvGrpSpPr>
            <p:nvPr/>
          </p:nvGrpSpPr>
          <p:grpSpPr bwMode="auto">
            <a:xfrm>
              <a:off x="4949" y="336"/>
              <a:ext cx="591" cy="468"/>
              <a:chOff x="2185" y="310"/>
              <a:chExt cx="873" cy="692"/>
            </a:xfrm>
          </p:grpSpPr>
          <p:sp>
            <p:nvSpPr>
              <p:cNvPr id="1096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96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6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095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95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9574" name="Group 24"/>
          <p:cNvGrpSpPr>
            <a:grpSpLocks/>
          </p:cNvGrpSpPr>
          <p:nvPr/>
        </p:nvGrpSpPr>
        <p:grpSpPr bwMode="auto">
          <a:xfrm>
            <a:off x="2986088" y="1306513"/>
            <a:ext cx="446087" cy="534987"/>
            <a:chOff x="868" y="1439"/>
            <a:chExt cx="811" cy="972"/>
          </a:xfrm>
        </p:grpSpPr>
        <p:sp>
          <p:nvSpPr>
            <p:cNvPr id="1095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95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095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95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0594" name="Group 2"/>
          <p:cNvGrpSpPr>
            <a:grpSpLocks/>
          </p:cNvGrpSpPr>
          <p:nvPr/>
        </p:nvGrpSpPr>
        <p:grpSpPr bwMode="auto">
          <a:xfrm>
            <a:off x="7073900" y="215900"/>
            <a:ext cx="1878013" cy="1250950"/>
            <a:chOff x="4456" y="136"/>
            <a:chExt cx="1183" cy="788"/>
          </a:xfrm>
        </p:grpSpPr>
        <p:grpSp>
          <p:nvGrpSpPr>
            <p:cNvPr id="110654" name="Group 3"/>
            <p:cNvGrpSpPr>
              <a:grpSpLocks/>
            </p:cNvGrpSpPr>
            <p:nvPr/>
          </p:nvGrpSpPr>
          <p:grpSpPr bwMode="auto">
            <a:xfrm>
              <a:off x="4766" y="232"/>
              <a:ext cx="873" cy="692"/>
              <a:chOff x="2185" y="310"/>
              <a:chExt cx="873" cy="692"/>
            </a:xfrm>
          </p:grpSpPr>
          <p:sp>
            <p:nvSpPr>
              <p:cNvPr id="1106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0655" name="Group 11"/>
            <p:cNvGrpSpPr>
              <a:grpSpLocks/>
            </p:cNvGrpSpPr>
            <p:nvPr/>
          </p:nvGrpSpPr>
          <p:grpSpPr bwMode="auto">
            <a:xfrm>
              <a:off x="4949" y="336"/>
              <a:ext cx="591" cy="468"/>
              <a:chOff x="2185" y="310"/>
              <a:chExt cx="873" cy="692"/>
            </a:xfrm>
          </p:grpSpPr>
          <p:sp>
            <p:nvSpPr>
              <p:cNvPr id="1106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06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06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105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05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0598" name="Group 24"/>
          <p:cNvGrpSpPr>
            <a:grpSpLocks/>
          </p:cNvGrpSpPr>
          <p:nvPr/>
        </p:nvGrpSpPr>
        <p:grpSpPr bwMode="auto">
          <a:xfrm>
            <a:off x="2986088" y="1306513"/>
            <a:ext cx="446087" cy="534987"/>
            <a:chOff x="868" y="1439"/>
            <a:chExt cx="811" cy="972"/>
          </a:xfrm>
        </p:grpSpPr>
        <p:sp>
          <p:nvSpPr>
            <p:cNvPr id="1106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06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06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06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1618" name="Group 2"/>
          <p:cNvGrpSpPr>
            <a:grpSpLocks/>
          </p:cNvGrpSpPr>
          <p:nvPr/>
        </p:nvGrpSpPr>
        <p:grpSpPr bwMode="auto">
          <a:xfrm>
            <a:off x="7073900" y="215900"/>
            <a:ext cx="1878013" cy="1250950"/>
            <a:chOff x="4456" y="136"/>
            <a:chExt cx="1183" cy="788"/>
          </a:xfrm>
        </p:grpSpPr>
        <p:grpSp>
          <p:nvGrpSpPr>
            <p:cNvPr id="111678" name="Group 3"/>
            <p:cNvGrpSpPr>
              <a:grpSpLocks/>
            </p:cNvGrpSpPr>
            <p:nvPr/>
          </p:nvGrpSpPr>
          <p:grpSpPr bwMode="auto">
            <a:xfrm>
              <a:off x="4766" y="232"/>
              <a:ext cx="873" cy="692"/>
              <a:chOff x="2185" y="310"/>
              <a:chExt cx="873" cy="692"/>
            </a:xfrm>
          </p:grpSpPr>
          <p:sp>
            <p:nvSpPr>
              <p:cNvPr id="1116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1679" name="Group 11"/>
            <p:cNvGrpSpPr>
              <a:grpSpLocks/>
            </p:cNvGrpSpPr>
            <p:nvPr/>
          </p:nvGrpSpPr>
          <p:grpSpPr bwMode="auto">
            <a:xfrm>
              <a:off x="4949" y="336"/>
              <a:ext cx="591" cy="468"/>
              <a:chOff x="2185" y="310"/>
              <a:chExt cx="873" cy="692"/>
            </a:xfrm>
          </p:grpSpPr>
          <p:sp>
            <p:nvSpPr>
              <p:cNvPr id="1116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16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6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116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16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1622" name="Group 24"/>
          <p:cNvGrpSpPr>
            <a:grpSpLocks/>
          </p:cNvGrpSpPr>
          <p:nvPr/>
        </p:nvGrpSpPr>
        <p:grpSpPr bwMode="auto">
          <a:xfrm>
            <a:off x="2986088" y="1306513"/>
            <a:ext cx="446087" cy="534987"/>
            <a:chOff x="868" y="1439"/>
            <a:chExt cx="811" cy="972"/>
          </a:xfrm>
        </p:grpSpPr>
        <p:sp>
          <p:nvSpPr>
            <p:cNvPr id="1116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16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16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16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642" name="Group 2"/>
          <p:cNvGrpSpPr>
            <a:grpSpLocks/>
          </p:cNvGrpSpPr>
          <p:nvPr/>
        </p:nvGrpSpPr>
        <p:grpSpPr bwMode="auto">
          <a:xfrm>
            <a:off x="7073900" y="215900"/>
            <a:ext cx="1878013" cy="1250950"/>
            <a:chOff x="4456" y="136"/>
            <a:chExt cx="1183" cy="788"/>
          </a:xfrm>
        </p:grpSpPr>
        <p:grpSp>
          <p:nvGrpSpPr>
            <p:cNvPr id="112702" name="Group 3"/>
            <p:cNvGrpSpPr>
              <a:grpSpLocks/>
            </p:cNvGrpSpPr>
            <p:nvPr/>
          </p:nvGrpSpPr>
          <p:grpSpPr bwMode="auto">
            <a:xfrm>
              <a:off x="4766" y="232"/>
              <a:ext cx="873" cy="692"/>
              <a:chOff x="2185" y="310"/>
              <a:chExt cx="873" cy="692"/>
            </a:xfrm>
          </p:grpSpPr>
          <p:sp>
            <p:nvSpPr>
              <p:cNvPr id="1127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2703" name="Group 11"/>
            <p:cNvGrpSpPr>
              <a:grpSpLocks/>
            </p:cNvGrpSpPr>
            <p:nvPr/>
          </p:nvGrpSpPr>
          <p:grpSpPr bwMode="auto">
            <a:xfrm>
              <a:off x="4949" y="336"/>
              <a:ext cx="591" cy="468"/>
              <a:chOff x="2185" y="310"/>
              <a:chExt cx="873" cy="692"/>
            </a:xfrm>
          </p:grpSpPr>
          <p:sp>
            <p:nvSpPr>
              <p:cNvPr id="1127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27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126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26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2646" name="Group 24"/>
          <p:cNvGrpSpPr>
            <a:grpSpLocks/>
          </p:cNvGrpSpPr>
          <p:nvPr/>
        </p:nvGrpSpPr>
        <p:grpSpPr bwMode="auto">
          <a:xfrm>
            <a:off x="2986088" y="1306513"/>
            <a:ext cx="446087" cy="534987"/>
            <a:chOff x="868" y="1439"/>
            <a:chExt cx="811" cy="972"/>
          </a:xfrm>
        </p:grpSpPr>
        <p:sp>
          <p:nvSpPr>
            <p:cNvPr id="1126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26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26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26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666" name="Group 2"/>
          <p:cNvGrpSpPr>
            <a:grpSpLocks/>
          </p:cNvGrpSpPr>
          <p:nvPr/>
        </p:nvGrpSpPr>
        <p:grpSpPr bwMode="auto">
          <a:xfrm>
            <a:off x="7073900" y="215900"/>
            <a:ext cx="1878013" cy="1250950"/>
            <a:chOff x="4456" y="136"/>
            <a:chExt cx="1183" cy="788"/>
          </a:xfrm>
        </p:grpSpPr>
        <p:grpSp>
          <p:nvGrpSpPr>
            <p:cNvPr id="113726" name="Group 3"/>
            <p:cNvGrpSpPr>
              <a:grpSpLocks/>
            </p:cNvGrpSpPr>
            <p:nvPr/>
          </p:nvGrpSpPr>
          <p:grpSpPr bwMode="auto">
            <a:xfrm>
              <a:off x="4766" y="232"/>
              <a:ext cx="873" cy="692"/>
              <a:chOff x="2185" y="310"/>
              <a:chExt cx="873" cy="692"/>
            </a:xfrm>
          </p:grpSpPr>
          <p:sp>
            <p:nvSpPr>
              <p:cNvPr id="1137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3727" name="Group 11"/>
            <p:cNvGrpSpPr>
              <a:grpSpLocks/>
            </p:cNvGrpSpPr>
            <p:nvPr/>
          </p:nvGrpSpPr>
          <p:grpSpPr bwMode="auto">
            <a:xfrm>
              <a:off x="4949" y="336"/>
              <a:ext cx="591" cy="468"/>
              <a:chOff x="2185" y="310"/>
              <a:chExt cx="873" cy="692"/>
            </a:xfrm>
          </p:grpSpPr>
          <p:sp>
            <p:nvSpPr>
              <p:cNvPr id="1137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37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7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136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36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3670" name="Group 24"/>
          <p:cNvGrpSpPr>
            <a:grpSpLocks/>
          </p:cNvGrpSpPr>
          <p:nvPr/>
        </p:nvGrpSpPr>
        <p:grpSpPr bwMode="auto">
          <a:xfrm>
            <a:off x="2986088" y="1306513"/>
            <a:ext cx="446087" cy="534987"/>
            <a:chOff x="868" y="1439"/>
            <a:chExt cx="811" cy="972"/>
          </a:xfrm>
        </p:grpSpPr>
        <p:sp>
          <p:nvSpPr>
            <p:cNvPr id="1136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36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36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36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4690" name="Rectangle 2"/>
          <p:cNvSpPr>
            <a:spLocks noGrp="1" noChangeArrowheads="1"/>
          </p:cNvSpPr>
          <p:nvPr>
            <p:ph type="title"/>
          </p:nvPr>
        </p:nvSpPr>
        <p:spPr/>
        <p:txBody>
          <a:bodyPr/>
          <a:lstStyle/>
          <a:p>
            <a:pPr eaLnBrk="1" hangingPunct="1"/>
            <a:r>
              <a:rPr lang="fr-FR" altLang="fr-FR"/>
              <a:t>Question</a:t>
            </a:r>
          </a:p>
        </p:txBody>
      </p:sp>
      <p:sp>
        <p:nvSpPr>
          <p:cNvPr id="114691" name="Rectangle 3"/>
          <p:cNvSpPr>
            <a:spLocks noGrp="1" noChangeArrowheads="1"/>
          </p:cNvSpPr>
          <p:nvPr>
            <p:ph type="body" idx="1"/>
          </p:nvPr>
        </p:nvSpPr>
        <p:spPr>
          <a:xfrm>
            <a:off x="306388" y="1598613"/>
            <a:ext cx="8610600" cy="4264025"/>
          </a:xfrm>
        </p:spPr>
        <p:txBody>
          <a:bodyPr/>
          <a:lstStyle/>
          <a:p>
            <a:pPr eaLnBrk="1" hangingPunct="1">
              <a:buFontTx/>
              <a:buNone/>
            </a:pPr>
            <a:r>
              <a:rPr lang="fr-FR" altLang="fr-FR" u="sng" dirty="0"/>
              <a:t>Origine</a:t>
            </a:r>
            <a:r>
              <a:rPr lang="fr-FR" altLang="fr-FR" dirty="0"/>
              <a:t> : Service Qualité</a:t>
            </a:r>
          </a:p>
          <a:p>
            <a:pPr eaLnBrk="1" hangingPunct="1">
              <a:buFontTx/>
              <a:buNone/>
            </a:pPr>
            <a:r>
              <a:rPr lang="fr-FR" altLang="fr-FR" u="sng" dirty="0"/>
              <a:t>Destinataire</a:t>
            </a:r>
            <a:r>
              <a:rPr lang="fr-FR" altLang="fr-FR" dirty="0"/>
              <a:t> : Production</a:t>
            </a:r>
          </a:p>
          <a:p>
            <a:pPr eaLnBrk="1" hangingPunct="1">
              <a:buFontTx/>
              <a:buNone/>
            </a:pPr>
            <a:endParaRPr lang="fr-FR" altLang="fr-FR" dirty="0"/>
          </a:p>
          <a:p>
            <a:pPr eaLnBrk="1" hangingPunct="1"/>
            <a:r>
              <a:rPr lang="fr-FR" altLang="fr-FR" dirty="0"/>
              <a:t>Les Etablissements DELABRE utiliseront dorénavant leurs réducteurs R1 dans une ambiance saline. Il est nécessaire d'améliorer leur résistance à la corrosion. </a:t>
            </a:r>
          </a:p>
          <a:p>
            <a:pPr eaLnBrk="1" hangingPunct="1"/>
            <a:r>
              <a:rPr lang="fr-FR" altLang="fr-FR" dirty="0"/>
              <a:t>La modification peut être envisagée sous 2 formes : </a:t>
            </a:r>
          </a:p>
          <a:p>
            <a:pPr lvl="1" eaLnBrk="1" hangingPunct="1"/>
            <a:r>
              <a:rPr lang="fr-FR" altLang="fr-FR" dirty="0"/>
              <a:t>soit exécuter un traitement de surface sur le carter usiné, </a:t>
            </a:r>
          </a:p>
          <a:p>
            <a:pPr lvl="1" eaLnBrk="1" hangingPunct="1"/>
            <a:r>
              <a:rPr lang="fr-FR" altLang="fr-FR" dirty="0"/>
              <a:t>soit ajouter des joints toriques au moment du montage final. </a:t>
            </a:r>
          </a:p>
          <a:p>
            <a:pPr eaLnBrk="1" hangingPunct="1"/>
            <a:r>
              <a:rPr lang="fr-FR" altLang="fr-FR" dirty="0"/>
              <a:t>La première solution coûtera 4,20 € par réducteur, la seconde  6,35 €.</a:t>
            </a:r>
          </a:p>
          <a:p>
            <a:pPr eaLnBrk="1" hangingPunct="1"/>
            <a:r>
              <a:rPr lang="fr-FR" altLang="fr-FR" dirty="0"/>
              <a:t>Merci de bien vouloir étudier ce dossier et de me donner votre avis.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5714" name="Group 2"/>
          <p:cNvGrpSpPr>
            <a:grpSpLocks/>
          </p:cNvGrpSpPr>
          <p:nvPr/>
        </p:nvGrpSpPr>
        <p:grpSpPr bwMode="auto">
          <a:xfrm>
            <a:off x="7073900" y="215900"/>
            <a:ext cx="1878013" cy="1250950"/>
            <a:chOff x="4456" y="136"/>
            <a:chExt cx="1183" cy="788"/>
          </a:xfrm>
        </p:grpSpPr>
        <p:grpSp>
          <p:nvGrpSpPr>
            <p:cNvPr id="115774" name="Group 3"/>
            <p:cNvGrpSpPr>
              <a:grpSpLocks/>
            </p:cNvGrpSpPr>
            <p:nvPr/>
          </p:nvGrpSpPr>
          <p:grpSpPr bwMode="auto">
            <a:xfrm>
              <a:off x="4766" y="232"/>
              <a:ext cx="873" cy="692"/>
              <a:chOff x="2185" y="310"/>
              <a:chExt cx="873" cy="692"/>
            </a:xfrm>
          </p:grpSpPr>
          <p:sp>
            <p:nvSpPr>
              <p:cNvPr id="1157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5775" name="Group 11"/>
            <p:cNvGrpSpPr>
              <a:grpSpLocks/>
            </p:cNvGrpSpPr>
            <p:nvPr/>
          </p:nvGrpSpPr>
          <p:grpSpPr bwMode="auto">
            <a:xfrm>
              <a:off x="4949" y="336"/>
              <a:ext cx="591" cy="468"/>
              <a:chOff x="2185" y="310"/>
              <a:chExt cx="873" cy="692"/>
            </a:xfrm>
          </p:grpSpPr>
          <p:sp>
            <p:nvSpPr>
              <p:cNvPr id="1157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57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77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157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57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5718" name="Group 24"/>
          <p:cNvGrpSpPr>
            <a:grpSpLocks/>
          </p:cNvGrpSpPr>
          <p:nvPr/>
        </p:nvGrpSpPr>
        <p:grpSpPr bwMode="auto">
          <a:xfrm>
            <a:off x="2986088" y="1306513"/>
            <a:ext cx="446087" cy="534987"/>
            <a:chOff x="868" y="1439"/>
            <a:chExt cx="811" cy="972"/>
          </a:xfrm>
        </p:grpSpPr>
        <p:sp>
          <p:nvSpPr>
            <p:cNvPr id="1157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57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57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57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738" name="Picture 1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16739" name="Rectangle 2"/>
          <p:cNvSpPr>
            <a:spLocks noGrp="1" noChangeArrowheads="1"/>
          </p:cNvSpPr>
          <p:nvPr>
            <p:ph type="title"/>
          </p:nvPr>
        </p:nvSpPr>
        <p:spPr/>
        <p:txBody>
          <a:bodyPr/>
          <a:lstStyle/>
          <a:p>
            <a:pPr eaLnBrk="1" hangingPunct="1"/>
            <a:r>
              <a:rPr lang="fr-FR" altLang="fr-FR"/>
              <a:t>Enregistrement des progrès</a:t>
            </a:r>
          </a:p>
        </p:txBody>
      </p:sp>
      <p:sp>
        <p:nvSpPr>
          <p:cNvPr id="116740" name="Oval 11"/>
          <p:cNvSpPr>
            <a:spLocks noChangeArrowheads="1"/>
          </p:cNvSpPr>
          <p:nvPr/>
        </p:nvSpPr>
        <p:spPr bwMode="auto">
          <a:xfrm>
            <a:off x="8156575" y="328612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6741" name="AutoShape 12"/>
          <p:cNvSpPr>
            <a:spLocks/>
          </p:cNvSpPr>
          <p:nvPr/>
        </p:nvSpPr>
        <p:spPr bwMode="auto">
          <a:xfrm>
            <a:off x="4852988" y="4083050"/>
            <a:ext cx="2171700" cy="573088"/>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r-FR" altLang="fr-FR"/>
              <a:t>Ajustement des stocks</a:t>
            </a:r>
          </a:p>
        </p:txBody>
      </p:sp>
      <p:sp>
        <p:nvSpPr>
          <p:cNvPr id="117763" name="Rectangle 3"/>
          <p:cNvSpPr>
            <a:spLocks noGrp="1" noChangeArrowheads="1"/>
          </p:cNvSpPr>
          <p:nvPr>
            <p:ph type="body" idx="1"/>
          </p:nvPr>
        </p:nvSpPr>
        <p:spPr/>
        <p:txBody>
          <a:bodyPr/>
          <a:lstStyle/>
          <a:p>
            <a:pPr eaLnBrk="1" hangingPunct="1"/>
            <a:r>
              <a:rPr lang="fr-FR" altLang="fr-FR" dirty="0"/>
              <a:t>Vous pouvez réduire vos stocks pour tenir compte de vos progrès (mais il est interdit de les augmenter).</a:t>
            </a:r>
          </a:p>
          <a:p>
            <a:pPr eaLnBrk="1" hangingPunct="1"/>
            <a:r>
              <a:rPr lang="fr-FR" altLang="fr-FR" dirty="0"/>
              <a:t>Faîtes </a:t>
            </a:r>
            <a:r>
              <a:rPr lang="fr-FR" altLang="fr-FR" dirty="0">
                <a:solidFill>
                  <a:srgbClr val="FC2C1C"/>
                </a:solidFill>
              </a:rPr>
              <a:t>l’inventaire</a:t>
            </a:r>
            <a:r>
              <a:rPr lang="fr-FR" altLang="fr-FR" dirty="0"/>
              <a:t> après la baisse éventuelle des stocks, et mettez à jour votre </a:t>
            </a:r>
            <a:r>
              <a:rPr lang="fr-FR" altLang="fr-FR" dirty="0">
                <a:solidFill>
                  <a:srgbClr val="FC2C1C"/>
                </a:solidFill>
              </a:rPr>
              <a:t>feuille Résultats</a:t>
            </a:r>
            <a:r>
              <a:rPr lang="fr-FR" altLang="fr-FR" dirty="0"/>
              <a:t>.</a:t>
            </a:r>
          </a:p>
          <a:p>
            <a:pPr eaLnBrk="1" hangingPunct="1"/>
            <a:r>
              <a:rPr lang="fr-FR" altLang="fr-FR" dirty="0"/>
              <a:t>Vous pouvez également </a:t>
            </a:r>
            <a:r>
              <a:rPr lang="fr-FR" altLang="fr-FR" dirty="0">
                <a:solidFill>
                  <a:srgbClr val="FC2C1C"/>
                </a:solidFill>
              </a:rPr>
              <a:t>diminuer le nombre de tickets</a:t>
            </a:r>
            <a:r>
              <a:rPr lang="fr-FR" altLang="fr-FR" dirty="0"/>
              <a:t> dans certaines boucles, de façon à maintenir le stock à un niveau faible (tension du flux par diminution du nombre de tickets).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8787" name="Group 3"/>
          <p:cNvGrpSpPr>
            <a:grpSpLocks/>
          </p:cNvGrpSpPr>
          <p:nvPr/>
        </p:nvGrpSpPr>
        <p:grpSpPr bwMode="auto">
          <a:xfrm>
            <a:off x="7073900" y="215900"/>
            <a:ext cx="1878013" cy="1250950"/>
            <a:chOff x="4456" y="136"/>
            <a:chExt cx="1183" cy="788"/>
          </a:xfrm>
        </p:grpSpPr>
        <p:grpSp>
          <p:nvGrpSpPr>
            <p:cNvPr id="118880" name="Group 4"/>
            <p:cNvGrpSpPr>
              <a:grpSpLocks/>
            </p:cNvGrpSpPr>
            <p:nvPr/>
          </p:nvGrpSpPr>
          <p:grpSpPr bwMode="auto">
            <a:xfrm>
              <a:off x="4766" y="232"/>
              <a:ext cx="873" cy="692"/>
              <a:chOff x="2185" y="310"/>
              <a:chExt cx="873" cy="692"/>
            </a:xfrm>
          </p:grpSpPr>
          <p:sp>
            <p:nvSpPr>
              <p:cNvPr id="11889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8881" name="Group 12"/>
            <p:cNvGrpSpPr>
              <a:grpSpLocks/>
            </p:cNvGrpSpPr>
            <p:nvPr/>
          </p:nvGrpSpPr>
          <p:grpSpPr bwMode="auto">
            <a:xfrm>
              <a:off x="4949" y="336"/>
              <a:ext cx="591" cy="468"/>
              <a:chOff x="2185" y="310"/>
              <a:chExt cx="873" cy="692"/>
            </a:xfrm>
          </p:grpSpPr>
          <p:sp>
            <p:nvSpPr>
              <p:cNvPr id="11888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888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8883"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18788" name="Text Box 22"/>
          <p:cNvSpPr txBox="1">
            <a:spLocks noChangeArrowheads="1"/>
          </p:cNvSpPr>
          <p:nvPr/>
        </p:nvSpPr>
        <p:spPr bwMode="auto">
          <a:xfrm>
            <a:off x="2227033" y="37553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1 R2</a:t>
            </a:r>
          </a:p>
        </p:txBody>
      </p:sp>
      <p:sp>
        <p:nvSpPr>
          <p:cNvPr id="118789" name="Text Box 23"/>
          <p:cNvSpPr txBox="1">
            <a:spLocks noChangeArrowheads="1"/>
          </p:cNvSpPr>
          <p:nvPr/>
        </p:nvSpPr>
        <p:spPr bwMode="auto">
          <a:xfrm>
            <a:off x="3652838" y="37576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18790" name="Text Box 26"/>
          <p:cNvSpPr txBox="1">
            <a:spLocks noChangeArrowheads="1"/>
          </p:cNvSpPr>
          <p:nvPr/>
        </p:nvSpPr>
        <p:spPr bwMode="auto">
          <a:xfrm>
            <a:off x="5420519" y="3754438"/>
            <a:ext cx="2108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5 Couronnes</a:t>
            </a:r>
          </a:p>
        </p:txBody>
      </p:sp>
      <p:sp>
        <p:nvSpPr>
          <p:cNvPr id="118791" name="Rectangle 27"/>
          <p:cNvSpPr>
            <a:spLocks noGrp="1" noChangeArrowheads="1"/>
          </p:cNvSpPr>
          <p:nvPr>
            <p:ph type="title"/>
          </p:nvPr>
        </p:nvSpPr>
        <p:spPr>
          <a:xfrm>
            <a:off x="858838" y="0"/>
            <a:ext cx="6038850" cy="647700"/>
          </a:xfrm>
        </p:spPr>
        <p:txBody>
          <a:bodyPr/>
          <a:lstStyle/>
          <a:p>
            <a:pPr eaLnBrk="1" hangingPunct="1"/>
            <a:r>
              <a:rPr lang="fr-FR" altLang="fr-FR"/>
              <a:t>Sem. 2 - Mercredi </a:t>
            </a:r>
            <a:r>
              <a:rPr lang="fr-FR" altLang="fr-FR" sz="2200"/>
              <a:t>(fêtes de la dynastie</a:t>
            </a:r>
            <a:r>
              <a:rPr lang="fr-FR" altLang="fr-FR"/>
              <a:t>)</a:t>
            </a:r>
          </a:p>
        </p:txBody>
      </p:sp>
      <p:sp>
        <p:nvSpPr>
          <p:cNvPr id="118792"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18793"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8794"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8795" name="Group 32"/>
          <p:cNvGrpSpPr>
            <a:grpSpLocks/>
          </p:cNvGrpSpPr>
          <p:nvPr/>
        </p:nvGrpSpPr>
        <p:grpSpPr bwMode="auto">
          <a:xfrm>
            <a:off x="2843213" y="1106488"/>
            <a:ext cx="446087" cy="534987"/>
            <a:chOff x="868" y="1439"/>
            <a:chExt cx="811" cy="972"/>
          </a:xfrm>
        </p:grpSpPr>
        <p:sp>
          <p:nvSpPr>
            <p:cNvPr id="118829"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0"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1"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2"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3"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4"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5"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6"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7"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8"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9"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0"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1"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2"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3"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4"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5"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6"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7"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8"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9"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0"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1"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2"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3"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4"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5"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6"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7"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8"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9"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0"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1"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2"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3"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4"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5"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6"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7"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8"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9"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0"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1"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2"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3"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4"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5"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6"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7"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8"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9"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8796" name="Group 84"/>
          <p:cNvGrpSpPr>
            <a:grpSpLocks/>
          </p:cNvGrpSpPr>
          <p:nvPr/>
        </p:nvGrpSpPr>
        <p:grpSpPr bwMode="auto">
          <a:xfrm rot="-223274">
            <a:off x="2344738" y="2982913"/>
            <a:ext cx="744537" cy="733425"/>
            <a:chOff x="2757" y="1666"/>
            <a:chExt cx="812" cy="800"/>
          </a:xfrm>
        </p:grpSpPr>
        <p:sp>
          <p:nvSpPr>
            <p:cNvPr id="118823"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4"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25"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26"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7"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28"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18797" name="Group 91"/>
          <p:cNvGrpSpPr>
            <a:grpSpLocks/>
          </p:cNvGrpSpPr>
          <p:nvPr/>
        </p:nvGrpSpPr>
        <p:grpSpPr bwMode="auto">
          <a:xfrm rot="-223274">
            <a:off x="3730625" y="2981325"/>
            <a:ext cx="744538" cy="733425"/>
            <a:chOff x="2757" y="1666"/>
            <a:chExt cx="812" cy="800"/>
          </a:xfrm>
        </p:grpSpPr>
        <p:sp>
          <p:nvSpPr>
            <p:cNvPr id="118817"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8"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19"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20"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1"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22"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18798" name="Oval 112"/>
          <p:cNvSpPr>
            <a:spLocks noChangeArrowheads="1"/>
          </p:cNvSpPr>
          <p:nvPr/>
        </p:nvSpPr>
        <p:spPr bwMode="auto">
          <a:xfrm rot="-5400000">
            <a:off x="5566569" y="319325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799" name="Oval 113"/>
          <p:cNvSpPr>
            <a:spLocks noChangeArrowheads="1"/>
          </p:cNvSpPr>
          <p:nvPr/>
        </p:nvSpPr>
        <p:spPr bwMode="auto">
          <a:xfrm rot="-5400000">
            <a:off x="5930107" y="3193256"/>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800" name="Oval 114"/>
          <p:cNvSpPr>
            <a:spLocks noChangeArrowheads="1"/>
          </p:cNvSpPr>
          <p:nvPr/>
        </p:nvSpPr>
        <p:spPr bwMode="auto">
          <a:xfrm rot="-5400000">
            <a:off x="6306344" y="31916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801" name="Text Box 130"/>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18802" name="Text Box 132"/>
          <p:cNvSpPr txBox="1">
            <a:spLocks noChangeArrowheads="1"/>
          </p:cNvSpPr>
          <p:nvPr/>
        </p:nvSpPr>
        <p:spPr bwMode="auto">
          <a:xfrm>
            <a:off x="819150" y="37480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grpSp>
        <p:nvGrpSpPr>
          <p:cNvPr id="118803" name="Group 133"/>
          <p:cNvGrpSpPr>
            <a:grpSpLocks/>
          </p:cNvGrpSpPr>
          <p:nvPr/>
        </p:nvGrpSpPr>
        <p:grpSpPr bwMode="auto">
          <a:xfrm rot="-223274">
            <a:off x="896938" y="2971800"/>
            <a:ext cx="744537" cy="733425"/>
            <a:chOff x="2757" y="1666"/>
            <a:chExt cx="812" cy="800"/>
          </a:xfrm>
        </p:grpSpPr>
        <p:sp>
          <p:nvSpPr>
            <p:cNvPr id="118811" name="Freeform 13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2" name="Freeform 13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13" name="Line 13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14" name="Freeform 13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5" name="Freeform 13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16" name="AutoShape 13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18804" name="Group 140"/>
          <p:cNvGrpSpPr>
            <a:grpSpLocks/>
          </p:cNvGrpSpPr>
          <p:nvPr/>
        </p:nvGrpSpPr>
        <p:grpSpPr bwMode="auto">
          <a:xfrm rot="-223274">
            <a:off x="854075" y="2740025"/>
            <a:ext cx="744538" cy="733425"/>
            <a:chOff x="2757" y="1666"/>
            <a:chExt cx="812" cy="800"/>
          </a:xfrm>
        </p:grpSpPr>
        <p:sp>
          <p:nvSpPr>
            <p:cNvPr id="118805" name="Freeform 14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06" name="Freeform 14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07" name="Line 14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08" name="Freeform 14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09" name="Freeform 14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10" name="AutoShape 14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 name="Oval 114">
            <a:extLst>
              <a:ext uri="{FF2B5EF4-FFF2-40B4-BE49-F238E27FC236}">
                <a16:creationId xmlns:a16="http://schemas.microsoft.com/office/drawing/2014/main" id="{AB28209C-0E37-B732-4B7E-F6D213DAFEC3}"/>
              </a:ext>
            </a:extLst>
          </p:cNvPr>
          <p:cNvSpPr>
            <a:spLocks noChangeArrowheads="1"/>
          </p:cNvSpPr>
          <p:nvPr/>
        </p:nvSpPr>
        <p:spPr bwMode="auto">
          <a:xfrm rot="-5400000">
            <a:off x="6682581" y="31916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7" name="Oval 114">
            <a:extLst>
              <a:ext uri="{FF2B5EF4-FFF2-40B4-BE49-F238E27FC236}">
                <a16:creationId xmlns:a16="http://schemas.microsoft.com/office/drawing/2014/main" id="{080B853E-919A-C79E-468C-FAC41D36ABE4}"/>
              </a:ext>
            </a:extLst>
          </p:cNvPr>
          <p:cNvSpPr>
            <a:spLocks noChangeArrowheads="1"/>
          </p:cNvSpPr>
          <p:nvPr/>
        </p:nvSpPr>
        <p:spPr bwMode="auto">
          <a:xfrm rot="-5400000">
            <a:off x="7058818" y="31916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810" name="Group 2"/>
          <p:cNvGrpSpPr>
            <a:grpSpLocks/>
          </p:cNvGrpSpPr>
          <p:nvPr/>
        </p:nvGrpSpPr>
        <p:grpSpPr bwMode="auto">
          <a:xfrm>
            <a:off x="7073900" y="215900"/>
            <a:ext cx="1878013" cy="1250950"/>
            <a:chOff x="4456" y="136"/>
            <a:chExt cx="1183" cy="788"/>
          </a:xfrm>
        </p:grpSpPr>
        <p:grpSp>
          <p:nvGrpSpPr>
            <p:cNvPr id="119870" name="Group 3"/>
            <p:cNvGrpSpPr>
              <a:grpSpLocks/>
            </p:cNvGrpSpPr>
            <p:nvPr/>
          </p:nvGrpSpPr>
          <p:grpSpPr bwMode="auto">
            <a:xfrm>
              <a:off x="4766" y="232"/>
              <a:ext cx="873" cy="692"/>
              <a:chOff x="2185" y="310"/>
              <a:chExt cx="873" cy="692"/>
            </a:xfrm>
          </p:grpSpPr>
          <p:sp>
            <p:nvSpPr>
              <p:cNvPr id="1198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9871" name="Group 11"/>
            <p:cNvGrpSpPr>
              <a:grpSpLocks/>
            </p:cNvGrpSpPr>
            <p:nvPr/>
          </p:nvGrpSpPr>
          <p:grpSpPr bwMode="auto">
            <a:xfrm>
              <a:off x="4949" y="336"/>
              <a:ext cx="591" cy="468"/>
              <a:chOff x="2185" y="310"/>
              <a:chExt cx="873" cy="692"/>
            </a:xfrm>
          </p:grpSpPr>
          <p:sp>
            <p:nvSpPr>
              <p:cNvPr id="1198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98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98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198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98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9814" name="Group 24"/>
          <p:cNvGrpSpPr>
            <a:grpSpLocks/>
          </p:cNvGrpSpPr>
          <p:nvPr/>
        </p:nvGrpSpPr>
        <p:grpSpPr bwMode="auto">
          <a:xfrm>
            <a:off x="2986088" y="1306513"/>
            <a:ext cx="446087" cy="534987"/>
            <a:chOff x="868" y="1439"/>
            <a:chExt cx="811" cy="972"/>
          </a:xfrm>
        </p:grpSpPr>
        <p:sp>
          <p:nvSpPr>
            <p:cNvPr id="1198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98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198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98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834" name="Group 2"/>
          <p:cNvGrpSpPr>
            <a:grpSpLocks/>
          </p:cNvGrpSpPr>
          <p:nvPr/>
        </p:nvGrpSpPr>
        <p:grpSpPr bwMode="auto">
          <a:xfrm>
            <a:off x="7073900" y="215900"/>
            <a:ext cx="1878013" cy="1250950"/>
            <a:chOff x="4456" y="136"/>
            <a:chExt cx="1183" cy="788"/>
          </a:xfrm>
        </p:grpSpPr>
        <p:grpSp>
          <p:nvGrpSpPr>
            <p:cNvPr id="120894" name="Group 3"/>
            <p:cNvGrpSpPr>
              <a:grpSpLocks/>
            </p:cNvGrpSpPr>
            <p:nvPr/>
          </p:nvGrpSpPr>
          <p:grpSpPr bwMode="auto">
            <a:xfrm>
              <a:off x="4766" y="232"/>
              <a:ext cx="873" cy="692"/>
              <a:chOff x="2185" y="310"/>
              <a:chExt cx="873" cy="692"/>
            </a:xfrm>
          </p:grpSpPr>
          <p:sp>
            <p:nvSpPr>
              <p:cNvPr id="1209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0895" name="Group 11"/>
            <p:cNvGrpSpPr>
              <a:grpSpLocks/>
            </p:cNvGrpSpPr>
            <p:nvPr/>
          </p:nvGrpSpPr>
          <p:grpSpPr bwMode="auto">
            <a:xfrm>
              <a:off x="4949" y="336"/>
              <a:ext cx="591" cy="468"/>
              <a:chOff x="2185" y="310"/>
              <a:chExt cx="873" cy="692"/>
            </a:xfrm>
          </p:grpSpPr>
          <p:sp>
            <p:nvSpPr>
              <p:cNvPr id="1208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08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089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208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08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0838" name="Group 24"/>
          <p:cNvGrpSpPr>
            <a:grpSpLocks/>
          </p:cNvGrpSpPr>
          <p:nvPr/>
        </p:nvGrpSpPr>
        <p:grpSpPr bwMode="auto">
          <a:xfrm>
            <a:off x="2986088" y="1306513"/>
            <a:ext cx="446087" cy="534987"/>
            <a:chOff x="868" y="1439"/>
            <a:chExt cx="811" cy="972"/>
          </a:xfrm>
        </p:grpSpPr>
        <p:sp>
          <p:nvSpPr>
            <p:cNvPr id="1208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08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08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08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1858" name="Group 2"/>
          <p:cNvGrpSpPr>
            <a:grpSpLocks/>
          </p:cNvGrpSpPr>
          <p:nvPr/>
        </p:nvGrpSpPr>
        <p:grpSpPr bwMode="auto">
          <a:xfrm>
            <a:off x="7073900" y="215900"/>
            <a:ext cx="1878013" cy="1250950"/>
            <a:chOff x="4456" y="136"/>
            <a:chExt cx="1183" cy="788"/>
          </a:xfrm>
        </p:grpSpPr>
        <p:grpSp>
          <p:nvGrpSpPr>
            <p:cNvPr id="121918" name="Group 3"/>
            <p:cNvGrpSpPr>
              <a:grpSpLocks/>
            </p:cNvGrpSpPr>
            <p:nvPr/>
          </p:nvGrpSpPr>
          <p:grpSpPr bwMode="auto">
            <a:xfrm>
              <a:off x="4766" y="232"/>
              <a:ext cx="873" cy="692"/>
              <a:chOff x="2185" y="310"/>
              <a:chExt cx="873" cy="692"/>
            </a:xfrm>
          </p:grpSpPr>
          <p:sp>
            <p:nvSpPr>
              <p:cNvPr id="1219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1919" name="Group 11"/>
            <p:cNvGrpSpPr>
              <a:grpSpLocks/>
            </p:cNvGrpSpPr>
            <p:nvPr/>
          </p:nvGrpSpPr>
          <p:grpSpPr bwMode="auto">
            <a:xfrm>
              <a:off x="4949" y="336"/>
              <a:ext cx="591" cy="468"/>
              <a:chOff x="2185" y="310"/>
              <a:chExt cx="873" cy="692"/>
            </a:xfrm>
          </p:grpSpPr>
          <p:sp>
            <p:nvSpPr>
              <p:cNvPr id="1219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19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19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1218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18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1862" name="Group 24"/>
          <p:cNvGrpSpPr>
            <a:grpSpLocks/>
          </p:cNvGrpSpPr>
          <p:nvPr/>
        </p:nvGrpSpPr>
        <p:grpSpPr bwMode="auto">
          <a:xfrm>
            <a:off x="2986088" y="1306513"/>
            <a:ext cx="446087" cy="534987"/>
            <a:chOff x="868" y="1439"/>
            <a:chExt cx="811" cy="972"/>
          </a:xfrm>
        </p:grpSpPr>
        <p:sp>
          <p:nvSpPr>
            <p:cNvPr id="1218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18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18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18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882" name="Group 2"/>
          <p:cNvGrpSpPr>
            <a:grpSpLocks/>
          </p:cNvGrpSpPr>
          <p:nvPr/>
        </p:nvGrpSpPr>
        <p:grpSpPr bwMode="auto">
          <a:xfrm>
            <a:off x="7073900" y="215900"/>
            <a:ext cx="1878013" cy="1250950"/>
            <a:chOff x="4456" y="136"/>
            <a:chExt cx="1183" cy="788"/>
          </a:xfrm>
        </p:grpSpPr>
        <p:grpSp>
          <p:nvGrpSpPr>
            <p:cNvPr id="122942" name="Group 3"/>
            <p:cNvGrpSpPr>
              <a:grpSpLocks/>
            </p:cNvGrpSpPr>
            <p:nvPr/>
          </p:nvGrpSpPr>
          <p:grpSpPr bwMode="auto">
            <a:xfrm>
              <a:off x="4766" y="232"/>
              <a:ext cx="873" cy="692"/>
              <a:chOff x="2185" y="310"/>
              <a:chExt cx="873" cy="692"/>
            </a:xfrm>
          </p:grpSpPr>
          <p:sp>
            <p:nvSpPr>
              <p:cNvPr id="1229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2943" name="Group 11"/>
            <p:cNvGrpSpPr>
              <a:grpSpLocks/>
            </p:cNvGrpSpPr>
            <p:nvPr/>
          </p:nvGrpSpPr>
          <p:grpSpPr bwMode="auto">
            <a:xfrm>
              <a:off x="4949" y="336"/>
              <a:ext cx="591" cy="468"/>
              <a:chOff x="2185" y="310"/>
              <a:chExt cx="873" cy="692"/>
            </a:xfrm>
          </p:grpSpPr>
          <p:sp>
            <p:nvSpPr>
              <p:cNvPr id="1229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29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1228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28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2886" name="Group 24"/>
          <p:cNvGrpSpPr>
            <a:grpSpLocks/>
          </p:cNvGrpSpPr>
          <p:nvPr/>
        </p:nvGrpSpPr>
        <p:grpSpPr bwMode="auto">
          <a:xfrm>
            <a:off x="2986088" y="1306513"/>
            <a:ext cx="446087" cy="534987"/>
            <a:chOff x="868" y="1439"/>
            <a:chExt cx="811" cy="972"/>
          </a:xfrm>
        </p:grpSpPr>
        <p:sp>
          <p:nvSpPr>
            <p:cNvPr id="1228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28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28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28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3906" name="Group 2"/>
          <p:cNvGrpSpPr>
            <a:grpSpLocks/>
          </p:cNvGrpSpPr>
          <p:nvPr/>
        </p:nvGrpSpPr>
        <p:grpSpPr bwMode="auto">
          <a:xfrm>
            <a:off x="7073900" y="215900"/>
            <a:ext cx="1878013" cy="1250950"/>
            <a:chOff x="4456" y="136"/>
            <a:chExt cx="1183" cy="788"/>
          </a:xfrm>
        </p:grpSpPr>
        <p:grpSp>
          <p:nvGrpSpPr>
            <p:cNvPr id="123966" name="Group 3"/>
            <p:cNvGrpSpPr>
              <a:grpSpLocks/>
            </p:cNvGrpSpPr>
            <p:nvPr/>
          </p:nvGrpSpPr>
          <p:grpSpPr bwMode="auto">
            <a:xfrm>
              <a:off x="4766" y="232"/>
              <a:ext cx="873" cy="692"/>
              <a:chOff x="2185" y="310"/>
              <a:chExt cx="873" cy="692"/>
            </a:xfrm>
          </p:grpSpPr>
          <p:sp>
            <p:nvSpPr>
              <p:cNvPr id="1239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3967" name="Group 11"/>
            <p:cNvGrpSpPr>
              <a:grpSpLocks/>
            </p:cNvGrpSpPr>
            <p:nvPr/>
          </p:nvGrpSpPr>
          <p:grpSpPr bwMode="auto">
            <a:xfrm>
              <a:off x="4949" y="336"/>
              <a:ext cx="591" cy="468"/>
              <a:chOff x="2185" y="310"/>
              <a:chExt cx="873" cy="692"/>
            </a:xfrm>
          </p:grpSpPr>
          <p:sp>
            <p:nvSpPr>
              <p:cNvPr id="1239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39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9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1239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39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3910" name="Group 24"/>
          <p:cNvGrpSpPr>
            <a:grpSpLocks/>
          </p:cNvGrpSpPr>
          <p:nvPr/>
        </p:nvGrpSpPr>
        <p:grpSpPr bwMode="auto">
          <a:xfrm>
            <a:off x="2986088" y="1306513"/>
            <a:ext cx="446087" cy="534987"/>
            <a:chOff x="868" y="1439"/>
            <a:chExt cx="811" cy="972"/>
          </a:xfrm>
        </p:grpSpPr>
        <p:sp>
          <p:nvSpPr>
            <p:cNvPr id="1239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39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39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39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4930" name="Group 2"/>
          <p:cNvGrpSpPr>
            <a:grpSpLocks/>
          </p:cNvGrpSpPr>
          <p:nvPr/>
        </p:nvGrpSpPr>
        <p:grpSpPr bwMode="auto">
          <a:xfrm>
            <a:off x="7073900" y="215900"/>
            <a:ext cx="1878013" cy="1250950"/>
            <a:chOff x="4456" y="136"/>
            <a:chExt cx="1183" cy="788"/>
          </a:xfrm>
        </p:grpSpPr>
        <p:grpSp>
          <p:nvGrpSpPr>
            <p:cNvPr id="124990" name="Group 3"/>
            <p:cNvGrpSpPr>
              <a:grpSpLocks/>
            </p:cNvGrpSpPr>
            <p:nvPr/>
          </p:nvGrpSpPr>
          <p:grpSpPr bwMode="auto">
            <a:xfrm>
              <a:off x="4766" y="232"/>
              <a:ext cx="873" cy="692"/>
              <a:chOff x="2185" y="310"/>
              <a:chExt cx="873" cy="692"/>
            </a:xfrm>
          </p:grpSpPr>
          <p:sp>
            <p:nvSpPr>
              <p:cNvPr id="1250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4991" name="Group 11"/>
            <p:cNvGrpSpPr>
              <a:grpSpLocks/>
            </p:cNvGrpSpPr>
            <p:nvPr/>
          </p:nvGrpSpPr>
          <p:grpSpPr bwMode="auto">
            <a:xfrm>
              <a:off x="4949" y="336"/>
              <a:ext cx="591" cy="468"/>
              <a:chOff x="2185" y="310"/>
              <a:chExt cx="873" cy="692"/>
            </a:xfrm>
          </p:grpSpPr>
          <p:sp>
            <p:nvSpPr>
              <p:cNvPr id="1249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49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9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1249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49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4934" name="Group 24"/>
          <p:cNvGrpSpPr>
            <a:grpSpLocks/>
          </p:cNvGrpSpPr>
          <p:nvPr/>
        </p:nvGrpSpPr>
        <p:grpSpPr bwMode="auto">
          <a:xfrm>
            <a:off x="2986088" y="1306513"/>
            <a:ext cx="446087" cy="534987"/>
            <a:chOff x="868" y="1439"/>
            <a:chExt cx="811" cy="972"/>
          </a:xfrm>
        </p:grpSpPr>
        <p:sp>
          <p:nvSpPr>
            <p:cNvPr id="1249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49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49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49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954" name="Group 2"/>
          <p:cNvGrpSpPr>
            <a:grpSpLocks/>
          </p:cNvGrpSpPr>
          <p:nvPr/>
        </p:nvGrpSpPr>
        <p:grpSpPr bwMode="auto">
          <a:xfrm>
            <a:off x="7073900" y="215900"/>
            <a:ext cx="1878013" cy="1250950"/>
            <a:chOff x="4456" y="136"/>
            <a:chExt cx="1183" cy="788"/>
          </a:xfrm>
        </p:grpSpPr>
        <p:grpSp>
          <p:nvGrpSpPr>
            <p:cNvPr id="126014" name="Group 3"/>
            <p:cNvGrpSpPr>
              <a:grpSpLocks/>
            </p:cNvGrpSpPr>
            <p:nvPr/>
          </p:nvGrpSpPr>
          <p:grpSpPr bwMode="auto">
            <a:xfrm>
              <a:off x="4766" y="232"/>
              <a:ext cx="873" cy="692"/>
              <a:chOff x="2185" y="310"/>
              <a:chExt cx="873" cy="692"/>
            </a:xfrm>
          </p:grpSpPr>
          <p:sp>
            <p:nvSpPr>
              <p:cNvPr id="1260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6015" name="Group 11"/>
            <p:cNvGrpSpPr>
              <a:grpSpLocks/>
            </p:cNvGrpSpPr>
            <p:nvPr/>
          </p:nvGrpSpPr>
          <p:grpSpPr bwMode="auto">
            <a:xfrm>
              <a:off x="4949" y="336"/>
              <a:ext cx="591" cy="468"/>
              <a:chOff x="2185" y="310"/>
              <a:chExt cx="873" cy="692"/>
            </a:xfrm>
          </p:grpSpPr>
          <p:sp>
            <p:nvSpPr>
              <p:cNvPr id="1260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60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60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1259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59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5958" name="Group 24"/>
          <p:cNvGrpSpPr>
            <a:grpSpLocks/>
          </p:cNvGrpSpPr>
          <p:nvPr/>
        </p:nvGrpSpPr>
        <p:grpSpPr bwMode="auto">
          <a:xfrm>
            <a:off x="2986088" y="1306513"/>
            <a:ext cx="446087" cy="534987"/>
            <a:chOff x="868" y="1439"/>
            <a:chExt cx="811" cy="972"/>
          </a:xfrm>
        </p:grpSpPr>
        <p:sp>
          <p:nvSpPr>
            <p:cNvPr id="1259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59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59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59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6979" name="Group 3"/>
          <p:cNvGrpSpPr>
            <a:grpSpLocks/>
          </p:cNvGrpSpPr>
          <p:nvPr/>
        </p:nvGrpSpPr>
        <p:grpSpPr bwMode="auto">
          <a:xfrm>
            <a:off x="7073900" y="215900"/>
            <a:ext cx="1878013" cy="1250950"/>
            <a:chOff x="4456" y="136"/>
            <a:chExt cx="1183" cy="788"/>
          </a:xfrm>
        </p:grpSpPr>
        <p:grpSp>
          <p:nvGrpSpPr>
            <p:cNvPr id="127073" name="Group 4"/>
            <p:cNvGrpSpPr>
              <a:grpSpLocks/>
            </p:cNvGrpSpPr>
            <p:nvPr/>
          </p:nvGrpSpPr>
          <p:grpSpPr bwMode="auto">
            <a:xfrm>
              <a:off x="4766" y="232"/>
              <a:ext cx="873" cy="692"/>
              <a:chOff x="2185" y="310"/>
              <a:chExt cx="873" cy="692"/>
            </a:xfrm>
          </p:grpSpPr>
          <p:sp>
            <p:nvSpPr>
              <p:cNvPr id="12708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9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7074" name="Group 12"/>
            <p:cNvGrpSpPr>
              <a:grpSpLocks/>
            </p:cNvGrpSpPr>
            <p:nvPr/>
          </p:nvGrpSpPr>
          <p:grpSpPr bwMode="auto">
            <a:xfrm>
              <a:off x="4949" y="336"/>
              <a:ext cx="591" cy="468"/>
              <a:chOff x="2185" y="310"/>
              <a:chExt cx="873" cy="692"/>
            </a:xfrm>
          </p:grpSpPr>
          <p:sp>
            <p:nvSpPr>
              <p:cNvPr id="12707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707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707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126981" name="Text Box 23"/>
          <p:cNvSpPr txBox="1">
            <a:spLocks noChangeArrowheads="1"/>
          </p:cNvSpPr>
          <p:nvPr/>
        </p:nvSpPr>
        <p:spPr bwMode="auto">
          <a:xfrm>
            <a:off x="226377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126982" name="Text Box 24"/>
          <p:cNvSpPr txBox="1">
            <a:spLocks noChangeArrowheads="1"/>
          </p:cNvSpPr>
          <p:nvPr/>
        </p:nvSpPr>
        <p:spPr bwMode="auto">
          <a:xfrm>
            <a:off x="36496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26983" name="Rectangle 27"/>
          <p:cNvSpPr>
            <a:spLocks noGrp="1" noChangeArrowheads="1"/>
          </p:cNvSpPr>
          <p:nvPr>
            <p:ph type="title"/>
          </p:nvPr>
        </p:nvSpPr>
        <p:spPr>
          <a:xfrm>
            <a:off x="1381125" y="0"/>
            <a:ext cx="5516563" cy="647700"/>
          </a:xfrm>
        </p:spPr>
        <p:txBody>
          <a:bodyPr/>
          <a:lstStyle/>
          <a:p>
            <a:pPr eaLnBrk="1" hangingPunct="1"/>
            <a:r>
              <a:rPr lang="fr-FR" altLang="fr-FR"/>
              <a:t>Sem. 2 - Jeudi (Ste Marguerite)</a:t>
            </a:r>
          </a:p>
        </p:txBody>
      </p:sp>
      <p:sp>
        <p:nvSpPr>
          <p:cNvPr id="126984"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26985"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6986"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6987" name="Group 32"/>
          <p:cNvGrpSpPr>
            <a:grpSpLocks/>
          </p:cNvGrpSpPr>
          <p:nvPr/>
        </p:nvGrpSpPr>
        <p:grpSpPr bwMode="auto">
          <a:xfrm>
            <a:off x="2843213" y="1106488"/>
            <a:ext cx="446087" cy="534987"/>
            <a:chOff x="868" y="1439"/>
            <a:chExt cx="811" cy="972"/>
          </a:xfrm>
        </p:grpSpPr>
        <p:sp>
          <p:nvSpPr>
            <p:cNvPr id="127022"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3"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4"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5"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6"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7"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8"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9"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0"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1"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2"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3"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4"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5"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6"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7"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8"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9"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0"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1"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2"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3"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4"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5"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6"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7"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8"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9"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0"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1"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2"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3"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4"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5"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6"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7"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8"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9"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0"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1"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2"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3"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4"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5"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6"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7"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8"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9"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0"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1"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2"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6989" name="Group 91"/>
          <p:cNvGrpSpPr>
            <a:grpSpLocks/>
          </p:cNvGrpSpPr>
          <p:nvPr/>
        </p:nvGrpSpPr>
        <p:grpSpPr bwMode="auto">
          <a:xfrm rot="-223274">
            <a:off x="2339975" y="2838450"/>
            <a:ext cx="744538" cy="733425"/>
            <a:chOff x="2757" y="1666"/>
            <a:chExt cx="812" cy="800"/>
          </a:xfrm>
        </p:grpSpPr>
        <p:sp>
          <p:nvSpPr>
            <p:cNvPr id="127010"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11"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12"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13"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14"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15"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6990" name="Group 98"/>
          <p:cNvGrpSpPr>
            <a:grpSpLocks/>
          </p:cNvGrpSpPr>
          <p:nvPr/>
        </p:nvGrpSpPr>
        <p:grpSpPr bwMode="auto">
          <a:xfrm rot="-223274">
            <a:off x="3751263" y="2806700"/>
            <a:ext cx="744537" cy="733425"/>
            <a:chOff x="2757" y="1666"/>
            <a:chExt cx="812" cy="800"/>
          </a:xfrm>
        </p:grpSpPr>
        <p:sp>
          <p:nvSpPr>
            <p:cNvPr id="127004"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5"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06"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07"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8"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09"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6991" name="Group 123"/>
          <p:cNvGrpSpPr>
            <a:grpSpLocks/>
          </p:cNvGrpSpPr>
          <p:nvPr/>
        </p:nvGrpSpPr>
        <p:grpSpPr bwMode="auto">
          <a:xfrm rot="-223274">
            <a:off x="5195888" y="2849563"/>
            <a:ext cx="744537" cy="733425"/>
            <a:chOff x="2757" y="1666"/>
            <a:chExt cx="812" cy="800"/>
          </a:xfrm>
        </p:grpSpPr>
        <p:sp>
          <p:nvSpPr>
            <p:cNvPr id="126998"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6999"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00"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01"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2"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03"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26992" name="Text Box 130"/>
          <p:cNvSpPr txBox="1">
            <a:spLocks noChangeArrowheads="1"/>
          </p:cNvSpPr>
          <p:nvPr/>
        </p:nvSpPr>
        <p:spPr bwMode="auto">
          <a:xfrm>
            <a:off x="5033733"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sp>
        <p:nvSpPr>
          <p:cNvPr id="126993" name="Text Box 13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26994" name="Text Box 132"/>
          <p:cNvSpPr txBox="1">
            <a:spLocks noChangeArrowheads="1"/>
          </p:cNvSpPr>
          <p:nvPr/>
        </p:nvSpPr>
        <p:spPr bwMode="auto">
          <a:xfrm>
            <a:off x="6261100" y="3640138"/>
            <a:ext cx="21971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26995" name="Oval 133"/>
          <p:cNvSpPr>
            <a:spLocks noChangeArrowheads="1"/>
          </p:cNvSpPr>
          <p:nvPr/>
        </p:nvSpPr>
        <p:spPr bwMode="auto">
          <a:xfrm rot="-5400000">
            <a:off x="6641307" y="3123406"/>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6996" name="Oval 134"/>
          <p:cNvSpPr>
            <a:spLocks noChangeArrowheads="1"/>
          </p:cNvSpPr>
          <p:nvPr/>
        </p:nvSpPr>
        <p:spPr bwMode="auto">
          <a:xfrm rot="-5400000">
            <a:off x="7004844" y="312340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6997" name="Oval 135"/>
          <p:cNvSpPr>
            <a:spLocks noChangeArrowheads="1"/>
          </p:cNvSpPr>
          <p:nvPr/>
        </p:nvSpPr>
        <p:spPr bwMode="auto">
          <a:xfrm rot="-5400000">
            <a:off x="7381082" y="312181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16" name="Group 84">
            <a:extLst>
              <a:ext uri="{FF2B5EF4-FFF2-40B4-BE49-F238E27FC236}">
                <a16:creationId xmlns:a16="http://schemas.microsoft.com/office/drawing/2014/main" id="{4862F238-6A91-C6F7-8E2D-0FD9E2F03F6F}"/>
              </a:ext>
            </a:extLst>
          </p:cNvPr>
          <p:cNvGrpSpPr>
            <a:grpSpLocks/>
          </p:cNvGrpSpPr>
          <p:nvPr/>
        </p:nvGrpSpPr>
        <p:grpSpPr bwMode="auto">
          <a:xfrm rot="-223274">
            <a:off x="2376485" y="2586463"/>
            <a:ext cx="744537" cy="733425"/>
            <a:chOff x="2757" y="1666"/>
            <a:chExt cx="812" cy="800"/>
          </a:xfrm>
        </p:grpSpPr>
        <p:sp>
          <p:nvSpPr>
            <p:cNvPr id="17" name="Freeform 85">
              <a:extLst>
                <a:ext uri="{FF2B5EF4-FFF2-40B4-BE49-F238E27FC236}">
                  <a16:creationId xmlns:a16="http://schemas.microsoft.com/office/drawing/2014/main" id="{CB0105FD-FC2D-A2DE-506C-23F07CB513A7}"/>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 name="Freeform 86">
              <a:extLst>
                <a:ext uri="{FF2B5EF4-FFF2-40B4-BE49-F238E27FC236}">
                  <a16:creationId xmlns:a16="http://schemas.microsoft.com/office/drawing/2014/main" id="{88E1A534-9CDA-3E0A-0991-F8199072CE77}"/>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 name="Line 87">
              <a:extLst>
                <a:ext uri="{FF2B5EF4-FFF2-40B4-BE49-F238E27FC236}">
                  <a16:creationId xmlns:a16="http://schemas.microsoft.com/office/drawing/2014/main" id="{B4428092-9483-5E8F-945C-70851C853E36}"/>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 name="Freeform 88">
              <a:extLst>
                <a:ext uri="{FF2B5EF4-FFF2-40B4-BE49-F238E27FC236}">
                  <a16:creationId xmlns:a16="http://schemas.microsoft.com/office/drawing/2014/main" id="{D981AAC6-FED3-3B4D-20DC-2170353FA5E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 name="Freeform 89">
              <a:extLst>
                <a:ext uri="{FF2B5EF4-FFF2-40B4-BE49-F238E27FC236}">
                  <a16:creationId xmlns:a16="http://schemas.microsoft.com/office/drawing/2014/main" id="{4907C87A-97CB-BC24-D2FB-837F64C2DC6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2" name="AutoShape 90">
              <a:extLst>
                <a:ext uri="{FF2B5EF4-FFF2-40B4-BE49-F238E27FC236}">
                  <a16:creationId xmlns:a16="http://schemas.microsoft.com/office/drawing/2014/main" id="{0EC30E04-90D9-6D7C-D92F-6A0578B1A747}"/>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4">
            <a:extLst>
              <a:ext uri="{FF2B5EF4-FFF2-40B4-BE49-F238E27FC236}">
                <a16:creationId xmlns:a16="http://schemas.microsoft.com/office/drawing/2014/main" id="{6C57D91F-4001-6062-93B7-C5BF41A40612}"/>
              </a:ext>
            </a:extLst>
          </p:cNvPr>
          <p:cNvGrpSpPr>
            <a:grpSpLocks/>
          </p:cNvGrpSpPr>
          <p:nvPr/>
        </p:nvGrpSpPr>
        <p:grpSpPr bwMode="auto">
          <a:xfrm rot="-223274">
            <a:off x="5243093" y="2586461"/>
            <a:ext cx="744537" cy="733425"/>
            <a:chOff x="2757" y="1666"/>
            <a:chExt cx="812" cy="800"/>
          </a:xfrm>
        </p:grpSpPr>
        <p:sp>
          <p:nvSpPr>
            <p:cNvPr id="3" name="Freeform 85">
              <a:extLst>
                <a:ext uri="{FF2B5EF4-FFF2-40B4-BE49-F238E27FC236}">
                  <a16:creationId xmlns:a16="http://schemas.microsoft.com/office/drawing/2014/main" id="{E97FDED6-1D12-8651-432E-DF54C181168A}"/>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421B8E82-A34C-2102-FFD5-C1BBDB5923AE}"/>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A9BE6C53-AE18-915A-21CE-A96E3E32493D}"/>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43DB1A48-183D-D05D-1C9E-E82B6117637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BE27C6EC-F191-93EE-28EB-6A35E411B7E5}"/>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A8448A75-4121-154F-33D2-4AD009C72D9A}"/>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002" name="Group 2"/>
          <p:cNvGrpSpPr>
            <a:grpSpLocks/>
          </p:cNvGrpSpPr>
          <p:nvPr/>
        </p:nvGrpSpPr>
        <p:grpSpPr bwMode="auto">
          <a:xfrm>
            <a:off x="7073900" y="215900"/>
            <a:ext cx="1878013" cy="1250950"/>
            <a:chOff x="4456" y="136"/>
            <a:chExt cx="1183" cy="788"/>
          </a:xfrm>
        </p:grpSpPr>
        <p:grpSp>
          <p:nvGrpSpPr>
            <p:cNvPr id="128062" name="Group 3"/>
            <p:cNvGrpSpPr>
              <a:grpSpLocks/>
            </p:cNvGrpSpPr>
            <p:nvPr/>
          </p:nvGrpSpPr>
          <p:grpSpPr bwMode="auto">
            <a:xfrm>
              <a:off x="4766" y="232"/>
              <a:ext cx="873" cy="692"/>
              <a:chOff x="2185" y="310"/>
              <a:chExt cx="873" cy="692"/>
            </a:xfrm>
          </p:grpSpPr>
          <p:sp>
            <p:nvSpPr>
              <p:cNvPr id="1280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8063" name="Group 11"/>
            <p:cNvGrpSpPr>
              <a:grpSpLocks/>
            </p:cNvGrpSpPr>
            <p:nvPr/>
          </p:nvGrpSpPr>
          <p:grpSpPr bwMode="auto">
            <a:xfrm>
              <a:off x="4949" y="336"/>
              <a:ext cx="591" cy="468"/>
              <a:chOff x="2185" y="310"/>
              <a:chExt cx="873" cy="692"/>
            </a:xfrm>
          </p:grpSpPr>
          <p:sp>
            <p:nvSpPr>
              <p:cNvPr id="1280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80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80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1280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80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8006" name="Group 24"/>
          <p:cNvGrpSpPr>
            <a:grpSpLocks/>
          </p:cNvGrpSpPr>
          <p:nvPr/>
        </p:nvGrpSpPr>
        <p:grpSpPr bwMode="auto">
          <a:xfrm>
            <a:off x="2986088" y="1306513"/>
            <a:ext cx="446087" cy="534987"/>
            <a:chOff x="868" y="1439"/>
            <a:chExt cx="811" cy="972"/>
          </a:xfrm>
        </p:grpSpPr>
        <p:sp>
          <p:nvSpPr>
            <p:cNvPr id="1280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80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280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80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9026" name="Group 2"/>
          <p:cNvGrpSpPr>
            <a:grpSpLocks/>
          </p:cNvGrpSpPr>
          <p:nvPr/>
        </p:nvGrpSpPr>
        <p:grpSpPr bwMode="auto">
          <a:xfrm>
            <a:off x="7073900" y="215900"/>
            <a:ext cx="1878013" cy="1250950"/>
            <a:chOff x="4456" y="136"/>
            <a:chExt cx="1183" cy="788"/>
          </a:xfrm>
        </p:grpSpPr>
        <p:grpSp>
          <p:nvGrpSpPr>
            <p:cNvPr id="129086" name="Group 3"/>
            <p:cNvGrpSpPr>
              <a:grpSpLocks/>
            </p:cNvGrpSpPr>
            <p:nvPr/>
          </p:nvGrpSpPr>
          <p:grpSpPr bwMode="auto">
            <a:xfrm>
              <a:off x="4766" y="232"/>
              <a:ext cx="873" cy="692"/>
              <a:chOff x="2185" y="310"/>
              <a:chExt cx="873" cy="692"/>
            </a:xfrm>
          </p:grpSpPr>
          <p:sp>
            <p:nvSpPr>
              <p:cNvPr id="1290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9087" name="Group 11"/>
            <p:cNvGrpSpPr>
              <a:grpSpLocks/>
            </p:cNvGrpSpPr>
            <p:nvPr/>
          </p:nvGrpSpPr>
          <p:grpSpPr bwMode="auto">
            <a:xfrm>
              <a:off x="4949" y="336"/>
              <a:ext cx="591" cy="468"/>
              <a:chOff x="2185" y="310"/>
              <a:chExt cx="873" cy="692"/>
            </a:xfrm>
          </p:grpSpPr>
          <p:sp>
            <p:nvSpPr>
              <p:cNvPr id="1290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90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908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1290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90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9030" name="Group 24"/>
          <p:cNvGrpSpPr>
            <a:grpSpLocks/>
          </p:cNvGrpSpPr>
          <p:nvPr/>
        </p:nvGrpSpPr>
        <p:grpSpPr bwMode="auto">
          <a:xfrm>
            <a:off x="2986088" y="1306513"/>
            <a:ext cx="446087" cy="534987"/>
            <a:chOff x="868" y="1439"/>
            <a:chExt cx="811" cy="972"/>
          </a:xfrm>
        </p:grpSpPr>
        <p:sp>
          <p:nvSpPr>
            <p:cNvPr id="1290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90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290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90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a:grpSpLocks/>
          </p:cNvGrpSpPr>
          <p:nvPr/>
        </p:nvGrpSpPr>
        <p:grpSpPr bwMode="auto">
          <a:xfrm>
            <a:off x="7073900" y="215900"/>
            <a:ext cx="1878013" cy="1250950"/>
            <a:chOff x="4456" y="136"/>
            <a:chExt cx="1183" cy="788"/>
          </a:xfrm>
        </p:grpSpPr>
        <p:grpSp>
          <p:nvGrpSpPr>
            <p:cNvPr id="130110" name="Group 3"/>
            <p:cNvGrpSpPr>
              <a:grpSpLocks/>
            </p:cNvGrpSpPr>
            <p:nvPr/>
          </p:nvGrpSpPr>
          <p:grpSpPr bwMode="auto">
            <a:xfrm>
              <a:off x="4766" y="232"/>
              <a:ext cx="873" cy="692"/>
              <a:chOff x="2185" y="310"/>
              <a:chExt cx="873" cy="692"/>
            </a:xfrm>
          </p:grpSpPr>
          <p:sp>
            <p:nvSpPr>
              <p:cNvPr id="1301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0111" name="Group 11"/>
            <p:cNvGrpSpPr>
              <a:grpSpLocks/>
            </p:cNvGrpSpPr>
            <p:nvPr/>
          </p:nvGrpSpPr>
          <p:grpSpPr bwMode="auto">
            <a:xfrm>
              <a:off x="4949" y="336"/>
              <a:ext cx="591" cy="468"/>
              <a:chOff x="2185" y="310"/>
              <a:chExt cx="873" cy="692"/>
            </a:xfrm>
          </p:grpSpPr>
          <p:sp>
            <p:nvSpPr>
              <p:cNvPr id="1301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01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1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1300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00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0054" name="Group 24"/>
          <p:cNvGrpSpPr>
            <a:grpSpLocks/>
          </p:cNvGrpSpPr>
          <p:nvPr/>
        </p:nvGrpSpPr>
        <p:grpSpPr bwMode="auto">
          <a:xfrm>
            <a:off x="2986088" y="1306513"/>
            <a:ext cx="446087" cy="534987"/>
            <a:chOff x="868" y="1439"/>
            <a:chExt cx="811" cy="972"/>
          </a:xfrm>
        </p:grpSpPr>
        <p:sp>
          <p:nvSpPr>
            <p:cNvPr id="1300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00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00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00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1074" name="Group 2"/>
          <p:cNvGrpSpPr>
            <a:grpSpLocks/>
          </p:cNvGrpSpPr>
          <p:nvPr/>
        </p:nvGrpSpPr>
        <p:grpSpPr bwMode="auto">
          <a:xfrm>
            <a:off x="7073900" y="215900"/>
            <a:ext cx="1878013" cy="1250950"/>
            <a:chOff x="4456" y="136"/>
            <a:chExt cx="1183" cy="788"/>
          </a:xfrm>
        </p:grpSpPr>
        <p:grpSp>
          <p:nvGrpSpPr>
            <p:cNvPr id="131134" name="Group 3"/>
            <p:cNvGrpSpPr>
              <a:grpSpLocks/>
            </p:cNvGrpSpPr>
            <p:nvPr/>
          </p:nvGrpSpPr>
          <p:grpSpPr bwMode="auto">
            <a:xfrm>
              <a:off x="4766" y="232"/>
              <a:ext cx="873" cy="692"/>
              <a:chOff x="2185" y="310"/>
              <a:chExt cx="873" cy="692"/>
            </a:xfrm>
          </p:grpSpPr>
          <p:sp>
            <p:nvSpPr>
              <p:cNvPr id="1311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1135" name="Group 11"/>
            <p:cNvGrpSpPr>
              <a:grpSpLocks/>
            </p:cNvGrpSpPr>
            <p:nvPr/>
          </p:nvGrpSpPr>
          <p:grpSpPr bwMode="auto">
            <a:xfrm>
              <a:off x="4949" y="336"/>
              <a:ext cx="591" cy="468"/>
              <a:chOff x="2185" y="310"/>
              <a:chExt cx="873" cy="692"/>
            </a:xfrm>
          </p:grpSpPr>
          <p:sp>
            <p:nvSpPr>
              <p:cNvPr id="1311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11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113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1310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10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1078" name="Group 24"/>
          <p:cNvGrpSpPr>
            <a:grpSpLocks/>
          </p:cNvGrpSpPr>
          <p:nvPr/>
        </p:nvGrpSpPr>
        <p:grpSpPr bwMode="auto">
          <a:xfrm>
            <a:off x="2986088" y="1306513"/>
            <a:ext cx="446087" cy="534987"/>
            <a:chOff x="868" y="1439"/>
            <a:chExt cx="811" cy="972"/>
          </a:xfrm>
        </p:grpSpPr>
        <p:sp>
          <p:nvSpPr>
            <p:cNvPr id="1310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10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10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10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098" name="Group 2"/>
          <p:cNvGrpSpPr>
            <a:grpSpLocks/>
          </p:cNvGrpSpPr>
          <p:nvPr/>
        </p:nvGrpSpPr>
        <p:grpSpPr bwMode="auto">
          <a:xfrm>
            <a:off x="7073900" y="215900"/>
            <a:ext cx="1878013" cy="1250950"/>
            <a:chOff x="4456" y="136"/>
            <a:chExt cx="1183" cy="788"/>
          </a:xfrm>
        </p:grpSpPr>
        <p:grpSp>
          <p:nvGrpSpPr>
            <p:cNvPr id="132158" name="Group 3"/>
            <p:cNvGrpSpPr>
              <a:grpSpLocks/>
            </p:cNvGrpSpPr>
            <p:nvPr/>
          </p:nvGrpSpPr>
          <p:grpSpPr bwMode="auto">
            <a:xfrm>
              <a:off x="4766" y="232"/>
              <a:ext cx="873" cy="692"/>
              <a:chOff x="2185" y="310"/>
              <a:chExt cx="873" cy="692"/>
            </a:xfrm>
          </p:grpSpPr>
          <p:sp>
            <p:nvSpPr>
              <p:cNvPr id="1321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2159" name="Group 11"/>
            <p:cNvGrpSpPr>
              <a:grpSpLocks/>
            </p:cNvGrpSpPr>
            <p:nvPr/>
          </p:nvGrpSpPr>
          <p:grpSpPr bwMode="auto">
            <a:xfrm>
              <a:off x="4949" y="336"/>
              <a:ext cx="591" cy="468"/>
              <a:chOff x="2185" y="310"/>
              <a:chExt cx="873" cy="692"/>
            </a:xfrm>
          </p:grpSpPr>
          <p:sp>
            <p:nvSpPr>
              <p:cNvPr id="1321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21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216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1321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21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2102" name="Group 24"/>
          <p:cNvGrpSpPr>
            <a:grpSpLocks/>
          </p:cNvGrpSpPr>
          <p:nvPr/>
        </p:nvGrpSpPr>
        <p:grpSpPr bwMode="auto">
          <a:xfrm>
            <a:off x="2986088" y="1306513"/>
            <a:ext cx="446087" cy="534987"/>
            <a:chOff x="868" y="1439"/>
            <a:chExt cx="811" cy="972"/>
          </a:xfrm>
        </p:grpSpPr>
        <p:sp>
          <p:nvSpPr>
            <p:cNvPr id="1321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21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21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21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3122" name="Rectangle 2"/>
          <p:cNvSpPr>
            <a:spLocks noGrp="1" noChangeArrowheads="1"/>
          </p:cNvSpPr>
          <p:nvPr>
            <p:ph type="title"/>
          </p:nvPr>
        </p:nvSpPr>
        <p:spPr/>
        <p:txBody>
          <a:bodyPr/>
          <a:lstStyle/>
          <a:p>
            <a:pPr eaLnBrk="1" hangingPunct="1"/>
            <a:r>
              <a:rPr lang="fr-FR" altLang="fr-FR"/>
              <a:t>Question</a:t>
            </a:r>
          </a:p>
        </p:txBody>
      </p:sp>
      <p:sp>
        <p:nvSpPr>
          <p:cNvPr id="133123" name="Rectangle 3"/>
          <p:cNvSpPr>
            <a:spLocks noGrp="1" noChangeArrowheads="1"/>
          </p:cNvSpPr>
          <p:nvPr>
            <p:ph type="body" idx="1"/>
          </p:nvPr>
        </p:nvSpPr>
        <p:spPr>
          <a:xfrm>
            <a:off x="325438" y="1560513"/>
            <a:ext cx="8569325" cy="4625975"/>
          </a:xfrm>
        </p:spPr>
        <p:txBody>
          <a:bodyPr/>
          <a:lstStyle/>
          <a:p>
            <a:pPr eaLnBrk="1" hangingPunct="1">
              <a:buFontTx/>
              <a:buNone/>
            </a:pPr>
            <a:r>
              <a:rPr lang="fr-FR" altLang="fr-FR" u="sng" dirty="0"/>
              <a:t>Origine</a:t>
            </a:r>
            <a:r>
              <a:rPr lang="fr-FR" altLang="fr-FR" dirty="0"/>
              <a:t> : Fournisseur</a:t>
            </a:r>
          </a:p>
          <a:p>
            <a:pPr eaLnBrk="1" hangingPunct="1">
              <a:buFontTx/>
              <a:buNone/>
            </a:pPr>
            <a:r>
              <a:rPr lang="fr-FR" altLang="fr-FR" u="sng" dirty="0"/>
              <a:t>Destinataire</a:t>
            </a:r>
            <a:r>
              <a:rPr lang="fr-FR" altLang="fr-FR" dirty="0"/>
              <a:t> : Service Achats</a:t>
            </a:r>
          </a:p>
          <a:p>
            <a:pPr eaLnBrk="1" hangingPunct="1">
              <a:buFontTx/>
              <a:buNone/>
            </a:pPr>
            <a:endParaRPr lang="fr-FR" altLang="fr-FR" dirty="0"/>
          </a:p>
          <a:p>
            <a:pPr eaLnBrk="1" hangingPunct="1"/>
            <a:r>
              <a:rPr lang="fr-FR" altLang="fr-FR" dirty="0"/>
              <a:t>Vous m'avez récemment informé de la mise en place à la Société REDIX de la méthode japonaise KANBAN. D'après ce que j'ai compris, cela se traduira par des livraisons à effectuer en dernière minute, sans programme connu à l'avance. </a:t>
            </a:r>
          </a:p>
          <a:p>
            <a:pPr eaLnBrk="1" hangingPunct="1"/>
            <a:r>
              <a:rPr lang="fr-FR" altLang="fr-FR" dirty="0"/>
              <a:t>Vous n'ignorez sans doute pas que le seul moyen pour moi d'y arriver est d'anticiper sur vos demandes, c'est-à-dire de constituer des stocks. J'aurai donc chez moi les stocks qui ne seront plus chez vous ! </a:t>
            </a:r>
          </a:p>
          <a:p>
            <a:pPr eaLnBrk="1" hangingPunct="1"/>
            <a:r>
              <a:rPr lang="fr-FR" altLang="fr-FR" dirty="0"/>
              <a:t>II va sans dire que les conditions de prix sur lesquelles nous nous étions mis d'accord devront être révisées, compte tenu des charges financières que j'aurai à supporter.</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146" name="Group 2"/>
          <p:cNvGrpSpPr>
            <a:grpSpLocks/>
          </p:cNvGrpSpPr>
          <p:nvPr/>
        </p:nvGrpSpPr>
        <p:grpSpPr bwMode="auto">
          <a:xfrm>
            <a:off x="7073900" y="215900"/>
            <a:ext cx="1878013" cy="1250950"/>
            <a:chOff x="4456" y="136"/>
            <a:chExt cx="1183" cy="788"/>
          </a:xfrm>
        </p:grpSpPr>
        <p:grpSp>
          <p:nvGrpSpPr>
            <p:cNvPr id="134206" name="Group 3"/>
            <p:cNvGrpSpPr>
              <a:grpSpLocks/>
            </p:cNvGrpSpPr>
            <p:nvPr/>
          </p:nvGrpSpPr>
          <p:grpSpPr bwMode="auto">
            <a:xfrm>
              <a:off x="4766" y="232"/>
              <a:ext cx="873" cy="692"/>
              <a:chOff x="2185" y="310"/>
              <a:chExt cx="873" cy="692"/>
            </a:xfrm>
          </p:grpSpPr>
          <p:sp>
            <p:nvSpPr>
              <p:cNvPr id="1342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4207" name="Group 11"/>
            <p:cNvGrpSpPr>
              <a:grpSpLocks/>
            </p:cNvGrpSpPr>
            <p:nvPr/>
          </p:nvGrpSpPr>
          <p:grpSpPr bwMode="auto">
            <a:xfrm>
              <a:off x="4949" y="336"/>
              <a:ext cx="591" cy="468"/>
              <a:chOff x="2185" y="310"/>
              <a:chExt cx="873" cy="692"/>
            </a:xfrm>
          </p:grpSpPr>
          <p:sp>
            <p:nvSpPr>
              <p:cNvPr id="1342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42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42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1341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41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4150" name="Group 24"/>
          <p:cNvGrpSpPr>
            <a:grpSpLocks/>
          </p:cNvGrpSpPr>
          <p:nvPr/>
        </p:nvGrpSpPr>
        <p:grpSpPr bwMode="auto">
          <a:xfrm>
            <a:off x="2986088" y="1306513"/>
            <a:ext cx="446087" cy="534987"/>
            <a:chOff x="868" y="1439"/>
            <a:chExt cx="811" cy="972"/>
          </a:xfrm>
        </p:grpSpPr>
        <p:sp>
          <p:nvSpPr>
            <p:cNvPr id="1341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41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41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41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170" name="Group 2"/>
          <p:cNvGrpSpPr>
            <a:grpSpLocks/>
          </p:cNvGrpSpPr>
          <p:nvPr/>
        </p:nvGrpSpPr>
        <p:grpSpPr bwMode="auto">
          <a:xfrm>
            <a:off x="7073900" y="215900"/>
            <a:ext cx="1878013" cy="1250950"/>
            <a:chOff x="4456" y="136"/>
            <a:chExt cx="1183" cy="788"/>
          </a:xfrm>
        </p:grpSpPr>
        <p:grpSp>
          <p:nvGrpSpPr>
            <p:cNvPr id="135230" name="Group 3"/>
            <p:cNvGrpSpPr>
              <a:grpSpLocks/>
            </p:cNvGrpSpPr>
            <p:nvPr/>
          </p:nvGrpSpPr>
          <p:grpSpPr bwMode="auto">
            <a:xfrm>
              <a:off x="4766" y="232"/>
              <a:ext cx="873" cy="692"/>
              <a:chOff x="2185" y="310"/>
              <a:chExt cx="873" cy="692"/>
            </a:xfrm>
          </p:grpSpPr>
          <p:sp>
            <p:nvSpPr>
              <p:cNvPr id="1352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5231" name="Group 11"/>
            <p:cNvGrpSpPr>
              <a:grpSpLocks/>
            </p:cNvGrpSpPr>
            <p:nvPr/>
          </p:nvGrpSpPr>
          <p:grpSpPr bwMode="auto">
            <a:xfrm>
              <a:off x="4949" y="336"/>
              <a:ext cx="591" cy="468"/>
              <a:chOff x="2185" y="310"/>
              <a:chExt cx="873" cy="692"/>
            </a:xfrm>
          </p:grpSpPr>
          <p:sp>
            <p:nvSpPr>
              <p:cNvPr id="1352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52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2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1351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51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5174" name="Group 24"/>
          <p:cNvGrpSpPr>
            <a:grpSpLocks/>
          </p:cNvGrpSpPr>
          <p:nvPr/>
        </p:nvGrpSpPr>
        <p:grpSpPr bwMode="auto">
          <a:xfrm>
            <a:off x="2986088" y="1306513"/>
            <a:ext cx="446087" cy="534987"/>
            <a:chOff x="868" y="1439"/>
            <a:chExt cx="811" cy="972"/>
          </a:xfrm>
        </p:grpSpPr>
        <p:sp>
          <p:nvSpPr>
            <p:cNvPr id="1351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51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51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51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2"/>
          <p:cNvSpPr>
            <a:spLocks noGrp="1" noChangeArrowheads="1"/>
          </p:cNvSpPr>
          <p:nvPr>
            <p:ph type="title"/>
          </p:nvPr>
        </p:nvSpPr>
        <p:spPr/>
        <p:txBody>
          <a:bodyPr/>
          <a:lstStyle/>
          <a:p>
            <a:pPr eaLnBrk="1" hangingPunct="1"/>
            <a:r>
              <a:rPr lang="fr-FR" altLang="fr-FR"/>
              <a:t>Bilan de la semaine 2</a:t>
            </a:r>
          </a:p>
        </p:txBody>
      </p:sp>
      <p:sp>
        <p:nvSpPr>
          <p:cNvPr id="136195" name="Rectangle 3"/>
          <p:cNvSpPr>
            <a:spLocks noGrp="1" noChangeArrowheads="1"/>
          </p:cNvSpPr>
          <p:nvPr>
            <p:ph type="body" idx="1"/>
          </p:nvPr>
        </p:nvSpPr>
        <p:spPr>
          <a:xfrm>
            <a:off x="457200" y="1077913"/>
            <a:ext cx="8383588" cy="5048250"/>
          </a:xfrm>
        </p:spPr>
        <p:txBody>
          <a:bodyPr/>
          <a:lstStyle/>
          <a:p>
            <a:pPr eaLnBrk="1" hangingPunct="1">
              <a:spcBef>
                <a:spcPct val="0"/>
              </a:spcBef>
            </a:pPr>
            <a:r>
              <a:rPr lang="fr-FR" altLang="fr-FR" dirty="0"/>
              <a:t>Remplissez le bas de votre Feuille de suivi et reportez vos indicateurs sur votre Feuille de résultats</a:t>
            </a:r>
            <a:r>
              <a:rPr lang="fr-FR" altLang="fr-FR" sz="1800" dirty="0"/>
              <a:t> </a:t>
            </a:r>
          </a:p>
          <a:p>
            <a:pPr eaLnBrk="1" hangingPunct="1">
              <a:spcBef>
                <a:spcPct val="0"/>
              </a:spcBef>
            </a:pPr>
            <a:r>
              <a:rPr lang="fr-FR" altLang="fr-FR" dirty="0"/>
              <a:t>Choisissez vos progrès</a:t>
            </a:r>
          </a:p>
          <a:p>
            <a:pPr eaLnBrk="1" hangingPunct="1"/>
            <a:r>
              <a:rPr lang="fr-FR" altLang="fr-FR" dirty="0"/>
              <a:t>Réduisez vos stocks si vous le souhaitez, et diminuez le nombre de tickets Kanban.</a:t>
            </a:r>
          </a:p>
          <a:p>
            <a:pPr eaLnBrk="1" hangingPunct="1"/>
            <a:r>
              <a:rPr lang="fr-FR" altLang="fr-FR" dirty="0"/>
              <a:t>Recevez une nouvelle Feuille de suivi</a:t>
            </a:r>
          </a:p>
          <a:p>
            <a:pPr eaLnBrk="1" hangingPunct="1"/>
            <a:endParaRPr lang="fr-FR" altLang="fr-FR"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dirty="0"/>
              <a:t>Affichage des résultats</a:t>
            </a:r>
            <a:br>
              <a:rPr lang="fr-FR" altLang="fr-FR" dirty="0"/>
            </a:br>
            <a:r>
              <a:rPr lang="fr-FR" altLang="fr-FR" sz="1400" dirty="0"/>
              <a:t>(voir fichier Excel)</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824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38243" name="Rectangle 3"/>
          <p:cNvSpPr>
            <a:spLocks noGrp="1" noChangeArrowheads="1"/>
          </p:cNvSpPr>
          <p:nvPr>
            <p:ph type="title"/>
          </p:nvPr>
        </p:nvSpPr>
        <p:spPr/>
        <p:txBody>
          <a:bodyPr/>
          <a:lstStyle/>
          <a:p>
            <a:pPr eaLnBrk="1" hangingPunct="1"/>
            <a:r>
              <a:rPr lang="fr-FR" altLang="fr-FR"/>
              <a:t>Enregistrement des progrès</a:t>
            </a:r>
          </a:p>
        </p:txBody>
      </p:sp>
      <p:sp>
        <p:nvSpPr>
          <p:cNvPr id="138244" name="Oval 4"/>
          <p:cNvSpPr>
            <a:spLocks noChangeArrowheads="1"/>
          </p:cNvSpPr>
          <p:nvPr/>
        </p:nvSpPr>
        <p:spPr bwMode="auto">
          <a:xfrm>
            <a:off x="8145463" y="366712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8245" name="AutoShape 5"/>
          <p:cNvSpPr>
            <a:spLocks/>
          </p:cNvSpPr>
          <p:nvPr/>
        </p:nvSpPr>
        <p:spPr bwMode="auto">
          <a:xfrm>
            <a:off x="4873625" y="4392613"/>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9267" name="Group 3"/>
          <p:cNvGrpSpPr>
            <a:grpSpLocks/>
          </p:cNvGrpSpPr>
          <p:nvPr/>
        </p:nvGrpSpPr>
        <p:grpSpPr bwMode="auto">
          <a:xfrm>
            <a:off x="7073900" y="215900"/>
            <a:ext cx="1878013" cy="1250950"/>
            <a:chOff x="4456" y="136"/>
            <a:chExt cx="1183" cy="788"/>
          </a:xfrm>
        </p:grpSpPr>
        <p:grpSp>
          <p:nvGrpSpPr>
            <p:cNvPr id="139390" name="Group 4"/>
            <p:cNvGrpSpPr>
              <a:grpSpLocks/>
            </p:cNvGrpSpPr>
            <p:nvPr/>
          </p:nvGrpSpPr>
          <p:grpSpPr bwMode="auto">
            <a:xfrm>
              <a:off x="4766" y="232"/>
              <a:ext cx="873" cy="692"/>
              <a:chOff x="2185" y="310"/>
              <a:chExt cx="873" cy="692"/>
            </a:xfrm>
          </p:grpSpPr>
          <p:sp>
            <p:nvSpPr>
              <p:cNvPr id="13940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9391" name="Group 12"/>
            <p:cNvGrpSpPr>
              <a:grpSpLocks/>
            </p:cNvGrpSpPr>
            <p:nvPr/>
          </p:nvGrpSpPr>
          <p:grpSpPr bwMode="auto">
            <a:xfrm>
              <a:off x="4949" y="336"/>
              <a:ext cx="591" cy="468"/>
              <a:chOff x="2185" y="310"/>
              <a:chExt cx="873" cy="692"/>
            </a:xfrm>
          </p:grpSpPr>
          <p:sp>
            <p:nvSpPr>
              <p:cNvPr id="13939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939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393"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139268" name="Text Box 22"/>
          <p:cNvSpPr txBox="1">
            <a:spLocks noChangeArrowheads="1"/>
          </p:cNvSpPr>
          <p:nvPr/>
        </p:nvSpPr>
        <p:spPr bwMode="auto">
          <a:xfrm>
            <a:off x="515938"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39269" name="Text Box 23"/>
          <p:cNvSpPr txBox="1">
            <a:spLocks noChangeArrowheads="1"/>
          </p:cNvSpPr>
          <p:nvPr/>
        </p:nvSpPr>
        <p:spPr bwMode="auto">
          <a:xfrm>
            <a:off x="173831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39270" name="Text Box 24"/>
          <p:cNvSpPr txBox="1">
            <a:spLocks noChangeArrowheads="1"/>
          </p:cNvSpPr>
          <p:nvPr/>
        </p:nvSpPr>
        <p:spPr bwMode="auto">
          <a:xfrm>
            <a:off x="3170238"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R4</a:t>
            </a:r>
          </a:p>
        </p:txBody>
      </p:sp>
      <p:sp>
        <p:nvSpPr>
          <p:cNvPr id="139271" name="Rectangle 25"/>
          <p:cNvSpPr>
            <a:spLocks noGrp="1" noChangeArrowheads="1"/>
          </p:cNvSpPr>
          <p:nvPr>
            <p:ph type="title"/>
          </p:nvPr>
        </p:nvSpPr>
        <p:spPr>
          <a:xfrm>
            <a:off x="611188" y="0"/>
            <a:ext cx="6388100" cy="647700"/>
          </a:xfrm>
        </p:spPr>
        <p:txBody>
          <a:bodyPr/>
          <a:lstStyle/>
          <a:p>
            <a:pPr eaLnBrk="1" hangingPunct="1"/>
            <a:r>
              <a:rPr lang="fr-FR" altLang="fr-FR"/>
              <a:t>Sem. 3 - Lundi (St Edmond)</a:t>
            </a:r>
          </a:p>
        </p:txBody>
      </p:sp>
      <p:sp>
        <p:nvSpPr>
          <p:cNvPr id="139272"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39273"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9274"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9275" name="Group 29"/>
          <p:cNvGrpSpPr>
            <a:grpSpLocks/>
          </p:cNvGrpSpPr>
          <p:nvPr/>
        </p:nvGrpSpPr>
        <p:grpSpPr bwMode="auto">
          <a:xfrm>
            <a:off x="2843213" y="1106488"/>
            <a:ext cx="446087" cy="534987"/>
            <a:chOff x="868" y="1439"/>
            <a:chExt cx="811" cy="972"/>
          </a:xfrm>
        </p:grpSpPr>
        <p:sp>
          <p:nvSpPr>
            <p:cNvPr id="139339"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0"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1"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2"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3"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4"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5"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6"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7"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8"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9"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0"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1"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2"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3"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4"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5"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6"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7"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8"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9"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0"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1"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2"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3"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4"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5"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6"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7"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8"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9"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0"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1"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2"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3"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4"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5"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6"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7"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8"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9"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0"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1"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2"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3"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4"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5"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6"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7"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8"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9"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9276" name="Group 81"/>
          <p:cNvGrpSpPr>
            <a:grpSpLocks/>
          </p:cNvGrpSpPr>
          <p:nvPr/>
        </p:nvGrpSpPr>
        <p:grpSpPr bwMode="auto">
          <a:xfrm rot="-223274">
            <a:off x="573088" y="3001963"/>
            <a:ext cx="744537" cy="733425"/>
            <a:chOff x="2757" y="1666"/>
            <a:chExt cx="812" cy="800"/>
          </a:xfrm>
        </p:grpSpPr>
        <p:sp>
          <p:nvSpPr>
            <p:cNvPr id="139333"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4"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35"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36"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7"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38"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7" name="Group 95"/>
          <p:cNvGrpSpPr>
            <a:grpSpLocks/>
          </p:cNvGrpSpPr>
          <p:nvPr/>
        </p:nvGrpSpPr>
        <p:grpSpPr bwMode="auto">
          <a:xfrm rot="-223274">
            <a:off x="1892300" y="3019425"/>
            <a:ext cx="744538" cy="733425"/>
            <a:chOff x="2757" y="1666"/>
            <a:chExt cx="812" cy="800"/>
          </a:xfrm>
        </p:grpSpPr>
        <p:sp>
          <p:nvSpPr>
            <p:cNvPr id="139327" name="Freeform 9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8" name="Freeform 9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29" name="Line 9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30" name="Freeform 9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1" name="Freeform 10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32" name="AutoShape 10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8" name="Group 102"/>
          <p:cNvGrpSpPr>
            <a:grpSpLocks/>
          </p:cNvGrpSpPr>
          <p:nvPr/>
        </p:nvGrpSpPr>
        <p:grpSpPr bwMode="auto">
          <a:xfrm rot="-223274">
            <a:off x="3236913" y="2997200"/>
            <a:ext cx="744537" cy="733425"/>
            <a:chOff x="2757" y="1666"/>
            <a:chExt cx="812" cy="800"/>
          </a:xfrm>
        </p:grpSpPr>
        <p:sp>
          <p:nvSpPr>
            <p:cNvPr id="139321" name="Freeform 10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2" name="Freeform 10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23" name="Line 10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24" name="Freeform 10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5" name="Freeform 10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26" name="AutoShape 10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9" name="Group 109"/>
          <p:cNvGrpSpPr>
            <a:grpSpLocks/>
          </p:cNvGrpSpPr>
          <p:nvPr/>
        </p:nvGrpSpPr>
        <p:grpSpPr bwMode="auto">
          <a:xfrm rot="-223274">
            <a:off x="3208338" y="2774950"/>
            <a:ext cx="744537" cy="733425"/>
            <a:chOff x="2757" y="1666"/>
            <a:chExt cx="812" cy="800"/>
          </a:xfrm>
        </p:grpSpPr>
        <p:sp>
          <p:nvSpPr>
            <p:cNvPr id="139315" name="Freeform 1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6" name="Freeform 1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17" name="Line 1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18" name="Freeform 1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9" name="Freeform 1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20" name="AutoShape 1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80" name="Group 116"/>
          <p:cNvGrpSpPr>
            <a:grpSpLocks/>
          </p:cNvGrpSpPr>
          <p:nvPr/>
        </p:nvGrpSpPr>
        <p:grpSpPr bwMode="auto">
          <a:xfrm rot="-223274">
            <a:off x="3198813" y="2578100"/>
            <a:ext cx="744537" cy="733425"/>
            <a:chOff x="2757" y="1666"/>
            <a:chExt cx="812" cy="800"/>
          </a:xfrm>
        </p:grpSpPr>
        <p:sp>
          <p:nvSpPr>
            <p:cNvPr id="139309"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0"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11"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12"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3"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14"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1" name="Text Box 130"/>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39282" name="Text Box 131"/>
          <p:cNvSpPr txBox="1">
            <a:spLocks noChangeArrowheads="1"/>
          </p:cNvSpPr>
          <p:nvPr/>
        </p:nvSpPr>
        <p:spPr bwMode="auto">
          <a:xfrm>
            <a:off x="442436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139283" name="Group 132"/>
          <p:cNvGrpSpPr>
            <a:grpSpLocks/>
          </p:cNvGrpSpPr>
          <p:nvPr/>
        </p:nvGrpSpPr>
        <p:grpSpPr bwMode="auto">
          <a:xfrm rot="-223274">
            <a:off x="4578350" y="2962275"/>
            <a:ext cx="744538" cy="733425"/>
            <a:chOff x="2757" y="1666"/>
            <a:chExt cx="812" cy="800"/>
          </a:xfrm>
        </p:grpSpPr>
        <p:sp>
          <p:nvSpPr>
            <p:cNvPr id="139303"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4"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05"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06"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7"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08"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4" name="Text Box 139"/>
          <p:cNvSpPr txBox="1">
            <a:spLocks noChangeArrowheads="1"/>
          </p:cNvSpPr>
          <p:nvPr/>
        </p:nvSpPr>
        <p:spPr bwMode="auto">
          <a:xfrm>
            <a:off x="590391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grpSp>
        <p:nvGrpSpPr>
          <p:cNvPr id="139285" name="Group 140"/>
          <p:cNvGrpSpPr>
            <a:grpSpLocks/>
          </p:cNvGrpSpPr>
          <p:nvPr/>
        </p:nvGrpSpPr>
        <p:grpSpPr bwMode="auto">
          <a:xfrm rot="-223274">
            <a:off x="5922963" y="2959100"/>
            <a:ext cx="744537" cy="733425"/>
            <a:chOff x="2757" y="1666"/>
            <a:chExt cx="812" cy="800"/>
          </a:xfrm>
        </p:grpSpPr>
        <p:sp>
          <p:nvSpPr>
            <p:cNvPr id="139297" name="Freeform 14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8" name="Freeform 14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299" name="Line 14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00" name="Freeform 14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1" name="Freeform 14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02" name="AutoShape 14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86" name="Group 147"/>
          <p:cNvGrpSpPr>
            <a:grpSpLocks/>
          </p:cNvGrpSpPr>
          <p:nvPr/>
        </p:nvGrpSpPr>
        <p:grpSpPr bwMode="auto">
          <a:xfrm rot="-223274">
            <a:off x="5894388" y="2736850"/>
            <a:ext cx="744537" cy="733425"/>
            <a:chOff x="2757" y="1666"/>
            <a:chExt cx="812" cy="800"/>
          </a:xfrm>
        </p:grpSpPr>
        <p:sp>
          <p:nvSpPr>
            <p:cNvPr id="139291" name="Freeform 14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2" name="Freeform 14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293" name="Line 15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294" name="Freeform 15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5" name="Freeform 15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296" name="AutoShape 15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7" name="Text Box 161"/>
          <p:cNvSpPr txBox="1">
            <a:spLocks noChangeArrowheads="1"/>
          </p:cNvSpPr>
          <p:nvPr/>
        </p:nvSpPr>
        <p:spPr bwMode="auto">
          <a:xfrm>
            <a:off x="6992938" y="3719513"/>
            <a:ext cx="21510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Couronnes</a:t>
            </a:r>
          </a:p>
        </p:txBody>
      </p:sp>
      <p:sp>
        <p:nvSpPr>
          <p:cNvPr id="139288" name="Oval 162"/>
          <p:cNvSpPr>
            <a:spLocks noChangeArrowheads="1"/>
          </p:cNvSpPr>
          <p:nvPr/>
        </p:nvSpPr>
        <p:spPr bwMode="auto">
          <a:xfrm rot="-5400000">
            <a:off x="7652544" y="319960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9289" name="Oval 163"/>
          <p:cNvSpPr>
            <a:spLocks noChangeArrowheads="1"/>
          </p:cNvSpPr>
          <p:nvPr/>
        </p:nvSpPr>
        <p:spPr bwMode="auto">
          <a:xfrm rot="-5400000">
            <a:off x="8028782" y="319801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0290" name="Group 2"/>
          <p:cNvGrpSpPr>
            <a:grpSpLocks/>
          </p:cNvGrpSpPr>
          <p:nvPr/>
        </p:nvGrpSpPr>
        <p:grpSpPr bwMode="auto">
          <a:xfrm>
            <a:off x="7073900" y="215900"/>
            <a:ext cx="1878013" cy="1250950"/>
            <a:chOff x="4456" y="136"/>
            <a:chExt cx="1183" cy="788"/>
          </a:xfrm>
        </p:grpSpPr>
        <p:grpSp>
          <p:nvGrpSpPr>
            <p:cNvPr id="140350" name="Group 3"/>
            <p:cNvGrpSpPr>
              <a:grpSpLocks/>
            </p:cNvGrpSpPr>
            <p:nvPr/>
          </p:nvGrpSpPr>
          <p:grpSpPr bwMode="auto">
            <a:xfrm>
              <a:off x="4766" y="232"/>
              <a:ext cx="873" cy="692"/>
              <a:chOff x="2185" y="310"/>
              <a:chExt cx="873" cy="692"/>
            </a:xfrm>
          </p:grpSpPr>
          <p:sp>
            <p:nvSpPr>
              <p:cNvPr id="1403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0351" name="Group 11"/>
            <p:cNvGrpSpPr>
              <a:grpSpLocks/>
            </p:cNvGrpSpPr>
            <p:nvPr/>
          </p:nvGrpSpPr>
          <p:grpSpPr bwMode="auto">
            <a:xfrm>
              <a:off x="4949" y="336"/>
              <a:ext cx="591" cy="468"/>
              <a:chOff x="2185" y="310"/>
              <a:chExt cx="873" cy="692"/>
            </a:xfrm>
          </p:grpSpPr>
          <p:sp>
            <p:nvSpPr>
              <p:cNvPr id="1403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03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035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40292" name="Text Box 22"/>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0293"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0294"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0295" name="Group 25"/>
          <p:cNvGrpSpPr>
            <a:grpSpLocks/>
          </p:cNvGrpSpPr>
          <p:nvPr/>
        </p:nvGrpSpPr>
        <p:grpSpPr bwMode="auto">
          <a:xfrm>
            <a:off x="2986088" y="1306513"/>
            <a:ext cx="446087" cy="534987"/>
            <a:chOff x="868" y="1439"/>
            <a:chExt cx="811" cy="972"/>
          </a:xfrm>
        </p:grpSpPr>
        <p:sp>
          <p:nvSpPr>
            <p:cNvPr id="140299" name="Freeform 26"/>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0" name="Freeform 27"/>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1" name="Freeform 28"/>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2" name="Freeform 29"/>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3" name="Freeform 30"/>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4" name="Freeform 31"/>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5" name="Freeform 32"/>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6" name="Freeform 33"/>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7" name="Freeform 34"/>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8" name="Freeform 35"/>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9" name="Freeform 36"/>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0" name="Freeform 37"/>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1" name="Freeform 38"/>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2" name="Freeform 39"/>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3" name="Freeform 40"/>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4" name="Freeform 41"/>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5" name="Freeform 42"/>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6" name="Freeform 43"/>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7" name="Freeform 44"/>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8" name="Freeform 45"/>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9" name="Freeform 46"/>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0" name="Freeform 47"/>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1" name="Freeform 48"/>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2" name="Freeform 49"/>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3" name="Freeform 50"/>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4" name="Freeform 51"/>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5" name="Freeform 52"/>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6" name="Freeform 53"/>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7" name="Freeform 54"/>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8" name="Freeform 55"/>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9" name="Freeform 56"/>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0" name="Freeform 57"/>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1" name="Freeform 58"/>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2" name="Freeform 59"/>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3" name="Freeform 60"/>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4" name="Freeform 61"/>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5" name="Freeform 62"/>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6" name="Freeform 63"/>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7" name="Freeform 64"/>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8" name="Freeform 65"/>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9" name="Freeform 66"/>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0" name="Freeform 67"/>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1" name="Freeform 68"/>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2" name="Freeform 69"/>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3" name="Freeform 70"/>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4" name="Freeform 71"/>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5" name="Freeform 72"/>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6" name="Freeform 73"/>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7" name="Freeform 74"/>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8" name="Freeform 75"/>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9" name="Freeform 76"/>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0297" name="Rectangle 78"/>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02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1314" name="Group 2"/>
          <p:cNvGrpSpPr>
            <a:grpSpLocks/>
          </p:cNvGrpSpPr>
          <p:nvPr/>
        </p:nvGrpSpPr>
        <p:grpSpPr bwMode="auto">
          <a:xfrm>
            <a:off x="7073900" y="215900"/>
            <a:ext cx="1878013" cy="1250950"/>
            <a:chOff x="4456" y="136"/>
            <a:chExt cx="1183" cy="788"/>
          </a:xfrm>
        </p:grpSpPr>
        <p:grpSp>
          <p:nvGrpSpPr>
            <p:cNvPr id="141374" name="Group 3"/>
            <p:cNvGrpSpPr>
              <a:grpSpLocks/>
            </p:cNvGrpSpPr>
            <p:nvPr/>
          </p:nvGrpSpPr>
          <p:grpSpPr bwMode="auto">
            <a:xfrm>
              <a:off x="4766" y="232"/>
              <a:ext cx="873" cy="692"/>
              <a:chOff x="2185" y="310"/>
              <a:chExt cx="873" cy="692"/>
            </a:xfrm>
          </p:grpSpPr>
          <p:sp>
            <p:nvSpPr>
              <p:cNvPr id="1413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1375" name="Group 11"/>
            <p:cNvGrpSpPr>
              <a:grpSpLocks/>
            </p:cNvGrpSpPr>
            <p:nvPr/>
          </p:nvGrpSpPr>
          <p:grpSpPr bwMode="auto">
            <a:xfrm>
              <a:off x="4949" y="336"/>
              <a:ext cx="591" cy="468"/>
              <a:chOff x="2185" y="310"/>
              <a:chExt cx="873" cy="692"/>
            </a:xfrm>
          </p:grpSpPr>
          <p:sp>
            <p:nvSpPr>
              <p:cNvPr id="1413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13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137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413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13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1318" name="Group 24"/>
          <p:cNvGrpSpPr>
            <a:grpSpLocks/>
          </p:cNvGrpSpPr>
          <p:nvPr/>
        </p:nvGrpSpPr>
        <p:grpSpPr bwMode="auto">
          <a:xfrm>
            <a:off x="2986088" y="1306513"/>
            <a:ext cx="446087" cy="534987"/>
            <a:chOff x="868" y="1439"/>
            <a:chExt cx="811" cy="972"/>
          </a:xfrm>
        </p:grpSpPr>
        <p:sp>
          <p:nvSpPr>
            <p:cNvPr id="1413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13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13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13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338" name="Group 2"/>
          <p:cNvGrpSpPr>
            <a:grpSpLocks/>
          </p:cNvGrpSpPr>
          <p:nvPr/>
        </p:nvGrpSpPr>
        <p:grpSpPr bwMode="auto">
          <a:xfrm>
            <a:off x="7073900" y="215900"/>
            <a:ext cx="1878013" cy="1250950"/>
            <a:chOff x="4456" y="136"/>
            <a:chExt cx="1183" cy="788"/>
          </a:xfrm>
        </p:grpSpPr>
        <p:grpSp>
          <p:nvGrpSpPr>
            <p:cNvPr id="142398" name="Group 3"/>
            <p:cNvGrpSpPr>
              <a:grpSpLocks/>
            </p:cNvGrpSpPr>
            <p:nvPr/>
          </p:nvGrpSpPr>
          <p:grpSpPr bwMode="auto">
            <a:xfrm>
              <a:off x="4766" y="232"/>
              <a:ext cx="873" cy="692"/>
              <a:chOff x="2185" y="310"/>
              <a:chExt cx="873" cy="692"/>
            </a:xfrm>
          </p:grpSpPr>
          <p:sp>
            <p:nvSpPr>
              <p:cNvPr id="14240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2399" name="Group 11"/>
            <p:cNvGrpSpPr>
              <a:grpSpLocks/>
            </p:cNvGrpSpPr>
            <p:nvPr/>
          </p:nvGrpSpPr>
          <p:grpSpPr bwMode="auto">
            <a:xfrm>
              <a:off x="4949" y="336"/>
              <a:ext cx="591" cy="468"/>
              <a:chOff x="2185" y="310"/>
              <a:chExt cx="873" cy="692"/>
            </a:xfrm>
          </p:grpSpPr>
          <p:sp>
            <p:nvSpPr>
              <p:cNvPr id="14240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240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240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4234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234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2342" name="Group 24"/>
          <p:cNvGrpSpPr>
            <a:grpSpLocks/>
          </p:cNvGrpSpPr>
          <p:nvPr/>
        </p:nvGrpSpPr>
        <p:grpSpPr bwMode="auto">
          <a:xfrm>
            <a:off x="2986088" y="1306513"/>
            <a:ext cx="446087" cy="534987"/>
            <a:chOff x="868" y="1439"/>
            <a:chExt cx="811" cy="972"/>
          </a:xfrm>
        </p:grpSpPr>
        <p:sp>
          <p:nvSpPr>
            <p:cNvPr id="14234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4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4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234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234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234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362" name="Group 2"/>
          <p:cNvGrpSpPr>
            <a:grpSpLocks/>
          </p:cNvGrpSpPr>
          <p:nvPr/>
        </p:nvGrpSpPr>
        <p:grpSpPr bwMode="auto">
          <a:xfrm>
            <a:off x="7073900" y="215900"/>
            <a:ext cx="1878013" cy="1250950"/>
            <a:chOff x="4456" y="136"/>
            <a:chExt cx="1183" cy="788"/>
          </a:xfrm>
        </p:grpSpPr>
        <p:grpSp>
          <p:nvGrpSpPr>
            <p:cNvPr id="143422" name="Group 3"/>
            <p:cNvGrpSpPr>
              <a:grpSpLocks/>
            </p:cNvGrpSpPr>
            <p:nvPr/>
          </p:nvGrpSpPr>
          <p:grpSpPr bwMode="auto">
            <a:xfrm>
              <a:off x="4766" y="232"/>
              <a:ext cx="873" cy="692"/>
              <a:chOff x="2185" y="310"/>
              <a:chExt cx="873" cy="692"/>
            </a:xfrm>
          </p:grpSpPr>
          <p:sp>
            <p:nvSpPr>
              <p:cNvPr id="1434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3423" name="Group 11"/>
            <p:cNvGrpSpPr>
              <a:grpSpLocks/>
            </p:cNvGrpSpPr>
            <p:nvPr/>
          </p:nvGrpSpPr>
          <p:grpSpPr bwMode="auto">
            <a:xfrm>
              <a:off x="4949" y="336"/>
              <a:ext cx="591" cy="468"/>
              <a:chOff x="2185" y="310"/>
              <a:chExt cx="873" cy="692"/>
            </a:xfrm>
          </p:grpSpPr>
          <p:sp>
            <p:nvSpPr>
              <p:cNvPr id="1434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34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2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433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33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3366" name="Group 24"/>
          <p:cNvGrpSpPr>
            <a:grpSpLocks/>
          </p:cNvGrpSpPr>
          <p:nvPr/>
        </p:nvGrpSpPr>
        <p:grpSpPr bwMode="auto">
          <a:xfrm>
            <a:off x="2986088" y="1306513"/>
            <a:ext cx="446087" cy="534987"/>
            <a:chOff x="868" y="1439"/>
            <a:chExt cx="811" cy="972"/>
          </a:xfrm>
        </p:grpSpPr>
        <p:sp>
          <p:nvSpPr>
            <p:cNvPr id="1433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33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33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33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4386" name="Group 2"/>
          <p:cNvGrpSpPr>
            <a:grpSpLocks/>
          </p:cNvGrpSpPr>
          <p:nvPr/>
        </p:nvGrpSpPr>
        <p:grpSpPr bwMode="auto">
          <a:xfrm>
            <a:off x="7073900" y="215900"/>
            <a:ext cx="1878013" cy="1250950"/>
            <a:chOff x="4456" y="136"/>
            <a:chExt cx="1183" cy="788"/>
          </a:xfrm>
        </p:grpSpPr>
        <p:grpSp>
          <p:nvGrpSpPr>
            <p:cNvPr id="144446" name="Group 3"/>
            <p:cNvGrpSpPr>
              <a:grpSpLocks/>
            </p:cNvGrpSpPr>
            <p:nvPr/>
          </p:nvGrpSpPr>
          <p:grpSpPr bwMode="auto">
            <a:xfrm>
              <a:off x="4766" y="232"/>
              <a:ext cx="873" cy="692"/>
              <a:chOff x="2185" y="310"/>
              <a:chExt cx="873" cy="692"/>
            </a:xfrm>
          </p:grpSpPr>
          <p:sp>
            <p:nvSpPr>
              <p:cNvPr id="14445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4447" name="Group 11"/>
            <p:cNvGrpSpPr>
              <a:grpSpLocks/>
            </p:cNvGrpSpPr>
            <p:nvPr/>
          </p:nvGrpSpPr>
          <p:grpSpPr bwMode="auto">
            <a:xfrm>
              <a:off x="4949" y="336"/>
              <a:ext cx="591" cy="468"/>
              <a:chOff x="2185" y="310"/>
              <a:chExt cx="873" cy="692"/>
            </a:xfrm>
          </p:grpSpPr>
          <p:sp>
            <p:nvSpPr>
              <p:cNvPr id="14445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444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444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4438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438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4390" name="Group 24"/>
          <p:cNvGrpSpPr>
            <a:grpSpLocks/>
          </p:cNvGrpSpPr>
          <p:nvPr/>
        </p:nvGrpSpPr>
        <p:grpSpPr bwMode="auto">
          <a:xfrm>
            <a:off x="2986088" y="1306513"/>
            <a:ext cx="446087" cy="534987"/>
            <a:chOff x="868" y="1439"/>
            <a:chExt cx="811" cy="972"/>
          </a:xfrm>
        </p:grpSpPr>
        <p:sp>
          <p:nvSpPr>
            <p:cNvPr id="14439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439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439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439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5410" name="Group 2"/>
          <p:cNvGrpSpPr>
            <a:grpSpLocks/>
          </p:cNvGrpSpPr>
          <p:nvPr/>
        </p:nvGrpSpPr>
        <p:grpSpPr bwMode="auto">
          <a:xfrm>
            <a:off x="7073900" y="215900"/>
            <a:ext cx="1878013" cy="1250950"/>
            <a:chOff x="4456" y="136"/>
            <a:chExt cx="1183" cy="788"/>
          </a:xfrm>
        </p:grpSpPr>
        <p:grpSp>
          <p:nvGrpSpPr>
            <p:cNvPr id="145470" name="Group 3"/>
            <p:cNvGrpSpPr>
              <a:grpSpLocks/>
            </p:cNvGrpSpPr>
            <p:nvPr/>
          </p:nvGrpSpPr>
          <p:grpSpPr bwMode="auto">
            <a:xfrm>
              <a:off x="4766" y="232"/>
              <a:ext cx="873" cy="692"/>
              <a:chOff x="2185" y="310"/>
              <a:chExt cx="873" cy="692"/>
            </a:xfrm>
          </p:grpSpPr>
          <p:sp>
            <p:nvSpPr>
              <p:cNvPr id="1454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5471" name="Group 11"/>
            <p:cNvGrpSpPr>
              <a:grpSpLocks/>
            </p:cNvGrpSpPr>
            <p:nvPr/>
          </p:nvGrpSpPr>
          <p:grpSpPr bwMode="auto">
            <a:xfrm>
              <a:off x="4949" y="336"/>
              <a:ext cx="591" cy="468"/>
              <a:chOff x="2185" y="310"/>
              <a:chExt cx="873" cy="692"/>
            </a:xfrm>
          </p:grpSpPr>
          <p:sp>
            <p:nvSpPr>
              <p:cNvPr id="1454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54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547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454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54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5414" name="Group 24"/>
          <p:cNvGrpSpPr>
            <a:grpSpLocks/>
          </p:cNvGrpSpPr>
          <p:nvPr/>
        </p:nvGrpSpPr>
        <p:grpSpPr bwMode="auto">
          <a:xfrm>
            <a:off x="2986088" y="1306513"/>
            <a:ext cx="446087" cy="534987"/>
            <a:chOff x="868" y="1439"/>
            <a:chExt cx="811" cy="972"/>
          </a:xfrm>
        </p:grpSpPr>
        <p:sp>
          <p:nvSpPr>
            <p:cNvPr id="1454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54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54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54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6434" name="Group 2"/>
          <p:cNvGrpSpPr>
            <a:grpSpLocks/>
          </p:cNvGrpSpPr>
          <p:nvPr/>
        </p:nvGrpSpPr>
        <p:grpSpPr bwMode="auto">
          <a:xfrm>
            <a:off x="7073900" y="215900"/>
            <a:ext cx="1878013" cy="1250950"/>
            <a:chOff x="4456" y="136"/>
            <a:chExt cx="1183" cy="788"/>
          </a:xfrm>
        </p:grpSpPr>
        <p:grpSp>
          <p:nvGrpSpPr>
            <p:cNvPr id="146494" name="Group 3"/>
            <p:cNvGrpSpPr>
              <a:grpSpLocks/>
            </p:cNvGrpSpPr>
            <p:nvPr/>
          </p:nvGrpSpPr>
          <p:grpSpPr bwMode="auto">
            <a:xfrm>
              <a:off x="4766" y="232"/>
              <a:ext cx="873" cy="692"/>
              <a:chOff x="2185" y="310"/>
              <a:chExt cx="873" cy="692"/>
            </a:xfrm>
          </p:grpSpPr>
          <p:sp>
            <p:nvSpPr>
              <p:cNvPr id="1465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6495" name="Group 11"/>
            <p:cNvGrpSpPr>
              <a:grpSpLocks/>
            </p:cNvGrpSpPr>
            <p:nvPr/>
          </p:nvGrpSpPr>
          <p:grpSpPr bwMode="auto">
            <a:xfrm>
              <a:off x="4949" y="336"/>
              <a:ext cx="591" cy="468"/>
              <a:chOff x="2185" y="310"/>
              <a:chExt cx="873" cy="692"/>
            </a:xfrm>
          </p:grpSpPr>
          <p:sp>
            <p:nvSpPr>
              <p:cNvPr id="1464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64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649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464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64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6438" name="Group 24"/>
          <p:cNvGrpSpPr>
            <a:grpSpLocks/>
          </p:cNvGrpSpPr>
          <p:nvPr/>
        </p:nvGrpSpPr>
        <p:grpSpPr bwMode="auto">
          <a:xfrm>
            <a:off x="2986088" y="1306513"/>
            <a:ext cx="446087" cy="534987"/>
            <a:chOff x="868" y="1439"/>
            <a:chExt cx="811" cy="972"/>
          </a:xfrm>
        </p:grpSpPr>
        <p:sp>
          <p:nvSpPr>
            <p:cNvPr id="1464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64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64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64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459" name="Group 3"/>
          <p:cNvGrpSpPr>
            <a:grpSpLocks/>
          </p:cNvGrpSpPr>
          <p:nvPr/>
        </p:nvGrpSpPr>
        <p:grpSpPr bwMode="auto">
          <a:xfrm>
            <a:off x="7073900" y="215900"/>
            <a:ext cx="1878013" cy="1250950"/>
            <a:chOff x="4456" y="136"/>
            <a:chExt cx="1183" cy="788"/>
          </a:xfrm>
        </p:grpSpPr>
        <p:grpSp>
          <p:nvGrpSpPr>
            <p:cNvPr id="147551" name="Group 4"/>
            <p:cNvGrpSpPr>
              <a:grpSpLocks/>
            </p:cNvGrpSpPr>
            <p:nvPr/>
          </p:nvGrpSpPr>
          <p:grpSpPr bwMode="auto">
            <a:xfrm>
              <a:off x="4766" y="232"/>
              <a:ext cx="873" cy="692"/>
              <a:chOff x="2185" y="310"/>
              <a:chExt cx="873" cy="692"/>
            </a:xfrm>
          </p:grpSpPr>
          <p:sp>
            <p:nvSpPr>
              <p:cNvPr id="14756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7552" name="Group 12"/>
            <p:cNvGrpSpPr>
              <a:grpSpLocks/>
            </p:cNvGrpSpPr>
            <p:nvPr/>
          </p:nvGrpSpPr>
          <p:grpSpPr bwMode="auto">
            <a:xfrm>
              <a:off x="4949" y="336"/>
              <a:ext cx="591" cy="468"/>
              <a:chOff x="2185" y="310"/>
              <a:chExt cx="873" cy="692"/>
            </a:xfrm>
          </p:grpSpPr>
          <p:sp>
            <p:nvSpPr>
              <p:cNvPr id="14755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755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7554"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47460" name="Text Box 22"/>
          <p:cNvSpPr txBox="1">
            <a:spLocks noChangeArrowheads="1"/>
          </p:cNvSpPr>
          <p:nvPr/>
        </p:nvSpPr>
        <p:spPr bwMode="auto">
          <a:xfrm>
            <a:off x="1296988" y="37369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47461" name="Text Box 23"/>
          <p:cNvSpPr txBox="1">
            <a:spLocks noChangeArrowheads="1"/>
          </p:cNvSpPr>
          <p:nvPr/>
        </p:nvSpPr>
        <p:spPr bwMode="auto">
          <a:xfrm>
            <a:off x="2747963" y="37274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R4</a:t>
            </a:r>
          </a:p>
        </p:txBody>
      </p:sp>
      <p:sp>
        <p:nvSpPr>
          <p:cNvPr id="147462" name="Rectangle 25"/>
          <p:cNvSpPr>
            <a:spLocks noGrp="1" noChangeArrowheads="1"/>
          </p:cNvSpPr>
          <p:nvPr>
            <p:ph type="title"/>
          </p:nvPr>
        </p:nvSpPr>
        <p:spPr>
          <a:xfrm>
            <a:off x="1525588" y="0"/>
            <a:ext cx="5372100" cy="647700"/>
          </a:xfrm>
        </p:spPr>
        <p:txBody>
          <a:bodyPr/>
          <a:lstStyle/>
          <a:p>
            <a:pPr eaLnBrk="1" hangingPunct="1"/>
            <a:r>
              <a:rPr lang="fr-FR" altLang="fr-FR" dirty="0"/>
              <a:t>Sem. 3 - Mardi</a:t>
            </a:r>
            <a:endParaRPr lang="fr-FR" altLang="fr-FR" sz="1800" dirty="0"/>
          </a:p>
        </p:txBody>
      </p:sp>
      <p:sp>
        <p:nvSpPr>
          <p:cNvPr id="147463" name="Text Box 26"/>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47464"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7465" name="Text Box 28"/>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7466" name="Group 29"/>
          <p:cNvGrpSpPr>
            <a:grpSpLocks/>
          </p:cNvGrpSpPr>
          <p:nvPr/>
        </p:nvGrpSpPr>
        <p:grpSpPr bwMode="auto">
          <a:xfrm>
            <a:off x="2843213" y="1106488"/>
            <a:ext cx="446087" cy="534987"/>
            <a:chOff x="868" y="1439"/>
            <a:chExt cx="811" cy="972"/>
          </a:xfrm>
        </p:grpSpPr>
        <p:sp>
          <p:nvSpPr>
            <p:cNvPr id="147500"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1"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2"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3"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4"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5"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6"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7"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8"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9"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0"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1"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2"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3"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4"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5"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6"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7"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8"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9"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0"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1"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2"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3"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4"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5"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6"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7"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8"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9"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0"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1"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2"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3"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4"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5"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6"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7"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8"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9"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0"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1"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2"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3"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4"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5"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6"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7"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8"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9"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0"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7467" name="Group 81"/>
          <p:cNvGrpSpPr>
            <a:grpSpLocks/>
          </p:cNvGrpSpPr>
          <p:nvPr/>
        </p:nvGrpSpPr>
        <p:grpSpPr bwMode="auto">
          <a:xfrm rot="-223274">
            <a:off x="1349375" y="2835275"/>
            <a:ext cx="744538" cy="733425"/>
            <a:chOff x="2757" y="1666"/>
            <a:chExt cx="812" cy="800"/>
          </a:xfrm>
        </p:grpSpPr>
        <p:sp>
          <p:nvSpPr>
            <p:cNvPr id="147494"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5"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96"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97"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8"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99"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47468" name="Group 88"/>
          <p:cNvGrpSpPr>
            <a:grpSpLocks/>
          </p:cNvGrpSpPr>
          <p:nvPr/>
        </p:nvGrpSpPr>
        <p:grpSpPr bwMode="auto">
          <a:xfrm rot="-223274">
            <a:off x="2759075" y="2951163"/>
            <a:ext cx="744538" cy="733425"/>
            <a:chOff x="2757" y="1666"/>
            <a:chExt cx="812" cy="800"/>
          </a:xfrm>
        </p:grpSpPr>
        <p:sp>
          <p:nvSpPr>
            <p:cNvPr id="147488" name="Freeform 8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9" name="Freeform 9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90" name="Line 9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91" name="Freeform 9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2" name="Freeform 9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93" name="AutoShape 9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47469" name="Group 102"/>
          <p:cNvGrpSpPr>
            <a:grpSpLocks/>
          </p:cNvGrpSpPr>
          <p:nvPr/>
        </p:nvGrpSpPr>
        <p:grpSpPr bwMode="auto">
          <a:xfrm rot="-223274">
            <a:off x="4291013" y="2867025"/>
            <a:ext cx="744537" cy="733425"/>
            <a:chOff x="2757" y="1666"/>
            <a:chExt cx="812" cy="800"/>
          </a:xfrm>
        </p:grpSpPr>
        <p:sp>
          <p:nvSpPr>
            <p:cNvPr id="147482" name="Freeform 10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3" name="Freeform 10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84" name="Line 10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85" name="Freeform 10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6" name="Freeform 10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87" name="AutoShape 10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47470" name="Text Box 109"/>
          <p:cNvSpPr txBox="1">
            <a:spLocks noChangeArrowheads="1"/>
          </p:cNvSpPr>
          <p:nvPr/>
        </p:nvSpPr>
        <p:spPr bwMode="auto">
          <a:xfrm>
            <a:off x="4135438" y="37147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47471" name="Text Box 13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47472" name="Group 139"/>
          <p:cNvGrpSpPr>
            <a:grpSpLocks/>
          </p:cNvGrpSpPr>
          <p:nvPr/>
        </p:nvGrpSpPr>
        <p:grpSpPr bwMode="auto">
          <a:xfrm rot="-223274">
            <a:off x="1330325" y="2625725"/>
            <a:ext cx="744538" cy="733425"/>
            <a:chOff x="2757" y="1666"/>
            <a:chExt cx="812" cy="800"/>
          </a:xfrm>
        </p:grpSpPr>
        <p:sp>
          <p:nvSpPr>
            <p:cNvPr id="147476"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77"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78"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79"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0"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81"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47473" name="Text Box 146"/>
          <p:cNvSpPr txBox="1">
            <a:spLocks noChangeArrowheads="1"/>
          </p:cNvSpPr>
          <p:nvPr/>
        </p:nvSpPr>
        <p:spPr bwMode="auto">
          <a:xfrm>
            <a:off x="5468938" y="3689350"/>
            <a:ext cx="23606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Couronnes</a:t>
            </a:r>
          </a:p>
        </p:txBody>
      </p:sp>
      <p:sp>
        <p:nvSpPr>
          <p:cNvPr id="147474" name="Oval 147"/>
          <p:cNvSpPr>
            <a:spLocks noChangeArrowheads="1"/>
          </p:cNvSpPr>
          <p:nvPr/>
        </p:nvSpPr>
        <p:spPr bwMode="auto">
          <a:xfrm rot="-5400000">
            <a:off x="6338094" y="31408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47475" name="Oval 148"/>
          <p:cNvSpPr>
            <a:spLocks noChangeArrowheads="1"/>
          </p:cNvSpPr>
          <p:nvPr/>
        </p:nvSpPr>
        <p:spPr bwMode="auto">
          <a:xfrm rot="-5400000">
            <a:off x="6714332" y="31392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88">
            <a:extLst>
              <a:ext uri="{FF2B5EF4-FFF2-40B4-BE49-F238E27FC236}">
                <a16:creationId xmlns:a16="http://schemas.microsoft.com/office/drawing/2014/main" id="{8CF7B322-F993-A61D-F381-308BCE4924F1}"/>
              </a:ext>
            </a:extLst>
          </p:cNvPr>
          <p:cNvGrpSpPr>
            <a:grpSpLocks/>
          </p:cNvGrpSpPr>
          <p:nvPr/>
        </p:nvGrpSpPr>
        <p:grpSpPr bwMode="auto">
          <a:xfrm rot="-223274">
            <a:off x="2817016" y="2707112"/>
            <a:ext cx="744538" cy="733425"/>
            <a:chOff x="2757" y="1666"/>
            <a:chExt cx="812" cy="800"/>
          </a:xfrm>
        </p:grpSpPr>
        <p:sp>
          <p:nvSpPr>
            <p:cNvPr id="3" name="Freeform 89">
              <a:extLst>
                <a:ext uri="{FF2B5EF4-FFF2-40B4-BE49-F238E27FC236}">
                  <a16:creationId xmlns:a16="http://schemas.microsoft.com/office/drawing/2014/main" id="{57CCCD18-A34F-A74F-4D2E-9FD392434B4A}"/>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90">
              <a:extLst>
                <a:ext uri="{FF2B5EF4-FFF2-40B4-BE49-F238E27FC236}">
                  <a16:creationId xmlns:a16="http://schemas.microsoft.com/office/drawing/2014/main" id="{1460A844-4632-FA96-5DD4-674004E34B36}"/>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91">
              <a:extLst>
                <a:ext uri="{FF2B5EF4-FFF2-40B4-BE49-F238E27FC236}">
                  <a16:creationId xmlns:a16="http://schemas.microsoft.com/office/drawing/2014/main" id="{1C14328B-7E79-AB6F-9B73-DAD15599F29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92">
              <a:extLst>
                <a:ext uri="{FF2B5EF4-FFF2-40B4-BE49-F238E27FC236}">
                  <a16:creationId xmlns:a16="http://schemas.microsoft.com/office/drawing/2014/main" id="{257EC874-8634-5C5D-5C78-9326117966DA}"/>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93">
              <a:extLst>
                <a:ext uri="{FF2B5EF4-FFF2-40B4-BE49-F238E27FC236}">
                  <a16:creationId xmlns:a16="http://schemas.microsoft.com/office/drawing/2014/main" id="{C4F7986B-35BC-37EA-D2C2-DB53734F9C0C}"/>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4">
              <a:extLst>
                <a:ext uri="{FF2B5EF4-FFF2-40B4-BE49-F238E27FC236}">
                  <a16:creationId xmlns:a16="http://schemas.microsoft.com/office/drawing/2014/main" id="{5A30896A-D016-1008-62B3-648EAF18A65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8">
            <a:extLst>
              <a:ext uri="{FF2B5EF4-FFF2-40B4-BE49-F238E27FC236}">
                <a16:creationId xmlns:a16="http://schemas.microsoft.com/office/drawing/2014/main" id="{698C660B-EFA6-87D4-665D-5FA2A80C2A38}"/>
              </a:ext>
            </a:extLst>
          </p:cNvPr>
          <p:cNvGrpSpPr>
            <a:grpSpLocks/>
          </p:cNvGrpSpPr>
          <p:nvPr/>
        </p:nvGrpSpPr>
        <p:grpSpPr bwMode="auto">
          <a:xfrm rot="-223274">
            <a:off x="2817017" y="2416174"/>
            <a:ext cx="744538" cy="733425"/>
            <a:chOff x="2757" y="1666"/>
            <a:chExt cx="812" cy="800"/>
          </a:xfrm>
        </p:grpSpPr>
        <p:sp>
          <p:nvSpPr>
            <p:cNvPr id="10" name="Freeform 89">
              <a:extLst>
                <a:ext uri="{FF2B5EF4-FFF2-40B4-BE49-F238E27FC236}">
                  <a16:creationId xmlns:a16="http://schemas.microsoft.com/office/drawing/2014/main" id="{C5C2CD5F-B728-B24F-E2C9-68564A364254}"/>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90">
              <a:extLst>
                <a:ext uri="{FF2B5EF4-FFF2-40B4-BE49-F238E27FC236}">
                  <a16:creationId xmlns:a16="http://schemas.microsoft.com/office/drawing/2014/main" id="{BFB5CCDD-728B-E091-6058-5702C7B43F88}"/>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91">
              <a:extLst>
                <a:ext uri="{FF2B5EF4-FFF2-40B4-BE49-F238E27FC236}">
                  <a16:creationId xmlns:a16="http://schemas.microsoft.com/office/drawing/2014/main" id="{9E5215B0-CBAB-5D2A-B034-4D948F5A94FE}"/>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92">
              <a:extLst>
                <a:ext uri="{FF2B5EF4-FFF2-40B4-BE49-F238E27FC236}">
                  <a16:creationId xmlns:a16="http://schemas.microsoft.com/office/drawing/2014/main" id="{654919F1-9F23-69EE-F47F-BC3C6BAEC6EA}"/>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93">
              <a:extLst>
                <a:ext uri="{FF2B5EF4-FFF2-40B4-BE49-F238E27FC236}">
                  <a16:creationId xmlns:a16="http://schemas.microsoft.com/office/drawing/2014/main" id="{F5250680-6B79-6348-97C8-5EB412658B1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4">
              <a:extLst>
                <a:ext uri="{FF2B5EF4-FFF2-40B4-BE49-F238E27FC236}">
                  <a16:creationId xmlns:a16="http://schemas.microsoft.com/office/drawing/2014/main" id="{B28F7454-7F2B-B796-96F3-83764102122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482" name="Group 2"/>
          <p:cNvGrpSpPr>
            <a:grpSpLocks/>
          </p:cNvGrpSpPr>
          <p:nvPr/>
        </p:nvGrpSpPr>
        <p:grpSpPr bwMode="auto">
          <a:xfrm>
            <a:off x="7073900" y="215900"/>
            <a:ext cx="1878013" cy="1250950"/>
            <a:chOff x="4456" y="136"/>
            <a:chExt cx="1183" cy="788"/>
          </a:xfrm>
        </p:grpSpPr>
        <p:grpSp>
          <p:nvGrpSpPr>
            <p:cNvPr id="148542" name="Group 3"/>
            <p:cNvGrpSpPr>
              <a:grpSpLocks/>
            </p:cNvGrpSpPr>
            <p:nvPr/>
          </p:nvGrpSpPr>
          <p:grpSpPr bwMode="auto">
            <a:xfrm>
              <a:off x="4766" y="232"/>
              <a:ext cx="873" cy="692"/>
              <a:chOff x="2185" y="310"/>
              <a:chExt cx="873" cy="692"/>
            </a:xfrm>
          </p:grpSpPr>
          <p:sp>
            <p:nvSpPr>
              <p:cNvPr id="1485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8543" name="Group 11"/>
            <p:cNvGrpSpPr>
              <a:grpSpLocks/>
            </p:cNvGrpSpPr>
            <p:nvPr/>
          </p:nvGrpSpPr>
          <p:grpSpPr bwMode="auto">
            <a:xfrm>
              <a:off x="4949" y="336"/>
              <a:ext cx="591" cy="468"/>
              <a:chOff x="2185" y="310"/>
              <a:chExt cx="873" cy="692"/>
            </a:xfrm>
          </p:grpSpPr>
          <p:sp>
            <p:nvSpPr>
              <p:cNvPr id="1485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85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85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484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84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8486" name="Group 24"/>
          <p:cNvGrpSpPr>
            <a:grpSpLocks/>
          </p:cNvGrpSpPr>
          <p:nvPr/>
        </p:nvGrpSpPr>
        <p:grpSpPr bwMode="auto">
          <a:xfrm>
            <a:off x="2986088" y="1306513"/>
            <a:ext cx="446087" cy="534987"/>
            <a:chOff x="868" y="1439"/>
            <a:chExt cx="811" cy="972"/>
          </a:xfrm>
        </p:grpSpPr>
        <p:sp>
          <p:nvSpPr>
            <p:cNvPr id="1484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84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484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84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9506" name="Group 2"/>
          <p:cNvGrpSpPr>
            <a:grpSpLocks/>
          </p:cNvGrpSpPr>
          <p:nvPr/>
        </p:nvGrpSpPr>
        <p:grpSpPr bwMode="auto">
          <a:xfrm>
            <a:off x="7073900" y="215900"/>
            <a:ext cx="1878013" cy="1250950"/>
            <a:chOff x="4456" y="136"/>
            <a:chExt cx="1183" cy="788"/>
          </a:xfrm>
        </p:grpSpPr>
        <p:grpSp>
          <p:nvGrpSpPr>
            <p:cNvPr id="149566" name="Group 3"/>
            <p:cNvGrpSpPr>
              <a:grpSpLocks/>
            </p:cNvGrpSpPr>
            <p:nvPr/>
          </p:nvGrpSpPr>
          <p:grpSpPr bwMode="auto">
            <a:xfrm>
              <a:off x="4766" y="232"/>
              <a:ext cx="873" cy="692"/>
              <a:chOff x="2185" y="310"/>
              <a:chExt cx="873" cy="692"/>
            </a:xfrm>
          </p:grpSpPr>
          <p:sp>
            <p:nvSpPr>
              <p:cNvPr id="1495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9567" name="Group 11"/>
            <p:cNvGrpSpPr>
              <a:grpSpLocks/>
            </p:cNvGrpSpPr>
            <p:nvPr/>
          </p:nvGrpSpPr>
          <p:grpSpPr bwMode="auto">
            <a:xfrm>
              <a:off x="4949" y="336"/>
              <a:ext cx="591" cy="468"/>
              <a:chOff x="2185" y="310"/>
              <a:chExt cx="873" cy="692"/>
            </a:xfrm>
          </p:grpSpPr>
          <p:sp>
            <p:nvSpPr>
              <p:cNvPr id="1495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95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95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495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95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9510" name="Group 24"/>
          <p:cNvGrpSpPr>
            <a:grpSpLocks/>
          </p:cNvGrpSpPr>
          <p:nvPr/>
        </p:nvGrpSpPr>
        <p:grpSpPr bwMode="auto">
          <a:xfrm>
            <a:off x="2986088" y="1306513"/>
            <a:ext cx="446087" cy="534987"/>
            <a:chOff x="868" y="1439"/>
            <a:chExt cx="811" cy="972"/>
          </a:xfrm>
        </p:grpSpPr>
        <p:sp>
          <p:nvSpPr>
            <p:cNvPr id="1495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95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495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95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0530" name="Group 2"/>
          <p:cNvGrpSpPr>
            <a:grpSpLocks/>
          </p:cNvGrpSpPr>
          <p:nvPr/>
        </p:nvGrpSpPr>
        <p:grpSpPr bwMode="auto">
          <a:xfrm>
            <a:off x="7073900" y="215900"/>
            <a:ext cx="1878013" cy="1250950"/>
            <a:chOff x="4456" y="136"/>
            <a:chExt cx="1183" cy="788"/>
          </a:xfrm>
        </p:grpSpPr>
        <p:grpSp>
          <p:nvGrpSpPr>
            <p:cNvPr id="150590" name="Group 3"/>
            <p:cNvGrpSpPr>
              <a:grpSpLocks/>
            </p:cNvGrpSpPr>
            <p:nvPr/>
          </p:nvGrpSpPr>
          <p:grpSpPr bwMode="auto">
            <a:xfrm>
              <a:off x="4766" y="232"/>
              <a:ext cx="873" cy="692"/>
              <a:chOff x="2185" y="310"/>
              <a:chExt cx="873" cy="692"/>
            </a:xfrm>
          </p:grpSpPr>
          <p:sp>
            <p:nvSpPr>
              <p:cNvPr id="1506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0591" name="Group 11"/>
            <p:cNvGrpSpPr>
              <a:grpSpLocks/>
            </p:cNvGrpSpPr>
            <p:nvPr/>
          </p:nvGrpSpPr>
          <p:grpSpPr bwMode="auto">
            <a:xfrm>
              <a:off x="4949" y="336"/>
              <a:ext cx="591" cy="468"/>
              <a:chOff x="2185" y="310"/>
              <a:chExt cx="873" cy="692"/>
            </a:xfrm>
          </p:grpSpPr>
          <p:sp>
            <p:nvSpPr>
              <p:cNvPr id="1505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05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05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505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05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0534" name="Group 24"/>
          <p:cNvGrpSpPr>
            <a:grpSpLocks/>
          </p:cNvGrpSpPr>
          <p:nvPr/>
        </p:nvGrpSpPr>
        <p:grpSpPr bwMode="auto">
          <a:xfrm>
            <a:off x="2986088" y="1306513"/>
            <a:ext cx="446087" cy="534987"/>
            <a:chOff x="868" y="1439"/>
            <a:chExt cx="811" cy="972"/>
          </a:xfrm>
        </p:grpSpPr>
        <p:sp>
          <p:nvSpPr>
            <p:cNvPr id="1505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05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05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05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1554" name="Group 2"/>
          <p:cNvGrpSpPr>
            <a:grpSpLocks/>
          </p:cNvGrpSpPr>
          <p:nvPr/>
        </p:nvGrpSpPr>
        <p:grpSpPr bwMode="auto">
          <a:xfrm>
            <a:off x="7073900" y="215900"/>
            <a:ext cx="1878013" cy="1250950"/>
            <a:chOff x="4456" y="136"/>
            <a:chExt cx="1183" cy="788"/>
          </a:xfrm>
        </p:grpSpPr>
        <p:grpSp>
          <p:nvGrpSpPr>
            <p:cNvPr id="151614" name="Group 3"/>
            <p:cNvGrpSpPr>
              <a:grpSpLocks/>
            </p:cNvGrpSpPr>
            <p:nvPr/>
          </p:nvGrpSpPr>
          <p:grpSpPr bwMode="auto">
            <a:xfrm>
              <a:off x="4766" y="232"/>
              <a:ext cx="873" cy="692"/>
              <a:chOff x="2185" y="310"/>
              <a:chExt cx="873" cy="692"/>
            </a:xfrm>
          </p:grpSpPr>
          <p:sp>
            <p:nvSpPr>
              <p:cNvPr id="1516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1615" name="Group 11"/>
            <p:cNvGrpSpPr>
              <a:grpSpLocks/>
            </p:cNvGrpSpPr>
            <p:nvPr/>
          </p:nvGrpSpPr>
          <p:grpSpPr bwMode="auto">
            <a:xfrm>
              <a:off x="4949" y="336"/>
              <a:ext cx="591" cy="468"/>
              <a:chOff x="2185" y="310"/>
              <a:chExt cx="873" cy="692"/>
            </a:xfrm>
          </p:grpSpPr>
          <p:sp>
            <p:nvSpPr>
              <p:cNvPr id="1516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16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6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515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15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1558" name="Group 24"/>
          <p:cNvGrpSpPr>
            <a:grpSpLocks/>
          </p:cNvGrpSpPr>
          <p:nvPr/>
        </p:nvGrpSpPr>
        <p:grpSpPr bwMode="auto">
          <a:xfrm>
            <a:off x="2986088" y="1306513"/>
            <a:ext cx="446087" cy="534987"/>
            <a:chOff x="868" y="1439"/>
            <a:chExt cx="811" cy="972"/>
          </a:xfrm>
        </p:grpSpPr>
        <p:sp>
          <p:nvSpPr>
            <p:cNvPr id="1515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15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15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15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2578" name="Group 2"/>
          <p:cNvGrpSpPr>
            <a:grpSpLocks/>
          </p:cNvGrpSpPr>
          <p:nvPr/>
        </p:nvGrpSpPr>
        <p:grpSpPr bwMode="auto">
          <a:xfrm>
            <a:off x="7073900" y="215900"/>
            <a:ext cx="1878013" cy="1250950"/>
            <a:chOff x="4456" y="136"/>
            <a:chExt cx="1183" cy="788"/>
          </a:xfrm>
        </p:grpSpPr>
        <p:grpSp>
          <p:nvGrpSpPr>
            <p:cNvPr id="152638" name="Group 3"/>
            <p:cNvGrpSpPr>
              <a:grpSpLocks/>
            </p:cNvGrpSpPr>
            <p:nvPr/>
          </p:nvGrpSpPr>
          <p:grpSpPr bwMode="auto">
            <a:xfrm>
              <a:off x="4766" y="232"/>
              <a:ext cx="873" cy="692"/>
              <a:chOff x="2185" y="310"/>
              <a:chExt cx="873" cy="692"/>
            </a:xfrm>
          </p:grpSpPr>
          <p:sp>
            <p:nvSpPr>
              <p:cNvPr id="15264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2639" name="Group 11"/>
            <p:cNvGrpSpPr>
              <a:grpSpLocks/>
            </p:cNvGrpSpPr>
            <p:nvPr/>
          </p:nvGrpSpPr>
          <p:grpSpPr bwMode="auto">
            <a:xfrm>
              <a:off x="4949" y="336"/>
              <a:ext cx="591" cy="468"/>
              <a:chOff x="2185" y="310"/>
              <a:chExt cx="873" cy="692"/>
            </a:xfrm>
          </p:grpSpPr>
          <p:sp>
            <p:nvSpPr>
              <p:cNvPr id="15264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264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264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5258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258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2582" name="Group 24"/>
          <p:cNvGrpSpPr>
            <a:grpSpLocks/>
          </p:cNvGrpSpPr>
          <p:nvPr/>
        </p:nvGrpSpPr>
        <p:grpSpPr bwMode="auto">
          <a:xfrm>
            <a:off x="2986088" y="1306513"/>
            <a:ext cx="446087" cy="534987"/>
            <a:chOff x="868" y="1439"/>
            <a:chExt cx="811" cy="972"/>
          </a:xfrm>
        </p:grpSpPr>
        <p:sp>
          <p:nvSpPr>
            <p:cNvPr id="15258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8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8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258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258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258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3602" name="Group 2"/>
          <p:cNvGrpSpPr>
            <a:grpSpLocks/>
          </p:cNvGrpSpPr>
          <p:nvPr/>
        </p:nvGrpSpPr>
        <p:grpSpPr bwMode="auto">
          <a:xfrm>
            <a:off x="7073900" y="215900"/>
            <a:ext cx="1878013" cy="1250950"/>
            <a:chOff x="4456" y="136"/>
            <a:chExt cx="1183" cy="788"/>
          </a:xfrm>
        </p:grpSpPr>
        <p:grpSp>
          <p:nvGrpSpPr>
            <p:cNvPr id="153662" name="Group 3"/>
            <p:cNvGrpSpPr>
              <a:grpSpLocks/>
            </p:cNvGrpSpPr>
            <p:nvPr/>
          </p:nvGrpSpPr>
          <p:grpSpPr bwMode="auto">
            <a:xfrm>
              <a:off x="4766" y="232"/>
              <a:ext cx="873" cy="692"/>
              <a:chOff x="2185" y="310"/>
              <a:chExt cx="873" cy="692"/>
            </a:xfrm>
          </p:grpSpPr>
          <p:sp>
            <p:nvSpPr>
              <p:cNvPr id="1536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3663" name="Group 11"/>
            <p:cNvGrpSpPr>
              <a:grpSpLocks/>
            </p:cNvGrpSpPr>
            <p:nvPr/>
          </p:nvGrpSpPr>
          <p:grpSpPr bwMode="auto">
            <a:xfrm>
              <a:off x="4949" y="336"/>
              <a:ext cx="591" cy="468"/>
              <a:chOff x="2185" y="310"/>
              <a:chExt cx="873" cy="692"/>
            </a:xfrm>
          </p:grpSpPr>
          <p:sp>
            <p:nvSpPr>
              <p:cNvPr id="1536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36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536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36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3606" name="Group 24"/>
          <p:cNvGrpSpPr>
            <a:grpSpLocks/>
          </p:cNvGrpSpPr>
          <p:nvPr/>
        </p:nvGrpSpPr>
        <p:grpSpPr bwMode="auto">
          <a:xfrm>
            <a:off x="2986088" y="1306513"/>
            <a:ext cx="446087" cy="534987"/>
            <a:chOff x="868" y="1439"/>
            <a:chExt cx="811" cy="972"/>
          </a:xfrm>
        </p:grpSpPr>
        <p:sp>
          <p:nvSpPr>
            <p:cNvPr id="1536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36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36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36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p:txBody>
          <a:bodyPr/>
          <a:lstStyle/>
          <a:p>
            <a:pPr eaLnBrk="1" hangingPunct="1"/>
            <a:r>
              <a:rPr lang="fr-FR" altLang="fr-FR"/>
              <a:t>Question</a:t>
            </a:r>
          </a:p>
        </p:txBody>
      </p:sp>
      <p:sp>
        <p:nvSpPr>
          <p:cNvPr id="154627" name="Rectangle 3"/>
          <p:cNvSpPr>
            <a:spLocks noGrp="1" noChangeArrowheads="1"/>
          </p:cNvSpPr>
          <p:nvPr>
            <p:ph type="body" idx="1"/>
          </p:nvPr>
        </p:nvSpPr>
        <p:spPr>
          <a:xfrm>
            <a:off x="285750" y="1701800"/>
            <a:ext cx="8620125" cy="3830638"/>
          </a:xfrm>
        </p:spPr>
        <p:txBody>
          <a:bodyPr/>
          <a:lstStyle/>
          <a:p>
            <a:pPr eaLnBrk="1" hangingPunct="1">
              <a:buFontTx/>
              <a:buNone/>
            </a:pPr>
            <a:r>
              <a:rPr lang="fr-FR" altLang="fr-FR" u="sng" dirty="0"/>
              <a:t>Origine</a:t>
            </a:r>
            <a:r>
              <a:rPr lang="fr-FR" altLang="fr-FR" dirty="0"/>
              <a:t> : Responsable du service Manutention</a:t>
            </a:r>
          </a:p>
          <a:p>
            <a:pPr eaLnBrk="1" hangingPunct="1">
              <a:buFontTx/>
              <a:buNone/>
            </a:pPr>
            <a:r>
              <a:rPr lang="fr-FR" altLang="fr-FR" u="sng" dirty="0"/>
              <a:t>Destinataire</a:t>
            </a:r>
            <a:r>
              <a:rPr lang="fr-FR" altLang="fr-FR" dirty="0"/>
              <a:t> : Chef d’atelier</a:t>
            </a:r>
          </a:p>
          <a:p>
            <a:pPr eaLnBrk="1" hangingPunct="1">
              <a:buFontTx/>
              <a:buNone/>
            </a:pPr>
            <a:endParaRPr lang="fr-FR" altLang="fr-FR" dirty="0"/>
          </a:p>
          <a:p>
            <a:pPr eaLnBrk="1" hangingPunct="1"/>
            <a:r>
              <a:rPr lang="fr-FR" altLang="fr-FR" dirty="0"/>
              <a:t>Une étude récente montre que les containers actuels sont peu remplis. </a:t>
            </a:r>
          </a:p>
          <a:p>
            <a:pPr eaLnBrk="1" hangingPunct="1"/>
            <a:r>
              <a:rPr lang="fr-FR" altLang="fr-FR" dirty="0"/>
              <a:t>La puissance de nos chariots permettrait de les remplir 3 fois plus.</a:t>
            </a:r>
          </a:p>
          <a:p>
            <a:pPr eaLnBrk="1" hangingPunct="1"/>
            <a:r>
              <a:rPr lang="fr-FR" altLang="fr-FR" dirty="0"/>
              <a:t>Les essais commenceront dès maintenant et dureront un jour, sur la manutention de tous les engrenages usinés à destination du montage (containers de 3 pièces au lieu de 1).</a:t>
            </a:r>
          </a:p>
          <a:p>
            <a:pPr eaLnBrk="1" hangingPunct="1">
              <a:buFontTx/>
              <a:buNone/>
            </a:pPr>
            <a:br>
              <a:rPr lang="fr-FR" altLang="fr-FR" dirty="0"/>
            </a:br>
            <a:r>
              <a:rPr lang="fr-FR" altLang="fr-FR" sz="1600" i="1" u="sng" dirty="0"/>
              <a:t>N.B. </a:t>
            </a:r>
            <a:r>
              <a:rPr lang="fr-FR" altLang="fr-FR" sz="1600" dirty="0"/>
              <a:t>Un </a:t>
            </a:r>
            <a:r>
              <a:rPr lang="fr-FR" altLang="fr-FR" sz="1600" i="1" dirty="0"/>
              <a:t>container </a:t>
            </a:r>
            <a:r>
              <a:rPr lang="fr-FR" altLang="fr-FR" sz="1600" dirty="0"/>
              <a:t>ne </a:t>
            </a:r>
            <a:r>
              <a:rPr lang="fr-FR" altLang="fr-FR" sz="1600" i="1" dirty="0"/>
              <a:t>doit contenir qu'un même type de pièces. Quand on arrive en fin de série, il peut circuler non rempli.</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650" name="Group 2"/>
          <p:cNvGrpSpPr>
            <a:grpSpLocks/>
          </p:cNvGrpSpPr>
          <p:nvPr/>
        </p:nvGrpSpPr>
        <p:grpSpPr bwMode="auto">
          <a:xfrm>
            <a:off x="7073900" y="215900"/>
            <a:ext cx="1878013" cy="1250950"/>
            <a:chOff x="4456" y="136"/>
            <a:chExt cx="1183" cy="788"/>
          </a:xfrm>
        </p:grpSpPr>
        <p:grpSp>
          <p:nvGrpSpPr>
            <p:cNvPr id="155710" name="Group 3"/>
            <p:cNvGrpSpPr>
              <a:grpSpLocks/>
            </p:cNvGrpSpPr>
            <p:nvPr/>
          </p:nvGrpSpPr>
          <p:grpSpPr bwMode="auto">
            <a:xfrm>
              <a:off x="4766" y="232"/>
              <a:ext cx="873" cy="692"/>
              <a:chOff x="2185" y="310"/>
              <a:chExt cx="873" cy="692"/>
            </a:xfrm>
          </p:grpSpPr>
          <p:sp>
            <p:nvSpPr>
              <p:cNvPr id="1557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5711" name="Group 11"/>
            <p:cNvGrpSpPr>
              <a:grpSpLocks/>
            </p:cNvGrpSpPr>
            <p:nvPr/>
          </p:nvGrpSpPr>
          <p:grpSpPr bwMode="auto">
            <a:xfrm>
              <a:off x="4949" y="336"/>
              <a:ext cx="591" cy="468"/>
              <a:chOff x="2185" y="310"/>
              <a:chExt cx="873" cy="692"/>
            </a:xfrm>
          </p:grpSpPr>
          <p:sp>
            <p:nvSpPr>
              <p:cNvPr id="1557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57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57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556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56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5654" name="Group 24"/>
          <p:cNvGrpSpPr>
            <a:grpSpLocks/>
          </p:cNvGrpSpPr>
          <p:nvPr/>
        </p:nvGrpSpPr>
        <p:grpSpPr bwMode="auto">
          <a:xfrm>
            <a:off x="2986088" y="1306513"/>
            <a:ext cx="446087" cy="534987"/>
            <a:chOff x="868" y="1439"/>
            <a:chExt cx="811" cy="972"/>
          </a:xfrm>
        </p:grpSpPr>
        <p:sp>
          <p:nvSpPr>
            <p:cNvPr id="1556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56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56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56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2"/>
          <p:cNvSpPr>
            <a:spLocks noGrp="1" noChangeArrowheads="1"/>
          </p:cNvSpPr>
          <p:nvPr>
            <p:ph type="title"/>
          </p:nvPr>
        </p:nvSpPr>
        <p:spPr/>
        <p:txBody>
          <a:bodyPr/>
          <a:lstStyle/>
          <a:p>
            <a:pPr eaLnBrk="1" hangingPunct="1"/>
            <a:r>
              <a:rPr lang="fr-FR" altLang="fr-FR"/>
              <a:t>Ajustement des stocks</a:t>
            </a:r>
          </a:p>
        </p:txBody>
      </p:sp>
      <p:sp>
        <p:nvSpPr>
          <p:cNvPr id="156675" name="Rectangle 3"/>
          <p:cNvSpPr>
            <a:spLocks noGrp="1" noChangeArrowheads="1"/>
          </p:cNvSpPr>
          <p:nvPr>
            <p:ph type="body" idx="1"/>
          </p:nvPr>
        </p:nvSpPr>
        <p:spPr/>
        <p:txBody>
          <a:bodyPr/>
          <a:lstStyle/>
          <a:p>
            <a:pPr eaLnBrk="1" hangingPunct="1"/>
            <a:r>
              <a:rPr lang="fr-FR" altLang="fr-FR" dirty="0"/>
              <a:t>Vous pouvez réduire vos stocks pour tenir compte de vos progrès (mais il est interdit de les augmenter).</a:t>
            </a:r>
          </a:p>
          <a:p>
            <a:pPr eaLnBrk="1" hangingPunct="1"/>
            <a:r>
              <a:rPr lang="fr-FR" altLang="fr-FR" dirty="0"/>
              <a:t>Faîtes l’inventaire après la baisse éventuelle des stocks, et mettez à jour votre feuille Résultats.</a:t>
            </a:r>
          </a:p>
          <a:p>
            <a:pPr eaLnBrk="1" hangingPunct="1"/>
            <a:r>
              <a:rPr lang="fr-FR" altLang="fr-FR" dirty="0"/>
              <a:t>Vous pouvez également diminuer le nombre de tickets dans certains boucles.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769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57699" name="Rectangle 3"/>
          <p:cNvSpPr>
            <a:spLocks noGrp="1" noChangeArrowheads="1"/>
          </p:cNvSpPr>
          <p:nvPr>
            <p:ph type="title"/>
          </p:nvPr>
        </p:nvSpPr>
        <p:spPr/>
        <p:txBody>
          <a:bodyPr/>
          <a:lstStyle/>
          <a:p>
            <a:pPr eaLnBrk="1" hangingPunct="1"/>
            <a:r>
              <a:rPr lang="fr-FR" altLang="fr-FR"/>
              <a:t>Enregistrement des progrès</a:t>
            </a:r>
          </a:p>
        </p:txBody>
      </p:sp>
      <p:sp>
        <p:nvSpPr>
          <p:cNvPr id="157700" name="Oval 4"/>
          <p:cNvSpPr>
            <a:spLocks noChangeArrowheads="1"/>
          </p:cNvSpPr>
          <p:nvPr/>
        </p:nvSpPr>
        <p:spPr bwMode="auto">
          <a:xfrm>
            <a:off x="8145463" y="401637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7701" name="AutoShape 5"/>
          <p:cNvSpPr>
            <a:spLocks/>
          </p:cNvSpPr>
          <p:nvPr/>
        </p:nvSpPr>
        <p:spPr bwMode="auto">
          <a:xfrm>
            <a:off x="4843463" y="4751388"/>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8723" name="Group 3"/>
          <p:cNvGrpSpPr>
            <a:grpSpLocks/>
          </p:cNvGrpSpPr>
          <p:nvPr/>
        </p:nvGrpSpPr>
        <p:grpSpPr bwMode="auto">
          <a:xfrm>
            <a:off x="7073900" y="215900"/>
            <a:ext cx="1878013" cy="1250950"/>
            <a:chOff x="4456" y="136"/>
            <a:chExt cx="1183" cy="788"/>
          </a:xfrm>
        </p:grpSpPr>
        <p:grpSp>
          <p:nvGrpSpPr>
            <p:cNvPr id="158840" name="Group 4"/>
            <p:cNvGrpSpPr>
              <a:grpSpLocks/>
            </p:cNvGrpSpPr>
            <p:nvPr/>
          </p:nvGrpSpPr>
          <p:grpSpPr bwMode="auto">
            <a:xfrm>
              <a:off x="4766" y="232"/>
              <a:ext cx="873" cy="692"/>
              <a:chOff x="2185" y="310"/>
              <a:chExt cx="873" cy="692"/>
            </a:xfrm>
          </p:grpSpPr>
          <p:sp>
            <p:nvSpPr>
              <p:cNvPr id="15885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8841" name="Group 12"/>
            <p:cNvGrpSpPr>
              <a:grpSpLocks/>
            </p:cNvGrpSpPr>
            <p:nvPr/>
          </p:nvGrpSpPr>
          <p:grpSpPr bwMode="auto">
            <a:xfrm>
              <a:off x="4949" y="336"/>
              <a:ext cx="591" cy="468"/>
              <a:chOff x="2185" y="310"/>
              <a:chExt cx="873" cy="692"/>
            </a:xfrm>
          </p:grpSpPr>
          <p:sp>
            <p:nvSpPr>
              <p:cNvPr id="15884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884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8843"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58724" name="Text Box 22"/>
          <p:cNvSpPr txBox="1">
            <a:spLocks noChangeArrowheads="1"/>
          </p:cNvSpPr>
          <p:nvPr/>
        </p:nvSpPr>
        <p:spPr bwMode="auto">
          <a:xfrm>
            <a:off x="5349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58725" name="Text Box 23"/>
          <p:cNvSpPr txBox="1">
            <a:spLocks noChangeArrowheads="1"/>
          </p:cNvSpPr>
          <p:nvPr/>
        </p:nvSpPr>
        <p:spPr bwMode="auto">
          <a:xfrm>
            <a:off x="38242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58726" name="Text Box 24"/>
          <p:cNvSpPr txBox="1">
            <a:spLocks noChangeArrowheads="1"/>
          </p:cNvSpPr>
          <p:nvPr/>
        </p:nvSpPr>
        <p:spPr bwMode="auto">
          <a:xfrm>
            <a:off x="595153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58727" name="Oval 25"/>
          <p:cNvSpPr>
            <a:spLocks noChangeArrowheads="1"/>
          </p:cNvSpPr>
          <p:nvPr/>
        </p:nvSpPr>
        <p:spPr bwMode="auto">
          <a:xfrm rot="-5400000">
            <a:off x="732234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28" name="Text Box 26"/>
          <p:cNvSpPr txBox="1">
            <a:spLocks noChangeArrowheads="1"/>
          </p:cNvSpPr>
          <p:nvPr/>
        </p:nvSpPr>
        <p:spPr bwMode="auto">
          <a:xfrm>
            <a:off x="6935788" y="3681413"/>
            <a:ext cx="22082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58729" name="Rectangle 27"/>
          <p:cNvSpPr>
            <a:spLocks noGrp="1" noChangeArrowheads="1"/>
          </p:cNvSpPr>
          <p:nvPr>
            <p:ph type="title"/>
          </p:nvPr>
        </p:nvSpPr>
        <p:spPr>
          <a:xfrm>
            <a:off x="858838" y="0"/>
            <a:ext cx="6038850" cy="647700"/>
          </a:xfrm>
        </p:spPr>
        <p:txBody>
          <a:bodyPr/>
          <a:lstStyle/>
          <a:p>
            <a:pPr eaLnBrk="1" hangingPunct="1"/>
            <a:r>
              <a:rPr lang="fr-FR" altLang="fr-FR"/>
              <a:t>Sem. 3 - Mercredi (Ste Cécile)</a:t>
            </a:r>
          </a:p>
        </p:txBody>
      </p:sp>
      <p:sp>
        <p:nvSpPr>
          <p:cNvPr id="158730"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58731"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8732"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8733" name="Group 31"/>
          <p:cNvGrpSpPr>
            <a:grpSpLocks/>
          </p:cNvGrpSpPr>
          <p:nvPr/>
        </p:nvGrpSpPr>
        <p:grpSpPr bwMode="auto">
          <a:xfrm>
            <a:off x="2843213" y="1106488"/>
            <a:ext cx="446087" cy="534987"/>
            <a:chOff x="868" y="1439"/>
            <a:chExt cx="811" cy="972"/>
          </a:xfrm>
        </p:grpSpPr>
        <p:sp>
          <p:nvSpPr>
            <p:cNvPr id="158789" name="Freeform 3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0" name="Freeform 3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1" name="Freeform 3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2" name="Freeform 3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3" name="Freeform 3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4" name="Freeform 3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5" name="Freeform 3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6" name="Freeform 3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7" name="Freeform 4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8" name="Freeform 4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9" name="Freeform 4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0" name="Freeform 4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1" name="Freeform 4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2" name="Freeform 4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3" name="Freeform 4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4" name="Freeform 4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5" name="Freeform 4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6" name="Freeform 4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7" name="Freeform 5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8" name="Freeform 5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9" name="Freeform 5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0" name="Freeform 5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1" name="Freeform 5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2" name="Freeform 5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3" name="Freeform 5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4" name="Freeform 5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5" name="Freeform 5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6" name="Freeform 5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7" name="Freeform 6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8" name="Freeform 6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9" name="Freeform 6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0" name="Freeform 6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1" name="Freeform 6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2" name="Freeform 6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3" name="Freeform 6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4" name="Freeform 6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5" name="Freeform 6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6" name="Freeform 6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7" name="Freeform 7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8" name="Freeform 7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9" name="Freeform 7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0" name="Freeform 7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1" name="Freeform 7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2" name="Freeform 7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3" name="Freeform 7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4" name="Freeform 7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5" name="Freeform 7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6" name="Freeform 7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7" name="Freeform 8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8" name="Freeform 8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9" name="Freeform 8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8734" name="Group 83"/>
          <p:cNvGrpSpPr>
            <a:grpSpLocks/>
          </p:cNvGrpSpPr>
          <p:nvPr/>
        </p:nvGrpSpPr>
        <p:grpSpPr bwMode="auto">
          <a:xfrm rot="-223274">
            <a:off x="649288" y="2906713"/>
            <a:ext cx="744537" cy="733425"/>
            <a:chOff x="2757" y="1666"/>
            <a:chExt cx="812" cy="800"/>
          </a:xfrm>
        </p:grpSpPr>
        <p:sp>
          <p:nvSpPr>
            <p:cNvPr id="158783" name="Freeform 8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4" name="Freeform 8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85" name="Line 8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86" name="Freeform 8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7" name="Freeform 8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88" name="AutoShape 8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58735" name="Group 90"/>
          <p:cNvGrpSpPr>
            <a:grpSpLocks/>
          </p:cNvGrpSpPr>
          <p:nvPr/>
        </p:nvGrpSpPr>
        <p:grpSpPr bwMode="auto">
          <a:xfrm rot="-223274">
            <a:off x="3902075" y="2867025"/>
            <a:ext cx="744538" cy="733425"/>
            <a:chOff x="2757" y="1666"/>
            <a:chExt cx="812" cy="800"/>
          </a:xfrm>
        </p:grpSpPr>
        <p:sp>
          <p:nvSpPr>
            <p:cNvPr id="158777"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8"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79"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80"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1"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82"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58736" name="Group 97"/>
          <p:cNvGrpSpPr>
            <a:grpSpLocks/>
          </p:cNvGrpSpPr>
          <p:nvPr/>
        </p:nvGrpSpPr>
        <p:grpSpPr bwMode="auto">
          <a:xfrm rot="-223274">
            <a:off x="6018213" y="2867025"/>
            <a:ext cx="744537" cy="733425"/>
            <a:chOff x="2757" y="1666"/>
            <a:chExt cx="812" cy="800"/>
          </a:xfrm>
        </p:grpSpPr>
        <p:sp>
          <p:nvSpPr>
            <p:cNvPr id="158771" name="Freeform 9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2" name="Freeform 9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73" name="Line 10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74" name="Freeform 10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5" name="Freeform 10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76" name="AutoShape 10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37" name="Oval 111"/>
          <p:cNvSpPr>
            <a:spLocks noChangeArrowheads="1"/>
          </p:cNvSpPr>
          <p:nvPr/>
        </p:nvSpPr>
        <p:spPr bwMode="auto">
          <a:xfrm rot="-5400000">
            <a:off x="768429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38" name="Oval 112"/>
          <p:cNvSpPr>
            <a:spLocks noChangeArrowheads="1"/>
          </p:cNvSpPr>
          <p:nvPr/>
        </p:nvSpPr>
        <p:spPr bwMode="auto">
          <a:xfrm rot="-5400000">
            <a:off x="8047832" y="30376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39" name="Text Box 12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58740" name="Group 122"/>
          <p:cNvGrpSpPr>
            <a:grpSpLocks/>
          </p:cNvGrpSpPr>
          <p:nvPr/>
        </p:nvGrpSpPr>
        <p:grpSpPr bwMode="auto">
          <a:xfrm rot="-223274">
            <a:off x="649288" y="2659063"/>
            <a:ext cx="744537" cy="733425"/>
            <a:chOff x="2757" y="1666"/>
            <a:chExt cx="812" cy="800"/>
          </a:xfrm>
        </p:grpSpPr>
        <p:sp>
          <p:nvSpPr>
            <p:cNvPr id="158765" name="Freeform 12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6" name="Freeform 12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67" name="Line 12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68" name="Freeform 12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9" name="Freeform 12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70" name="AutoShape 12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1" name="Text Box 129"/>
          <p:cNvSpPr txBox="1">
            <a:spLocks noChangeArrowheads="1"/>
          </p:cNvSpPr>
          <p:nvPr/>
        </p:nvSpPr>
        <p:spPr bwMode="auto">
          <a:xfrm>
            <a:off x="1731733" y="36791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R2</a:t>
            </a:r>
          </a:p>
        </p:txBody>
      </p:sp>
      <p:grpSp>
        <p:nvGrpSpPr>
          <p:cNvPr id="158742" name="Group 130"/>
          <p:cNvGrpSpPr>
            <a:grpSpLocks/>
          </p:cNvGrpSpPr>
          <p:nvPr/>
        </p:nvGrpSpPr>
        <p:grpSpPr bwMode="auto">
          <a:xfrm rot="-223274">
            <a:off x="1849438" y="2867025"/>
            <a:ext cx="744537" cy="733425"/>
            <a:chOff x="2757" y="1666"/>
            <a:chExt cx="812" cy="800"/>
          </a:xfrm>
        </p:grpSpPr>
        <p:sp>
          <p:nvSpPr>
            <p:cNvPr id="158759" name="Freeform 13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0" name="Freeform 13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61" name="Line 13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62" name="Freeform 13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3" name="Freeform 13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64" name="AutoShape 13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3" name="Text Box 137"/>
          <p:cNvSpPr txBox="1">
            <a:spLocks noChangeArrowheads="1"/>
          </p:cNvSpPr>
          <p:nvPr/>
        </p:nvSpPr>
        <p:spPr bwMode="auto">
          <a:xfrm>
            <a:off x="27447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grpSp>
        <p:nvGrpSpPr>
          <p:cNvPr id="158744" name="Group 138"/>
          <p:cNvGrpSpPr>
            <a:grpSpLocks/>
          </p:cNvGrpSpPr>
          <p:nvPr/>
        </p:nvGrpSpPr>
        <p:grpSpPr bwMode="auto">
          <a:xfrm rot="-223274">
            <a:off x="2878138" y="2867025"/>
            <a:ext cx="744537" cy="733425"/>
            <a:chOff x="2757" y="1666"/>
            <a:chExt cx="812" cy="800"/>
          </a:xfrm>
        </p:grpSpPr>
        <p:sp>
          <p:nvSpPr>
            <p:cNvPr id="158753" name="Freeform 13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4" name="Freeform 14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55" name="Line 14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56" name="Freeform 14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7" name="Freeform 14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58" name="AutoShape 14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5" name="Text Box 145"/>
          <p:cNvSpPr txBox="1">
            <a:spLocks noChangeArrowheads="1"/>
          </p:cNvSpPr>
          <p:nvPr/>
        </p:nvSpPr>
        <p:spPr bwMode="auto">
          <a:xfrm>
            <a:off x="487203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158746" name="Group 146"/>
          <p:cNvGrpSpPr>
            <a:grpSpLocks/>
          </p:cNvGrpSpPr>
          <p:nvPr/>
        </p:nvGrpSpPr>
        <p:grpSpPr bwMode="auto">
          <a:xfrm rot="-223274">
            <a:off x="4968875" y="2867025"/>
            <a:ext cx="744538" cy="733425"/>
            <a:chOff x="2757" y="1666"/>
            <a:chExt cx="812" cy="800"/>
          </a:xfrm>
        </p:grpSpPr>
        <p:sp>
          <p:nvSpPr>
            <p:cNvPr id="158747" name="Freeform 1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48" name="Freeform 1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49" name="Line 1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50" name="Freeform 1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1" name="Freeform 1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52" name="AutoShape 1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4">
            <a:extLst>
              <a:ext uri="{FF2B5EF4-FFF2-40B4-BE49-F238E27FC236}">
                <a16:creationId xmlns:a16="http://schemas.microsoft.com/office/drawing/2014/main" id="{2AB3A638-3A36-787A-9AA9-2F36F36590CE}"/>
              </a:ext>
            </a:extLst>
          </p:cNvPr>
          <p:cNvGrpSpPr>
            <a:grpSpLocks/>
          </p:cNvGrpSpPr>
          <p:nvPr/>
        </p:nvGrpSpPr>
        <p:grpSpPr bwMode="auto">
          <a:xfrm rot="-223274">
            <a:off x="1832511" y="2605512"/>
            <a:ext cx="744537" cy="733425"/>
            <a:chOff x="2757" y="1666"/>
            <a:chExt cx="812" cy="800"/>
          </a:xfrm>
        </p:grpSpPr>
        <p:sp>
          <p:nvSpPr>
            <p:cNvPr id="3" name="Freeform 85">
              <a:extLst>
                <a:ext uri="{FF2B5EF4-FFF2-40B4-BE49-F238E27FC236}">
                  <a16:creationId xmlns:a16="http://schemas.microsoft.com/office/drawing/2014/main" id="{0DD922E4-6E39-DF45-6B9C-91647C2F17AC}"/>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6283898D-D161-BC0F-440D-E634ACC9885F}"/>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B49AF1F9-B69B-41DF-5843-78EA6C33119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0F26DC6E-B87A-4054-8622-50445ECFEE6A}"/>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DEB1ED63-9D1B-2622-F243-2863F8E5909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30C9D540-BD58-18B6-36B5-1D86687DF53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746" name="Group 2"/>
          <p:cNvGrpSpPr>
            <a:grpSpLocks/>
          </p:cNvGrpSpPr>
          <p:nvPr/>
        </p:nvGrpSpPr>
        <p:grpSpPr bwMode="auto">
          <a:xfrm>
            <a:off x="7073900" y="215900"/>
            <a:ext cx="1878013" cy="1250950"/>
            <a:chOff x="4456" y="136"/>
            <a:chExt cx="1183" cy="788"/>
          </a:xfrm>
        </p:grpSpPr>
        <p:grpSp>
          <p:nvGrpSpPr>
            <p:cNvPr id="159806" name="Group 3"/>
            <p:cNvGrpSpPr>
              <a:grpSpLocks/>
            </p:cNvGrpSpPr>
            <p:nvPr/>
          </p:nvGrpSpPr>
          <p:grpSpPr bwMode="auto">
            <a:xfrm>
              <a:off x="4766" y="232"/>
              <a:ext cx="873" cy="692"/>
              <a:chOff x="2185" y="310"/>
              <a:chExt cx="873" cy="692"/>
            </a:xfrm>
          </p:grpSpPr>
          <p:sp>
            <p:nvSpPr>
              <p:cNvPr id="1598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9807" name="Group 11"/>
            <p:cNvGrpSpPr>
              <a:grpSpLocks/>
            </p:cNvGrpSpPr>
            <p:nvPr/>
          </p:nvGrpSpPr>
          <p:grpSpPr bwMode="auto">
            <a:xfrm>
              <a:off x="4949" y="336"/>
              <a:ext cx="591" cy="468"/>
              <a:chOff x="2185" y="310"/>
              <a:chExt cx="873" cy="692"/>
            </a:xfrm>
          </p:grpSpPr>
          <p:sp>
            <p:nvSpPr>
              <p:cNvPr id="1598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98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98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597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97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9750" name="Group 24"/>
          <p:cNvGrpSpPr>
            <a:grpSpLocks/>
          </p:cNvGrpSpPr>
          <p:nvPr/>
        </p:nvGrpSpPr>
        <p:grpSpPr bwMode="auto">
          <a:xfrm>
            <a:off x="2986088" y="1306513"/>
            <a:ext cx="446087" cy="534987"/>
            <a:chOff x="868" y="1439"/>
            <a:chExt cx="811" cy="972"/>
          </a:xfrm>
        </p:grpSpPr>
        <p:sp>
          <p:nvSpPr>
            <p:cNvPr id="1597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97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597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97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0770" name="Group 2"/>
          <p:cNvGrpSpPr>
            <a:grpSpLocks/>
          </p:cNvGrpSpPr>
          <p:nvPr/>
        </p:nvGrpSpPr>
        <p:grpSpPr bwMode="auto">
          <a:xfrm>
            <a:off x="7073900" y="215900"/>
            <a:ext cx="1878013" cy="1250950"/>
            <a:chOff x="4456" y="136"/>
            <a:chExt cx="1183" cy="788"/>
          </a:xfrm>
        </p:grpSpPr>
        <p:grpSp>
          <p:nvGrpSpPr>
            <p:cNvPr id="160830" name="Group 3"/>
            <p:cNvGrpSpPr>
              <a:grpSpLocks/>
            </p:cNvGrpSpPr>
            <p:nvPr/>
          </p:nvGrpSpPr>
          <p:grpSpPr bwMode="auto">
            <a:xfrm>
              <a:off x="4766" y="232"/>
              <a:ext cx="873" cy="692"/>
              <a:chOff x="2185" y="310"/>
              <a:chExt cx="873" cy="692"/>
            </a:xfrm>
          </p:grpSpPr>
          <p:sp>
            <p:nvSpPr>
              <p:cNvPr id="1608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0831" name="Group 11"/>
            <p:cNvGrpSpPr>
              <a:grpSpLocks/>
            </p:cNvGrpSpPr>
            <p:nvPr/>
          </p:nvGrpSpPr>
          <p:grpSpPr bwMode="auto">
            <a:xfrm>
              <a:off x="4949" y="336"/>
              <a:ext cx="591" cy="468"/>
              <a:chOff x="2185" y="310"/>
              <a:chExt cx="873" cy="692"/>
            </a:xfrm>
          </p:grpSpPr>
          <p:sp>
            <p:nvSpPr>
              <p:cNvPr id="1608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08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08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607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07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0774" name="Group 24"/>
          <p:cNvGrpSpPr>
            <a:grpSpLocks/>
          </p:cNvGrpSpPr>
          <p:nvPr/>
        </p:nvGrpSpPr>
        <p:grpSpPr bwMode="auto">
          <a:xfrm>
            <a:off x="2986088" y="1306513"/>
            <a:ext cx="446087" cy="534987"/>
            <a:chOff x="868" y="1439"/>
            <a:chExt cx="811" cy="972"/>
          </a:xfrm>
        </p:grpSpPr>
        <p:sp>
          <p:nvSpPr>
            <p:cNvPr id="1607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07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07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07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1794" name="Group 2"/>
          <p:cNvGrpSpPr>
            <a:grpSpLocks/>
          </p:cNvGrpSpPr>
          <p:nvPr/>
        </p:nvGrpSpPr>
        <p:grpSpPr bwMode="auto">
          <a:xfrm>
            <a:off x="7073900" y="215900"/>
            <a:ext cx="1878013" cy="1250950"/>
            <a:chOff x="4456" y="136"/>
            <a:chExt cx="1183" cy="788"/>
          </a:xfrm>
        </p:grpSpPr>
        <p:grpSp>
          <p:nvGrpSpPr>
            <p:cNvPr id="161854" name="Group 3"/>
            <p:cNvGrpSpPr>
              <a:grpSpLocks/>
            </p:cNvGrpSpPr>
            <p:nvPr/>
          </p:nvGrpSpPr>
          <p:grpSpPr bwMode="auto">
            <a:xfrm>
              <a:off x="4766" y="232"/>
              <a:ext cx="873" cy="692"/>
              <a:chOff x="2185" y="310"/>
              <a:chExt cx="873" cy="692"/>
            </a:xfrm>
          </p:grpSpPr>
          <p:sp>
            <p:nvSpPr>
              <p:cNvPr id="1618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1855" name="Group 11"/>
            <p:cNvGrpSpPr>
              <a:grpSpLocks/>
            </p:cNvGrpSpPr>
            <p:nvPr/>
          </p:nvGrpSpPr>
          <p:grpSpPr bwMode="auto">
            <a:xfrm>
              <a:off x="4949" y="336"/>
              <a:ext cx="591" cy="468"/>
              <a:chOff x="2185" y="310"/>
              <a:chExt cx="873" cy="692"/>
            </a:xfrm>
          </p:grpSpPr>
          <p:sp>
            <p:nvSpPr>
              <p:cNvPr id="1618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18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18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1617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17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1798" name="Group 24"/>
          <p:cNvGrpSpPr>
            <a:grpSpLocks/>
          </p:cNvGrpSpPr>
          <p:nvPr/>
        </p:nvGrpSpPr>
        <p:grpSpPr bwMode="auto">
          <a:xfrm>
            <a:off x="2986088" y="1306513"/>
            <a:ext cx="446087" cy="534987"/>
            <a:chOff x="868" y="1439"/>
            <a:chExt cx="811" cy="972"/>
          </a:xfrm>
        </p:grpSpPr>
        <p:sp>
          <p:nvSpPr>
            <p:cNvPr id="1618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18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18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18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818" name="Group 2"/>
          <p:cNvGrpSpPr>
            <a:grpSpLocks/>
          </p:cNvGrpSpPr>
          <p:nvPr/>
        </p:nvGrpSpPr>
        <p:grpSpPr bwMode="auto">
          <a:xfrm>
            <a:off x="7073900" y="215900"/>
            <a:ext cx="1878013" cy="1250950"/>
            <a:chOff x="4456" y="136"/>
            <a:chExt cx="1183" cy="788"/>
          </a:xfrm>
        </p:grpSpPr>
        <p:grpSp>
          <p:nvGrpSpPr>
            <p:cNvPr id="162878" name="Group 3"/>
            <p:cNvGrpSpPr>
              <a:grpSpLocks/>
            </p:cNvGrpSpPr>
            <p:nvPr/>
          </p:nvGrpSpPr>
          <p:grpSpPr bwMode="auto">
            <a:xfrm>
              <a:off x="4766" y="232"/>
              <a:ext cx="873" cy="692"/>
              <a:chOff x="2185" y="310"/>
              <a:chExt cx="873" cy="692"/>
            </a:xfrm>
          </p:grpSpPr>
          <p:sp>
            <p:nvSpPr>
              <p:cNvPr id="1628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2879" name="Group 11"/>
            <p:cNvGrpSpPr>
              <a:grpSpLocks/>
            </p:cNvGrpSpPr>
            <p:nvPr/>
          </p:nvGrpSpPr>
          <p:grpSpPr bwMode="auto">
            <a:xfrm>
              <a:off x="4949" y="336"/>
              <a:ext cx="591" cy="468"/>
              <a:chOff x="2185" y="310"/>
              <a:chExt cx="873" cy="692"/>
            </a:xfrm>
          </p:grpSpPr>
          <p:sp>
            <p:nvSpPr>
              <p:cNvPr id="1628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28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1628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28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2822" name="Group 24"/>
          <p:cNvGrpSpPr>
            <a:grpSpLocks/>
          </p:cNvGrpSpPr>
          <p:nvPr/>
        </p:nvGrpSpPr>
        <p:grpSpPr bwMode="auto">
          <a:xfrm>
            <a:off x="2986088" y="1306513"/>
            <a:ext cx="446087" cy="534987"/>
            <a:chOff x="868" y="1439"/>
            <a:chExt cx="811" cy="972"/>
          </a:xfrm>
        </p:grpSpPr>
        <p:sp>
          <p:nvSpPr>
            <p:cNvPr id="1628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28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28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28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3842" name="Group 2"/>
          <p:cNvGrpSpPr>
            <a:grpSpLocks/>
          </p:cNvGrpSpPr>
          <p:nvPr/>
        </p:nvGrpSpPr>
        <p:grpSpPr bwMode="auto">
          <a:xfrm>
            <a:off x="7073900" y="215900"/>
            <a:ext cx="1878013" cy="1250950"/>
            <a:chOff x="4456" y="136"/>
            <a:chExt cx="1183" cy="788"/>
          </a:xfrm>
        </p:grpSpPr>
        <p:grpSp>
          <p:nvGrpSpPr>
            <p:cNvPr id="163902" name="Group 3"/>
            <p:cNvGrpSpPr>
              <a:grpSpLocks/>
            </p:cNvGrpSpPr>
            <p:nvPr/>
          </p:nvGrpSpPr>
          <p:grpSpPr bwMode="auto">
            <a:xfrm>
              <a:off x="4766" y="232"/>
              <a:ext cx="873" cy="692"/>
              <a:chOff x="2185" y="310"/>
              <a:chExt cx="873" cy="692"/>
            </a:xfrm>
          </p:grpSpPr>
          <p:sp>
            <p:nvSpPr>
              <p:cNvPr id="1639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3903" name="Group 11"/>
            <p:cNvGrpSpPr>
              <a:grpSpLocks/>
            </p:cNvGrpSpPr>
            <p:nvPr/>
          </p:nvGrpSpPr>
          <p:grpSpPr bwMode="auto">
            <a:xfrm>
              <a:off x="4949" y="336"/>
              <a:ext cx="591" cy="468"/>
              <a:chOff x="2185" y="310"/>
              <a:chExt cx="873" cy="692"/>
            </a:xfrm>
          </p:grpSpPr>
          <p:sp>
            <p:nvSpPr>
              <p:cNvPr id="1639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39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39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1638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38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3846" name="Group 24"/>
          <p:cNvGrpSpPr>
            <a:grpSpLocks/>
          </p:cNvGrpSpPr>
          <p:nvPr/>
        </p:nvGrpSpPr>
        <p:grpSpPr bwMode="auto">
          <a:xfrm>
            <a:off x="2986088" y="1306513"/>
            <a:ext cx="446087" cy="534987"/>
            <a:chOff x="868" y="1439"/>
            <a:chExt cx="811" cy="972"/>
          </a:xfrm>
        </p:grpSpPr>
        <p:sp>
          <p:nvSpPr>
            <p:cNvPr id="1638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38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38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38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866" name="Group 2"/>
          <p:cNvGrpSpPr>
            <a:grpSpLocks/>
          </p:cNvGrpSpPr>
          <p:nvPr/>
        </p:nvGrpSpPr>
        <p:grpSpPr bwMode="auto">
          <a:xfrm>
            <a:off x="7073900" y="215900"/>
            <a:ext cx="1878013" cy="1250950"/>
            <a:chOff x="4456" y="136"/>
            <a:chExt cx="1183" cy="788"/>
          </a:xfrm>
        </p:grpSpPr>
        <p:grpSp>
          <p:nvGrpSpPr>
            <p:cNvPr id="164926" name="Group 3"/>
            <p:cNvGrpSpPr>
              <a:grpSpLocks/>
            </p:cNvGrpSpPr>
            <p:nvPr/>
          </p:nvGrpSpPr>
          <p:grpSpPr bwMode="auto">
            <a:xfrm>
              <a:off x="4766" y="232"/>
              <a:ext cx="873" cy="692"/>
              <a:chOff x="2185" y="310"/>
              <a:chExt cx="873" cy="692"/>
            </a:xfrm>
          </p:grpSpPr>
          <p:sp>
            <p:nvSpPr>
              <p:cNvPr id="1649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4927" name="Group 11"/>
            <p:cNvGrpSpPr>
              <a:grpSpLocks/>
            </p:cNvGrpSpPr>
            <p:nvPr/>
          </p:nvGrpSpPr>
          <p:grpSpPr bwMode="auto">
            <a:xfrm>
              <a:off x="4949" y="336"/>
              <a:ext cx="591" cy="468"/>
              <a:chOff x="2185" y="310"/>
              <a:chExt cx="873" cy="692"/>
            </a:xfrm>
          </p:grpSpPr>
          <p:sp>
            <p:nvSpPr>
              <p:cNvPr id="1649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49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49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1648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48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4870" name="Group 24"/>
          <p:cNvGrpSpPr>
            <a:grpSpLocks/>
          </p:cNvGrpSpPr>
          <p:nvPr/>
        </p:nvGrpSpPr>
        <p:grpSpPr bwMode="auto">
          <a:xfrm>
            <a:off x="2986088" y="1306513"/>
            <a:ext cx="446087" cy="534987"/>
            <a:chOff x="868" y="1439"/>
            <a:chExt cx="811" cy="972"/>
          </a:xfrm>
        </p:grpSpPr>
        <p:sp>
          <p:nvSpPr>
            <p:cNvPr id="1648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48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48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48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5890" name="Group 2"/>
          <p:cNvGrpSpPr>
            <a:grpSpLocks/>
          </p:cNvGrpSpPr>
          <p:nvPr/>
        </p:nvGrpSpPr>
        <p:grpSpPr bwMode="auto">
          <a:xfrm>
            <a:off x="7073900" y="215900"/>
            <a:ext cx="1878013" cy="1250950"/>
            <a:chOff x="4456" y="136"/>
            <a:chExt cx="1183" cy="788"/>
          </a:xfrm>
        </p:grpSpPr>
        <p:grpSp>
          <p:nvGrpSpPr>
            <p:cNvPr id="165950" name="Group 3"/>
            <p:cNvGrpSpPr>
              <a:grpSpLocks/>
            </p:cNvGrpSpPr>
            <p:nvPr/>
          </p:nvGrpSpPr>
          <p:grpSpPr bwMode="auto">
            <a:xfrm>
              <a:off x="4766" y="232"/>
              <a:ext cx="873" cy="692"/>
              <a:chOff x="2185" y="310"/>
              <a:chExt cx="873" cy="692"/>
            </a:xfrm>
          </p:grpSpPr>
          <p:sp>
            <p:nvSpPr>
              <p:cNvPr id="1659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5951" name="Group 11"/>
            <p:cNvGrpSpPr>
              <a:grpSpLocks/>
            </p:cNvGrpSpPr>
            <p:nvPr/>
          </p:nvGrpSpPr>
          <p:grpSpPr bwMode="auto">
            <a:xfrm>
              <a:off x="4949" y="336"/>
              <a:ext cx="591" cy="468"/>
              <a:chOff x="2185" y="310"/>
              <a:chExt cx="873" cy="692"/>
            </a:xfrm>
          </p:grpSpPr>
          <p:sp>
            <p:nvSpPr>
              <p:cNvPr id="1659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59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595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16589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589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5894" name="Group 24"/>
          <p:cNvGrpSpPr>
            <a:grpSpLocks/>
          </p:cNvGrpSpPr>
          <p:nvPr/>
        </p:nvGrpSpPr>
        <p:grpSpPr bwMode="auto">
          <a:xfrm>
            <a:off x="2986088" y="1306513"/>
            <a:ext cx="446087" cy="534987"/>
            <a:chOff x="868" y="1439"/>
            <a:chExt cx="811" cy="972"/>
          </a:xfrm>
        </p:grpSpPr>
        <p:sp>
          <p:nvSpPr>
            <p:cNvPr id="16589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589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589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58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6915" name="Group 3"/>
          <p:cNvGrpSpPr>
            <a:grpSpLocks/>
          </p:cNvGrpSpPr>
          <p:nvPr/>
        </p:nvGrpSpPr>
        <p:grpSpPr bwMode="auto">
          <a:xfrm>
            <a:off x="7073900" y="215900"/>
            <a:ext cx="1878013" cy="1250950"/>
            <a:chOff x="4456" y="136"/>
            <a:chExt cx="1183" cy="788"/>
          </a:xfrm>
        </p:grpSpPr>
        <p:grpSp>
          <p:nvGrpSpPr>
            <p:cNvPr id="167031" name="Group 4"/>
            <p:cNvGrpSpPr>
              <a:grpSpLocks/>
            </p:cNvGrpSpPr>
            <p:nvPr/>
          </p:nvGrpSpPr>
          <p:grpSpPr bwMode="auto">
            <a:xfrm>
              <a:off x="4766" y="232"/>
              <a:ext cx="873" cy="692"/>
              <a:chOff x="2185" y="310"/>
              <a:chExt cx="873" cy="692"/>
            </a:xfrm>
          </p:grpSpPr>
          <p:sp>
            <p:nvSpPr>
              <p:cNvPr id="16704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7032" name="Group 12"/>
            <p:cNvGrpSpPr>
              <a:grpSpLocks/>
            </p:cNvGrpSpPr>
            <p:nvPr/>
          </p:nvGrpSpPr>
          <p:grpSpPr bwMode="auto">
            <a:xfrm>
              <a:off x="4949" y="336"/>
              <a:ext cx="591" cy="468"/>
              <a:chOff x="2185" y="310"/>
              <a:chExt cx="873" cy="692"/>
            </a:xfrm>
          </p:grpSpPr>
          <p:sp>
            <p:nvSpPr>
              <p:cNvPr id="16703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703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03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166916" name="Text Box 22"/>
          <p:cNvSpPr txBox="1">
            <a:spLocks noChangeArrowheads="1"/>
          </p:cNvSpPr>
          <p:nvPr/>
        </p:nvSpPr>
        <p:spPr bwMode="auto">
          <a:xfrm>
            <a:off x="61118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66917" name="Text Box 23"/>
          <p:cNvSpPr txBox="1">
            <a:spLocks noChangeArrowheads="1"/>
          </p:cNvSpPr>
          <p:nvPr/>
        </p:nvSpPr>
        <p:spPr bwMode="auto">
          <a:xfrm>
            <a:off x="199707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66918" name="Text Box 24"/>
          <p:cNvSpPr txBox="1">
            <a:spLocks noChangeArrowheads="1"/>
          </p:cNvSpPr>
          <p:nvPr/>
        </p:nvSpPr>
        <p:spPr bwMode="auto">
          <a:xfrm>
            <a:off x="46021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166919" name="Rectangle 25"/>
          <p:cNvSpPr>
            <a:spLocks noGrp="1" noChangeArrowheads="1"/>
          </p:cNvSpPr>
          <p:nvPr>
            <p:ph type="title"/>
          </p:nvPr>
        </p:nvSpPr>
        <p:spPr>
          <a:xfrm>
            <a:off x="1381125" y="0"/>
            <a:ext cx="5516563" cy="647700"/>
          </a:xfrm>
        </p:spPr>
        <p:txBody>
          <a:bodyPr/>
          <a:lstStyle/>
          <a:p>
            <a:pPr eaLnBrk="1" hangingPunct="1"/>
            <a:r>
              <a:rPr lang="fr-FR" altLang="fr-FR"/>
              <a:t>Sem. 3 - Jeudi (St Clément)</a:t>
            </a:r>
          </a:p>
        </p:txBody>
      </p:sp>
      <p:sp>
        <p:nvSpPr>
          <p:cNvPr id="166920"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66921"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6922"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6923" name="Group 29"/>
          <p:cNvGrpSpPr>
            <a:grpSpLocks/>
          </p:cNvGrpSpPr>
          <p:nvPr/>
        </p:nvGrpSpPr>
        <p:grpSpPr bwMode="auto">
          <a:xfrm>
            <a:off x="2843213" y="1106488"/>
            <a:ext cx="446087" cy="534987"/>
            <a:chOff x="868" y="1439"/>
            <a:chExt cx="811" cy="972"/>
          </a:xfrm>
        </p:grpSpPr>
        <p:sp>
          <p:nvSpPr>
            <p:cNvPr id="166980"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1"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2"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3"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4"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5"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6"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7"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8"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9"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0"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1"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2"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3"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4"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5"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6"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7"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8"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9"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0"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1"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2"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3"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4"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5"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6"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7"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8"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9"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0"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1"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2"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3"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4"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5"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6"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7"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8"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9"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0"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1"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2"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3"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4"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5"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6"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7"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8"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9"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0"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6924" name="Group 81"/>
          <p:cNvGrpSpPr>
            <a:grpSpLocks/>
          </p:cNvGrpSpPr>
          <p:nvPr/>
        </p:nvGrpSpPr>
        <p:grpSpPr bwMode="auto">
          <a:xfrm rot="-223274">
            <a:off x="744538" y="2820988"/>
            <a:ext cx="744537" cy="733425"/>
            <a:chOff x="2757" y="1666"/>
            <a:chExt cx="812" cy="800"/>
          </a:xfrm>
        </p:grpSpPr>
        <p:sp>
          <p:nvSpPr>
            <p:cNvPr id="166974"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5"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76"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77"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8"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79"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5" name="Group 88"/>
          <p:cNvGrpSpPr>
            <a:grpSpLocks/>
          </p:cNvGrpSpPr>
          <p:nvPr/>
        </p:nvGrpSpPr>
        <p:grpSpPr bwMode="auto">
          <a:xfrm rot="-223274">
            <a:off x="2073275" y="2838450"/>
            <a:ext cx="744538" cy="733425"/>
            <a:chOff x="2757" y="1666"/>
            <a:chExt cx="812" cy="800"/>
          </a:xfrm>
        </p:grpSpPr>
        <p:sp>
          <p:nvSpPr>
            <p:cNvPr id="166968" name="Freeform 8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9" name="Freeform 9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70" name="Line 9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71" name="Freeform 9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2" name="Freeform 9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73" name="AutoShape 9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6" name="Group 95"/>
          <p:cNvGrpSpPr>
            <a:grpSpLocks/>
          </p:cNvGrpSpPr>
          <p:nvPr/>
        </p:nvGrpSpPr>
        <p:grpSpPr bwMode="auto">
          <a:xfrm rot="-223274">
            <a:off x="4703763" y="2806700"/>
            <a:ext cx="744537" cy="733425"/>
            <a:chOff x="2757" y="1666"/>
            <a:chExt cx="812" cy="800"/>
          </a:xfrm>
        </p:grpSpPr>
        <p:sp>
          <p:nvSpPr>
            <p:cNvPr id="166962" name="Freeform 9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3" name="Freeform 9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64" name="Line 9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65" name="Freeform 9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6" name="Freeform 10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67" name="AutoShape 10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7" name="Group 109"/>
          <p:cNvGrpSpPr>
            <a:grpSpLocks/>
          </p:cNvGrpSpPr>
          <p:nvPr/>
        </p:nvGrpSpPr>
        <p:grpSpPr bwMode="auto">
          <a:xfrm rot="-223274">
            <a:off x="5919788" y="2849563"/>
            <a:ext cx="744537" cy="733425"/>
            <a:chOff x="2757" y="1666"/>
            <a:chExt cx="812" cy="800"/>
          </a:xfrm>
        </p:grpSpPr>
        <p:sp>
          <p:nvSpPr>
            <p:cNvPr id="166956" name="Freeform 1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7" name="Freeform 1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58" name="Line 1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59" name="Freeform 1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0" name="Freeform 1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61" name="AutoShape 1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28" name="Text Box 116"/>
          <p:cNvSpPr txBox="1">
            <a:spLocks noChangeArrowheads="1"/>
          </p:cNvSpPr>
          <p:nvPr/>
        </p:nvSpPr>
        <p:spPr bwMode="auto">
          <a:xfrm>
            <a:off x="57610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sp>
        <p:nvSpPr>
          <p:cNvPr id="166929" name="Text Box 117"/>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66930" name="Group 118"/>
          <p:cNvGrpSpPr>
            <a:grpSpLocks/>
          </p:cNvGrpSpPr>
          <p:nvPr/>
        </p:nvGrpSpPr>
        <p:grpSpPr bwMode="auto">
          <a:xfrm rot="-223274">
            <a:off x="744538" y="2592388"/>
            <a:ext cx="744537" cy="733425"/>
            <a:chOff x="2757" y="1666"/>
            <a:chExt cx="812" cy="800"/>
          </a:xfrm>
        </p:grpSpPr>
        <p:sp>
          <p:nvSpPr>
            <p:cNvPr id="166950" name="Freeform 11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1" name="Freeform 12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52" name="Line 12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53" name="Freeform 12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4" name="Freeform 12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55" name="AutoShape 12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31" name="Text Box 125"/>
          <p:cNvSpPr txBox="1">
            <a:spLocks noChangeArrowheads="1"/>
          </p:cNvSpPr>
          <p:nvPr/>
        </p:nvSpPr>
        <p:spPr bwMode="auto">
          <a:xfrm>
            <a:off x="3330575" y="365760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grpSp>
        <p:nvGrpSpPr>
          <p:cNvPr id="166932" name="Group 126"/>
          <p:cNvGrpSpPr>
            <a:grpSpLocks/>
          </p:cNvGrpSpPr>
          <p:nvPr/>
        </p:nvGrpSpPr>
        <p:grpSpPr bwMode="auto">
          <a:xfrm rot="-223274">
            <a:off x="3406775" y="2857500"/>
            <a:ext cx="744538" cy="733425"/>
            <a:chOff x="2757" y="1666"/>
            <a:chExt cx="812" cy="800"/>
          </a:xfrm>
        </p:grpSpPr>
        <p:sp>
          <p:nvSpPr>
            <p:cNvPr id="166944" name="Freeform 12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5" name="Freeform 12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46" name="Line 12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47" name="Freeform 13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8" name="Freeform 13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49" name="AutoShape 13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33" name="Group 133"/>
          <p:cNvGrpSpPr>
            <a:grpSpLocks/>
          </p:cNvGrpSpPr>
          <p:nvPr/>
        </p:nvGrpSpPr>
        <p:grpSpPr bwMode="auto">
          <a:xfrm rot="-223274">
            <a:off x="3392488" y="2606675"/>
            <a:ext cx="744537" cy="733425"/>
            <a:chOff x="2757" y="1666"/>
            <a:chExt cx="812" cy="800"/>
          </a:xfrm>
        </p:grpSpPr>
        <p:sp>
          <p:nvSpPr>
            <p:cNvPr id="166938" name="Freeform 13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39" name="Freeform 13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40" name="Line 13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41" name="Freeform 13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2" name="Freeform 13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43" name="AutoShape 13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34" name="Oval 140"/>
          <p:cNvSpPr>
            <a:spLocks noChangeArrowheads="1"/>
          </p:cNvSpPr>
          <p:nvPr/>
        </p:nvSpPr>
        <p:spPr bwMode="auto">
          <a:xfrm rot="-5400000">
            <a:off x="732234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66935" name="Text Box 141"/>
          <p:cNvSpPr txBox="1">
            <a:spLocks noChangeArrowheads="1"/>
          </p:cNvSpPr>
          <p:nvPr/>
        </p:nvSpPr>
        <p:spPr bwMode="auto">
          <a:xfrm>
            <a:off x="6854825" y="3643313"/>
            <a:ext cx="22082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4 Couronnes</a:t>
            </a:r>
          </a:p>
        </p:txBody>
      </p:sp>
      <p:sp>
        <p:nvSpPr>
          <p:cNvPr id="166936" name="Oval 142"/>
          <p:cNvSpPr>
            <a:spLocks noChangeArrowheads="1"/>
          </p:cNvSpPr>
          <p:nvPr/>
        </p:nvSpPr>
        <p:spPr bwMode="auto">
          <a:xfrm rot="-5400000">
            <a:off x="768429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66937" name="Oval 143"/>
          <p:cNvSpPr>
            <a:spLocks noChangeArrowheads="1"/>
          </p:cNvSpPr>
          <p:nvPr/>
        </p:nvSpPr>
        <p:spPr bwMode="auto">
          <a:xfrm rot="-5400000">
            <a:off x="8047832" y="30376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109">
            <a:extLst>
              <a:ext uri="{FF2B5EF4-FFF2-40B4-BE49-F238E27FC236}">
                <a16:creationId xmlns:a16="http://schemas.microsoft.com/office/drawing/2014/main" id="{255E5EF7-3732-80C9-637D-14C1FAD18D70}"/>
              </a:ext>
            </a:extLst>
          </p:cNvPr>
          <p:cNvGrpSpPr>
            <a:grpSpLocks/>
          </p:cNvGrpSpPr>
          <p:nvPr/>
        </p:nvGrpSpPr>
        <p:grpSpPr bwMode="auto">
          <a:xfrm rot="-223274">
            <a:off x="5965037" y="2586462"/>
            <a:ext cx="744537" cy="733425"/>
            <a:chOff x="2757" y="1666"/>
            <a:chExt cx="812" cy="800"/>
          </a:xfrm>
        </p:grpSpPr>
        <p:sp>
          <p:nvSpPr>
            <p:cNvPr id="3" name="Freeform 110">
              <a:extLst>
                <a:ext uri="{FF2B5EF4-FFF2-40B4-BE49-F238E27FC236}">
                  <a16:creationId xmlns:a16="http://schemas.microsoft.com/office/drawing/2014/main" id="{4247B29F-E647-A04B-F7F4-C158460D8A7E}"/>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111">
              <a:extLst>
                <a:ext uri="{FF2B5EF4-FFF2-40B4-BE49-F238E27FC236}">
                  <a16:creationId xmlns:a16="http://schemas.microsoft.com/office/drawing/2014/main" id="{8C6188BF-547B-783E-1F08-8A7905DFBD7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112">
              <a:extLst>
                <a:ext uri="{FF2B5EF4-FFF2-40B4-BE49-F238E27FC236}">
                  <a16:creationId xmlns:a16="http://schemas.microsoft.com/office/drawing/2014/main" id="{EE6004D1-30F5-75CF-B041-B8782CD773CC}"/>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113">
              <a:extLst>
                <a:ext uri="{FF2B5EF4-FFF2-40B4-BE49-F238E27FC236}">
                  <a16:creationId xmlns:a16="http://schemas.microsoft.com/office/drawing/2014/main" id="{9A08038F-30B7-5E8C-0D3A-D360427404F3}"/>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114">
              <a:extLst>
                <a:ext uri="{FF2B5EF4-FFF2-40B4-BE49-F238E27FC236}">
                  <a16:creationId xmlns:a16="http://schemas.microsoft.com/office/drawing/2014/main" id="{9DEFB59C-DFA7-0E75-32D3-CF3F7AEAEEE4}"/>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115">
              <a:extLst>
                <a:ext uri="{FF2B5EF4-FFF2-40B4-BE49-F238E27FC236}">
                  <a16:creationId xmlns:a16="http://schemas.microsoft.com/office/drawing/2014/main" id="{2BEA298B-BA71-65B5-8DEB-4FBE943FE99D}"/>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 name="Oval 140">
            <a:extLst>
              <a:ext uri="{FF2B5EF4-FFF2-40B4-BE49-F238E27FC236}">
                <a16:creationId xmlns:a16="http://schemas.microsoft.com/office/drawing/2014/main" id="{6FECC6C9-D9E2-BEA1-9743-A8579F57A3E9}"/>
              </a:ext>
            </a:extLst>
          </p:cNvPr>
          <p:cNvSpPr>
            <a:spLocks noChangeArrowheads="1"/>
          </p:cNvSpPr>
          <p:nvPr/>
        </p:nvSpPr>
        <p:spPr bwMode="auto">
          <a:xfrm rot="-5400000">
            <a:off x="8408195" y="3048000"/>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7938" name="Group 2"/>
          <p:cNvGrpSpPr>
            <a:grpSpLocks/>
          </p:cNvGrpSpPr>
          <p:nvPr/>
        </p:nvGrpSpPr>
        <p:grpSpPr bwMode="auto">
          <a:xfrm>
            <a:off x="7073900" y="215900"/>
            <a:ext cx="1878013" cy="1250950"/>
            <a:chOff x="4456" y="136"/>
            <a:chExt cx="1183" cy="788"/>
          </a:xfrm>
        </p:grpSpPr>
        <p:grpSp>
          <p:nvGrpSpPr>
            <p:cNvPr id="167998" name="Group 3"/>
            <p:cNvGrpSpPr>
              <a:grpSpLocks/>
            </p:cNvGrpSpPr>
            <p:nvPr/>
          </p:nvGrpSpPr>
          <p:grpSpPr bwMode="auto">
            <a:xfrm>
              <a:off x="4766" y="232"/>
              <a:ext cx="873" cy="692"/>
              <a:chOff x="2185" y="310"/>
              <a:chExt cx="873" cy="692"/>
            </a:xfrm>
          </p:grpSpPr>
          <p:sp>
            <p:nvSpPr>
              <p:cNvPr id="16800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7999" name="Group 11"/>
            <p:cNvGrpSpPr>
              <a:grpSpLocks/>
            </p:cNvGrpSpPr>
            <p:nvPr/>
          </p:nvGrpSpPr>
          <p:grpSpPr bwMode="auto">
            <a:xfrm>
              <a:off x="4949" y="336"/>
              <a:ext cx="591" cy="468"/>
              <a:chOff x="2185" y="310"/>
              <a:chExt cx="873" cy="692"/>
            </a:xfrm>
          </p:grpSpPr>
          <p:sp>
            <p:nvSpPr>
              <p:cNvPr id="16800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800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800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16794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794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7942" name="Group 24"/>
          <p:cNvGrpSpPr>
            <a:grpSpLocks/>
          </p:cNvGrpSpPr>
          <p:nvPr/>
        </p:nvGrpSpPr>
        <p:grpSpPr bwMode="auto">
          <a:xfrm>
            <a:off x="2986088" y="1306513"/>
            <a:ext cx="446087" cy="534987"/>
            <a:chOff x="868" y="1439"/>
            <a:chExt cx="811" cy="972"/>
          </a:xfrm>
        </p:grpSpPr>
        <p:sp>
          <p:nvSpPr>
            <p:cNvPr id="16794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4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4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794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794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794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8962" name="Group 2"/>
          <p:cNvGrpSpPr>
            <a:grpSpLocks/>
          </p:cNvGrpSpPr>
          <p:nvPr/>
        </p:nvGrpSpPr>
        <p:grpSpPr bwMode="auto">
          <a:xfrm>
            <a:off x="7073900" y="215900"/>
            <a:ext cx="1878013" cy="1250950"/>
            <a:chOff x="4456" y="136"/>
            <a:chExt cx="1183" cy="788"/>
          </a:xfrm>
        </p:grpSpPr>
        <p:grpSp>
          <p:nvGrpSpPr>
            <p:cNvPr id="169022" name="Group 3"/>
            <p:cNvGrpSpPr>
              <a:grpSpLocks/>
            </p:cNvGrpSpPr>
            <p:nvPr/>
          </p:nvGrpSpPr>
          <p:grpSpPr bwMode="auto">
            <a:xfrm>
              <a:off x="4766" y="232"/>
              <a:ext cx="873" cy="692"/>
              <a:chOff x="2185" y="310"/>
              <a:chExt cx="873" cy="692"/>
            </a:xfrm>
          </p:grpSpPr>
          <p:sp>
            <p:nvSpPr>
              <p:cNvPr id="1690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9023" name="Group 11"/>
            <p:cNvGrpSpPr>
              <a:grpSpLocks/>
            </p:cNvGrpSpPr>
            <p:nvPr/>
          </p:nvGrpSpPr>
          <p:grpSpPr bwMode="auto">
            <a:xfrm>
              <a:off x="4949" y="336"/>
              <a:ext cx="591" cy="468"/>
              <a:chOff x="2185" y="310"/>
              <a:chExt cx="873" cy="692"/>
            </a:xfrm>
          </p:grpSpPr>
          <p:sp>
            <p:nvSpPr>
              <p:cNvPr id="1690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90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902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1689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89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8966" name="Group 24"/>
          <p:cNvGrpSpPr>
            <a:grpSpLocks/>
          </p:cNvGrpSpPr>
          <p:nvPr/>
        </p:nvGrpSpPr>
        <p:grpSpPr bwMode="auto">
          <a:xfrm>
            <a:off x="2986088" y="1306513"/>
            <a:ext cx="446087" cy="534987"/>
            <a:chOff x="868" y="1439"/>
            <a:chExt cx="811" cy="972"/>
          </a:xfrm>
        </p:grpSpPr>
        <p:sp>
          <p:nvSpPr>
            <p:cNvPr id="1689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89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89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89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9986" name="Group 2"/>
          <p:cNvGrpSpPr>
            <a:grpSpLocks/>
          </p:cNvGrpSpPr>
          <p:nvPr/>
        </p:nvGrpSpPr>
        <p:grpSpPr bwMode="auto">
          <a:xfrm>
            <a:off x="7073900" y="215900"/>
            <a:ext cx="1878013" cy="1250950"/>
            <a:chOff x="4456" y="136"/>
            <a:chExt cx="1183" cy="788"/>
          </a:xfrm>
        </p:grpSpPr>
        <p:grpSp>
          <p:nvGrpSpPr>
            <p:cNvPr id="170046" name="Group 3"/>
            <p:cNvGrpSpPr>
              <a:grpSpLocks/>
            </p:cNvGrpSpPr>
            <p:nvPr/>
          </p:nvGrpSpPr>
          <p:grpSpPr bwMode="auto">
            <a:xfrm>
              <a:off x="4766" y="232"/>
              <a:ext cx="873" cy="692"/>
              <a:chOff x="2185" y="310"/>
              <a:chExt cx="873" cy="692"/>
            </a:xfrm>
          </p:grpSpPr>
          <p:sp>
            <p:nvSpPr>
              <p:cNvPr id="17005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0047" name="Group 11"/>
            <p:cNvGrpSpPr>
              <a:grpSpLocks/>
            </p:cNvGrpSpPr>
            <p:nvPr/>
          </p:nvGrpSpPr>
          <p:grpSpPr bwMode="auto">
            <a:xfrm>
              <a:off x="4949" y="336"/>
              <a:ext cx="591" cy="468"/>
              <a:chOff x="2185" y="310"/>
              <a:chExt cx="873" cy="692"/>
            </a:xfrm>
          </p:grpSpPr>
          <p:sp>
            <p:nvSpPr>
              <p:cNvPr id="17005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004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004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16998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998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9990" name="Group 24"/>
          <p:cNvGrpSpPr>
            <a:grpSpLocks/>
          </p:cNvGrpSpPr>
          <p:nvPr/>
        </p:nvGrpSpPr>
        <p:grpSpPr bwMode="auto">
          <a:xfrm>
            <a:off x="2986088" y="1306513"/>
            <a:ext cx="446087" cy="534987"/>
            <a:chOff x="868" y="1439"/>
            <a:chExt cx="811" cy="972"/>
          </a:xfrm>
        </p:grpSpPr>
        <p:sp>
          <p:nvSpPr>
            <p:cNvPr id="16999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999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999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999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010" name="Group 2"/>
          <p:cNvGrpSpPr>
            <a:grpSpLocks/>
          </p:cNvGrpSpPr>
          <p:nvPr/>
        </p:nvGrpSpPr>
        <p:grpSpPr bwMode="auto">
          <a:xfrm>
            <a:off x="7073900" y="215900"/>
            <a:ext cx="1878013" cy="1250950"/>
            <a:chOff x="4456" y="136"/>
            <a:chExt cx="1183" cy="788"/>
          </a:xfrm>
        </p:grpSpPr>
        <p:grpSp>
          <p:nvGrpSpPr>
            <p:cNvPr id="171070" name="Group 3"/>
            <p:cNvGrpSpPr>
              <a:grpSpLocks/>
            </p:cNvGrpSpPr>
            <p:nvPr/>
          </p:nvGrpSpPr>
          <p:grpSpPr bwMode="auto">
            <a:xfrm>
              <a:off x="4766" y="232"/>
              <a:ext cx="873" cy="692"/>
              <a:chOff x="2185" y="310"/>
              <a:chExt cx="873" cy="692"/>
            </a:xfrm>
          </p:grpSpPr>
          <p:sp>
            <p:nvSpPr>
              <p:cNvPr id="1710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1071" name="Group 11"/>
            <p:cNvGrpSpPr>
              <a:grpSpLocks/>
            </p:cNvGrpSpPr>
            <p:nvPr/>
          </p:nvGrpSpPr>
          <p:grpSpPr bwMode="auto">
            <a:xfrm>
              <a:off x="4949" y="336"/>
              <a:ext cx="591" cy="468"/>
              <a:chOff x="2185" y="310"/>
              <a:chExt cx="873" cy="692"/>
            </a:xfrm>
          </p:grpSpPr>
          <p:sp>
            <p:nvSpPr>
              <p:cNvPr id="1710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10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0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1710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10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1014" name="Group 24"/>
          <p:cNvGrpSpPr>
            <a:grpSpLocks/>
          </p:cNvGrpSpPr>
          <p:nvPr/>
        </p:nvGrpSpPr>
        <p:grpSpPr bwMode="auto">
          <a:xfrm>
            <a:off x="2986088" y="1306513"/>
            <a:ext cx="446087" cy="534987"/>
            <a:chOff x="868" y="1439"/>
            <a:chExt cx="811" cy="972"/>
          </a:xfrm>
        </p:grpSpPr>
        <p:sp>
          <p:nvSpPr>
            <p:cNvPr id="1710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10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10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10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2034" name="Rectangle 2"/>
          <p:cNvSpPr>
            <a:spLocks noGrp="1" noChangeArrowheads="1"/>
          </p:cNvSpPr>
          <p:nvPr>
            <p:ph type="title"/>
          </p:nvPr>
        </p:nvSpPr>
        <p:spPr/>
        <p:txBody>
          <a:bodyPr/>
          <a:lstStyle/>
          <a:p>
            <a:pPr eaLnBrk="1" hangingPunct="1"/>
            <a:r>
              <a:rPr lang="fr-FR" altLang="fr-FR"/>
              <a:t>Question</a:t>
            </a:r>
          </a:p>
        </p:txBody>
      </p:sp>
      <p:sp>
        <p:nvSpPr>
          <p:cNvPr id="172035" name="Rectangle 3"/>
          <p:cNvSpPr>
            <a:spLocks noGrp="1" noChangeArrowheads="1"/>
          </p:cNvSpPr>
          <p:nvPr>
            <p:ph type="body" idx="1"/>
          </p:nvPr>
        </p:nvSpPr>
        <p:spPr>
          <a:xfrm>
            <a:off x="457200" y="1720850"/>
            <a:ext cx="8229600" cy="4405313"/>
          </a:xfrm>
        </p:spPr>
        <p:txBody>
          <a:bodyPr/>
          <a:lstStyle/>
          <a:p>
            <a:pPr eaLnBrk="1" hangingPunct="1">
              <a:buFontTx/>
              <a:buNone/>
            </a:pPr>
            <a:r>
              <a:rPr lang="fr-FR" altLang="fr-FR" u="sng"/>
              <a:t>Origine</a:t>
            </a:r>
            <a:r>
              <a:rPr lang="fr-FR" altLang="fr-FR"/>
              <a:t> : Bureau d’études</a:t>
            </a:r>
          </a:p>
          <a:p>
            <a:pPr eaLnBrk="1" hangingPunct="1">
              <a:buFontTx/>
              <a:buNone/>
            </a:pPr>
            <a:r>
              <a:rPr lang="fr-FR" altLang="fr-FR" u="sng"/>
              <a:t>Destinataire</a:t>
            </a:r>
            <a:r>
              <a:rPr lang="fr-FR" altLang="fr-FR"/>
              <a:t> : Production</a:t>
            </a:r>
          </a:p>
          <a:p>
            <a:pPr eaLnBrk="1" hangingPunct="1">
              <a:buFontTx/>
              <a:buNone/>
            </a:pPr>
            <a:endParaRPr lang="fr-FR" altLang="fr-FR"/>
          </a:p>
          <a:p>
            <a:pPr eaLnBrk="1" hangingPunct="1"/>
            <a:r>
              <a:rPr lang="fr-FR" altLang="fr-FR"/>
              <a:t>A la suite d'une analyse faite par le Service Qualité, il apparaît qu'un changement dans la gamme d'usinage du carter doit être envisagé prochainement. </a:t>
            </a:r>
          </a:p>
          <a:p>
            <a:pPr eaLnBrk="1" hangingPunct="1"/>
            <a:r>
              <a:rPr lang="fr-FR" altLang="fr-FR"/>
              <a:t>Pouvez-vous nous faire savoir combien de temps sera nécessaire pour que la modification soit mise en application au niveau commercial ?</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3058" name="Group 2"/>
          <p:cNvGrpSpPr>
            <a:grpSpLocks/>
          </p:cNvGrpSpPr>
          <p:nvPr/>
        </p:nvGrpSpPr>
        <p:grpSpPr bwMode="auto">
          <a:xfrm>
            <a:off x="7073900" y="215900"/>
            <a:ext cx="1878013" cy="1250950"/>
            <a:chOff x="4456" y="136"/>
            <a:chExt cx="1183" cy="788"/>
          </a:xfrm>
        </p:grpSpPr>
        <p:grpSp>
          <p:nvGrpSpPr>
            <p:cNvPr id="173118" name="Group 3"/>
            <p:cNvGrpSpPr>
              <a:grpSpLocks/>
            </p:cNvGrpSpPr>
            <p:nvPr/>
          </p:nvGrpSpPr>
          <p:grpSpPr bwMode="auto">
            <a:xfrm>
              <a:off x="4766" y="232"/>
              <a:ext cx="873" cy="692"/>
              <a:chOff x="2185" y="310"/>
              <a:chExt cx="873" cy="692"/>
            </a:xfrm>
          </p:grpSpPr>
          <p:sp>
            <p:nvSpPr>
              <p:cNvPr id="1731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3119" name="Group 11"/>
            <p:cNvGrpSpPr>
              <a:grpSpLocks/>
            </p:cNvGrpSpPr>
            <p:nvPr/>
          </p:nvGrpSpPr>
          <p:grpSpPr bwMode="auto">
            <a:xfrm>
              <a:off x="4949" y="336"/>
              <a:ext cx="591" cy="468"/>
              <a:chOff x="2185" y="310"/>
              <a:chExt cx="873" cy="692"/>
            </a:xfrm>
          </p:grpSpPr>
          <p:sp>
            <p:nvSpPr>
              <p:cNvPr id="1731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31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31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1730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30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3062" name="Group 24"/>
          <p:cNvGrpSpPr>
            <a:grpSpLocks/>
          </p:cNvGrpSpPr>
          <p:nvPr/>
        </p:nvGrpSpPr>
        <p:grpSpPr bwMode="auto">
          <a:xfrm>
            <a:off x="2986088" y="1306513"/>
            <a:ext cx="446087" cy="534987"/>
            <a:chOff x="868" y="1439"/>
            <a:chExt cx="811" cy="972"/>
          </a:xfrm>
        </p:grpSpPr>
        <p:sp>
          <p:nvSpPr>
            <p:cNvPr id="1730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30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30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30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4082" name="Group 2"/>
          <p:cNvGrpSpPr>
            <a:grpSpLocks/>
          </p:cNvGrpSpPr>
          <p:nvPr/>
        </p:nvGrpSpPr>
        <p:grpSpPr bwMode="auto">
          <a:xfrm>
            <a:off x="7073900" y="215900"/>
            <a:ext cx="1878013" cy="1250950"/>
            <a:chOff x="4456" y="136"/>
            <a:chExt cx="1183" cy="788"/>
          </a:xfrm>
        </p:grpSpPr>
        <p:grpSp>
          <p:nvGrpSpPr>
            <p:cNvPr id="174142" name="Group 3"/>
            <p:cNvGrpSpPr>
              <a:grpSpLocks/>
            </p:cNvGrpSpPr>
            <p:nvPr/>
          </p:nvGrpSpPr>
          <p:grpSpPr bwMode="auto">
            <a:xfrm>
              <a:off x="4766" y="232"/>
              <a:ext cx="873" cy="692"/>
              <a:chOff x="2185" y="310"/>
              <a:chExt cx="873" cy="692"/>
            </a:xfrm>
          </p:grpSpPr>
          <p:sp>
            <p:nvSpPr>
              <p:cNvPr id="1741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4143" name="Group 11"/>
            <p:cNvGrpSpPr>
              <a:grpSpLocks/>
            </p:cNvGrpSpPr>
            <p:nvPr/>
          </p:nvGrpSpPr>
          <p:grpSpPr bwMode="auto">
            <a:xfrm>
              <a:off x="4949" y="336"/>
              <a:ext cx="591" cy="468"/>
              <a:chOff x="2185" y="310"/>
              <a:chExt cx="873" cy="692"/>
            </a:xfrm>
          </p:grpSpPr>
          <p:sp>
            <p:nvSpPr>
              <p:cNvPr id="1741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41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1740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40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4086" name="Group 24"/>
          <p:cNvGrpSpPr>
            <a:grpSpLocks/>
          </p:cNvGrpSpPr>
          <p:nvPr/>
        </p:nvGrpSpPr>
        <p:grpSpPr bwMode="auto">
          <a:xfrm>
            <a:off x="2986088" y="1306513"/>
            <a:ext cx="446087" cy="534987"/>
            <a:chOff x="868" y="1439"/>
            <a:chExt cx="811" cy="972"/>
          </a:xfrm>
        </p:grpSpPr>
        <p:sp>
          <p:nvSpPr>
            <p:cNvPr id="1740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40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40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40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5106" name="Group 2"/>
          <p:cNvGrpSpPr>
            <a:grpSpLocks/>
          </p:cNvGrpSpPr>
          <p:nvPr/>
        </p:nvGrpSpPr>
        <p:grpSpPr bwMode="auto">
          <a:xfrm>
            <a:off x="7073900" y="215900"/>
            <a:ext cx="1878013" cy="1250950"/>
            <a:chOff x="4456" y="136"/>
            <a:chExt cx="1183" cy="788"/>
          </a:xfrm>
        </p:grpSpPr>
        <p:grpSp>
          <p:nvGrpSpPr>
            <p:cNvPr id="175166" name="Group 3"/>
            <p:cNvGrpSpPr>
              <a:grpSpLocks/>
            </p:cNvGrpSpPr>
            <p:nvPr/>
          </p:nvGrpSpPr>
          <p:grpSpPr bwMode="auto">
            <a:xfrm>
              <a:off x="4766" y="232"/>
              <a:ext cx="873" cy="692"/>
              <a:chOff x="2185" y="310"/>
              <a:chExt cx="873" cy="692"/>
            </a:xfrm>
          </p:grpSpPr>
          <p:sp>
            <p:nvSpPr>
              <p:cNvPr id="1751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5167" name="Group 11"/>
            <p:cNvGrpSpPr>
              <a:grpSpLocks/>
            </p:cNvGrpSpPr>
            <p:nvPr/>
          </p:nvGrpSpPr>
          <p:grpSpPr bwMode="auto">
            <a:xfrm>
              <a:off x="4949" y="336"/>
              <a:ext cx="591" cy="468"/>
              <a:chOff x="2185" y="310"/>
              <a:chExt cx="873" cy="692"/>
            </a:xfrm>
          </p:grpSpPr>
          <p:sp>
            <p:nvSpPr>
              <p:cNvPr id="1751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51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51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1751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51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5110" name="Group 24"/>
          <p:cNvGrpSpPr>
            <a:grpSpLocks/>
          </p:cNvGrpSpPr>
          <p:nvPr/>
        </p:nvGrpSpPr>
        <p:grpSpPr bwMode="auto">
          <a:xfrm>
            <a:off x="2986088" y="1306513"/>
            <a:ext cx="446087" cy="534987"/>
            <a:chOff x="868" y="1439"/>
            <a:chExt cx="811" cy="972"/>
          </a:xfrm>
        </p:grpSpPr>
        <p:sp>
          <p:nvSpPr>
            <p:cNvPr id="1751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51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51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51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6130" name="Rectangle 2"/>
          <p:cNvSpPr>
            <a:spLocks noGrp="1" noChangeArrowheads="1"/>
          </p:cNvSpPr>
          <p:nvPr>
            <p:ph type="title"/>
          </p:nvPr>
        </p:nvSpPr>
        <p:spPr/>
        <p:txBody>
          <a:bodyPr/>
          <a:lstStyle/>
          <a:p>
            <a:pPr eaLnBrk="1" hangingPunct="1"/>
            <a:r>
              <a:rPr lang="fr-FR" altLang="fr-FR"/>
              <a:t>Bilan de la semaine 3</a:t>
            </a:r>
          </a:p>
        </p:txBody>
      </p:sp>
      <p:sp>
        <p:nvSpPr>
          <p:cNvPr id="176131" name="Rectangle 3"/>
          <p:cNvSpPr>
            <a:spLocks noGrp="1" noChangeArrowheads="1"/>
          </p:cNvSpPr>
          <p:nvPr>
            <p:ph type="body" idx="1"/>
          </p:nvPr>
        </p:nvSpPr>
        <p:spPr/>
        <p:txBody>
          <a:bodyPr/>
          <a:lstStyle/>
          <a:p>
            <a:pPr eaLnBrk="1" hangingPunct="1">
              <a:lnSpc>
                <a:spcPct val="120000"/>
              </a:lnSpc>
              <a:spcBef>
                <a:spcPct val="0"/>
              </a:spcBef>
            </a:pPr>
            <a:r>
              <a:rPr lang="fr-FR" altLang="fr-FR"/>
              <a:t>Remplissez le bas de votre Feuille de suivi et reportez vos indicateurs sur votre Feuille de résultats</a:t>
            </a:r>
            <a:r>
              <a:rPr lang="fr-FR" altLang="fr-FR" sz="1800"/>
              <a:t> </a:t>
            </a:r>
          </a:p>
          <a:p>
            <a:pPr eaLnBrk="1" hangingPunct="1">
              <a:lnSpc>
                <a:spcPct val="120000"/>
              </a:lnSpc>
              <a:spcBef>
                <a:spcPct val="0"/>
              </a:spcBef>
            </a:pPr>
            <a:r>
              <a:rPr lang="fr-FR" altLang="fr-FR"/>
              <a:t>Choisissez vos progrès et baissez vos stocks si vous le souhaitez.</a:t>
            </a:r>
          </a:p>
          <a:p>
            <a:pPr eaLnBrk="1" hangingPunct="1">
              <a:lnSpc>
                <a:spcPct val="120000"/>
              </a:lnSpc>
            </a:pPr>
            <a:r>
              <a:rPr lang="fr-FR" altLang="fr-FR"/>
              <a:t>Recevez une nouvelle Feuille de suivi</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a:t>Affichage des résultats</a:t>
            </a:r>
            <a:endParaRPr lang="fr-FR" altLang="fr-FR" sz="140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8179" name="Group 3"/>
          <p:cNvGrpSpPr>
            <a:grpSpLocks/>
          </p:cNvGrpSpPr>
          <p:nvPr/>
        </p:nvGrpSpPr>
        <p:grpSpPr bwMode="auto">
          <a:xfrm>
            <a:off x="7073900" y="215900"/>
            <a:ext cx="1878013" cy="1250950"/>
            <a:chOff x="4456" y="136"/>
            <a:chExt cx="1183" cy="788"/>
          </a:xfrm>
        </p:grpSpPr>
        <p:grpSp>
          <p:nvGrpSpPr>
            <p:cNvPr id="178238" name="Group 4"/>
            <p:cNvGrpSpPr>
              <a:grpSpLocks/>
            </p:cNvGrpSpPr>
            <p:nvPr/>
          </p:nvGrpSpPr>
          <p:grpSpPr bwMode="auto">
            <a:xfrm>
              <a:off x="4766" y="232"/>
              <a:ext cx="873" cy="692"/>
              <a:chOff x="2185" y="310"/>
              <a:chExt cx="873" cy="692"/>
            </a:xfrm>
          </p:grpSpPr>
          <p:sp>
            <p:nvSpPr>
              <p:cNvPr id="17824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8239" name="Group 12"/>
            <p:cNvGrpSpPr>
              <a:grpSpLocks/>
            </p:cNvGrpSpPr>
            <p:nvPr/>
          </p:nvGrpSpPr>
          <p:grpSpPr bwMode="auto">
            <a:xfrm>
              <a:off x="4949" y="336"/>
              <a:ext cx="591" cy="468"/>
              <a:chOff x="2185" y="310"/>
              <a:chExt cx="873" cy="692"/>
            </a:xfrm>
          </p:grpSpPr>
          <p:sp>
            <p:nvSpPr>
              <p:cNvPr id="17824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824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8241"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178180" name="Rectangle 25"/>
          <p:cNvSpPr>
            <a:spLocks noGrp="1" noChangeArrowheads="1"/>
          </p:cNvSpPr>
          <p:nvPr>
            <p:ph type="title"/>
          </p:nvPr>
        </p:nvSpPr>
        <p:spPr>
          <a:xfrm>
            <a:off x="611188" y="0"/>
            <a:ext cx="6388100" cy="647700"/>
          </a:xfrm>
        </p:spPr>
        <p:txBody>
          <a:bodyPr/>
          <a:lstStyle/>
          <a:p>
            <a:pPr eaLnBrk="1" hangingPunct="1"/>
            <a:r>
              <a:rPr lang="fr-FR" altLang="fr-FR"/>
              <a:t>Sem. 4 - Lundi (St Séverin)</a:t>
            </a:r>
          </a:p>
        </p:txBody>
      </p:sp>
      <p:sp>
        <p:nvSpPr>
          <p:cNvPr id="178181" name="Text Box 26"/>
          <p:cNvSpPr txBox="1">
            <a:spLocks noChangeArrowheads="1"/>
          </p:cNvSpPr>
          <p:nvPr/>
        </p:nvSpPr>
        <p:spPr bwMode="auto">
          <a:xfrm>
            <a:off x="566738" y="2262188"/>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8182"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8183" name="Text Box 28"/>
          <p:cNvSpPr txBox="1">
            <a:spLocks noChangeArrowheads="1"/>
          </p:cNvSpPr>
          <p:nvPr/>
        </p:nvSpPr>
        <p:spPr bwMode="auto">
          <a:xfrm>
            <a:off x="566738" y="41576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8184" name="Group 29"/>
          <p:cNvGrpSpPr>
            <a:grpSpLocks/>
          </p:cNvGrpSpPr>
          <p:nvPr/>
        </p:nvGrpSpPr>
        <p:grpSpPr bwMode="auto">
          <a:xfrm>
            <a:off x="2843213" y="1106488"/>
            <a:ext cx="446087" cy="534987"/>
            <a:chOff x="868" y="1439"/>
            <a:chExt cx="811" cy="972"/>
          </a:xfrm>
        </p:grpSpPr>
        <p:sp>
          <p:nvSpPr>
            <p:cNvPr id="178187"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88"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89"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0"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1"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2"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3"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4"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5"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6"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7"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8"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9"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0"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1"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2"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3"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4"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5"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6"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7"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8"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9"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0"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1"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2"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3"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4"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5"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6"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7"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8"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9"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0"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1"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2"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3"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4"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5"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6"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7"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8"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9"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0"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1"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2"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3"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4"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5"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6"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7"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8185" name="Text Box 130"/>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9203" name="Group 3"/>
          <p:cNvGrpSpPr>
            <a:grpSpLocks/>
          </p:cNvGrpSpPr>
          <p:nvPr/>
        </p:nvGrpSpPr>
        <p:grpSpPr bwMode="auto">
          <a:xfrm>
            <a:off x="7073900" y="215900"/>
            <a:ext cx="1878013" cy="1250950"/>
            <a:chOff x="4456" y="136"/>
            <a:chExt cx="1183" cy="788"/>
          </a:xfrm>
        </p:grpSpPr>
        <p:grpSp>
          <p:nvGrpSpPr>
            <p:cNvPr id="179269" name="Group 4"/>
            <p:cNvGrpSpPr>
              <a:grpSpLocks/>
            </p:cNvGrpSpPr>
            <p:nvPr/>
          </p:nvGrpSpPr>
          <p:grpSpPr bwMode="auto">
            <a:xfrm>
              <a:off x="4766" y="232"/>
              <a:ext cx="873" cy="692"/>
              <a:chOff x="2185" y="310"/>
              <a:chExt cx="873" cy="692"/>
            </a:xfrm>
          </p:grpSpPr>
          <p:sp>
            <p:nvSpPr>
              <p:cNvPr id="17928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9270" name="Group 12"/>
            <p:cNvGrpSpPr>
              <a:grpSpLocks/>
            </p:cNvGrpSpPr>
            <p:nvPr/>
          </p:nvGrpSpPr>
          <p:grpSpPr bwMode="auto">
            <a:xfrm>
              <a:off x="4949" y="336"/>
              <a:ext cx="591" cy="468"/>
              <a:chOff x="2185" y="310"/>
              <a:chExt cx="873" cy="692"/>
            </a:xfrm>
          </p:grpSpPr>
          <p:sp>
            <p:nvSpPr>
              <p:cNvPr id="17927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927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9272"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79204"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179205" name="Rectangle 25"/>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79206"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79207"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9208"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9209" name="Group 29"/>
          <p:cNvGrpSpPr>
            <a:grpSpLocks/>
          </p:cNvGrpSpPr>
          <p:nvPr/>
        </p:nvGrpSpPr>
        <p:grpSpPr bwMode="auto">
          <a:xfrm>
            <a:off x="2843213" y="1106488"/>
            <a:ext cx="446087" cy="534987"/>
            <a:chOff x="868" y="1439"/>
            <a:chExt cx="811" cy="972"/>
          </a:xfrm>
        </p:grpSpPr>
        <p:sp>
          <p:nvSpPr>
            <p:cNvPr id="179218"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19"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0"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1"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2"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3"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4"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5"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6"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7"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8"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9"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0"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1"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2"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3"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4"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5"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6"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7"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8"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9"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0"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1"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2"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3"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4"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5"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6"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7"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8"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9"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0"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1"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2"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3"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4"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5"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6"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7"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8"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9"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0"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1"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2"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3"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4"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5"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6"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7"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8"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9210" name="Group 81"/>
          <p:cNvGrpSpPr>
            <a:grpSpLocks/>
          </p:cNvGrpSpPr>
          <p:nvPr/>
        </p:nvGrpSpPr>
        <p:grpSpPr bwMode="auto">
          <a:xfrm rot="-223274">
            <a:off x="1995488" y="2768600"/>
            <a:ext cx="744537" cy="733425"/>
            <a:chOff x="2757" y="1666"/>
            <a:chExt cx="812" cy="800"/>
          </a:xfrm>
        </p:grpSpPr>
        <p:sp>
          <p:nvSpPr>
            <p:cNvPr id="179212"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79213"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79214"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79215"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79216"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79217"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79211" name="Text Box 130"/>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81">
            <a:extLst>
              <a:ext uri="{FF2B5EF4-FFF2-40B4-BE49-F238E27FC236}">
                <a16:creationId xmlns:a16="http://schemas.microsoft.com/office/drawing/2014/main" id="{030F5562-C564-06CE-4B76-75FD5F492CC2}"/>
              </a:ext>
            </a:extLst>
          </p:cNvPr>
          <p:cNvGrpSpPr>
            <a:grpSpLocks/>
          </p:cNvGrpSpPr>
          <p:nvPr/>
        </p:nvGrpSpPr>
        <p:grpSpPr bwMode="auto">
          <a:xfrm rot="-223274">
            <a:off x="2022738" y="2540000"/>
            <a:ext cx="744537" cy="733425"/>
            <a:chOff x="2757" y="1666"/>
            <a:chExt cx="812" cy="800"/>
          </a:xfrm>
        </p:grpSpPr>
        <p:sp>
          <p:nvSpPr>
            <p:cNvPr id="3" name="Freeform 82">
              <a:extLst>
                <a:ext uri="{FF2B5EF4-FFF2-40B4-BE49-F238E27FC236}">
                  <a16:creationId xmlns:a16="http://schemas.microsoft.com/office/drawing/2014/main" id="{E3FBFFBA-7C40-42B2-4841-0D90A0357D6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3">
              <a:extLst>
                <a:ext uri="{FF2B5EF4-FFF2-40B4-BE49-F238E27FC236}">
                  <a16:creationId xmlns:a16="http://schemas.microsoft.com/office/drawing/2014/main" id="{9FA2C9DE-3684-334D-C5F0-751A908D21B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4">
              <a:extLst>
                <a:ext uri="{FF2B5EF4-FFF2-40B4-BE49-F238E27FC236}">
                  <a16:creationId xmlns:a16="http://schemas.microsoft.com/office/drawing/2014/main" id="{6F5EEF8F-419C-3695-51BE-FA7CE907A45E}"/>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5">
              <a:extLst>
                <a:ext uri="{FF2B5EF4-FFF2-40B4-BE49-F238E27FC236}">
                  <a16:creationId xmlns:a16="http://schemas.microsoft.com/office/drawing/2014/main" id="{226D991F-B10C-0932-4537-46CF26336B8E}"/>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6">
              <a:extLst>
                <a:ext uri="{FF2B5EF4-FFF2-40B4-BE49-F238E27FC236}">
                  <a16:creationId xmlns:a16="http://schemas.microsoft.com/office/drawing/2014/main" id="{64187F7A-5DA2-2CD9-1052-60A92C0115C4}"/>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7">
              <a:extLst>
                <a:ext uri="{FF2B5EF4-FFF2-40B4-BE49-F238E27FC236}">
                  <a16:creationId xmlns:a16="http://schemas.microsoft.com/office/drawing/2014/main" id="{296C9FD2-F475-706C-2030-AB001A046F5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227" name="Group 3"/>
          <p:cNvGrpSpPr>
            <a:grpSpLocks/>
          </p:cNvGrpSpPr>
          <p:nvPr/>
        </p:nvGrpSpPr>
        <p:grpSpPr bwMode="auto">
          <a:xfrm>
            <a:off x="7073900" y="215900"/>
            <a:ext cx="1878013" cy="1250950"/>
            <a:chOff x="4456" y="136"/>
            <a:chExt cx="1183" cy="788"/>
          </a:xfrm>
        </p:grpSpPr>
        <p:grpSp>
          <p:nvGrpSpPr>
            <p:cNvPr id="180295" name="Group 4"/>
            <p:cNvGrpSpPr>
              <a:grpSpLocks/>
            </p:cNvGrpSpPr>
            <p:nvPr/>
          </p:nvGrpSpPr>
          <p:grpSpPr bwMode="auto">
            <a:xfrm>
              <a:off x="4766" y="232"/>
              <a:ext cx="873" cy="692"/>
              <a:chOff x="2185" y="310"/>
              <a:chExt cx="873" cy="692"/>
            </a:xfrm>
          </p:grpSpPr>
          <p:sp>
            <p:nvSpPr>
              <p:cNvPr id="18030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0296" name="Group 12"/>
            <p:cNvGrpSpPr>
              <a:grpSpLocks/>
            </p:cNvGrpSpPr>
            <p:nvPr/>
          </p:nvGrpSpPr>
          <p:grpSpPr bwMode="auto">
            <a:xfrm>
              <a:off x="4949" y="336"/>
              <a:ext cx="591" cy="468"/>
              <a:chOff x="2185" y="310"/>
              <a:chExt cx="873" cy="692"/>
            </a:xfrm>
          </p:grpSpPr>
          <p:sp>
            <p:nvSpPr>
              <p:cNvPr id="18029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029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298"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80228" name="Text Box 22"/>
          <p:cNvSpPr txBox="1">
            <a:spLocks noChangeArrowheads="1"/>
          </p:cNvSpPr>
          <p:nvPr/>
        </p:nvSpPr>
        <p:spPr bwMode="auto">
          <a:xfrm>
            <a:off x="1934933" y="3531543"/>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180229"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023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023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023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0233" name="Group 27"/>
          <p:cNvGrpSpPr>
            <a:grpSpLocks/>
          </p:cNvGrpSpPr>
          <p:nvPr/>
        </p:nvGrpSpPr>
        <p:grpSpPr bwMode="auto">
          <a:xfrm>
            <a:off x="2843213" y="1106488"/>
            <a:ext cx="446087" cy="534987"/>
            <a:chOff x="868" y="1439"/>
            <a:chExt cx="811" cy="972"/>
          </a:xfrm>
        </p:grpSpPr>
        <p:sp>
          <p:nvSpPr>
            <p:cNvPr id="18024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0234" name="Group 79"/>
          <p:cNvGrpSpPr>
            <a:grpSpLocks/>
          </p:cNvGrpSpPr>
          <p:nvPr/>
        </p:nvGrpSpPr>
        <p:grpSpPr bwMode="auto">
          <a:xfrm rot="-223274">
            <a:off x="1995488" y="2768600"/>
            <a:ext cx="744537" cy="733425"/>
            <a:chOff x="2757" y="1666"/>
            <a:chExt cx="812" cy="800"/>
          </a:xfrm>
        </p:grpSpPr>
        <p:sp>
          <p:nvSpPr>
            <p:cNvPr id="18023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023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024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024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024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024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0235"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80236" name="Text Box 87"/>
          <p:cNvSpPr txBox="1">
            <a:spLocks noChangeArrowheads="1"/>
          </p:cNvSpPr>
          <p:nvPr/>
        </p:nvSpPr>
        <p:spPr bwMode="auto">
          <a:xfrm>
            <a:off x="3294063" y="3516313"/>
            <a:ext cx="311308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4 Couronnes</a:t>
            </a:r>
          </a:p>
        </p:txBody>
      </p:sp>
      <p:sp>
        <p:nvSpPr>
          <p:cNvPr id="180237" name="Oval 88"/>
          <p:cNvSpPr>
            <a:spLocks noChangeArrowheads="1"/>
          </p:cNvSpPr>
          <p:nvPr/>
        </p:nvSpPr>
        <p:spPr bwMode="auto">
          <a:xfrm rot="-5400000">
            <a:off x="4610894" y="29471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 name="Oval 88">
            <a:extLst>
              <a:ext uri="{FF2B5EF4-FFF2-40B4-BE49-F238E27FC236}">
                <a16:creationId xmlns:a16="http://schemas.microsoft.com/office/drawing/2014/main" id="{BB56DEB3-C7A8-FEF6-D8AE-39F1141C467A}"/>
              </a:ext>
            </a:extLst>
          </p:cNvPr>
          <p:cNvSpPr>
            <a:spLocks noChangeArrowheads="1"/>
          </p:cNvSpPr>
          <p:nvPr/>
        </p:nvSpPr>
        <p:spPr bwMode="auto">
          <a:xfrm rot="-5400000">
            <a:off x="4963320" y="2939307"/>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 name="Oval 88">
            <a:extLst>
              <a:ext uri="{FF2B5EF4-FFF2-40B4-BE49-F238E27FC236}">
                <a16:creationId xmlns:a16="http://schemas.microsoft.com/office/drawing/2014/main" id="{5B34E036-6893-5999-337E-4B478B5BEE23}"/>
              </a:ext>
            </a:extLst>
          </p:cNvPr>
          <p:cNvSpPr>
            <a:spLocks noChangeArrowheads="1"/>
          </p:cNvSpPr>
          <p:nvPr/>
        </p:nvSpPr>
        <p:spPr bwMode="auto">
          <a:xfrm rot="-5400000">
            <a:off x="5305723" y="2939307"/>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 name="Oval 88">
            <a:extLst>
              <a:ext uri="{FF2B5EF4-FFF2-40B4-BE49-F238E27FC236}">
                <a16:creationId xmlns:a16="http://schemas.microsoft.com/office/drawing/2014/main" id="{D1CE7156-BCC5-6946-415C-377F58909F3B}"/>
              </a:ext>
            </a:extLst>
          </p:cNvPr>
          <p:cNvSpPr>
            <a:spLocks noChangeArrowheads="1"/>
          </p:cNvSpPr>
          <p:nvPr/>
        </p:nvSpPr>
        <p:spPr bwMode="auto">
          <a:xfrm rot="-5400000">
            <a:off x="5658149" y="294429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7" name="Group 79">
            <a:extLst>
              <a:ext uri="{FF2B5EF4-FFF2-40B4-BE49-F238E27FC236}">
                <a16:creationId xmlns:a16="http://schemas.microsoft.com/office/drawing/2014/main" id="{3C0AC1F9-5306-B0C1-0B31-3731B663109C}"/>
              </a:ext>
            </a:extLst>
          </p:cNvPr>
          <p:cNvGrpSpPr>
            <a:grpSpLocks/>
          </p:cNvGrpSpPr>
          <p:nvPr/>
        </p:nvGrpSpPr>
        <p:grpSpPr bwMode="auto">
          <a:xfrm rot="-223274">
            <a:off x="2101681" y="2509839"/>
            <a:ext cx="744537" cy="733425"/>
            <a:chOff x="2757" y="1666"/>
            <a:chExt cx="812" cy="800"/>
          </a:xfrm>
        </p:grpSpPr>
        <p:sp>
          <p:nvSpPr>
            <p:cNvPr id="8" name="Freeform 80">
              <a:extLst>
                <a:ext uri="{FF2B5EF4-FFF2-40B4-BE49-F238E27FC236}">
                  <a16:creationId xmlns:a16="http://schemas.microsoft.com/office/drawing/2014/main" id="{92A0B749-38F0-1571-1FFD-64B40FBF9F38}"/>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 name="Freeform 81">
              <a:extLst>
                <a:ext uri="{FF2B5EF4-FFF2-40B4-BE49-F238E27FC236}">
                  <a16:creationId xmlns:a16="http://schemas.microsoft.com/office/drawing/2014/main" id="{9464D1B5-BB3C-8626-2D34-1E3E7E87502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 name="Line 82">
              <a:extLst>
                <a:ext uri="{FF2B5EF4-FFF2-40B4-BE49-F238E27FC236}">
                  <a16:creationId xmlns:a16="http://schemas.microsoft.com/office/drawing/2014/main" id="{59412234-18C8-9020-813F-F8D87A31293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 name="Freeform 83">
              <a:extLst>
                <a:ext uri="{FF2B5EF4-FFF2-40B4-BE49-F238E27FC236}">
                  <a16:creationId xmlns:a16="http://schemas.microsoft.com/office/drawing/2014/main" id="{1F00CCF4-35C4-614D-A2CE-0B3F8C50C495}"/>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 name="Freeform 84">
              <a:extLst>
                <a:ext uri="{FF2B5EF4-FFF2-40B4-BE49-F238E27FC236}">
                  <a16:creationId xmlns:a16="http://schemas.microsoft.com/office/drawing/2014/main" id="{66328414-01B2-2ED2-9A51-07423C6B4AEB}"/>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 name="AutoShape 85">
              <a:extLst>
                <a:ext uri="{FF2B5EF4-FFF2-40B4-BE49-F238E27FC236}">
                  <a16:creationId xmlns:a16="http://schemas.microsoft.com/office/drawing/2014/main" id="{EB6C5683-DE74-6AA1-4D63-F6FB716F2B5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1251" name="Group 3"/>
          <p:cNvGrpSpPr>
            <a:grpSpLocks/>
          </p:cNvGrpSpPr>
          <p:nvPr/>
        </p:nvGrpSpPr>
        <p:grpSpPr bwMode="auto">
          <a:xfrm>
            <a:off x="7073900" y="215900"/>
            <a:ext cx="1878013" cy="1250950"/>
            <a:chOff x="4456" y="136"/>
            <a:chExt cx="1183" cy="788"/>
          </a:xfrm>
        </p:grpSpPr>
        <p:grpSp>
          <p:nvGrpSpPr>
            <p:cNvPr id="181317" name="Group 4"/>
            <p:cNvGrpSpPr>
              <a:grpSpLocks/>
            </p:cNvGrpSpPr>
            <p:nvPr/>
          </p:nvGrpSpPr>
          <p:grpSpPr bwMode="auto">
            <a:xfrm>
              <a:off x="4766" y="232"/>
              <a:ext cx="873" cy="692"/>
              <a:chOff x="2185" y="310"/>
              <a:chExt cx="873" cy="692"/>
            </a:xfrm>
          </p:grpSpPr>
          <p:sp>
            <p:nvSpPr>
              <p:cNvPr id="18132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1318" name="Group 12"/>
            <p:cNvGrpSpPr>
              <a:grpSpLocks/>
            </p:cNvGrpSpPr>
            <p:nvPr/>
          </p:nvGrpSpPr>
          <p:grpSpPr bwMode="auto">
            <a:xfrm>
              <a:off x="4949" y="336"/>
              <a:ext cx="591" cy="468"/>
              <a:chOff x="2185" y="310"/>
              <a:chExt cx="873" cy="692"/>
            </a:xfrm>
          </p:grpSpPr>
          <p:sp>
            <p:nvSpPr>
              <p:cNvPr id="18132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131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132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81252"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1253"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125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125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125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1257" name="Group 27"/>
          <p:cNvGrpSpPr>
            <a:grpSpLocks/>
          </p:cNvGrpSpPr>
          <p:nvPr/>
        </p:nvGrpSpPr>
        <p:grpSpPr bwMode="auto">
          <a:xfrm>
            <a:off x="2843213" y="1106488"/>
            <a:ext cx="446087" cy="534987"/>
            <a:chOff x="868" y="1439"/>
            <a:chExt cx="811" cy="972"/>
          </a:xfrm>
        </p:grpSpPr>
        <p:sp>
          <p:nvSpPr>
            <p:cNvPr id="18126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1258" name="Group 79"/>
          <p:cNvGrpSpPr>
            <a:grpSpLocks/>
          </p:cNvGrpSpPr>
          <p:nvPr/>
        </p:nvGrpSpPr>
        <p:grpSpPr bwMode="auto">
          <a:xfrm rot="-223274">
            <a:off x="1995488" y="2768600"/>
            <a:ext cx="744537" cy="733425"/>
            <a:chOff x="2757" y="1666"/>
            <a:chExt cx="812" cy="800"/>
          </a:xfrm>
        </p:grpSpPr>
        <p:sp>
          <p:nvSpPr>
            <p:cNvPr id="18126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126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126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126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126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126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1259"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2275" name="Group 3"/>
          <p:cNvGrpSpPr>
            <a:grpSpLocks/>
          </p:cNvGrpSpPr>
          <p:nvPr/>
        </p:nvGrpSpPr>
        <p:grpSpPr bwMode="auto">
          <a:xfrm>
            <a:off x="7073900" y="215900"/>
            <a:ext cx="1878013" cy="1250950"/>
            <a:chOff x="4456" y="136"/>
            <a:chExt cx="1183" cy="788"/>
          </a:xfrm>
        </p:grpSpPr>
        <p:grpSp>
          <p:nvGrpSpPr>
            <p:cNvPr id="182343" name="Group 4"/>
            <p:cNvGrpSpPr>
              <a:grpSpLocks/>
            </p:cNvGrpSpPr>
            <p:nvPr/>
          </p:nvGrpSpPr>
          <p:grpSpPr bwMode="auto">
            <a:xfrm>
              <a:off x="4766" y="232"/>
              <a:ext cx="873" cy="692"/>
              <a:chOff x="2185" y="310"/>
              <a:chExt cx="873" cy="692"/>
            </a:xfrm>
          </p:grpSpPr>
          <p:sp>
            <p:nvSpPr>
              <p:cNvPr id="18235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6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2344" name="Group 12"/>
            <p:cNvGrpSpPr>
              <a:grpSpLocks/>
            </p:cNvGrpSpPr>
            <p:nvPr/>
          </p:nvGrpSpPr>
          <p:grpSpPr bwMode="auto">
            <a:xfrm>
              <a:off x="4949" y="336"/>
              <a:ext cx="591" cy="468"/>
              <a:chOff x="2185" y="310"/>
              <a:chExt cx="873" cy="692"/>
            </a:xfrm>
          </p:grpSpPr>
          <p:sp>
            <p:nvSpPr>
              <p:cNvPr id="18234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234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2346"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82276" name="Text Box 22"/>
          <p:cNvSpPr txBox="1">
            <a:spLocks noChangeArrowheads="1"/>
          </p:cNvSpPr>
          <p:nvPr/>
        </p:nvSpPr>
        <p:spPr bwMode="auto">
          <a:xfrm>
            <a:off x="1934933" y="3531543"/>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sp>
        <p:nvSpPr>
          <p:cNvPr id="182277"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227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227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228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2281" name="Group 27"/>
          <p:cNvGrpSpPr>
            <a:grpSpLocks/>
          </p:cNvGrpSpPr>
          <p:nvPr/>
        </p:nvGrpSpPr>
        <p:grpSpPr bwMode="auto">
          <a:xfrm>
            <a:off x="2843213" y="1106488"/>
            <a:ext cx="446087" cy="534987"/>
            <a:chOff x="868" y="1439"/>
            <a:chExt cx="811" cy="972"/>
          </a:xfrm>
        </p:grpSpPr>
        <p:sp>
          <p:nvSpPr>
            <p:cNvPr id="18229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2282" name="Group 79"/>
          <p:cNvGrpSpPr>
            <a:grpSpLocks/>
          </p:cNvGrpSpPr>
          <p:nvPr/>
        </p:nvGrpSpPr>
        <p:grpSpPr bwMode="auto">
          <a:xfrm rot="-223274">
            <a:off x="1995488" y="2768600"/>
            <a:ext cx="744537" cy="733425"/>
            <a:chOff x="2757" y="1666"/>
            <a:chExt cx="812" cy="800"/>
          </a:xfrm>
        </p:grpSpPr>
        <p:sp>
          <p:nvSpPr>
            <p:cNvPr id="18228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228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228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228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229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229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228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82284" name="Text Box 87"/>
          <p:cNvSpPr txBox="1">
            <a:spLocks noChangeArrowheads="1"/>
          </p:cNvSpPr>
          <p:nvPr/>
        </p:nvSpPr>
        <p:spPr bwMode="auto">
          <a:xfrm>
            <a:off x="3805238" y="3492500"/>
            <a:ext cx="231298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
        <p:nvSpPr>
          <p:cNvPr id="182285" name="Oval 88"/>
          <p:cNvSpPr>
            <a:spLocks noChangeArrowheads="1"/>
          </p:cNvSpPr>
          <p:nvPr/>
        </p:nvSpPr>
        <p:spPr bwMode="auto">
          <a:xfrm rot="-5400000">
            <a:off x="4715669" y="29297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79">
            <a:extLst>
              <a:ext uri="{FF2B5EF4-FFF2-40B4-BE49-F238E27FC236}">
                <a16:creationId xmlns:a16="http://schemas.microsoft.com/office/drawing/2014/main" id="{A37A74EB-6FBA-C067-BC88-F0AF9446F279}"/>
              </a:ext>
            </a:extLst>
          </p:cNvPr>
          <p:cNvGrpSpPr>
            <a:grpSpLocks/>
          </p:cNvGrpSpPr>
          <p:nvPr/>
        </p:nvGrpSpPr>
        <p:grpSpPr bwMode="auto">
          <a:xfrm rot="-223274">
            <a:off x="2074301" y="2538474"/>
            <a:ext cx="744537" cy="733425"/>
            <a:chOff x="2757" y="1666"/>
            <a:chExt cx="812" cy="800"/>
          </a:xfrm>
        </p:grpSpPr>
        <p:sp>
          <p:nvSpPr>
            <p:cNvPr id="3" name="Freeform 80">
              <a:extLst>
                <a:ext uri="{FF2B5EF4-FFF2-40B4-BE49-F238E27FC236}">
                  <a16:creationId xmlns:a16="http://schemas.microsoft.com/office/drawing/2014/main" id="{D3E964B6-B6B2-5B01-F00D-654956DC29D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B26CC3C2-0387-B8A2-650F-DC2C80BF0F6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4F949F1D-14E0-B92A-E703-A4D1D8C1FFB0}"/>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A5698E50-DF0C-6D9E-208D-2270A31BB75C}"/>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03647B36-7034-85FD-1195-0AA4E8560F81}"/>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DFBA391F-4819-5917-05B2-E27CE53F90AF}"/>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3299" name="Group 3"/>
          <p:cNvGrpSpPr>
            <a:grpSpLocks/>
          </p:cNvGrpSpPr>
          <p:nvPr/>
        </p:nvGrpSpPr>
        <p:grpSpPr bwMode="auto">
          <a:xfrm>
            <a:off x="7073900" y="215900"/>
            <a:ext cx="1878013" cy="1250950"/>
            <a:chOff x="4456" y="136"/>
            <a:chExt cx="1183" cy="788"/>
          </a:xfrm>
        </p:grpSpPr>
        <p:grpSp>
          <p:nvGrpSpPr>
            <p:cNvPr id="183365" name="Group 4"/>
            <p:cNvGrpSpPr>
              <a:grpSpLocks/>
            </p:cNvGrpSpPr>
            <p:nvPr/>
          </p:nvGrpSpPr>
          <p:grpSpPr bwMode="auto">
            <a:xfrm>
              <a:off x="4766" y="232"/>
              <a:ext cx="873" cy="692"/>
              <a:chOff x="2185" y="310"/>
              <a:chExt cx="873" cy="692"/>
            </a:xfrm>
          </p:grpSpPr>
          <p:sp>
            <p:nvSpPr>
              <p:cNvPr id="18337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3366" name="Group 12"/>
            <p:cNvGrpSpPr>
              <a:grpSpLocks/>
            </p:cNvGrpSpPr>
            <p:nvPr/>
          </p:nvGrpSpPr>
          <p:grpSpPr bwMode="auto">
            <a:xfrm>
              <a:off x="4949" y="336"/>
              <a:ext cx="591" cy="468"/>
              <a:chOff x="2185" y="310"/>
              <a:chExt cx="873" cy="692"/>
            </a:xfrm>
          </p:grpSpPr>
          <p:sp>
            <p:nvSpPr>
              <p:cNvPr id="18336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336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3368"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83300"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3301"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330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330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330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3305" name="Group 27"/>
          <p:cNvGrpSpPr>
            <a:grpSpLocks/>
          </p:cNvGrpSpPr>
          <p:nvPr/>
        </p:nvGrpSpPr>
        <p:grpSpPr bwMode="auto">
          <a:xfrm>
            <a:off x="2843213" y="1106488"/>
            <a:ext cx="446087" cy="534987"/>
            <a:chOff x="868" y="1439"/>
            <a:chExt cx="811" cy="972"/>
          </a:xfrm>
        </p:grpSpPr>
        <p:sp>
          <p:nvSpPr>
            <p:cNvPr id="18331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3306" name="Group 79"/>
          <p:cNvGrpSpPr>
            <a:grpSpLocks/>
          </p:cNvGrpSpPr>
          <p:nvPr/>
        </p:nvGrpSpPr>
        <p:grpSpPr bwMode="auto">
          <a:xfrm rot="-223274">
            <a:off x="1995488" y="2768600"/>
            <a:ext cx="744537" cy="733425"/>
            <a:chOff x="2757" y="1666"/>
            <a:chExt cx="812" cy="800"/>
          </a:xfrm>
        </p:grpSpPr>
        <p:sp>
          <p:nvSpPr>
            <p:cNvPr id="18330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330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331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331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331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331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3307"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323" name="Group 3"/>
          <p:cNvGrpSpPr>
            <a:grpSpLocks/>
          </p:cNvGrpSpPr>
          <p:nvPr/>
        </p:nvGrpSpPr>
        <p:grpSpPr bwMode="auto">
          <a:xfrm>
            <a:off x="7073900" y="215900"/>
            <a:ext cx="1878013" cy="1250950"/>
            <a:chOff x="4456" y="136"/>
            <a:chExt cx="1183" cy="788"/>
          </a:xfrm>
        </p:grpSpPr>
        <p:grpSp>
          <p:nvGrpSpPr>
            <p:cNvPr id="184389" name="Group 4"/>
            <p:cNvGrpSpPr>
              <a:grpSpLocks/>
            </p:cNvGrpSpPr>
            <p:nvPr/>
          </p:nvGrpSpPr>
          <p:grpSpPr bwMode="auto">
            <a:xfrm>
              <a:off x="4766" y="232"/>
              <a:ext cx="873" cy="692"/>
              <a:chOff x="2185" y="310"/>
              <a:chExt cx="873" cy="692"/>
            </a:xfrm>
          </p:grpSpPr>
          <p:sp>
            <p:nvSpPr>
              <p:cNvPr id="18440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4390" name="Group 12"/>
            <p:cNvGrpSpPr>
              <a:grpSpLocks/>
            </p:cNvGrpSpPr>
            <p:nvPr/>
          </p:nvGrpSpPr>
          <p:grpSpPr bwMode="auto">
            <a:xfrm>
              <a:off x="4949" y="336"/>
              <a:ext cx="591" cy="468"/>
              <a:chOff x="2185" y="310"/>
              <a:chExt cx="873" cy="692"/>
            </a:xfrm>
          </p:grpSpPr>
          <p:sp>
            <p:nvSpPr>
              <p:cNvPr id="18439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439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92"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84324" name="Text Box 22"/>
          <p:cNvSpPr txBox="1">
            <a:spLocks noChangeArrowheads="1"/>
          </p:cNvSpPr>
          <p:nvPr/>
        </p:nvSpPr>
        <p:spPr bwMode="auto">
          <a:xfrm>
            <a:off x="1934933" y="3531543"/>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184325"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432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432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432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4329" name="Group 27"/>
          <p:cNvGrpSpPr>
            <a:grpSpLocks/>
          </p:cNvGrpSpPr>
          <p:nvPr/>
        </p:nvGrpSpPr>
        <p:grpSpPr bwMode="auto">
          <a:xfrm>
            <a:off x="2843213" y="1106488"/>
            <a:ext cx="446087" cy="534987"/>
            <a:chOff x="868" y="1439"/>
            <a:chExt cx="811" cy="972"/>
          </a:xfrm>
        </p:grpSpPr>
        <p:sp>
          <p:nvSpPr>
            <p:cNvPr id="18433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3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4330" name="Group 79"/>
          <p:cNvGrpSpPr>
            <a:grpSpLocks/>
          </p:cNvGrpSpPr>
          <p:nvPr/>
        </p:nvGrpSpPr>
        <p:grpSpPr bwMode="auto">
          <a:xfrm rot="-223274">
            <a:off x="1995488" y="2768600"/>
            <a:ext cx="744537" cy="733425"/>
            <a:chOff x="2757" y="1666"/>
            <a:chExt cx="812" cy="800"/>
          </a:xfrm>
        </p:grpSpPr>
        <p:sp>
          <p:nvSpPr>
            <p:cNvPr id="184332"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4333"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4334"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335"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4336"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4337"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4331"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5347" name="Group 3"/>
          <p:cNvGrpSpPr>
            <a:grpSpLocks/>
          </p:cNvGrpSpPr>
          <p:nvPr/>
        </p:nvGrpSpPr>
        <p:grpSpPr bwMode="auto">
          <a:xfrm>
            <a:off x="7073900" y="215900"/>
            <a:ext cx="1878013" cy="1250950"/>
            <a:chOff x="4456" y="136"/>
            <a:chExt cx="1183" cy="788"/>
          </a:xfrm>
        </p:grpSpPr>
        <p:grpSp>
          <p:nvGrpSpPr>
            <p:cNvPr id="185406" name="Group 4"/>
            <p:cNvGrpSpPr>
              <a:grpSpLocks/>
            </p:cNvGrpSpPr>
            <p:nvPr/>
          </p:nvGrpSpPr>
          <p:grpSpPr bwMode="auto">
            <a:xfrm>
              <a:off x="4766" y="232"/>
              <a:ext cx="873" cy="692"/>
              <a:chOff x="2185" y="310"/>
              <a:chExt cx="873" cy="692"/>
            </a:xfrm>
          </p:grpSpPr>
          <p:sp>
            <p:nvSpPr>
              <p:cNvPr id="185417"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8"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9"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0"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1"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2"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3"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5407" name="Group 12"/>
            <p:cNvGrpSpPr>
              <a:grpSpLocks/>
            </p:cNvGrpSpPr>
            <p:nvPr/>
          </p:nvGrpSpPr>
          <p:grpSpPr bwMode="auto">
            <a:xfrm>
              <a:off x="4949" y="336"/>
              <a:ext cx="591" cy="468"/>
              <a:chOff x="2185" y="310"/>
              <a:chExt cx="873" cy="692"/>
            </a:xfrm>
          </p:grpSpPr>
          <p:sp>
            <p:nvSpPr>
              <p:cNvPr id="185410"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1"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2"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3"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4"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5"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6"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5408"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5409"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85348"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5349" name="Text Box 24"/>
          <p:cNvSpPr txBox="1">
            <a:spLocks noChangeArrowheads="1"/>
          </p:cNvSpPr>
          <p:nvPr/>
        </p:nvSpPr>
        <p:spPr bwMode="auto">
          <a:xfrm>
            <a:off x="571500" y="2030413"/>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85350"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5351" name="Text Box 26"/>
          <p:cNvSpPr txBox="1">
            <a:spLocks noChangeArrowheads="1"/>
          </p:cNvSpPr>
          <p:nvPr/>
        </p:nvSpPr>
        <p:spPr bwMode="auto">
          <a:xfrm>
            <a:off x="5667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5352" name="Group 27"/>
          <p:cNvGrpSpPr>
            <a:grpSpLocks/>
          </p:cNvGrpSpPr>
          <p:nvPr/>
        </p:nvGrpSpPr>
        <p:grpSpPr bwMode="auto">
          <a:xfrm>
            <a:off x="2843213" y="1106488"/>
            <a:ext cx="446087" cy="534987"/>
            <a:chOff x="868" y="1439"/>
            <a:chExt cx="811" cy="972"/>
          </a:xfrm>
        </p:grpSpPr>
        <p:sp>
          <p:nvSpPr>
            <p:cNvPr id="185355"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6"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7"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8"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9"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0"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1"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2"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3"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4"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5"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6"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7"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8"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9"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0"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1"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2"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3"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4"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5"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6"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7"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8"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9"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0"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1"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2"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3"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4"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5"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6"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7"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8"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9"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0"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1"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2"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3"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4"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5"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6"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7"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8"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9"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0"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1"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2"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3"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4"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5"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85353" name="Text Box 86"/>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6371" name="Group 3"/>
          <p:cNvGrpSpPr>
            <a:grpSpLocks/>
          </p:cNvGrpSpPr>
          <p:nvPr/>
        </p:nvGrpSpPr>
        <p:grpSpPr bwMode="auto">
          <a:xfrm>
            <a:off x="7073900" y="215900"/>
            <a:ext cx="1878013" cy="1250950"/>
            <a:chOff x="4456" y="136"/>
            <a:chExt cx="1183" cy="788"/>
          </a:xfrm>
        </p:grpSpPr>
        <p:grpSp>
          <p:nvGrpSpPr>
            <p:cNvPr id="186437" name="Group 4"/>
            <p:cNvGrpSpPr>
              <a:grpSpLocks/>
            </p:cNvGrpSpPr>
            <p:nvPr/>
          </p:nvGrpSpPr>
          <p:grpSpPr bwMode="auto">
            <a:xfrm>
              <a:off x="4766" y="232"/>
              <a:ext cx="873" cy="692"/>
              <a:chOff x="2185" y="310"/>
              <a:chExt cx="873" cy="692"/>
            </a:xfrm>
          </p:grpSpPr>
          <p:sp>
            <p:nvSpPr>
              <p:cNvPr id="18644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6438" name="Group 12"/>
            <p:cNvGrpSpPr>
              <a:grpSpLocks/>
            </p:cNvGrpSpPr>
            <p:nvPr/>
          </p:nvGrpSpPr>
          <p:grpSpPr bwMode="auto">
            <a:xfrm>
              <a:off x="4949" y="336"/>
              <a:ext cx="591" cy="468"/>
              <a:chOff x="2185" y="310"/>
              <a:chExt cx="873" cy="692"/>
            </a:xfrm>
          </p:grpSpPr>
          <p:sp>
            <p:nvSpPr>
              <p:cNvPr id="18644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643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644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86372" name="Text Box 22"/>
          <p:cNvSpPr txBox="1">
            <a:spLocks noChangeArrowheads="1"/>
          </p:cNvSpPr>
          <p:nvPr/>
        </p:nvSpPr>
        <p:spPr bwMode="auto">
          <a:xfrm>
            <a:off x="1798638" y="36226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86373" name="Rectangle 25"/>
          <p:cNvSpPr>
            <a:spLocks noGrp="1" noChangeArrowheads="1"/>
          </p:cNvSpPr>
          <p:nvPr>
            <p:ph type="title"/>
          </p:nvPr>
        </p:nvSpPr>
        <p:spPr>
          <a:xfrm>
            <a:off x="1525588" y="0"/>
            <a:ext cx="5553075" cy="647700"/>
          </a:xfrm>
        </p:spPr>
        <p:txBody>
          <a:bodyPr/>
          <a:lstStyle/>
          <a:p>
            <a:pPr eaLnBrk="1" hangingPunct="1"/>
            <a:r>
              <a:rPr lang="fr-FR" altLang="fr-FR"/>
              <a:t>Sem. 4 - Mardi </a:t>
            </a:r>
            <a:r>
              <a:rPr lang="fr-FR" altLang="fr-FR" sz="1800"/>
              <a:t>(St Jacques de la Manche)</a:t>
            </a:r>
          </a:p>
        </p:txBody>
      </p:sp>
      <p:sp>
        <p:nvSpPr>
          <p:cNvPr id="186374" name="Text Box 26"/>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6375"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6376" name="Text Box 28"/>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6377" name="Group 29"/>
          <p:cNvGrpSpPr>
            <a:grpSpLocks/>
          </p:cNvGrpSpPr>
          <p:nvPr/>
        </p:nvGrpSpPr>
        <p:grpSpPr bwMode="auto">
          <a:xfrm>
            <a:off x="2843213" y="1106488"/>
            <a:ext cx="446087" cy="534987"/>
            <a:chOff x="868" y="1439"/>
            <a:chExt cx="811" cy="972"/>
          </a:xfrm>
        </p:grpSpPr>
        <p:sp>
          <p:nvSpPr>
            <p:cNvPr id="186386"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7"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8"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9"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0"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1"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2"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3"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4"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5"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6"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7"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8"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9"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0"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1"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2"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3"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4"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5"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6"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7"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8"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9"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0"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1"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2"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3"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4"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5"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6"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7"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8"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9"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0"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1"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2"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3"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4"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5"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6"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7"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8"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9"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0"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1"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2"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3"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4"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5"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6"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6378" name="Group 81"/>
          <p:cNvGrpSpPr>
            <a:grpSpLocks/>
          </p:cNvGrpSpPr>
          <p:nvPr/>
        </p:nvGrpSpPr>
        <p:grpSpPr bwMode="auto">
          <a:xfrm rot="-223274">
            <a:off x="1851025" y="2765425"/>
            <a:ext cx="744538" cy="733425"/>
            <a:chOff x="2757" y="1666"/>
            <a:chExt cx="812" cy="800"/>
          </a:xfrm>
        </p:grpSpPr>
        <p:sp>
          <p:nvSpPr>
            <p:cNvPr id="186380"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6381"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6382"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6383"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6384"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6385"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6379" name="Text Box 13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7395" name="Group 3"/>
          <p:cNvGrpSpPr>
            <a:grpSpLocks/>
          </p:cNvGrpSpPr>
          <p:nvPr/>
        </p:nvGrpSpPr>
        <p:grpSpPr bwMode="auto">
          <a:xfrm>
            <a:off x="7073900" y="215900"/>
            <a:ext cx="1878013" cy="1250950"/>
            <a:chOff x="4456" y="136"/>
            <a:chExt cx="1183" cy="788"/>
          </a:xfrm>
        </p:grpSpPr>
        <p:grpSp>
          <p:nvGrpSpPr>
            <p:cNvPr id="187461" name="Group 4"/>
            <p:cNvGrpSpPr>
              <a:grpSpLocks/>
            </p:cNvGrpSpPr>
            <p:nvPr/>
          </p:nvGrpSpPr>
          <p:grpSpPr bwMode="auto">
            <a:xfrm>
              <a:off x="4766" y="232"/>
              <a:ext cx="873" cy="692"/>
              <a:chOff x="2185" y="310"/>
              <a:chExt cx="873" cy="692"/>
            </a:xfrm>
          </p:grpSpPr>
          <p:sp>
            <p:nvSpPr>
              <p:cNvPr id="18747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7462" name="Group 12"/>
            <p:cNvGrpSpPr>
              <a:grpSpLocks/>
            </p:cNvGrpSpPr>
            <p:nvPr/>
          </p:nvGrpSpPr>
          <p:grpSpPr bwMode="auto">
            <a:xfrm>
              <a:off x="4949" y="336"/>
              <a:ext cx="591" cy="468"/>
              <a:chOff x="2185" y="310"/>
              <a:chExt cx="873" cy="692"/>
            </a:xfrm>
          </p:grpSpPr>
          <p:sp>
            <p:nvSpPr>
              <p:cNvPr id="18746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746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746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87396" name="Text Box 22"/>
          <p:cNvSpPr txBox="1">
            <a:spLocks noChangeArrowheads="1"/>
          </p:cNvSpPr>
          <p:nvPr/>
        </p:nvSpPr>
        <p:spPr bwMode="auto">
          <a:xfrm>
            <a:off x="1874838" y="356076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7397"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7398" name="Text Box 24"/>
          <p:cNvSpPr txBox="1">
            <a:spLocks noChangeArrowheads="1"/>
          </p:cNvSpPr>
          <p:nvPr/>
        </p:nvSpPr>
        <p:spPr bwMode="auto">
          <a:xfrm>
            <a:off x="549275" y="2022475"/>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739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740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7401" name="Group 27"/>
          <p:cNvGrpSpPr>
            <a:grpSpLocks/>
          </p:cNvGrpSpPr>
          <p:nvPr/>
        </p:nvGrpSpPr>
        <p:grpSpPr bwMode="auto">
          <a:xfrm>
            <a:off x="2843213" y="1106488"/>
            <a:ext cx="446087" cy="534987"/>
            <a:chOff x="868" y="1439"/>
            <a:chExt cx="811" cy="972"/>
          </a:xfrm>
        </p:grpSpPr>
        <p:sp>
          <p:nvSpPr>
            <p:cNvPr id="18741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7402" name="Group 79"/>
          <p:cNvGrpSpPr>
            <a:grpSpLocks/>
          </p:cNvGrpSpPr>
          <p:nvPr/>
        </p:nvGrpSpPr>
        <p:grpSpPr bwMode="auto">
          <a:xfrm rot="-223274">
            <a:off x="1931988" y="2795588"/>
            <a:ext cx="744537" cy="733425"/>
            <a:chOff x="2757" y="1666"/>
            <a:chExt cx="812" cy="800"/>
          </a:xfrm>
        </p:grpSpPr>
        <p:sp>
          <p:nvSpPr>
            <p:cNvPr id="18740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740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740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740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740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740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740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8419" name="Group 3"/>
          <p:cNvGrpSpPr>
            <a:grpSpLocks/>
          </p:cNvGrpSpPr>
          <p:nvPr/>
        </p:nvGrpSpPr>
        <p:grpSpPr bwMode="auto">
          <a:xfrm>
            <a:off x="7073900" y="215900"/>
            <a:ext cx="1878013" cy="1250950"/>
            <a:chOff x="4456" y="136"/>
            <a:chExt cx="1183" cy="788"/>
          </a:xfrm>
        </p:grpSpPr>
        <p:grpSp>
          <p:nvGrpSpPr>
            <p:cNvPr id="188485" name="Group 4"/>
            <p:cNvGrpSpPr>
              <a:grpSpLocks/>
            </p:cNvGrpSpPr>
            <p:nvPr/>
          </p:nvGrpSpPr>
          <p:grpSpPr bwMode="auto">
            <a:xfrm>
              <a:off x="4766" y="232"/>
              <a:ext cx="873" cy="692"/>
              <a:chOff x="2185" y="310"/>
              <a:chExt cx="873" cy="692"/>
            </a:xfrm>
          </p:grpSpPr>
          <p:sp>
            <p:nvSpPr>
              <p:cNvPr id="18849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8486" name="Group 12"/>
            <p:cNvGrpSpPr>
              <a:grpSpLocks/>
            </p:cNvGrpSpPr>
            <p:nvPr/>
          </p:nvGrpSpPr>
          <p:grpSpPr bwMode="auto">
            <a:xfrm>
              <a:off x="4949" y="336"/>
              <a:ext cx="591" cy="468"/>
              <a:chOff x="2185" y="310"/>
              <a:chExt cx="873" cy="692"/>
            </a:xfrm>
          </p:grpSpPr>
          <p:sp>
            <p:nvSpPr>
              <p:cNvPr id="18848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848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848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88420"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88421"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842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842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842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8425" name="Group 27"/>
          <p:cNvGrpSpPr>
            <a:grpSpLocks/>
          </p:cNvGrpSpPr>
          <p:nvPr/>
        </p:nvGrpSpPr>
        <p:grpSpPr bwMode="auto">
          <a:xfrm>
            <a:off x="2843213" y="1106488"/>
            <a:ext cx="446087" cy="534987"/>
            <a:chOff x="868" y="1439"/>
            <a:chExt cx="811" cy="972"/>
          </a:xfrm>
        </p:grpSpPr>
        <p:sp>
          <p:nvSpPr>
            <p:cNvPr id="18843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8426" name="Group 79"/>
          <p:cNvGrpSpPr>
            <a:grpSpLocks/>
          </p:cNvGrpSpPr>
          <p:nvPr/>
        </p:nvGrpSpPr>
        <p:grpSpPr bwMode="auto">
          <a:xfrm rot="-223274">
            <a:off x="1995488" y="2768600"/>
            <a:ext cx="744537" cy="733425"/>
            <a:chOff x="2757" y="1666"/>
            <a:chExt cx="812" cy="800"/>
          </a:xfrm>
        </p:grpSpPr>
        <p:sp>
          <p:nvSpPr>
            <p:cNvPr id="18842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842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843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843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843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843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8427"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443" name="Group 3"/>
          <p:cNvGrpSpPr>
            <a:grpSpLocks/>
          </p:cNvGrpSpPr>
          <p:nvPr/>
        </p:nvGrpSpPr>
        <p:grpSpPr bwMode="auto">
          <a:xfrm>
            <a:off x="7073900" y="215900"/>
            <a:ext cx="1878013" cy="1250950"/>
            <a:chOff x="4456" y="136"/>
            <a:chExt cx="1183" cy="788"/>
          </a:xfrm>
        </p:grpSpPr>
        <p:grpSp>
          <p:nvGrpSpPr>
            <p:cNvPr id="189509" name="Group 4"/>
            <p:cNvGrpSpPr>
              <a:grpSpLocks/>
            </p:cNvGrpSpPr>
            <p:nvPr/>
          </p:nvGrpSpPr>
          <p:grpSpPr bwMode="auto">
            <a:xfrm>
              <a:off x="4766" y="232"/>
              <a:ext cx="873" cy="692"/>
              <a:chOff x="2185" y="310"/>
              <a:chExt cx="873" cy="692"/>
            </a:xfrm>
          </p:grpSpPr>
          <p:sp>
            <p:nvSpPr>
              <p:cNvPr id="18952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9510" name="Group 12"/>
            <p:cNvGrpSpPr>
              <a:grpSpLocks/>
            </p:cNvGrpSpPr>
            <p:nvPr/>
          </p:nvGrpSpPr>
          <p:grpSpPr bwMode="auto">
            <a:xfrm>
              <a:off x="4949" y="336"/>
              <a:ext cx="591" cy="468"/>
              <a:chOff x="2185" y="310"/>
              <a:chExt cx="873" cy="692"/>
            </a:xfrm>
          </p:grpSpPr>
          <p:sp>
            <p:nvSpPr>
              <p:cNvPr id="18951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951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951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89444"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9445"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944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944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944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9449" name="Group 27"/>
          <p:cNvGrpSpPr>
            <a:grpSpLocks/>
          </p:cNvGrpSpPr>
          <p:nvPr/>
        </p:nvGrpSpPr>
        <p:grpSpPr bwMode="auto">
          <a:xfrm>
            <a:off x="2843213" y="1106488"/>
            <a:ext cx="446087" cy="534987"/>
            <a:chOff x="868" y="1439"/>
            <a:chExt cx="811" cy="972"/>
          </a:xfrm>
        </p:grpSpPr>
        <p:sp>
          <p:nvSpPr>
            <p:cNvPr id="18945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5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9450" name="Group 79"/>
          <p:cNvGrpSpPr>
            <a:grpSpLocks/>
          </p:cNvGrpSpPr>
          <p:nvPr/>
        </p:nvGrpSpPr>
        <p:grpSpPr bwMode="auto">
          <a:xfrm rot="-223274">
            <a:off x="1995488" y="2768600"/>
            <a:ext cx="744537" cy="733425"/>
            <a:chOff x="2757" y="1666"/>
            <a:chExt cx="812" cy="800"/>
          </a:xfrm>
        </p:grpSpPr>
        <p:sp>
          <p:nvSpPr>
            <p:cNvPr id="189452"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9453"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9454"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9455"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9456"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9457"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9451"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467" name="Group 3"/>
          <p:cNvGrpSpPr>
            <a:grpSpLocks/>
          </p:cNvGrpSpPr>
          <p:nvPr/>
        </p:nvGrpSpPr>
        <p:grpSpPr bwMode="auto">
          <a:xfrm>
            <a:off x="7073900" y="215900"/>
            <a:ext cx="1878013" cy="1250950"/>
            <a:chOff x="4456" y="136"/>
            <a:chExt cx="1183" cy="788"/>
          </a:xfrm>
        </p:grpSpPr>
        <p:grpSp>
          <p:nvGrpSpPr>
            <p:cNvPr id="190533" name="Group 4"/>
            <p:cNvGrpSpPr>
              <a:grpSpLocks/>
            </p:cNvGrpSpPr>
            <p:nvPr/>
          </p:nvGrpSpPr>
          <p:grpSpPr bwMode="auto">
            <a:xfrm>
              <a:off x="4766" y="232"/>
              <a:ext cx="873" cy="692"/>
              <a:chOff x="2185" y="310"/>
              <a:chExt cx="873" cy="692"/>
            </a:xfrm>
          </p:grpSpPr>
          <p:sp>
            <p:nvSpPr>
              <p:cNvPr id="19054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5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0534" name="Group 12"/>
            <p:cNvGrpSpPr>
              <a:grpSpLocks/>
            </p:cNvGrpSpPr>
            <p:nvPr/>
          </p:nvGrpSpPr>
          <p:grpSpPr bwMode="auto">
            <a:xfrm>
              <a:off x="4949" y="336"/>
              <a:ext cx="591" cy="468"/>
              <a:chOff x="2185" y="310"/>
              <a:chExt cx="873" cy="692"/>
            </a:xfrm>
          </p:grpSpPr>
          <p:sp>
            <p:nvSpPr>
              <p:cNvPr id="19053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053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053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90468"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90469"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047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047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047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0473" name="Group 27"/>
          <p:cNvGrpSpPr>
            <a:grpSpLocks/>
          </p:cNvGrpSpPr>
          <p:nvPr/>
        </p:nvGrpSpPr>
        <p:grpSpPr bwMode="auto">
          <a:xfrm>
            <a:off x="2843213" y="1106488"/>
            <a:ext cx="446087" cy="534987"/>
            <a:chOff x="868" y="1439"/>
            <a:chExt cx="811" cy="972"/>
          </a:xfrm>
        </p:grpSpPr>
        <p:sp>
          <p:nvSpPr>
            <p:cNvPr id="19048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0474" name="Group 79"/>
          <p:cNvGrpSpPr>
            <a:grpSpLocks/>
          </p:cNvGrpSpPr>
          <p:nvPr/>
        </p:nvGrpSpPr>
        <p:grpSpPr bwMode="auto">
          <a:xfrm rot="-223274">
            <a:off x="1995488" y="2768600"/>
            <a:ext cx="744537" cy="733425"/>
            <a:chOff x="2757" y="1666"/>
            <a:chExt cx="812" cy="800"/>
          </a:xfrm>
        </p:grpSpPr>
        <p:sp>
          <p:nvSpPr>
            <p:cNvPr id="19047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047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047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047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048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048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0475"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1491" name="Group 3"/>
          <p:cNvGrpSpPr>
            <a:grpSpLocks/>
          </p:cNvGrpSpPr>
          <p:nvPr/>
        </p:nvGrpSpPr>
        <p:grpSpPr bwMode="auto">
          <a:xfrm>
            <a:off x="7073900" y="215900"/>
            <a:ext cx="1878013" cy="1250950"/>
            <a:chOff x="4456" y="136"/>
            <a:chExt cx="1183" cy="788"/>
          </a:xfrm>
        </p:grpSpPr>
        <p:grpSp>
          <p:nvGrpSpPr>
            <p:cNvPr id="191557" name="Group 4"/>
            <p:cNvGrpSpPr>
              <a:grpSpLocks/>
            </p:cNvGrpSpPr>
            <p:nvPr/>
          </p:nvGrpSpPr>
          <p:grpSpPr bwMode="auto">
            <a:xfrm>
              <a:off x="4766" y="232"/>
              <a:ext cx="873" cy="692"/>
              <a:chOff x="2185" y="310"/>
              <a:chExt cx="873" cy="692"/>
            </a:xfrm>
          </p:grpSpPr>
          <p:sp>
            <p:nvSpPr>
              <p:cNvPr id="19156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1558" name="Group 12"/>
            <p:cNvGrpSpPr>
              <a:grpSpLocks/>
            </p:cNvGrpSpPr>
            <p:nvPr/>
          </p:nvGrpSpPr>
          <p:grpSpPr bwMode="auto">
            <a:xfrm>
              <a:off x="4949" y="336"/>
              <a:ext cx="591" cy="468"/>
              <a:chOff x="2185" y="310"/>
              <a:chExt cx="873" cy="692"/>
            </a:xfrm>
          </p:grpSpPr>
          <p:sp>
            <p:nvSpPr>
              <p:cNvPr id="19156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155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156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91492"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91493"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149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149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149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1497" name="Group 27"/>
          <p:cNvGrpSpPr>
            <a:grpSpLocks/>
          </p:cNvGrpSpPr>
          <p:nvPr/>
        </p:nvGrpSpPr>
        <p:grpSpPr bwMode="auto">
          <a:xfrm>
            <a:off x="2843213" y="1106488"/>
            <a:ext cx="446087" cy="534987"/>
            <a:chOff x="868" y="1439"/>
            <a:chExt cx="811" cy="972"/>
          </a:xfrm>
        </p:grpSpPr>
        <p:sp>
          <p:nvSpPr>
            <p:cNvPr id="19150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1498" name="Group 79"/>
          <p:cNvGrpSpPr>
            <a:grpSpLocks/>
          </p:cNvGrpSpPr>
          <p:nvPr/>
        </p:nvGrpSpPr>
        <p:grpSpPr bwMode="auto">
          <a:xfrm rot="-223274">
            <a:off x="1995488" y="2768600"/>
            <a:ext cx="744537" cy="733425"/>
            <a:chOff x="2757" y="1666"/>
            <a:chExt cx="812" cy="800"/>
          </a:xfrm>
        </p:grpSpPr>
        <p:sp>
          <p:nvSpPr>
            <p:cNvPr id="19150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150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150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150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150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150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1499"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2515" name="Group 3"/>
          <p:cNvGrpSpPr>
            <a:grpSpLocks/>
          </p:cNvGrpSpPr>
          <p:nvPr/>
        </p:nvGrpSpPr>
        <p:grpSpPr bwMode="auto">
          <a:xfrm>
            <a:off x="7073900" y="215900"/>
            <a:ext cx="1878013" cy="1250950"/>
            <a:chOff x="4456" y="136"/>
            <a:chExt cx="1183" cy="788"/>
          </a:xfrm>
        </p:grpSpPr>
        <p:grpSp>
          <p:nvGrpSpPr>
            <p:cNvPr id="192581" name="Group 4"/>
            <p:cNvGrpSpPr>
              <a:grpSpLocks/>
            </p:cNvGrpSpPr>
            <p:nvPr/>
          </p:nvGrpSpPr>
          <p:grpSpPr bwMode="auto">
            <a:xfrm>
              <a:off x="4766" y="232"/>
              <a:ext cx="873" cy="692"/>
              <a:chOff x="2185" y="310"/>
              <a:chExt cx="873" cy="692"/>
            </a:xfrm>
          </p:grpSpPr>
          <p:sp>
            <p:nvSpPr>
              <p:cNvPr id="19259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2582" name="Group 12"/>
            <p:cNvGrpSpPr>
              <a:grpSpLocks/>
            </p:cNvGrpSpPr>
            <p:nvPr/>
          </p:nvGrpSpPr>
          <p:grpSpPr bwMode="auto">
            <a:xfrm>
              <a:off x="4949" y="336"/>
              <a:ext cx="591" cy="468"/>
              <a:chOff x="2185" y="310"/>
              <a:chExt cx="873" cy="692"/>
            </a:xfrm>
          </p:grpSpPr>
          <p:sp>
            <p:nvSpPr>
              <p:cNvPr id="19258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258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258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92516"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sp>
        <p:nvSpPr>
          <p:cNvPr id="192517"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251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251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252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2521" name="Group 27"/>
          <p:cNvGrpSpPr>
            <a:grpSpLocks/>
          </p:cNvGrpSpPr>
          <p:nvPr/>
        </p:nvGrpSpPr>
        <p:grpSpPr bwMode="auto">
          <a:xfrm>
            <a:off x="2843213" y="1106488"/>
            <a:ext cx="446087" cy="534987"/>
            <a:chOff x="868" y="1439"/>
            <a:chExt cx="811" cy="972"/>
          </a:xfrm>
        </p:grpSpPr>
        <p:sp>
          <p:nvSpPr>
            <p:cNvPr id="19253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2522" name="Group 79"/>
          <p:cNvGrpSpPr>
            <a:grpSpLocks/>
          </p:cNvGrpSpPr>
          <p:nvPr/>
        </p:nvGrpSpPr>
        <p:grpSpPr bwMode="auto">
          <a:xfrm rot="-223274">
            <a:off x="1995488" y="2768600"/>
            <a:ext cx="744537" cy="733425"/>
            <a:chOff x="2757" y="1666"/>
            <a:chExt cx="812" cy="800"/>
          </a:xfrm>
        </p:grpSpPr>
        <p:sp>
          <p:nvSpPr>
            <p:cNvPr id="19252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252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252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252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252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252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252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3538" name="Rectangle 2"/>
          <p:cNvSpPr>
            <a:spLocks noGrp="1" noChangeArrowheads="1"/>
          </p:cNvSpPr>
          <p:nvPr>
            <p:ph type="title"/>
          </p:nvPr>
        </p:nvSpPr>
        <p:spPr/>
        <p:txBody>
          <a:bodyPr/>
          <a:lstStyle/>
          <a:p>
            <a:pPr eaLnBrk="1" hangingPunct="1"/>
            <a:r>
              <a:rPr lang="fr-FR" altLang="fr-FR"/>
              <a:t>Question</a:t>
            </a:r>
          </a:p>
        </p:txBody>
      </p:sp>
      <p:sp>
        <p:nvSpPr>
          <p:cNvPr id="193539" name="Rectangle 3"/>
          <p:cNvSpPr>
            <a:spLocks noGrp="1" noChangeArrowheads="1"/>
          </p:cNvSpPr>
          <p:nvPr>
            <p:ph type="body" idx="1"/>
          </p:nvPr>
        </p:nvSpPr>
        <p:spPr>
          <a:xfrm>
            <a:off x="457200" y="1831975"/>
            <a:ext cx="8229600" cy="4375150"/>
          </a:xfrm>
        </p:spPr>
        <p:txBody>
          <a:bodyPr/>
          <a:lstStyle/>
          <a:p>
            <a:pPr eaLnBrk="1" hangingPunct="1">
              <a:buFontTx/>
              <a:buNone/>
            </a:pPr>
            <a:r>
              <a:rPr lang="fr-FR" altLang="fr-FR" u="sng"/>
              <a:t>Origine</a:t>
            </a:r>
            <a:r>
              <a:rPr lang="fr-FR" altLang="fr-FR"/>
              <a:t> : Directeur Générale</a:t>
            </a:r>
          </a:p>
          <a:p>
            <a:pPr eaLnBrk="1" hangingPunct="1">
              <a:buFontTx/>
              <a:buNone/>
            </a:pPr>
            <a:r>
              <a:rPr lang="fr-FR" altLang="fr-FR" u="sng"/>
              <a:t>Destinataire</a:t>
            </a:r>
            <a:r>
              <a:rPr lang="fr-FR" altLang="fr-FR"/>
              <a:t> : Directeur Financier</a:t>
            </a:r>
          </a:p>
          <a:p>
            <a:pPr eaLnBrk="1" hangingPunct="1">
              <a:buFontTx/>
              <a:buNone/>
            </a:pPr>
            <a:endParaRPr lang="fr-FR" altLang="fr-FR"/>
          </a:p>
          <a:p>
            <a:pPr eaLnBrk="1" hangingPunct="1"/>
            <a:r>
              <a:rPr lang="fr-FR" altLang="fr-FR"/>
              <a:t>J'apprends par hasard que nous mettons en vente des containers d'occasion. </a:t>
            </a:r>
          </a:p>
          <a:p>
            <a:pPr eaLnBrk="1" hangingPunct="1"/>
            <a:r>
              <a:rPr lang="fr-FR" altLang="fr-FR"/>
              <a:t>Comment est-ce possible, alors qu'il y a peu de temps j’ai dû m'opposer personnellement à l'achat de 60 containers que la Production estimait indispensable à sa survie ? </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4563" name="Group 3"/>
          <p:cNvGrpSpPr>
            <a:grpSpLocks/>
          </p:cNvGrpSpPr>
          <p:nvPr/>
        </p:nvGrpSpPr>
        <p:grpSpPr bwMode="auto">
          <a:xfrm>
            <a:off x="7073900" y="215900"/>
            <a:ext cx="1878013" cy="1250950"/>
            <a:chOff x="4456" y="136"/>
            <a:chExt cx="1183" cy="788"/>
          </a:xfrm>
        </p:grpSpPr>
        <p:grpSp>
          <p:nvGrpSpPr>
            <p:cNvPr id="194629" name="Group 4"/>
            <p:cNvGrpSpPr>
              <a:grpSpLocks/>
            </p:cNvGrpSpPr>
            <p:nvPr/>
          </p:nvGrpSpPr>
          <p:grpSpPr bwMode="auto">
            <a:xfrm>
              <a:off x="4766" y="232"/>
              <a:ext cx="873" cy="692"/>
              <a:chOff x="2185" y="310"/>
              <a:chExt cx="873" cy="692"/>
            </a:xfrm>
          </p:grpSpPr>
          <p:sp>
            <p:nvSpPr>
              <p:cNvPr id="19464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4630" name="Group 12"/>
            <p:cNvGrpSpPr>
              <a:grpSpLocks/>
            </p:cNvGrpSpPr>
            <p:nvPr/>
          </p:nvGrpSpPr>
          <p:grpSpPr bwMode="auto">
            <a:xfrm>
              <a:off x="4949" y="336"/>
              <a:ext cx="591" cy="468"/>
              <a:chOff x="2185" y="310"/>
              <a:chExt cx="873" cy="692"/>
            </a:xfrm>
          </p:grpSpPr>
          <p:sp>
            <p:nvSpPr>
              <p:cNvPr id="19463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463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3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94564" name="Rectangle 22"/>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4565" name="Text Box 23"/>
          <p:cNvSpPr txBox="1">
            <a:spLocks noChangeArrowheads="1"/>
          </p:cNvSpPr>
          <p:nvPr/>
        </p:nvSpPr>
        <p:spPr bwMode="auto">
          <a:xfrm>
            <a:off x="571500" y="2030413"/>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94566" name="Text Box 24"/>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4567" name="Text Box 25"/>
          <p:cNvSpPr txBox="1">
            <a:spLocks noChangeArrowheads="1"/>
          </p:cNvSpPr>
          <p:nvPr/>
        </p:nvSpPr>
        <p:spPr bwMode="auto">
          <a:xfrm>
            <a:off x="5667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4568" name="Group 26"/>
          <p:cNvGrpSpPr>
            <a:grpSpLocks/>
          </p:cNvGrpSpPr>
          <p:nvPr/>
        </p:nvGrpSpPr>
        <p:grpSpPr bwMode="auto">
          <a:xfrm>
            <a:off x="2843213" y="1106488"/>
            <a:ext cx="446087" cy="534987"/>
            <a:chOff x="868" y="1439"/>
            <a:chExt cx="811" cy="972"/>
          </a:xfrm>
        </p:grpSpPr>
        <p:sp>
          <p:nvSpPr>
            <p:cNvPr id="194578"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79"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0"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1"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2"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3"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4"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5"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6"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7"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8"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9"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0"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1"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2"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3"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4"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5"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6"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7"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8"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9"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0"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1"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2"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3"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4"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5"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6"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7"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8"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9"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0"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1"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2"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3"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4"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5"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6"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7"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8"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9"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0"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1"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2"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3"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4"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5"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6"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7"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8"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94569" name="Text Box 78"/>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4570" name="Text Box 80"/>
          <p:cNvSpPr txBox="1">
            <a:spLocks noChangeArrowheads="1"/>
          </p:cNvSpPr>
          <p:nvPr/>
        </p:nvSpPr>
        <p:spPr bwMode="auto">
          <a:xfrm>
            <a:off x="1934933" y="3531543"/>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grpSp>
        <p:nvGrpSpPr>
          <p:cNvPr id="194571" name="Group 81"/>
          <p:cNvGrpSpPr>
            <a:grpSpLocks/>
          </p:cNvGrpSpPr>
          <p:nvPr/>
        </p:nvGrpSpPr>
        <p:grpSpPr bwMode="auto">
          <a:xfrm rot="-223274">
            <a:off x="1995488" y="2768600"/>
            <a:ext cx="744537" cy="733425"/>
            <a:chOff x="2757" y="1666"/>
            <a:chExt cx="812" cy="800"/>
          </a:xfrm>
        </p:grpSpPr>
        <p:sp>
          <p:nvSpPr>
            <p:cNvPr id="194572"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4573"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4574"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4575"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4576"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4577"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79">
            <a:extLst>
              <a:ext uri="{FF2B5EF4-FFF2-40B4-BE49-F238E27FC236}">
                <a16:creationId xmlns:a16="http://schemas.microsoft.com/office/drawing/2014/main" id="{DEE77950-556F-F2B7-A40B-328B2B0CFACA}"/>
              </a:ext>
            </a:extLst>
          </p:cNvPr>
          <p:cNvGrpSpPr>
            <a:grpSpLocks/>
          </p:cNvGrpSpPr>
          <p:nvPr/>
        </p:nvGrpSpPr>
        <p:grpSpPr bwMode="auto">
          <a:xfrm rot="-223274">
            <a:off x="2114989" y="2536705"/>
            <a:ext cx="744537" cy="733425"/>
            <a:chOff x="2757" y="1666"/>
            <a:chExt cx="812" cy="800"/>
          </a:xfrm>
        </p:grpSpPr>
        <p:sp>
          <p:nvSpPr>
            <p:cNvPr id="3" name="Freeform 80">
              <a:extLst>
                <a:ext uri="{FF2B5EF4-FFF2-40B4-BE49-F238E27FC236}">
                  <a16:creationId xmlns:a16="http://schemas.microsoft.com/office/drawing/2014/main" id="{80543E74-227F-AD9D-5056-3972BAAD1CA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E2C2E3D1-54BD-EBDB-9A9B-08662A31E71B}"/>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023469DF-465F-EBA4-F7A1-D48BF43E7F03}"/>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9C13A4C5-E118-5083-CC3D-F50BC91897F0}"/>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F3D89E2B-C83B-AED5-65A9-64DF0D5EF03D}"/>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2C5C4BEE-2CEB-B71D-68D4-774CDC8B9DFF}"/>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ChangeArrowheads="1"/>
          </p:cNvSpPr>
          <p:nvPr>
            <p:ph type="title"/>
          </p:nvPr>
        </p:nvSpPr>
        <p:spPr/>
        <p:txBody>
          <a:bodyPr/>
          <a:lstStyle/>
          <a:p>
            <a:pPr eaLnBrk="1" hangingPunct="1"/>
            <a:r>
              <a:rPr lang="fr-FR" altLang="fr-FR"/>
              <a:t>Ajustement des stocks</a:t>
            </a:r>
          </a:p>
        </p:txBody>
      </p:sp>
      <p:sp>
        <p:nvSpPr>
          <p:cNvPr id="195587" name="Rectangle 3"/>
          <p:cNvSpPr>
            <a:spLocks noGrp="1" noChangeArrowheads="1"/>
          </p:cNvSpPr>
          <p:nvPr>
            <p:ph type="body" idx="1"/>
          </p:nvPr>
        </p:nvSpPr>
        <p:spPr/>
        <p:txBody>
          <a:bodyPr/>
          <a:lstStyle/>
          <a:p>
            <a:pPr eaLnBrk="1" hangingPunct="1"/>
            <a:r>
              <a:rPr lang="fr-FR" altLang="fr-FR"/>
              <a:t>Vous pouvez réduire vos stocks pour tenir compte de vos progrès (mais il est interdit de les augmenter).</a:t>
            </a:r>
          </a:p>
          <a:p>
            <a:pPr eaLnBrk="1" hangingPunct="1"/>
            <a:r>
              <a:rPr lang="fr-FR" altLang="fr-FR"/>
              <a:t>Faîtes l’inventaire après la baisse éventuelle des stocks, et mettez à jour votre feuille Résultats.</a:t>
            </a:r>
          </a:p>
          <a:p>
            <a:pPr eaLnBrk="1" hangingPunct="1"/>
            <a:r>
              <a:rPr lang="fr-FR" altLang="fr-FR"/>
              <a:t>Vous pouvez également diminuer le nombre de tickets Kanban.</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66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96611" name="Rectangle 3"/>
          <p:cNvSpPr>
            <a:spLocks noGrp="1" noChangeArrowheads="1"/>
          </p:cNvSpPr>
          <p:nvPr>
            <p:ph type="title"/>
          </p:nvPr>
        </p:nvSpPr>
        <p:spPr/>
        <p:txBody>
          <a:bodyPr/>
          <a:lstStyle/>
          <a:p>
            <a:pPr eaLnBrk="1" hangingPunct="1"/>
            <a:r>
              <a:rPr lang="fr-FR" altLang="fr-FR"/>
              <a:t>Enregistrement des progrès</a:t>
            </a:r>
          </a:p>
        </p:txBody>
      </p:sp>
      <p:sp>
        <p:nvSpPr>
          <p:cNvPr id="196612" name="Oval 4"/>
          <p:cNvSpPr>
            <a:spLocks noChangeArrowheads="1"/>
          </p:cNvSpPr>
          <p:nvPr/>
        </p:nvSpPr>
        <p:spPr bwMode="auto">
          <a:xfrm>
            <a:off x="8145463" y="4767263"/>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6613" name="AutoShape 5"/>
          <p:cNvSpPr>
            <a:spLocks/>
          </p:cNvSpPr>
          <p:nvPr/>
        </p:nvSpPr>
        <p:spPr bwMode="auto">
          <a:xfrm>
            <a:off x="4872038" y="5522913"/>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7635" name="Group 3"/>
          <p:cNvGrpSpPr>
            <a:grpSpLocks/>
          </p:cNvGrpSpPr>
          <p:nvPr/>
        </p:nvGrpSpPr>
        <p:grpSpPr bwMode="auto">
          <a:xfrm>
            <a:off x="7073900" y="215900"/>
            <a:ext cx="1878013" cy="1250950"/>
            <a:chOff x="4456" y="136"/>
            <a:chExt cx="1183" cy="788"/>
          </a:xfrm>
        </p:grpSpPr>
        <p:grpSp>
          <p:nvGrpSpPr>
            <p:cNvPr id="197703" name="Group 4"/>
            <p:cNvGrpSpPr>
              <a:grpSpLocks/>
            </p:cNvGrpSpPr>
            <p:nvPr/>
          </p:nvGrpSpPr>
          <p:grpSpPr bwMode="auto">
            <a:xfrm>
              <a:off x="4766" y="232"/>
              <a:ext cx="873" cy="692"/>
              <a:chOff x="2185" y="310"/>
              <a:chExt cx="873" cy="692"/>
            </a:xfrm>
          </p:grpSpPr>
          <p:sp>
            <p:nvSpPr>
              <p:cNvPr id="19771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2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7704" name="Group 12"/>
            <p:cNvGrpSpPr>
              <a:grpSpLocks/>
            </p:cNvGrpSpPr>
            <p:nvPr/>
          </p:nvGrpSpPr>
          <p:grpSpPr bwMode="auto">
            <a:xfrm>
              <a:off x="4949" y="336"/>
              <a:ext cx="591" cy="468"/>
              <a:chOff x="2185" y="310"/>
              <a:chExt cx="873" cy="692"/>
            </a:xfrm>
          </p:grpSpPr>
          <p:sp>
            <p:nvSpPr>
              <p:cNvPr id="19770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770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770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97636" name="Text Box 22"/>
          <p:cNvSpPr txBox="1">
            <a:spLocks noChangeArrowheads="1"/>
          </p:cNvSpPr>
          <p:nvPr/>
        </p:nvSpPr>
        <p:spPr bwMode="auto">
          <a:xfrm>
            <a:off x="1399945"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R3</a:t>
            </a:r>
          </a:p>
        </p:txBody>
      </p:sp>
      <p:sp>
        <p:nvSpPr>
          <p:cNvPr id="197637" name="Oval 25"/>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7638" name="Text Box 26"/>
          <p:cNvSpPr txBox="1">
            <a:spLocks noChangeArrowheads="1"/>
          </p:cNvSpPr>
          <p:nvPr/>
        </p:nvSpPr>
        <p:spPr bwMode="auto">
          <a:xfrm>
            <a:off x="3517900" y="3507987"/>
            <a:ext cx="22113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6 Couronnes</a:t>
            </a:r>
          </a:p>
        </p:txBody>
      </p:sp>
      <p:sp>
        <p:nvSpPr>
          <p:cNvPr id="197639" name="Rectangle 27"/>
          <p:cNvSpPr>
            <a:spLocks noGrp="1" noChangeArrowheads="1"/>
          </p:cNvSpPr>
          <p:nvPr>
            <p:ph type="title"/>
          </p:nvPr>
        </p:nvSpPr>
        <p:spPr>
          <a:xfrm>
            <a:off x="858838" y="0"/>
            <a:ext cx="6038850" cy="647700"/>
          </a:xfrm>
        </p:spPr>
        <p:txBody>
          <a:bodyPr/>
          <a:lstStyle/>
          <a:p>
            <a:pPr eaLnBrk="1" hangingPunct="1"/>
            <a:r>
              <a:rPr lang="fr-FR" altLang="fr-FR"/>
              <a:t>Sem. 4 - Mercredi (St Saturnin)</a:t>
            </a:r>
          </a:p>
        </p:txBody>
      </p:sp>
      <p:sp>
        <p:nvSpPr>
          <p:cNvPr id="197640"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7641"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7642"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7643" name="Group 31"/>
          <p:cNvGrpSpPr>
            <a:grpSpLocks/>
          </p:cNvGrpSpPr>
          <p:nvPr/>
        </p:nvGrpSpPr>
        <p:grpSpPr bwMode="auto">
          <a:xfrm>
            <a:off x="2843213" y="1106488"/>
            <a:ext cx="446087" cy="534987"/>
            <a:chOff x="868" y="1439"/>
            <a:chExt cx="811" cy="972"/>
          </a:xfrm>
        </p:grpSpPr>
        <p:sp>
          <p:nvSpPr>
            <p:cNvPr id="197652" name="Freeform 3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3" name="Freeform 3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4" name="Freeform 3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5" name="Freeform 3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6" name="Freeform 3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7" name="Freeform 3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8" name="Freeform 3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9" name="Freeform 3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0" name="Freeform 4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1" name="Freeform 4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2" name="Freeform 4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3" name="Freeform 4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4" name="Freeform 4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5" name="Freeform 4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6" name="Freeform 4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7" name="Freeform 4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8" name="Freeform 4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9" name="Freeform 4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0" name="Freeform 5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1" name="Freeform 5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2" name="Freeform 5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3" name="Freeform 5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4" name="Freeform 5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5" name="Freeform 5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6" name="Freeform 5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7" name="Freeform 5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8" name="Freeform 5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9" name="Freeform 5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0" name="Freeform 6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1" name="Freeform 6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2" name="Freeform 6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3" name="Freeform 6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4" name="Freeform 6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5" name="Freeform 6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6" name="Freeform 6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7" name="Freeform 6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8" name="Freeform 6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9" name="Freeform 6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0" name="Freeform 7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1" name="Freeform 7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2" name="Freeform 7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3" name="Freeform 7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4" name="Freeform 7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5" name="Freeform 7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6" name="Freeform 7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7" name="Freeform 7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8" name="Freeform 7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9" name="Freeform 7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0" name="Freeform 8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1" name="Freeform 8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2" name="Freeform 8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7644" name="Group 83"/>
          <p:cNvGrpSpPr>
            <a:grpSpLocks/>
          </p:cNvGrpSpPr>
          <p:nvPr/>
        </p:nvGrpSpPr>
        <p:grpSpPr bwMode="auto">
          <a:xfrm rot="-223274">
            <a:off x="1517650" y="2805113"/>
            <a:ext cx="744538" cy="733425"/>
            <a:chOff x="2757" y="1666"/>
            <a:chExt cx="812" cy="800"/>
          </a:xfrm>
        </p:grpSpPr>
        <p:sp>
          <p:nvSpPr>
            <p:cNvPr id="197646" name="Freeform 8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7647" name="Freeform 8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7648" name="Line 8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7649" name="Freeform 8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7650" name="Freeform 8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7651" name="AutoShape 8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7645" name="Text Box 12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83">
            <a:extLst>
              <a:ext uri="{FF2B5EF4-FFF2-40B4-BE49-F238E27FC236}">
                <a16:creationId xmlns:a16="http://schemas.microsoft.com/office/drawing/2014/main" id="{DC0DE871-E211-69CC-3B3A-17183D10F2AC}"/>
              </a:ext>
            </a:extLst>
          </p:cNvPr>
          <p:cNvGrpSpPr>
            <a:grpSpLocks/>
          </p:cNvGrpSpPr>
          <p:nvPr/>
        </p:nvGrpSpPr>
        <p:grpSpPr bwMode="auto">
          <a:xfrm rot="-223274">
            <a:off x="1691484" y="2639219"/>
            <a:ext cx="744538" cy="733425"/>
            <a:chOff x="2757" y="1666"/>
            <a:chExt cx="812" cy="800"/>
          </a:xfrm>
        </p:grpSpPr>
        <p:sp>
          <p:nvSpPr>
            <p:cNvPr id="3" name="Freeform 84">
              <a:extLst>
                <a:ext uri="{FF2B5EF4-FFF2-40B4-BE49-F238E27FC236}">
                  <a16:creationId xmlns:a16="http://schemas.microsoft.com/office/drawing/2014/main" id="{7F7AA16F-44B9-8A52-F543-20904C5C4F2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5">
              <a:extLst>
                <a:ext uri="{FF2B5EF4-FFF2-40B4-BE49-F238E27FC236}">
                  <a16:creationId xmlns:a16="http://schemas.microsoft.com/office/drawing/2014/main" id="{43E63C71-6419-04E0-F939-C3D26A778677}"/>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6">
              <a:extLst>
                <a:ext uri="{FF2B5EF4-FFF2-40B4-BE49-F238E27FC236}">
                  <a16:creationId xmlns:a16="http://schemas.microsoft.com/office/drawing/2014/main" id="{AA2201C5-1A55-F7D1-E428-C7B2A9471743}"/>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7">
              <a:extLst>
                <a:ext uri="{FF2B5EF4-FFF2-40B4-BE49-F238E27FC236}">
                  <a16:creationId xmlns:a16="http://schemas.microsoft.com/office/drawing/2014/main" id="{C5BB66A1-0483-DD0E-0BD4-01AB6FEDDEE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8">
              <a:extLst>
                <a:ext uri="{FF2B5EF4-FFF2-40B4-BE49-F238E27FC236}">
                  <a16:creationId xmlns:a16="http://schemas.microsoft.com/office/drawing/2014/main" id="{E392EC9C-06C1-DF0C-F84E-991100B58B9D}"/>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9">
              <a:extLst>
                <a:ext uri="{FF2B5EF4-FFF2-40B4-BE49-F238E27FC236}">
                  <a16:creationId xmlns:a16="http://schemas.microsoft.com/office/drawing/2014/main" id="{D6249FEF-E03D-AFFF-6087-A229EE2941E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3">
            <a:extLst>
              <a:ext uri="{FF2B5EF4-FFF2-40B4-BE49-F238E27FC236}">
                <a16:creationId xmlns:a16="http://schemas.microsoft.com/office/drawing/2014/main" id="{245F2828-BC5A-675F-3AB5-53120C25CF79}"/>
              </a:ext>
            </a:extLst>
          </p:cNvPr>
          <p:cNvGrpSpPr>
            <a:grpSpLocks/>
          </p:cNvGrpSpPr>
          <p:nvPr/>
        </p:nvGrpSpPr>
        <p:grpSpPr bwMode="auto">
          <a:xfrm rot="-223274">
            <a:off x="1804432" y="2428531"/>
            <a:ext cx="744538" cy="733425"/>
            <a:chOff x="2757" y="1666"/>
            <a:chExt cx="812" cy="800"/>
          </a:xfrm>
        </p:grpSpPr>
        <p:sp>
          <p:nvSpPr>
            <p:cNvPr id="10" name="Freeform 84">
              <a:extLst>
                <a:ext uri="{FF2B5EF4-FFF2-40B4-BE49-F238E27FC236}">
                  <a16:creationId xmlns:a16="http://schemas.microsoft.com/office/drawing/2014/main" id="{B51B3432-8CAE-41FB-2D80-3CE78DAA585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5">
              <a:extLst>
                <a:ext uri="{FF2B5EF4-FFF2-40B4-BE49-F238E27FC236}">
                  <a16:creationId xmlns:a16="http://schemas.microsoft.com/office/drawing/2014/main" id="{54D2A24E-801A-B59D-E0CD-5067B83CD77B}"/>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6">
              <a:extLst>
                <a:ext uri="{FF2B5EF4-FFF2-40B4-BE49-F238E27FC236}">
                  <a16:creationId xmlns:a16="http://schemas.microsoft.com/office/drawing/2014/main" id="{C1136C97-0290-BA6D-A394-9DA80F0CB3CB}"/>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7">
              <a:extLst>
                <a:ext uri="{FF2B5EF4-FFF2-40B4-BE49-F238E27FC236}">
                  <a16:creationId xmlns:a16="http://schemas.microsoft.com/office/drawing/2014/main" id="{3D7720B5-F93D-B015-4FAB-B15CB4F81983}"/>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8">
              <a:extLst>
                <a:ext uri="{FF2B5EF4-FFF2-40B4-BE49-F238E27FC236}">
                  <a16:creationId xmlns:a16="http://schemas.microsoft.com/office/drawing/2014/main" id="{274AB772-305F-F16D-7045-B1A61715A7F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89">
              <a:extLst>
                <a:ext uri="{FF2B5EF4-FFF2-40B4-BE49-F238E27FC236}">
                  <a16:creationId xmlns:a16="http://schemas.microsoft.com/office/drawing/2014/main" id="{168ED138-2987-49D1-3D2E-D92BDD99EFCF}"/>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7" name="Oval 25">
            <a:extLst>
              <a:ext uri="{FF2B5EF4-FFF2-40B4-BE49-F238E27FC236}">
                <a16:creationId xmlns:a16="http://schemas.microsoft.com/office/drawing/2014/main" id="{B7A72FF1-6F41-0CEF-4DD4-43A728B34DB2}"/>
              </a:ext>
            </a:extLst>
          </p:cNvPr>
          <p:cNvSpPr>
            <a:spLocks noChangeArrowheads="1"/>
          </p:cNvSpPr>
          <p:nvPr/>
        </p:nvSpPr>
        <p:spPr bwMode="auto">
          <a:xfrm rot="-5400000">
            <a:off x="5357812" y="2698768"/>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 name="Oval 25">
            <a:extLst>
              <a:ext uri="{FF2B5EF4-FFF2-40B4-BE49-F238E27FC236}">
                <a16:creationId xmlns:a16="http://schemas.microsoft.com/office/drawing/2014/main" id="{63D2CD77-593C-2F5C-20E8-BFC74B1AF5FC}"/>
              </a:ext>
            </a:extLst>
          </p:cNvPr>
          <p:cNvSpPr>
            <a:spLocks noChangeArrowheads="1"/>
          </p:cNvSpPr>
          <p:nvPr/>
        </p:nvSpPr>
        <p:spPr bwMode="auto">
          <a:xfrm rot="-5400000">
            <a:off x="4146550" y="265985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 name="Oval 25">
            <a:extLst>
              <a:ext uri="{FF2B5EF4-FFF2-40B4-BE49-F238E27FC236}">
                <a16:creationId xmlns:a16="http://schemas.microsoft.com/office/drawing/2014/main" id="{7643324E-7FE1-7A71-92B1-ED80503F0C40}"/>
              </a:ext>
            </a:extLst>
          </p:cNvPr>
          <p:cNvSpPr>
            <a:spLocks noChangeArrowheads="1"/>
          </p:cNvSpPr>
          <p:nvPr/>
        </p:nvSpPr>
        <p:spPr bwMode="auto">
          <a:xfrm rot="-5400000">
            <a:off x="4752181" y="2698768"/>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0" name="Oval 25">
            <a:extLst>
              <a:ext uri="{FF2B5EF4-FFF2-40B4-BE49-F238E27FC236}">
                <a16:creationId xmlns:a16="http://schemas.microsoft.com/office/drawing/2014/main" id="{73012532-0654-07F5-BFF8-4BFBFB763A21}"/>
              </a:ext>
            </a:extLst>
          </p:cNvPr>
          <p:cNvSpPr>
            <a:spLocks noChangeArrowheads="1"/>
          </p:cNvSpPr>
          <p:nvPr/>
        </p:nvSpPr>
        <p:spPr bwMode="auto">
          <a:xfrm rot="-5400000">
            <a:off x="4961733" y="3035318"/>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 name="Oval 25">
            <a:extLst>
              <a:ext uri="{FF2B5EF4-FFF2-40B4-BE49-F238E27FC236}">
                <a16:creationId xmlns:a16="http://schemas.microsoft.com/office/drawing/2014/main" id="{26FC8AB3-FCD3-0B25-138B-864FA0B9E917}"/>
              </a:ext>
            </a:extLst>
          </p:cNvPr>
          <p:cNvSpPr>
            <a:spLocks noChangeArrowheads="1"/>
          </p:cNvSpPr>
          <p:nvPr/>
        </p:nvSpPr>
        <p:spPr bwMode="auto">
          <a:xfrm rot="-5400000">
            <a:off x="4455319" y="298458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8659" name="Group 3"/>
          <p:cNvGrpSpPr>
            <a:grpSpLocks/>
          </p:cNvGrpSpPr>
          <p:nvPr/>
        </p:nvGrpSpPr>
        <p:grpSpPr bwMode="auto">
          <a:xfrm>
            <a:off x="7073900" y="215900"/>
            <a:ext cx="1878013" cy="1250950"/>
            <a:chOff x="4456" y="136"/>
            <a:chExt cx="1183" cy="788"/>
          </a:xfrm>
        </p:grpSpPr>
        <p:grpSp>
          <p:nvGrpSpPr>
            <p:cNvPr id="198733" name="Group 4"/>
            <p:cNvGrpSpPr>
              <a:grpSpLocks/>
            </p:cNvGrpSpPr>
            <p:nvPr/>
          </p:nvGrpSpPr>
          <p:grpSpPr bwMode="auto">
            <a:xfrm>
              <a:off x="4766" y="232"/>
              <a:ext cx="873" cy="692"/>
              <a:chOff x="2185" y="310"/>
              <a:chExt cx="873" cy="692"/>
            </a:xfrm>
          </p:grpSpPr>
          <p:sp>
            <p:nvSpPr>
              <p:cNvPr id="19874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5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8734" name="Group 12"/>
            <p:cNvGrpSpPr>
              <a:grpSpLocks/>
            </p:cNvGrpSpPr>
            <p:nvPr/>
          </p:nvGrpSpPr>
          <p:grpSpPr bwMode="auto">
            <a:xfrm>
              <a:off x="4949" y="336"/>
              <a:ext cx="591" cy="468"/>
              <a:chOff x="2185" y="310"/>
              <a:chExt cx="873" cy="692"/>
            </a:xfrm>
          </p:grpSpPr>
          <p:sp>
            <p:nvSpPr>
              <p:cNvPr id="19873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873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873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98660" name="Text Box 22"/>
          <p:cNvSpPr txBox="1">
            <a:spLocks noChangeArrowheads="1"/>
          </p:cNvSpPr>
          <p:nvPr/>
        </p:nvSpPr>
        <p:spPr bwMode="auto">
          <a:xfrm>
            <a:off x="1399945"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198661" name="Rectangle 25"/>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198662"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8663"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8664"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8665" name="Group 29"/>
          <p:cNvGrpSpPr>
            <a:grpSpLocks/>
          </p:cNvGrpSpPr>
          <p:nvPr/>
        </p:nvGrpSpPr>
        <p:grpSpPr bwMode="auto">
          <a:xfrm>
            <a:off x="2843213" y="1106488"/>
            <a:ext cx="446087" cy="534987"/>
            <a:chOff x="868" y="1439"/>
            <a:chExt cx="811" cy="972"/>
          </a:xfrm>
        </p:grpSpPr>
        <p:sp>
          <p:nvSpPr>
            <p:cNvPr id="198682"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3"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4"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5"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6"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7"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8"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9"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0"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1"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2"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3"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4"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5"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6"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7"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8"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9"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0"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1"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2"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3"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4"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5"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6"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7"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8"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9"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0"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1"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2"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3"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4"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5"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6"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7"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8"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9"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0"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1"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2"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3"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4"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5"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6"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7"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8"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9"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0"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1"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2"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8666" name="Group 81"/>
          <p:cNvGrpSpPr>
            <a:grpSpLocks/>
          </p:cNvGrpSpPr>
          <p:nvPr/>
        </p:nvGrpSpPr>
        <p:grpSpPr bwMode="auto">
          <a:xfrm rot="-223274">
            <a:off x="1517650" y="2805113"/>
            <a:ext cx="744538" cy="733425"/>
            <a:chOff x="2757" y="1666"/>
            <a:chExt cx="812" cy="800"/>
          </a:xfrm>
        </p:grpSpPr>
        <p:sp>
          <p:nvSpPr>
            <p:cNvPr id="198676"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7"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8678"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8679"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80"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8681"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8667" name="Text Box 8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8668" name="Text Box 89"/>
          <p:cNvSpPr txBox="1">
            <a:spLocks noChangeArrowheads="1"/>
          </p:cNvSpPr>
          <p:nvPr/>
        </p:nvSpPr>
        <p:spPr bwMode="auto">
          <a:xfrm>
            <a:off x="3389083" y="359186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grpSp>
        <p:nvGrpSpPr>
          <p:cNvPr id="198669" name="Group 90"/>
          <p:cNvGrpSpPr>
            <a:grpSpLocks/>
          </p:cNvGrpSpPr>
          <p:nvPr/>
        </p:nvGrpSpPr>
        <p:grpSpPr bwMode="auto">
          <a:xfrm rot="-223274">
            <a:off x="3506788" y="2795588"/>
            <a:ext cx="744537" cy="733425"/>
            <a:chOff x="2757" y="1666"/>
            <a:chExt cx="812" cy="800"/>
          </a:xfrm>
        </p:grpSpPr>
        <p:sp>
          <p:nvSpPr>
            <p:cNvPr id="198670"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1"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8672"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8673"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4"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8675"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1">
            <a:extLst>
              <a:ext uri="{FF2B5EF4-FFF2-40B4-BE49-F238E27FC236}">
                <a16:creationId xmlns:a16="http://schemas.microsoft.com/office/drawing/2014/main" id="{D3F714D8-6646-49E1-E038-BAE1AC55E176}"/>
              </a:ext>
            </a:extLst>
          </p:cNvPr>
          <p:cNvGrpSpPr>
            <a:grpSpLocks/>
          </p:cNvGrpSpPr>
          <p:nvPr/>
        </p:nvGrpSpPr>
        <p:grpSpPr bwMode="auto">
          <a:xfrm rot="-223274">
            <a:off x="1585916" y="2639219"/>
            <a:ext cx="744538" cy="733425"/>
            <a:chOff x="2757" y="1666"/>
            <a:chExt cx="812" cy="800"/>
          </a:xfrm>
        </p:grpSpPr>
        <p:sp>
          <p:nvSpPr>
            <p:cNvPr id="3" name="Freeform 82">
              <a:extLst>
                <a:ext uri="{FF2B5EF4-FFF2-40B4-BE49-F238E27FC236}">
                  <a16:creationId xmlns:a16="http://schemas.microsoft.com/office/drawing/2014/main" id="{B6642DCD-EC2E-2771-AB2D-3299FE52DCE3}"/>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3">
              <a:extLst>
                <a:ext uri="{FF2B5EF4-FFF2-40B4-BE49-F238E27FC236}">
                  <a16:creationId xmlns:a16="http://schemas.microsoft.com/office/drawing/2014/main" id="{0623C400-4057-0E63-42A3-59555EB6BB6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4">
              <a:extLst>
                <a:ext uri="{FF2B5EF4-FFF2-40B4-BE49-F238E27FC236}">
                  <a16:creationId xmlns:a16="http://schemas.microsoft.com/office/drawing/2014/main" id="{50C0BE36-E249-07BE-D4A8-FF9753CFA109}"/>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5">
              <a:extLst>
                <a:ext uri="{FF2B5EF4-FFF2-40B4-BE49-F238E27FC236}">
                  <a16:creationId xmlns:a16="http://schemas.microsoft.com/office/drawing/2014/main" id="{0B4C8F84-1C9E-404A-51BD-2AF55D9A5755}"/>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6">
              <a:extLst>
                <a:ext uri="{FF2B5EF4-FFF2-40B4-BE49-F238E27FC236}">
                  <a16:creationId xmlns:a16="http://schemas.microsoft.com/office/drawing/2014/main" id="{1B48F041-4C80-E032-19FD-C9F1C31DD78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7">
              <a:extLst>
                <a:ext uri="{FF2B5EF4-FFF2-40B4-BE49-F238E27FC236}">
                  <a16:creationId xmlns:a16="http://schemas.microsoft.com/office/drawing/2014/main" id="{E683808C-9E58-C9BD-5213-EA64045D2FD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1">
            <a:extLst>
              <a:ext uri="{FF2B5EF4-FFF2-40B4-BE49-F238E27FC236}">
                <a16:creationId xmlns:a16="http://schemas.microsoft.com/office/drawing/2014/main" id="{1E5D53E5-2F50-6935-3ED6-34A27C2709C0}"/>
              </a:ext>
            </a:extLst>
          </p:cNvPr>
          <p:cNvGrpSpPr>
            <a:grpSpLocks/>
          </p:cNvGrpSpPr>
          <p:nvPr/>
        </p:nvGrpSpPr>
        <p:grpSpPr bwMode="auto">
          <a:xfrm rot="-223274">
            <a:off x="3542068" y="2509319"/>
            <a:ext cx="744538" cy="733425"/>
            <a:chOff x="2757" y="1666"/>
            <a:chExt cx="812" cy="800"/>
          </a:xfrm>
        </p:grpSpPr>
        <p:sp>
          <p:nvSpPr>
            <p:cNvPr id="10" name="Freeform 82">
              <a:extLst>
                <a:ext uri="{FF2B5EF4-FFF2-40B4-BE49-F238E27FC236}">
                  <a16:creationId xmlns:a16="http://schemas.microsoft.com/office/drawing/2014/main" id="{CAEF7CDC-D121-DA7F-22A7-DC9D0329077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3">
              <a:extLst>
                <a:ext uri="{FF2B5EF4-FFF2-40B4-BE49-F238E27FC236}">
                  <a16:creationId xmlns:a16="http://schemas.microsoft.com/office/drawing/2014/main" id="{6CE6EAA6-5261-B4B5-4D3F-B696C0A702A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4">
              <a:extLst>
                <a:ext uri="{FF2B5EF4-FFF2-40B4-BE49-F238E27FC236}">
                  <a16:creationId xmlns:a16="http://schemas.microsoft.com/office/drawing/2014/main" id="{B28F7A7A-6ABA-F1AE-B085-6ABFCC1AFE35}"/>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5">
              <a:extLst>
                <a:ext uri="{FF2B5EF4-FFF2-40B4-BE49-F238E27FC236}">
                  <a16:creationId xmlns:a16="http://schemas.microsoft.com/office/drawing/2014/main" id="{E2F83CE3-C681-F1A3-2943-E31A1558F5F6}"/>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6">
              <a:extLst>
                <a:ext uri="{FF2B5EF4-FFF2-40B4-BE49-F238E27FC236}">
                  <a16:creationId xmlns:a16="http://schemas.microsoft.com/office/drawing/2014/main" id="{82F7A1BB-4943-858C-626A-4A2CB22F934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87">
              <a:extLst>
                <a:ext uri="{FF2B5EF4-FFF2-40B4-BE49-F238E27FC236}">
                  <a16:creationId xmlns:a16="http://schemas.microsoft.com/office/drawing/2014/main" id="{9573E0C4-1687-9156-7DF0-50B01B5EFE0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9683" name="Group 3"/>
          <p:cNvGrpSpPr>
            <a:grpSpLocks/>
          </p:cNvGrpSpPr>
          <p:nvPr/>
        </p:nvGrpSpPr>
        <p:grpSpPr bwMode="auto">
          <a:xfrm>
            <a:off x="7073900" y="215900"/>
            <a:ext cx="1878013" cy="1250950"/>
            <a:chOff x="4456" y="136"/>
            <a:chExt cx="1183" cy="788"/>
          </a:xfrm>
        </p:grpSpPr>
        <p:grpSp>
          <p:nvGrpSpPr>
            <p:cNvPr id="199751" name="Group 4"/>
            <p:cNvGrpSpPr>
              <a:grpSpLocks/>
            </p:cNvGrpSpPr>
            <p:nvPr/>
          </p:nvGrpSpPr>
          <p:grpSpPr bwMode="auto">
            <a:xfrm>
              <a:off x="4766" y="232"/>
              <a:ext cx="873" cy="692"/>
              <a:chOff x="2185" y="310"/>
              <a:chExt cx="873" cy="692"/>
            </a:xfrm>
          </p:grpSpPr>
          <p:sp>
            <p:nvSpPr>
              <p:cNvPr id="19976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9752" name="Group 12"/>
            <p:cNvGrpSpPr>
              <a:grpSpLocks/>
            </p:cNvGrpSpPr>
            <p:nvPr/>
          </p:nvGrpSpPr>
          <p:grpSpPr bwMode="auto">
            <a:xfrm>
              <a:off x="4949" y="336"/>
              <a:ext cx="591" cy="468"/>
              <a:chOff x="2185" y="310"/>
              <a:chExt cx="873" cy="692"/>
            </a:xfrm>
          </p:grpSpPr>
          <p:sp>
            <p:nvSpPr>
              <p:cNvPr id="19975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975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975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99684" name="Text Box 22"/>
          <p:cNvSpPr txBox="1">
            <a:spLocks noChangeArrowheads="1"/>
          </p:cNvSpPr>
          <p:nvPr/>
        </p:nvSpPr>
        <p:spPr bwMode="auto">
          <a:xfrm>
            <a:off x="1399945"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R4</a:t>
            </a:r>
          </a:p>
        </p:txBody>
      </p:sp>
      <p:sp>
        <p:nvSpPr>
          <p:cNvPr id="199685"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19968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968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968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9689" name="Group 27"/>
          <p:cNvGrpSpPr>
            <a:grpSpLocks/>
          </p:cNvGrpSpPr>
          <p:nvPr/>
        </p:nvGrpSpPr>
        <p:grpSpPr bwMode="auto">
          <a:xfrm>
            <a:off x="2843213" y="1106488"/>
            <a:ext cx="446087" cy="534987"/>
            <a:chOff x="868" y="1439"/>
            <a:chExt cx="811" cy="972"/>
          </a:xfrm>
        </p:grpSpPr>
        <p:sp>
          <p:nvSpPr>
            <p:cNvPr id="19970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9690" name="Group 79"/>
          <p:cNvGrpSpPr>
            <a:grpSpLocks/>
          </p:cNvGrpSpPr>
          <p:nvPr/>
        </p:nvGrpSpPr>
        <p:grpSpPr bwMode="auto">
          <a:xfrm rot="-223274">
            <a:off x="1517650" y="2805113"/>
            <a:ext cx="744538" cy="733425"/>
            <a:chOff x="2757" y="1666"/>
            <a:chExt cx="812" cy="800"/>
          </a:xfrm>
        </p:grpSpPr>
        <p:sp>
          <p:nvSpPr>
            <p:cNvPr id="19969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969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969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969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969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969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969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9692" name="Oval 95"/>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9693" name="Text Box 96"/>
          <p:cNvSpPr txBox="1">
            <a:spLocks noChangeArrowheads="1"/>
          </p:cNvSpPr>
          <p:nvPr/>
        </p:nvSpPr>
        <p:spPr bwMode="auto">
          <a:xfrm>
            <a:off x="3356769" y="3552636"/>
            <a:ext cx="24304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4 Couronnes</a:t>
            </a:r>
          </a:p>
        </p:txBody>
      </p:sp>
      <p:grpSp>
        <p:nvGrpSpPr>
          <p:cNvPr id="2" name="Group 79">
            <a:extLst>
              <a:ext uri="{FF2B5EF4-FFF2-40B4-BE49-F238E27FC236}">
                <a16:creationId xmlns:a16="http://schemas.microsoft.com/office/drawing/2014/main" id="{DFC83ACA-5371-BEE7-39F9-D6C1D84E59E9}"/>
              </a:ext>
            </a:extLst>
          </p:cNvPr>
          <p:cNvGrpSpPr>
            <a:grpSpLocks/>
          </p:cNvGrpSpPr>
          <p:nvPr/>
        </p:nvGrpSpPr>
        <p:grpSpPr bwMode="auto">
          <a:xfrm rot="-223274">
            <a:off x="1566000" y="2559854"/>
            <a:ext cx="744538" cy="733425"/>
            <a:chOff x="2757" y="1666"/>
            <a:chExt cx="812" cy="800"/>
          </a:xfrm>
        </p:grpSpPr>
        <p:sp>
          <p:nvSpPr>
            <p:cNvPr id="3" name="Freeform 80">
              <a:extLst>
                <a:ext uri="{FF2B5EF4-FFF2-40B4-BE49-F238E27FC236}">
                  <a16:creationId xmlns:a16="http://schemas.microsoft.com/office/drawing/2014/main" id="{8416A331-3F93-54D6-6B80-245BA316FD22}"/>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8E62AE5C-4AFF-D033-7996-89C5B1B5F396}"/>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02FB0C24-9F18-F5B1-39BB-609067BE51C5}"/>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3045BA50-04AC-FD63-269A-E75025B1F0C6}"/>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2F1692F8-0C2E-A8F4-D48B-88F39644AF1A}"/>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B4A1B9C4-56CB-87FE-B92D-AD3ADCE6C809}"/>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79">
            <a:extLst>
              <a:ext uri="{FF2B5EF4-FFF2-40B4-BE49-F238E27FC236}">
                <a16:creationId xmlns:a16="http://schemas.microsoft.com/office/drawing/2014/main" id="{59FFA2FA-A352-56E3-82D3-F9BCE0F7110E}"/>
              </a:ext>
            </a:extLst>
          </p:cNvPr>
          <p:cNvGrpSpPr>
            <a:grpSpLocks/>
          </p:cNvGrpSpPr>
          <p:nvPr/>
        </p:nvGrpSpPr>
        <p:grpSpPr bwMode="auto">
          <a:xfrm rot="-223274">
            <a:off x="1635515" y="2339995"/>
            <a:ext cx="744538" cy="733425"/>
            <a:chOff x="2757" y="1666"/>
            <a:chExt cx="812" cy="800"/>
          </a:xfrm>
        </p:grpSpPr>
        <p:sp>
          <p:nvSpPr>
            <p:cNvPr id="10" name="Freeform 80">
              <a:extLst>
                <a:ext uri="{FF2B5EF4-FFF2-40B4-BE49-F238E27FC236}">
                  <a16:creationId xmlns:a16="http://schemas.microsoft.com/office/drawing/2014/main" id="{BD328239-FAD4-0E1D-427C-645C38F926DA}"/>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1">
              <a:extLst>
                <a:ext uri="{FF2B5EF4-FFF2-40B4-BE49-F238E27FC236}">
                  <a16:creationId xmlns:a16="http://schemas.microsoft.com/office/drawing/2014/main" id="{6B363DA2-B536-D9B2-293A-84041425DC7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2">
              <a:extLst>
                <a:ext uri="{FF2B5EF4-FFF2-40B4-BE49-F238E27FC236}">
                  <a16:creationId xmlns:a16="http://schemas.microsoft.com/office/drawing/2014/main" id="{7E043B05-61E2-E9C9-D66D-5D9346FE2BA9}"/>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3">
              <a:extLst>
                <a:ext uri="{FF2B5EF4-FFF2-40B4-BE49-F238E27FC236}">
                  <a16:creationId xmlns:a16="http://schemas.microsoft.com/office/drawing/2014/main" id="{4A5C934A-5288-96D4-E8A1-FCE864AF0EA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4">
              <a:extLst>
                <a:ext uri="{FF2B5EF4-FFF2-40B4-BE49-F238E27FC236}">
                  <a16:creationId xmlns:a16="http://schemas.microsoft.com/office/drawing/2014/main" id="{7FB30134-3768-54F3-EF05-A38F15C1E536}"/>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85">
              <a:extLst>
                <a:ext uri="{FF2B5EF4-FFF2-40B4-BE49-F238E27FC236}">
                  <a16:creationId xmlns:a16="http://schemas.microsoft.com/office/drawing/2014/main" id="{46A33190-FA93-0B4A-8E53-B5A967646161}"/>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7" name="Oval 95">
            <a:extLst>
              <a:ext uri="{FF2B5EF4-FFF2-40B4-BE49-F238E27FC236}">
                <a16:creationId xmlns:a16="http://schemas.microsoft.com/office/drawing/2014/main" id="{82D6B623-3887-393A-CE52-6CE1AFB32C35}"/>
              </a:ext>
            </a:extLst>
          </p:cNvPr>
          <p:cNvSpPr>
            <a:spLocks noChangeArrowheads="1"/>
          </p:cNvSpPr>
          <p:nvPr/>
        </p:nvSpPr>
        <p:spPr bwMode="auto">
          <a:xfrm rot="-5400000">
            <a:off x="5196434"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 name="Oval 95">
            <a:extLst>
              <a:ext uri="{FF2B5EF4-FFF2-40B4-BE49-F238E27FC236}">
                <a16:creationId xmlns:a16="http://schemas.microsoft.com/office/drawing/2014/main" id="{199FC971-8592-E021-2F80-3A58809CFC25}"/>
              </a:ext>
            </a:extLst>
          </p:cNvPr>
          <p:cNvSpPr>
            <a:spLocks noChangeArrowheads="1"/>
          </p:cNvSpPr>
          <p:nvPr/>
        </p:nvSpPr>
        <p:spPr bwMode="auto">
          <a:xfrm rot="-5400000">
            <a:off x="4805364" y="298072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 name="Oval 95">
            <a:extLst>
              <a:ext uri="{FF2B5EF4-FFF2-40B4-BE49-F238E27FC236}">
                <a16:creationId xmlns:a16="http://schemas.microsoft.com/office/drawing/2014/main" id="{34B6B60E-158E-DC7A-FBD2-CAAD77C376AE}"/>
              </a:ext>
            </a:extLst>
          </p:cNvPr>
          <p:cNvSpPr>
            <a:spLocks noChangeArrowheads="1"/>
          </p:cNvSpPr>
          <p:nvPr/>
        </p:nvSpPr>
        <p:spPr bwMode="auto">
          <a:xfrm rot="-5400000">
            <a:off x="4352795"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0707" name="Group 3"/>
          <p:cNvGrpSpPr>
            <a:grpSpLocks/>
          </p:cNvGrpSpPr>
          <p:nvPr/>
        </p:nvGrpSpPr>
        <p:grpSpPr bwMode="auto">
          <a:xfrm>
            <a:off x="7073900" y="215900"/>
            <a:ext cx="1878013" cy="1250950"/>
            <a:chOff x="4456" y="136"/>
            <a:chExt cx="1183" cy="788"/>
          </a:xfrm>
        </p:grpSpPr>
        <p:grpSp>
          <p:nvGrpSpPr>
            <p:cNvPr id="200773" name="Group 4"/>
            <p:cNvGrpSpPr>
              <a:grpSpLocks/>
            </p:cNvGrpSpPr>
            <p:nvPr/>
          </p:nvGrpSpPr>
          <p:grpSpPr bwMode="auto">
            <a:xfrm>
              <a:off x="4766" y="232"/>
              <a:ext cx="873" cy="692"/>
              <a:chOff x="2185" y="310"/>
              <a:chExt cx="873" cy="692"/>
            </a:xfrm>
          </p:grpSpPr>
          <p:sp>
            <p:nvSpPr>
              <p:cNvPr id="20078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9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0774" name="Group 12"/>
            <p:cNvGrpSpPr>
              <a:grpSpLocks/>
            </p:cNvGrpSpPr>
            <p:nvPr/>
          </p:nvGrpSpPr>
          <p:grpSpPr bwMode="auto">
            <a:xfrm>
              <a:off x="4949" y="336"/>
              <a:ext cx="591" cy="468"/>
              <a:chOff x="2185" y="310"/>
              <a:chExt cx="873" cy="692"/>
            </a:xfrm>
          </p:grpSpPr>
          <p:sp>
            <p:nvSpPr>
              <p:cNvPr id="20077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077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077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200708" name="Text Box 22"/>
          <p:cNvSpPr txBox="1">
            <a:spLocks noChangeArrowheads="1"/>
          </p:cNvSpPr>
          <p:nvPr/>
        </p:nvSpPr>
        <p:spPr bwMode="auto">
          <a:xfrm>
            <a:off x="1771420"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R6</a:t>
            </a:r>
          </a:p>
        </p:txBody>
      </p:sp>
      <p:sp>
        <p:nvSpPr>
          <p:cNvPr id="200709"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071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071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071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0713" name="Group 27"/>
          <p:cNvGrpSpPr>
            <a:grpSpLocks/>
          </p:cNvGrpSpPr>
          <p:nvPr/>
        </p:nvGrpSpPr>
        <p:grpSpPr bwMode="auto">
          <a:xfrm>
            <a:off x="2843213" y="1106488"/>
            <a:ext cx="446087" cy="534987"/>
            <a:chOff x="868" y="1439"/>
            <a:chExt cx="811" cy="972"/>
          </a:xfrm>
        </p:grpSpPr>
        <p:sp>
          <p:nvSpPr>
            <p:cNvPr id="20072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0714" name="Group 79"/>
          <p:cNvGrpSpPr>
            <a:grpSpLocks/>
          </p:cNvGrpSpPr>
          <p:nvPr/>
        </p:nvGrpSpPr>
        <p:grpSpPr bwMode="auto">
          <a:xfrm rot="-223274">
            <a:off x="1889125" y="2805113"/>
            <a:ext cx="744538" cy="733425"/>
            <a:chOff x="2757" y="1666"/>
            <a:chExt cx="812" cy="800"/>
          </a:xfrm>
        </p:grpSpPr>
        <p:sp>
          <p:nvSpPr>
            <p:cNvPr id="20071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071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071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071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072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072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071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79">
            <a:extLst>
              <a:ext uri="{FF2B5EF4-FFF2-40B4-BE49-F238E27FC236}">
                <a16:creationId xmlns:a16="http://schemas.microsoft.com/office/drawing/2014/main" id="{81AC9653-6DB2-6F68-2715-B289D269421D}"/>
              </a:ext>
            </a:extLst>
          </p:cNvPr>
          <p:cNvGrpSpPr>
            <a:grpSpLocks/>
          </p:cNvGrpSpPr>
          <p:nvPr/>
        </p:nvGrpSpPr>
        <p:grpSpPr bwMode="auto">
          <a:xfrm rot="-223274">
            <a:off x="1995064" y="2572108"/>
            <a:ext cx="744538" cy="733425"/>
            <a:chOff x="2757" y="1666"/>
            <a:chExt cx="812" cy="800"/>
          </a:xfrm>
        </p:grpSpPr>
        <p:sp>
          <p:nvSpPr>
            <p:cNvPr id="3" name="Freeform 80">
              <a:extLst>
                <a:ext uri="{FF2B5EF4-FFF2-40B4-BE49-F238E27FC236}">
                  <a16:creationId xmlns:a16="http://schemas.microsoft.com/office/drawing/2014/main" id="{9B4A3D9E-58F7-5D3F-7283-ABD723A02385}"/>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1C81B985-3608-7E90-316D-C72FB44ECB7F}"/>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FA018F0A-2D0F-083A-5DAD-D75A4601520D}"/>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4CCBC6CE-BA1E-CC2D-B079-6E8F18A1918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3EF8CD97-8E2E-6617-F95B-D8ED695C27E8}"/>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3B8871E9-5F32-854E-F964-6C8AE304EA2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79">
            <a:extLst>
              <a:ext uri="{FF2B5EF4-FFF2-40B4-BE49-F238E27FC236}">
                <a16:creationId xmlns:a16="http://schemas.microsoft.com/office/drawing/2014/main" id="{854803E0-2BD0-7741-1DEE-2986D505F914}"/>
              </a:ext>
            </a:extLst>
          </p:cNvPr>
          <p:cNvGrpSpPr>
            <a:grpSpLocks/>
          </p:cNvGrpSpPr>
          <p:nvPr/>
        </p:nvGrpSpPr>
        <p:grpSpPr bwMode="auto">
          <a:xfrm rot="-223274">
            <a:off x="2086769" y="2353187"/>
            <a:ext cx="744538" cy="733425"/>
            <a:chOff x="2757" y="1666"/>
            <a:chExt cx="812" cy="800"/>
          </a:xfrm>
        </p:grpSpPr>
        <p:sp>
          <p:nvSpPr>
            <p:cNvPr id="10" name="Freeform 80">
              <a:extLst>
                <a:ext uri="{FF2B5EF4-FFF2-40B4-BE49-F238E27FC236}">
                  <a16:creationId xmlns:a16="http://schemas.microsoft.com/office/drawing/2014/main" id="{C033E987-FC8B-5BDA-EFF6-447DD648B790}"/>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1">
              <a:extLst>
                <a:ext uri="{FF2B5EF4-FFF2-40B4-BE49-F238E27FC236}">
                  <a16:creationId xmlns:a16="http://schemas.microsoft.com/office/drawing/2014/main" id="{8115B429-6223-8651-4152-CDD2CF3033C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2">
              <a:extLst>
                <a:ext uri="{FF2B5EF4-FFF2-40B4-BE49-F238E27FC236}">
                  <a16:creationId xmlns:a16="http://schemas.microsoft.com/office/drawing/2014/main" id="{F2743D25-A3D6-0180-3D2F-FF9E557E72E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3">
              <a:extLst>
                <a:ext uri="{FF2B5EF4-FFF2-40B4-BE49-F238E27FC236}">
                  <a16:creationId xmlns:a16="http://schemas.microsoft.com/office/drawing/2014/main" id="{519D0DDA-93C1-5127-F40B-C997B6FF0B81}"/>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4">
              <a:extLst>
                <a:ext uri="{FF2B5EF4-FFF2-40B4-BE49-F238E27FC236}">
                  <a16:creationId xmlns:a16="http://schemas.microsoft.com/office/drawing/2014/main" id="{E5C891FA-1AFB-2616-DA81-E991D6ECAA34}"/>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85">
              <a:extLst>
                <a:ext uri="{FF2B5EF4-FFF2-40B4-BE49-F238E27FC236}">
                  <a16:creationId xmlns:a16="http://schemas.microsoft.com/office/drawing/2014/main" id="{A2C7D60C-DBB7-26F7-041B-A0BD56E91E68}"/>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1731" name="Group 3"/>
          <p:cNvGrpSpPr>
            <a:grpSpLocks/>
          </p:cNvGrpSpPr>
          <p:nvPr/>
        </p:nvGrpSpPr>
        <p:grpSpPr bwMode="auto">
          <a:xfrm>
            <a:off x="7073900" y="215900"/>
            <a:ext cx="1878013" cy="1250950"/>
            <a:chOff x="4456" y="136"/>
            <a:chExt cx="1183" cy="788"/>
          </a:xfrm>
        </p:grpSpPr>
        <p:grpSp>
          <p:nvGrpSpPr>
            <p:cNvPr id="201797" name="Group 4"/>
            <p:cNvGrpSpPr>
              <a:grpSpLocks/>
            </p:cNvGrpSpPr>
            <p:nvPr/>
          </p:nvGrpSpPr>
          <p:grpSpPr bwMode="auto">
            <a:xfrm>
              <a:off x="4766" y="232"/>
              <a:ext cx="873" cy="692"/>
              <a:chOff x="2185" y="310"/>
              <a:chExt cx="873" cy="692"/>
            </a:xfrm>
          </p:grpSpPr>
          <p:sp>
            <p:nvSpPr>
              <p:cNvPr id="20180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1798" name="Group 12"/>
            <p:cNvGrpSpPr>
              <a:grpSpLocks/>
            </p:cNvGrpSpPr>
            <p:nvPr/>
          </p:nvGrpSpPr>
          <p:grpSpPr bwMode="auto">
            <a:xfrm>
              <a:off x="4949" y="336"/>
              <a:ext cx="591" cy="468"/>
              <a:chOff x="2185" y="310"/>
              <a:chExt cx="873" cy="692"/>
            </a:xfrm>
          </p:grpSpPr>
          <p:sp>
            <p:nvSpPr>
              <p:cNvPr id="20180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179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180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201732" name="Text Box 22"/>
          <p:cNvSpPr txBox="1">
            <a:spLocks noChangeArrowheads="1"/>
          </p:cNvSpPr>
          <p:nvPr/>
        </p:nvSpPr>
        <p:spPr bwMode="auto">
          <a:xfrm>
            <a:off x="1819045"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201733"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173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173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173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1737" name="Group 27"/>
          <p:cNvGrpSpPr>
            <a:grpSpLocks/>
          </p:cNvGrpSpPr>
          <p:nvPr/>
        </p:nvGrpSpPr>
        <p:grpSpPr bwMode="auto">
          <a:xfrm>
            <a:off x="2843213" y="1106488"/>
            <a:ext cx="446087" cy="534987"/>
            <a:chOff x="868" y="1439"/>
            <a:chExt cx="811" cy="972"/>
          </a:xfrm>
        </p:grpSpPr>
        <p:sp>
          <p:nvSpPr>
            <p:cNvPr id="20174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1738" name="Group 79"/>
          <p:cNvGrpSpPr>
            <a:grpSpLocks/>
          </p:cNvGrpSpPr>
          <p:nvPr/>
        </p:nvGrpSpPr>
        <p:grpSpPr bwMode="auto">
          <a:xfrm rot="-223274">
            <a:off x="1936750" y="2805113"/>
            <a:ext cx="744538" cy="733425"/>
            <a:chOff x="2757" y="1666"/>
            <a:chExt cx="812" cy="800"/>
          </a:xfrm>
        </p:grpSpPr>
        <p:sp>
          <p:nvSpPr>
            <p:cNvPr id="20174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dirty="0"/>
            </a:p>
          </p:txBody>
        </p:sp>
        <p:sp>
          <p:nvSpPr>
            <p:cNvPr id="20174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174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174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174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174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1739"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79">
            <a:extLst>
              <a:ext uri="{FF2B5EF4-FFF2-40B4-BE49-F238E27FC236}">
                <a16:creationId xmlns:a16="http://schemas.microsoft.com/office/drawing/2014/main" id="{765912A0-89B9-1463-DE1A-CE04EF0132CB}"/>
              </a:ext>
            </a:extLst>
          </p:cNvPr>
          <p:cNvGrpSpPr>
            <a:grpSpLocks/>
          </p:cNvGrpSpPr>
          <p:nvPr/>
        </p:nvGrpSpPr>
        <p:grpSpPr bwMode="auto">
          <a:xfrm rot="-223274">
            <a:off x="2000087" y="2569516"/>
            <a:ext cx="744538" cy="733425"/>
            <a:chOff x="2757" y="1666"/>
            <a:chExt cx="812" cy="800"/>
          </a:xfrm>
        </p:grpSpPr>
        <p:sp>
          <p:nvSpPr>
            <p:cNvPr id="3" name="Freeform 80">
              <a:extLst>
                <a:ext uri="{FF2B5EF4-FFF2-40B4-BE49-F238E27FC236}">
                  <a16:creationId xmlns:a16="http://schemas.microsoft.com/office/drawing/2014/main" id="{A9177613-57A6-CEA9-6706-27D646273DF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dirty="0"/>
            </a:p>
          </p:txBody>
        </p:sp>
        <p:sp>
          <p:nvSpPr>
            <p:cNvPr id="4" name="Freeform 81">
              <a:extLst>
                <a:ext uri="{FF2B5EF4-FFF2-40B4-BE49-F238E27FC236}">
                  <a16:creationId xmlns:a16="http://schemas.microsoft.com/office/drawing/2014/main" id="{76063873-57F1-369A-597D-60EA922D34F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2E87D019-4A03-2F50-0B0E-9182F3B91F5C}"/>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F58684C9-4DCC-C2F2-D21E-D01264908BC9}"/>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48FCD47C-B4DB-AE82-8861-2E46D71DA07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C55E13D9-D696-59D4-D436-59D409274FB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2755" name="Group 3"/>
          <p:cNvGrpSpPr>
            <a:grpSpLocks/>
          </p:cNvGrpSpPr>
          <p:nvPr/>
        </p:nvGrpSpPr>
        <p:grpSpPr bwMode="auto">
          <a:xfrm>
            <a:off x="7073900" y="215900"/>
            <a:ext cx="1878013" cy="1250950"/>
            <a:chOff x="4456" y="136"/>
            <a:chExt cx="1183" cy="788"/>
          </a:xfrm>
        </p:grpSpPr>
        <p:grpSp>
          <p:nvGrpSpPr>
            <p:cNvPr id="202821" name="Group 4"/>
            <p:cNvGrpSpPr>
              <a:grpSpLocks/>
            </p:cNvGrpSpPr>
            <p:nvPr/>
          </p:nvGrpSpPr>
          <p:grpSpPr bwMode="auto">
            <a:xfrm>
              <a:off x="4766" y="232"/>
              <a:ext cx="873" cy="692"/>
              <a:chOff x="2185" y="310"/>
              <a:chExt cx="873" cy="692"/>
            </a:xfrm>
          </p:grpSpPr>
          <p:sp>
            <p:nvSpPr>
              <p:cNvPr id="20283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2822" name="Group 12"/>
            <p:cNvGrpSpPr>
              <a:grpSpLocks/>
            </p:cNvGrpSpPr>
            <p:nvPr/>
          </p:nvGrpSpPr>
          <p:grpSpPr bwMode="auto">
            <a:xfrm>
              <a:off x="4949" y="336"/>
              <a:ext cx="591" cy="468"/>
              <a:chOff x="2185" y="310"/>
              <a:chExt cx="873" cy="692"/>
            </a:xfrm>
          </p:grpSpPr>
          <p:sp>
            <p:nvSpPr>
              <p:cNvPr id="20282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282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282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202756" name="Text Box 22"/>
          <p:cNvSpPr txBox="1">
            <a:spLocks noChangeArrowheads="1"/>
          </p:cNvSpPr>
          <p:nvPr/>
        </p:nvSpPr>
        <p:spPr bwMode="auto">
          <a:xfrm>
            <a:off x="1790470"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sp>
        <p:nvSpPr>
          <p:cNvPr id="202757"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275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275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276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2761" name="Group 27"/>
          <p:cNvGrpSpPr>
            <a:grpSpLocks/>
          </p:cNvGrpSpPr>
          <p:nvPr/>
        </p:nvGrpSpPr>
        <p:grpSpPr bwMode="auto">
          <a:xfrm>
            <a:off x="2843213" y="1106488"/>
            <a:ext cx="446087" cy="534987"/>
            <a:chOff x="868" y="1439"/>
            <a:chExt cx="811" cy="972"/>
          </a:xfrm>
        </p:grpSpPr>
        <p:sp>
          <p:nvSpPr>
            <p:cNvPr id="20277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2762" name="Group 79"/>
          <p:cNvGrpSpPr>
            <a:grpSpLocks/>
          </p:cNvGrpSpPr>
          <p:nvPr/>
        </p:nvGrpSpPr>
        <p:grpSpPr bwMode="auto">
          <a:xfrm rot="-223274">
            <a:off x="1908175" y="2805113"/>
            <a:ext cx="744538" cy="733425"/>
            <a:chOff x="2757" y="1666"/>
            <a:chExt cx="812" cy="800"/>
          </a:xfrm>
        </p:grpSpPr>
        <p:sp>
          <p:nvSpPr>
            <p:cNvPr id="20276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276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276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276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276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276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276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79">
            <a:extLst>
              <a:ext uri="{FF2B5EF4-FFF2-40B4-BE49-F238E27FC236}">
                <a16:creationId xmlns:a16="http://schemas.microsoft.com/office/drawing/2014/main" id="{BA81A051-F7FB-78FD-BA55-9342BE24762A}"/>
              </a:ext>
            </a:extLst>
          </p:cNvPr>
          <p:cNvGrpSpPr>
            <a:grpSpLocks/>
          </p:cNvGrpSpPr>
          <p:nvPr/>
        </p:nvGrpSpPr>
        <p:grpSpPr bwMode="auto">
          <a:xfrm rot="-223274">
            <a:off x="1935424" y="2595492"/>
            <a:ext cx="744537" cy="733425"/>
            <a:chOff x="2757" y="1666"/>
            <a:chExt cx="812" cy="800"/>
          </a:xfrm>
        </p:grpSpPr>
        <p:sp>
          <p:nvSpPr>
            <p:cNvPr id="3" name="Freeform 80">
              <a:extLst>
                <a:ext uri="{FF2B5EF4-FFF2-40B4-BE49-F238E27FC236}">
                  <a16:creationId xmlns:a16="http://schemas.microsoft.com/office/drawing/2014/main" id="{2CE327CF-67E2-778D-DC3F-E34C7270100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9CC0595C-5810-84CA-C586-3B829F59F823}"/>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87D3655D-C795-C8DA-4E1D-D7E7B6F3C435}"/>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D9B40A4F-94B5-BC37-7418-13147995BDA7}"/>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8C2EBEB4-8764-083D-BE7C-2139E46202D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38E8D2B5-54EB-276A-E96B-2EC6F3E69E2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3779" name="Group 3"/>
          <p:cNvGrpSpPr>
            <a:grpSpLocks/>
          </p:cNvGrpSpPr>
          <p:nvPr/>
        </p:nvGrpSpPr>
        <p:grpSpPr bwMode="auto">
          <a:xfrm>
            <a:off x="7073900" y="215900"/>
            <a:ext cx="1878013" cy="1250950"/>
            <a:chOff x="4456" y="136"/>
            <a:chExt cx="1183" cy="788"/>
          </a:xfrm>
        </p:grpSpPr>
        <p:grpSp>
          <p:nvGrpSpPr>
            <p:cNvPr id="203845" name="Group 4"/>
            <p:cNvGrpSpPr>
              <a:grpSpLocks/>
            </p:cNvGrpSpPr>
            <p:nvPr/>
          </p:nvGrpSpPr>
          <p:grpSpPr bwMode="auto">
            <a:xfrm>
              <a:off x="4766" y="232"/>
              <a:ext cx="873" cy="692"/>
              <a:chOff x="2185" y="310"/>
              <a:chExt cx="873" cy="692"/>
            </a:xfrm>
          </p:grpSpPr>
          <p:sp>
            <p:nvSpPr>
              <p:cNvPr id="20385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3846" name="Group 12"/>
            <p:cNvGrpSpPr>
              <a:grpSpLocks/>
            </p:cNvGrpSpPr>
            <p:nvPr/>
          </p:nvGrpSpPr>
          <p:grpSpPr bwMode="auto">
            <a:xfrm>
              <a:off x="4949" y="336"/>
              <a:ext cx="591" cy="468"/>
              <a:chOff x="2185" y="310"/>
              <a:chExt cx="873" cy="692"/>
            </a:xfrm>
          </p:grpSpPr>
          <p:sp>
            <p:nvSpPr>
              <p:cNvPr id="20384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384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384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203780" name="Text Box 22"/>
          <p:cNvSpPr txBox="1">
            <a:spLocks noChangeArrowheads="1"/>
          </p:cNvSpPr>
          <p:nvPr/>
        </p:nvSpPr>
        <p:spPr bwMode="auto">
          <a:xfrm>
            <a:off x="1790470"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203781"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378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378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378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3785" name="Group 27"/>
          <p:cNvGrpSpPr>
            <a:grpSpLocks/>
          </p:cNvGrpSpPr>
          <p:nvPr/>
        </p:nvGrpSpPr>
        <p:grpSpPr bwMode="auto">
          <a:xfrm>
            <a:off x="2843213" y="1106488"/>
            <a:ext cx="446087" cy="534987"/>
            <a:chOff x="868" y="1439"/>
            <a:chExt cx="811" cy="972"/>
          </a:xfrm>
        </p:grpSpPr>
        <p:sp>
          <p:nvSpPr>
            <p:cNvPr id="20379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3786" name="Group 79"/>
          <p:cNvGrpSpPr>
            <a:grpSpLocks/>
          </p:cNvGrpSpPr>
          <p:nvPr/>
        </p:nvGrpSpPr>
        <p:grpSpPr bwMode="auto">
          <a:xfrm rot="-223274">
            <a:off x="1908175" y="2805113"/>
            <a:ext cx="744538" cy="733425"/>
            <a:chOff x="2757" y="1666"/>
            <a:chExt cx="812" cy="800"/>
          </a:xfrm>
        </p:grpSpPr>
        <p:sp>
          <p:nvSpPr>
            <p:cNvPr id="20378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378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379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379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379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379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3787"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79">
            <a:extLst>
              <a:ext uri="{FF2B5EF4-FFF2-40B4-BE49-F238E27FC236}">
                <a16:creationId xmlns:a16="http://schemas.microsoft.com/office/drawing/2014/main" id="{E2213E48-C390-5F0B-838F-AE8282F20C5B}"/>
              </a:ext>
            </a:extLst>
          </p:cNvPr>
          <p:cNvGrpSpPr>
            <a:grpSpLocks/>
          </p:cNvGrpSpPr>
          <p:nvPr/>
        </p:nvGrpSpPr>
        <p:grpSpPr bwMode="auto">
          <a:xfrm rot="-223274">
            <a:off x="1935425" y="2543601"/>
            <a:ext cx="744538" cy="733425"/>
            <a:chOff x="2757" y="1666"/>
            <a:chExt cx="812" cy="800"/>
          </a:xfrm>
        </p:grpSpPr>
        <p:sp>
          <p:nvSpPr>
            <p:cNvPr id="3" name="Freeform 80">
              <a:extLst>
                <a:ext uri="{FF2B5EF4-FFF2-40B4-BE49-F238E27FC236}">
                  <a16:creationId xmlns:a16="http://schemas.microsoft.com/office/drawing/2014/main" id="{C5483B55-6AA9-1CC0-7521-021B3AC8F243}"/>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AB9D10C9-F359-F43C-BDBA-EC971525A806}"/>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009699E1-A418-A42A-4D80-E2455F5985B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F5255D14-1CD3-381F-4973-CF24013A3C1A}"/>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62820455-BDB9-C058-E1E3-1728802008B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AEC6314B-CCA2-6EA2-33D8-030229EBFB6E}"/>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4803" name="Group 3"/>
          <p:cNvGrpSpPr>
            <a:grpSpLocks/>
          </p:cNvGrpSpPr>
          <p:nvPr/>
        </p:nvGrpSpPr>
        <p:grpSpPr bwMode="auto">
          <a:xfrm>
            <a:off x="7073900" y="215900"/>
            <a:ext cx="1878013" cy="1250950"/>
            <a:chOff x="4456" y="136"/>
            <a:chExt cx="1183" cy="788"/>
          </a:xfrm>
        </p:grpSpPr>
        <p:grpSp>
          <p:nvGrpSpPr>
            <p:cNvPr id="204871" name="Group 4"/>
            <p:cNvGrpSpPr>
              <a:grpSpLocks/>
            </p:cNvGrpSpPr>
            <p:nvPr/>
          </p:nvGrpSpPr>
          <p:grpSpPr bwMode="auto">
            <a:xfrm>
              <a:off x="4766" y="232"/>
              <a:ext cx="873" cy="692"/>
              <a:chOff x="2185" y="310"/>
              <a:chExt cx="873" cy="692"/>
            </a:xfrm>
          </p:grpSpPr>
          <p:sp>
            <p:nvSpPr>
              <p:cNvPr id="20488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4872" name="Group 12"/>
            <p:cNvGrpSpPr>
              <a:grpSpLocks/>
            </p:cNvGrpSpPr>
            <p:nvPr/>
          </p:nvGrpSpPr>
          <p:grpSpPr bwMode="auto">
            <a:xfrm>
              <a:off x="4949" y="336"/>
              <a:ext cx="591" cy="468"/>
              <a:chOff x="2185" y="310"/>
              <a:chExt cx="873" cy="692"/>
            </a:xfrm>
          </p:grpSpPr>
          <p:sp>
            <p:nvSpPr>
              <p:cNvPr id="20487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487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487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204804" name="Text Box 22"/>
          <p:cNvSpPr txBox="1">
            <a:spLocks noChangeArrowheads="1"/>
          </p:cNvSpPr>
          <p:nvPr/>
        </p:nvSpPr>
        <p:spPr bwMode="auto">
          <a:xfrm>
            <a:off x="1399945" y="3577581"/>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sp>
        <p:nvSpPr>
          <p:cNvPr id="204805"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480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480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480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4809" name="Group 27"/>
          <p:cNvGrpSpPr>
            <a:grpSpLocks/>
          </p:cNvGrpSpPr>
          <p:nvPr/>
        </p:nvGrpSpPr>
        <p:grpSpPr bwMode="auto">
          <a:xfrm>
            <a:off x="2843213" y="1106488"/>
            <a:ext cx="446087" cy="534987"/>
            <a:chOff x="868" y="1439"/>
            <a:chExt cx="811" cy="972"/>
          </a:xfrm>
        </p:grpSpPr>
        <p:sp>
          <p:nvSpPr>
            <p:cNvPr id="20482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4810" name="Group 79"/>
          <p:cNvGrpSpPr>
            <a:grpSpLocks/>
          </p:cNvGrpSpPr>
          <p:nvPr/>
        </p:nvGrpSpPr>
        <p:grpSpPr bwMode="auto">
          <a:xfrm rot="-223274">
            <a:off x="1517650" y="2805113"/>
            <a:ext cx="744538" cy="733425"/>
            <a:chOff x="2757" y="1666"/>
            <a:chExt cx="812" cy="800"/>
          </a:xfrm>
        </p:grpSpPr>
        <p:sp>
          <p:nvSpPr>
            <p:cNvPr id="20481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481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481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481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481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481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481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04812" name="Oval 87"/>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04813" name="Text Box 88"/>
          <p:cNvSpPr txBox="1">
            <a:spLocks noChangeArrowheads="1"/>
          </p:cNvSpPr>
          <p:nvPr/>
        </p:nvSpPr>
        <p:spPr bwMode="auto">
          <a:xfrm>
            <a:off x="3106134" y="3538290"/>
            <a:ext cx="2184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Couronnes</a:t>
            </a:r>
          </a:p>
        </p:txBody>
      </p:sp>
      <p:grpSp>
        <p:nvGrpSpPr>
          <p:cNvPr id="2" name="Group 79">
            <a:extLst>
              <a:ext uri="{FF2B5EF4-FFF2-40B4-BE49-F238E27FC236}">
                <a16:creationId xmlns:a16="http://schemas.microsoft.com/office/drawing/2014/main" id="{873A8B9F-C322-C650-EFF8-6D23146B426A}"/>
              </a:ext>
            </a:extLst>
          </p:cNvPr>
          <p:cNvGrpSpPr>
            <a:grpSpLocks/>
          </p:cNvGrpSpPr>
          <p:nvPr/>
        </p:nvGrpSpPr>
        <p:grpSpPr bwMode="auto">
          <a:xfrm rot="-223274">
            <a:off x="1581058" y="2581495"/>
            <a:ext cx="744538" cy="733425"/>
            <a:chOff x="2757" y="1666"/>
            <a:chExt cx="812" cy="800"/>
          </a:xfrm>
        </p:grpSpPr>
        <p:sp>
          <p:nvSpPr>
            <p:cNvPr id="3" name="Freeform 80">
              <a:extLst>
                <a:ext uri="{FF2B5EF4-FFF2-40B4-BE49-F238E27FC236}">
                  <a16:creationId xmlns:a16="http://schemas.microsoft.com/office/drawing/2014/main" id="{DF123FAE-8FFE-7C73-3D73-5C28B59D32CF}"/>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7E84E24F-C337-11DA-DF68-EC3034D71A2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30C88D40-C58D-742A-258A-D505FD8B10F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2573E788-C914-E670-1E35-E3E3933972EE}"/>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52999926-8B62-5B37-70A3-8EBE7FD8C416}"/>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BE9FC38D-8E3D-59DF-E36F-6B5B8A63E38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 name="Oval 87">
            <a:extLst>
              <a:ext uri="{FF2B5EF4-FFF2-40B4-BE49-F238E27FC236}">
                <a16:creationId xmlns:a16="http://schemas.microsoft.com/office/drawing/2014/main" id="{275D2460-132F-9303-301F-B8C9503DA568}"/>
              </a:ext>
            </a:extLst>
          </p:cNvPr>
          <p:cNvSpPr>
            <a:spLocks noChangeArrowheads="1"/>
          </p:cNvSpPr>
          <p:nvPr/>
        </p:nvSpPr>
        <p:spPr bwMode="auto">
          <a:xfrm rot="-5400000">
            <a:off x="4236112" y="299992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5827" name="Group 3"/>
          <p:cNvGrpSpPr>
            <a:grpSpLocks/>
          </p:cNvGrpSpPr>
          <p:nvPr/>
        </p:nvGrpSpPr>
        <p:grpSpPr bwMode="auto">
          <a:xfrm>
            <a:off x="7073900" y="215900"/>
            <a:ext cx="1878013" cy="1250950"/>
            <a:chOff x="4456" y="136"/>
            <a:chExt cx="1183" cy="788"/>
          </a:xfrm>
        </p:grpSpPr>
        <p:grpSp>
          <p:nvGrpSpPr>
            <p:cNvPr id="205893" name="Group 4"/>
            <p:cNvGrpSpPr>
              <a:grpSpLocks/>
            </p:cNvGrpSpPr>
            <p:nvPr/>
          </p:nvGrpSpPr>
          <p:grpSpPr bwMode="auto">
            <a:xfrm>
              <a:off x="4766" y="232"/>
              <a:ext cx="873" cy="692"/>
              <a:chOff x="2185" y="310"/>
              <a:chExt cx="873" cy="692"/>
            </a:xfrm>
          </p:grpSpPr>
          <p:sp>
            <p:nvSpPr>
              <p:cNvPr id="20590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1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5894" name="Group 12"/>
            <p:cNvGrpSpPr>
              <a:grpSpLocks/>
            </p:cNvGrpSpPr>
            <p:nvPr/>
          </p:nvGrpSpPr>
          <p:grpSpPr bwMode="auto">
            <a:xfrm>
              <a:off x="4949" y="336"/>
              <a:ext cx="591" cy="468"/>
              <a:chOff x="2185" y="310"/>
              <a:chExt cx="873" cy="692"/>
            </a:xfrm>
          </p:grpSpPr>
          <p:sp>
            <p:nvSpPr>
              <p:cNvPr id="20589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589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89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205828" name="Text Box 22"/>
          <p:cNvSpPr txBox="1">
            <a:spLocks noChangeArrowheads="1"/>
          </p:cNvSpPr>
          <p:nvPr/>
        </p:nvSpPr>
        <p:spPr bwMode="auto">
          <a:xfrm>
            <a:off x="1758720"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R4</a:t>
            </a:r>
          </a:p>
        </p:txBody>
      </p:sp>
      <p:sp>
        <p:nvSpPr>
          <p:cNvPr id="205829" name="Rectangle 25"/>
          <p:cNvSpPr>
            <a:spLocks noGrp="1" noChangeArrowheads="1"/>
          </p:cNvSpPr>
          <p:nvPr>
            <p:ph type="title"/>
          </p:nvPr>
        </p:nvSpPr>
        <p:spPr>
          <a:xfrm>
            <a:off x="1381125" y="0"/>
            <a:ext cx="5516563" cy="647700"/>
          </a:xfrm>
        </p:spPr>
        <p:txBody>
          <a:bodyPr/>
          <a:lstStyle/>
          <a:p>
            <a:pPr eaLnBrk="1" hangingPunct="1"/>
            <a:r>
              <a:rPr lang="fr-FR" altLang="fr-FR"/>
              <a:t>Sem. 4 - Jeudi (St André)</a:t>
            </a:r>
          </a:p>
        </p:txBody>
      </p:sp>
      <p:sp>
        <p:nvSpPr>
          <p:cNvPr id="205830"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5831"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5832"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5833" name="Group 29"/>
          <p:cNvGrpSpPr>
            <a:grpSpLocks/>
          </p:cNvGrpSpPr>
          <p:nvPr/>
        </p:nvGrpSpPr>
        <p:grpSpPr bwMode="auto">
          <a:xfrm>
            <a:off x="2843213" y="1106488"/>
            <a:ext cx="446087" cy="534987"/>
            <a:chOff x="868" y="1439"/>
            <a:chExt cx="811" cy="972"/>
          </a:xfrm>
        </p:grpSpPr>
        <p:sp>
          <p:nvSpPr>
            <p:cNvPr id="205842"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3"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4"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5"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6"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7"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8"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9"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0"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1"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2"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3"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4"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5"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6"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7"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8"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9"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0"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1"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2"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3"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4"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5"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6"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7"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8"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9"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0"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1"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2"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3"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4"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5"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6"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7"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8"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9"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0"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1"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2"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3"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4"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5"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6"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7"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8"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9"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0"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1"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2"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5834" name="Group 81"/>
          <p:cNvGrpSpPr>
            <a:grpSpLocks/>
          </p:cNvGrpSpPr>
          <p:nvPr/>
        </p:nvGrpSpPr>
        <p:grpSpPr bwMode="auto">
          <a:xfrm rot="-223274">
            <a:off x="1895475" y="2820988"/>
            <a:ext cx="744538" cy="733425"/>
            <a:chOff x="2757" y="1666"/>
            <a:chExt cx="812" cy="800"/>
          </a:xfrm>
        </p:grpSpPr>
        <p:sp>
          <p:nvSpPr>
            <p:cNvPr id="205836"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5837"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5838"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5839"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5840"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5841"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5835" name="Text Box 117"/>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81">
            <a:extLst>
              <a:ext uri="{FF2B5EF4-FFF2-40B4-BE49-F238E27FC236}">
                <a16:creationId xmlns:a16="http://schemas.microsoft.com/office/drawing/2014/main" id="{E6F46D86-0DBB-BBDC-76CA-FF53333E51C7}"/>
              </a:ext>
            </a:extLst>
          </p:cNvPr>
          <p:cNvGrpSpPr>
            <a:grpSpLocks/>
          </p:cNvGrpSpPr>
          <p:nvPr/>
        </p:nvGrpSpPr>
        <p:grpSpPr bwMode="auto">
          <a:xfrm rot="-223274">
            <a:off x="2044152" y="2627314"/>
            <a:ext cx="744538" cy="733425"/>
            <a:chOff x="2757" y="1666"/>
            <a:chExt cx="812" cy="800"/>
          </a:xfrm>
        </p:grpSpPr>
        <p:sp>
          <p:nvSpPr>
            <p:cNvPr id="3" name="Freeform 82">
              <a:extLst>
                <a:ext uri="{FF2B5EF4-FFF2-40B4-BE49-F238E27FC236}">
                  <a16:creationId xmlns:a16="http://schemas.microsoft.com/office/drawing/2014/main" id="{74AA1D97-6AE1-1DEE-C62A-ADC72E534174}"/>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3">
              <a:extLst>
                <a:ext uri="{FF2B5EF4-FFF2-40B4-BE49-F238E27FC236}">
                  <a16:creationId xmlns:a16="http://schemas.microsoft.com/office/drawing/2014/main" id="{6B0953CA-F1A8-A899-C2E7-0A28E99FF2D9}"/>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4">
              <a:extLst>
                <a:ext uri="{FF2B5EF4-FFF2-40B4-BE49-F238E27FC236}">
                  <a16:creationId xmlns:a16="http://schemas.microsoft.com/office/drawing/2014/main" id="{A61C1319-6D25-655E-B28A-8BE7B6D39F0E}"/>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5">
              <a:extLst>
                <a:ext uri="{FF2B5EF4-FFF2-40B4-BE49-F238E27FC236}">
                  <a16:creationId xmlns:a16="http://schemas.microsoft.com/office/drawing/2014/main" id="{0366A36C-51B8-D895-8399-19F249AF5847}"/>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6">
              <a:extLst>
                <a:ext uri="{FF2B5EF4-FFF2-40B4-BE49-F238E27FC236}">
                  <a16:creationId xmlns:a16="http://schemas.microsoft.com/office/drawing/2014/main" id="{F7AEE51A-46A9-AE6F-10F5-2D40761426E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7">
              <a:extLst>
                <a:ext uri="{FF2B5EF4-FFF2-40B4-BE49-F238E27FC236}">
                  <a16:creationId xmlns:a16="http://schemas.microsoft.com/office/drawing/2014/main" id="{8DDD4C11-E04D-8269-C0BE-AB5A7D9F0C55}"/>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1">
            <a:extLst>
              <a:ext uri="{FF2B5EF4-FFF2-40B4-BE49-F238E27FC236}">
                <a16:creationId xmlns:a16="http://schemas.microsoft.com/office/drawing/2014/main" id="{F5F544B5-B2AA-9D4D-7451-5772C9A9E993}"/>
              </a:ext>
            </a:extLst>
          </p:cNvPr>
          <p:cNvGrpSpPr>
            <a:grpSpLocks/>
          </p:cNvGrpSpPr>
          <p:nvPr/>
        </p:nvGrpSpPr>
        <p:grpSpPr bwMode="auto">
          <a:xfrm rot="-223274">
            <a:off x="2086041" y="2398347"/>
            <a:ext cx="744538" cy="733425"/>
            <a:chOff x="2757" y="1666"/>
            <a:chExt cx="812" cy="800"/>
          </a:xfrm>
        </p:grpSpPr>
        <p:sp>
          <p:nvSpPr>
            <p:cNvPr id="10" name="Freeform 82">
              <a:extLst>
                <a:ext uri="{FF2B5EF4-FFF2-40B4-BE49-F238E27FC236}">
                  <a16:creationId xmlns:a16="http://schemas.microsoft.com/office/drawing/2014/main" id="{E2EB9163-BD11-DCD6-F5E1-A1FCFD429CE8}"/>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3">
              <a:extLst>
                <a:ext uri="{FF2B5EF4-FFF2-40B4-BE49-F238E27FC236}">
                  <a16:creationId xmlns:a16="http://schemas.microsoft.com/office/drawing/2014/main" id="{E1014E08-F52E-FA0A-ADFC-43CE9CE74D72}"/>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4">
              <a:extLst>
                <a:ext uri="{FF2B5EF4-FFF2-40B4-BE49-F238E27FC236}">
                  <a16:creationId xmlns:a16="http://schemas.microsoft.com/office/drawing/2014/main" id="{79E4B983-91E2-ECE4-942A-1B7212420005}"/>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5">
              <a:extLst>
                <a:ext uri="{FF2B5EF4-FFF2-40B4-BE49-F238E27FC236}">
                  <a16:creationId xmlns:a16="http://schemas.microsoft.com/office/drawing/2014/main" id="{ADB363BF-A291-0AF7-89F2-83F095C55F50}"/>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6">
              <a:extLst>
                <a:ext uri="{FF2B5EF4-FFF2-40B4-BE49-F238E27FC236}">
                  <a16:creationId xmlns:a16="http://schemas.microsoft.com/office/drawing/2014/main" id="{C6730717-50A6-E812-AA33-CC641DCF82A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87">
              <a:extLst>
                <a:ext uri="{FF2B5EF4-FFF2-40B4-BE49-F238E27FC236}">
                  <a16:creationId xmlns:a16="http://schemas.microsoft.com/office/drawing/2014/main" id="{56136CCA-B51E-03A7-6041-047618A680CB}"/>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6851" name="Group 3"/>
          <p:cNvGrpSpPr>
            <a:grpSpLocks/>
          </p:cNvGrpSpPr>
          <p:nvPr/>
        </p:nvGrpSpPr>
        <p:grpSpPr bwMode="auto">
          <a:xfrm>
            <a:off x="7073900" y="215900"/>
            <a:ext cx="1878013" cy="1250950"/>
            <a:chOff x="4456" y="136"/>
            <a:chExt cx="1183" cy="788"/>
          </a:xfrm>
        </p:grpSpPr>
        <p:grpSp>
          <p:nvGrpSpPr>
            <p:cNvPr id="206917" name="Group 4"/>
            <p:cNvGrpSpPr>
              <a:grpSpLocks/>
            </p:cNvGrpSpPr>
            <p:nvPr/>
          </p:nvGrpSpPr>
          <p:grpSpPr bwMode="auto">
            <a:xfrm>
              <a:off x="4766" y="232"/>
              <a:ext cx="873" cy="692"/>
              <a:chOff x="2185" y="310"/>
              <a:chExt cx="873" cy="692"/>
            </a:xfrm>
          </p:grpSpPr>
          <p:sp>
            <p:nvSpPr>
              <p:cNvPr id="20692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6918" name="Group 12"/>
            <p:cNvGrpSpPr>
              <a:grpSpLocks/>
            </p:cNvGrpSpPr>
            <p:nvPr/>
          </p:nvGrpSpPr>
          <p:grpSpPr bwMode="auto">
            <a:xfrm>
              <a:off x="4949" y="336"/>
              <a:ext cx="591" cy="468"/>
              <a:chOff x="2185" y="310"/>
              <a:chExt cx="873" cy="692"/>
            </a:xfrm>
          </p:grpSpPr>
          <p:sp>
            <p:nvSpPr>
              <p:cNvPr id="20692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691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692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206852" name="Text Box 22"/>
          <p:cNvSpPr txBox="1">
            <a:spLocks noChangeArrowheads="1"/>
          </p:cNvSpPr>
          <p:nvPr/>
        </p:nvSpPr>
        <p:spPr bwMode="auto">
          <a:xfrm>
            <a:off x="17700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206853"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685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685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685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6857" name="Group 27"/>
          <p:cNvGrpSpPr>
            <a:grpSpLocks/>
          </p:cNvGrpSpPr>
          <p:nvPr/>
        </p:nvGrpSpPr>
        <p:grpSpPr bwMode="auto">
          <a:xfrm>
            <a:off x="2843213" y="1106488"/>
            <a:ext cx="446087" cy="534987"/>
            <a:chOff x="868" y="1439"/>
            <a:chExt cx="811" cy="972"/>
          </a:xfrm>
        </p:grpSpPr>
        <p:sp>
          <p:nvSpPr>
            <p:cNvPr id="20686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6858" name="Group 79"/>
          <p:cNvGrpSpPr>
            <a:grpSpLocks/>
          </p:cNvGrpSpPr>
          <p:nvPr/>
        </p:nvGrpSpPr>
        <p:grpSpPr bwMode="auto">
          <a:xfrm rot="-223274">
            <a:off x="1903413" y="2820988"/>
            <a:ext cx="744537" cy="733425"/>
            <a:chOff x="2757" y="1666"/>
            <a:chExt cx="812" cy="800"/>
          </a:xfrm>
        </p:grpSpPr>
        <p:sp>
          <p:nvSpPr>
            <p:cNvPr id="20686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686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686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686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686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686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6859"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7875" name="Group 3"/>
          <p:cNvGrpSpPr>
            <a:grpSpLocks/>
          </p:cNvGrpSpPr>
          <p:nvPr/>
        </p:nvGrpSpPr>
        <p:grpSpPr bwMode="auto">
          <a:xfrm>
            <a:off x="7073900" y="215900"/>
            <a:ext cx="1878013" cy="1250950"/>
            <a:chOff x="4456" y="136"/>
            <a:chExt cx="1183" cy="788"/>
          </a:xfrm>
        </p:grpSpPr>
        <p:grpSp>
          <p:nvGrpSpPr>
            <p:cNvPr id="207941" name="Group 4"/>
            <p:cNvGrpSpPr>
              <a:grpSpLocks/>
            </p:cNvGrpSpPr>
            <p:nvPr/>
          </p:nvGrpSpPr>
          <p:grpSpPr bwMode="auto">
            <a:xfrm>
              <a:off x="4766" y="232"/>
              <a:ext cx="873" cy="692"/>
              <a:chOff x="2185" y="310"/>
              <a:chExt cx="873" cy="692"/>
            </a:xfrm>
          </p:grpSpPr>
          <p:sp>
            <p:nvSpPr>
              <p:cNvPr id="20795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7942" name="Group 12"/>
            <p:cNvGrpSpPr>
              <a:grpSpLocks/>
            </p:cNvGrpSpPr>
            <p:nvPr/>
          </p:nvGrpSpPr>
          <p:grpSpPr bwMode="auto">
            <a:xfrm>
              <a:off x="4949" y="336"/>
              <a:ext cx="591" cy="468"/>
              <a:chOff x="2185" y="310"/>
              <a:chExt cx="873" cy="692"/>
            </a:xfrm>
          </p:grpSpPr>
          <p:sp>
            <p:nvSpPr>
              <p:cNvPr id="20794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794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794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207876" name="Text Box 22"/>
          <p:cNvSpPr txBox="1">
            <a:spLocks noChangeArrowheads="1"/>
          </p:cNvSpPr>
          <p:nvPr/>
        </p:nvSpPr>
        <p:spPr bwMode="auto">
          <a:xfrm>
            <a:off x="1784120"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207877"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787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787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788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7881" name="Group 27"/>
          <p:cNvGrpSpPr>
            <a:grpSpLocks/>
          </p:cNvGrpSpPr>
          <p:nvPr/>
        </p:nvGrpSpPr>
        <p:grpSpPr bwMode="auto">
          <a:xfrm>
            <a:off x="2843213" y="1106488"/>
            <a:ext cx="446087" cy="534987"/>
            <a:chOff x="868" y="1439"/>
            <a:chExt cx="811" cy="972"/>
          </a:xfrm>
        </p:grpSpPr>
        <p:sp>
          <p:nvSpPr>
            <p:cNvPr id="20789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7882" name="Group 79"/>
          <p:cNvGrpSpPr>
            <a:grpSpLocks/>
          </p:cNvGrpSpPr>
          <p:nvPr/>
        </p:nvGrpSpPr>
        <p:grpSpPr bwMode="auto">
          <a:xfrm rot="-223274">
            <a:off x="1920875" y="2820988"/>
            <a:ext cx="744538" cy="733425"/>
            <a:chOff x="2757" y="1666"/>
            <a:chExt cx="812" cy="800"/>
          </a:xfrm>
        </p:grpSpPr>
        <p:sp>
          <p:nvSpPr>
            <p:cNvPr id="20788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788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788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788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788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788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788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79">
            <a:extLst>
              <a:ext uri="{FF2B5EF4-FFF2-40B4-BE49-F238E27FC236}">
                <a16:creationId xmlns:a16="http://schemas.microsoft.com/office/drawing/2014/main" id="{24E0B21D-F309-F18D-A150-79B16185259E}"/>
              </a:ext>
            </a:extLst>
          </p:cNvPr>
          <p:cNvGrpSpPr>
            <a:grpSpLocks/>
          </p:cNvGrpSpPr>
          <p:nvPr/>
        </p:nvGrpSpPr>
        <p:grpSpPr bwMode="auto">
          <a:xfrm rot="-223274">
            <a:off x="2016041" y="2584230"/>
            <a:ext cx="744537" cy="733425"/>
            <a:chOff x="2757" y="1666"/>
            <a:chExt cx="812" cy="800"/>
          </a:xfrm>
        </p:grpSpPr>
        <p:sp>
          <p:nvSpPr>
            <p:cNvPr id="3" name="Freeform 80">
              <a:extLst>
                <a:ext uri="{FF2B5EF4-FFF2-40B4-BE49-F238E27FC236}">
                  <a16:creationId xmlns:a16="http://schemas.microsoft.com/office/drawing/2014/main" id="{B3664D38-AF73-49A2-8639-917EAB17B5A9}"/>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B9D2BC2F-5377-B7E7-6F23-DD16D2AE499C}"/>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2A2B8B4B-66EE-89E6-7A83-290442D3CC1D}"/>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653BF90D-8D5A-CCF4-3F1D-99B6A283AA7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195C9E1E-2473-A39A-A0CB-B8898296B42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74E288B7-F269-6E3D-54C2-6FF1BDF93E3A}"/>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8899" name="Group 3"/>
          <p:cNvGrpSpPr>
            <a:grpSpLocks/>
          </p:cNvGrpSpPr>
          <p:nvPr/>
        </p:nvGrpSpPr>
        <p:grpSpPr bwMode="auto">
          <a:xfrm>
            <a:off x="7073900" y="215900"/>
            <a:ext cx="1878013" cy="1250950"/>
            <a:chOff x="4456" y="136"/>
            <a:chExt cx="1183" cy="788"/>
          </a:xfrm>
        </p:grpSpPr>
        <p:grpSp>
          <p:nvGrpSpPr>
            <p:cNvPr id="208967" name="Group 4"/>
            <p:cNvGrpSpPr>
              <a:grpSpLocks/>
            </p:cNvGrpSpPr>
            <p:nvPr/>
          </p:nvGrpSpPr>
          <p:grpSpPr bwMode="auto">
            <a:xfrm>
              <a:off x="4766" y="232"/>
              <a:ext cx="873" cy="692"/>
              <a:chOff x="2185" y="310"/>
              <a:chExt cx="873" cy="692"/>
            </a:xfrm>
          </p:grpSpPr>
          <p:sp>
            <p:nvSpPr>
              <p:cNvPr id="20897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8968" name="Group 12"/>
            <p:cNvGrpSpPr>
              <a:grpSpLocks/>
            </p:cNvGrpSpPr>
            <p:nvPr/>
          </p:nvGrpSpPr>
          <p:grpSpPr bwMode="auto">
            <a:xfrm>
              <a:off x="4949" y="336"/>
              <a:ext cx="591" cy="468"/>
              <a:chOff x="2185" y="310"/>
              <a:chExt cx="873" cy="692"/>
            </a:xfrm>
          </p:grpSpPr>
          <p:sp>
            <p:nvSpPr>
              <p:cNvPr id="20897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896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897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208900" name="Text Box 22"/>
          <p:cNvSpPr txBox="1">
            <a:spLocks noChangeArrowheads="1"/>
          </p:cNvSpPr>
          <p:nvPr/>
        </p:nvSpPr>
        <p:spPr bwMode="auto">
          <a:xfrm>
            <a:off x="1388833"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sp>
        <p:nvSpPr>
          <p:cNvPr id="208901"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890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890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890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8905" name="Group 27"/>
          <p:cNvGrpSpPr>
            <a:grpSpLocks/>
          </p:cNvGrpSpPr>
          <p:nvPr/>
        </p:nvGrpSpPr>
        <p:grpSpPr bwMode="auto">
          <a:xfrm>
            <a:off x="2843213" y="1106488"/>
            <a:ext cx="446087" cy="534987"/>
            <a:chOff x="868" y="1439"/>
            <a:chExt cx="811" cy="972"/>
          </a:xfrm>
        </p:grpSpPr>
        <p:sp>
          <p:nvSpPr>
            <p:cNvPr id="20891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8906" name="Group 79"/>
          <p:cNvGrpSpPr>
            <a:grpSpLocks/>
          </p:cNvGrpSpPr>
          <p:nvPr/>
        </p:nvGrpSpPr>
        <p:grpSpPr bwMode="auto">
          <a:xfrm rot="-223274">
            <a:off x="1525588" y="2820988"/>
            <a:ext cx="744537" cy="733425"/>
            <a:chOff x="2757" y="1666"/>
            <a:chExt cx="812" cy="800"/>
          </a:xfrm>
        </p:grpSpPr>
        <p:sp>
          <p:nvSpPr>
            <p:cNvPr id="20891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891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891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891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891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891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8907"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08908" name="Oval 87"/>
          <p:cNvSpPr>
            <a:spLocks noChangeArrowheads="1"/>
          </p:cNvSpPr>
          <p:nvPr/>
        </p:nvSpPr>
        <p:spPr bwMode="auto">
          <a:xfrm rot="-5400000">
            <a:off x="3925094" y="30059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08909" name="Text Box 88"/>
          <p:cNvSpPr txBox="1">
            <a:spLocks noChangeArrowheads="1"/>
          </p:cNvSpPr>
          <p:nvPr/>
        </p:nvSpPr>
        <p:spPr bwMode="auto">
          <a:xfrm>
            <a:off x="2783682" y="3569928"/>
            <a:ext cx="29321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Couronnes</a:t>
            </a:r>
          </a:p>
        </p:txBody>
      </p:sp>
      <p:grpSp>
        <p:nvGrpSpPr>
          <p:cNvPr id="2" name="Group 79">
            <a:extLst>
              <a:ext uri="{FF2B5EF4-FFF2-40B4-BE49-F238E27FC236}">
                <a16:creationId xmlns:a16="http://schemas.microsoft.com/office/drawing/2014/main" id="{16F31B63-386A-78A9-211B-312D29C5FB0E}"/>
              </a:ext>
            </a:extLst>
          </p:cNvPr>
          <p:cNvGrpSpPr>
            <a:grpSpLocks/>
          </p:cNvGrpSpPr>
          <p:nvPr/>
        </p:nvGrpSpPr>
        <p:grpSpPr bwMode="auto">
          <a:xfrm rot="-223274">
            <a:off x="1671806" y="2627313"/>
            <a:ext cx="744537" cy="733425"/>
            <a:chOff x="2757" y="1666"/>
            <a:chExt cx="812" cy="800"/>
          </a:xfrm>
        </p:grpSpPr>
        <p:sp>
          <p:nvSpPr>
            <p:cNvPr id="3" name="Freeform 80">
              <a:extLst>
                <a:ext uri="{FF2B5EF4-FFF2-40B4-BE49-F238E27FC236}">
                  <a16:creationId xmlns:a16="http://schemas.microsoft.com/office/drawing/2014/main" id="{2C8B53F7-AF5A-9CF9-14D2-77776A6D3C64}"/>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1">
              <a:extLst>
                <a:ext uri="{FF2B5EF4-FFF2-40B4-BE49-F238E27FC236}">
                  <a16:creationId xmlns:a16="http://schemas.microsoft.com/office/drawing/2014/main" id="{4D0C4D4C-3B42-0BD9-CCDB-2ADFE4635351}"/>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2">
              <a:extLst>
                <a:ext uri="{FF2B5EF4-FFF2-40B4-BE49-F238E27FC236}">
                  <a16:creationId xmlns:a16="http://schemas.microsoft.com/office/drawing/2014/main" id="{460E462E-0BE8-0BD2-ABB1-798898C82938}"/>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3">
              <a:extLst>
                <a:ext uri="{FF2B5EF4-FFF2-40B4-BE49-F238E27FC236}">
                  <a16:creationId xmlns:a16="http://schemas.microsoft.com/office/drawing/2014/main" id="{B777709A-152B-5CB4-C5B3-36E0345FF5F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4">
              <a:extLst>
                <a:ext uri="{FF2B5EF4-FFF2-40B4-BE49-F238E27FC236}">
                  <a16:creationId xmlns:a16="http://schemas.microsoft.com/office/drawing/2014/main" id="{B53A26BD-AA90-4C81-740A-F9F2F84629FC}"/>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85">
              <a:extLst>
                <a:ext uri="{FF2B5EF4-FFF2-40B4-BE49-F238E27FC236}">
                  <a16:creationId xmlns:a16="http://schemas.microsoft.com/office/drawing/2014/main" id="{3D9814A6-C2DE-99D7-EC20-4F827085FF9C}"/>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 name="Oval 87">
            <a:extLst>
              <a:ext uri="{FF2B5EF4-FFF2-40B4-BE49-F238E27FC236}">
                <a16:creationId xmlns:a16="http://schemas.microsoft.com/office/drawing/2014/main" id="{2D7AE55E-A89F-5F3E-99E4-6964024CB4B9}"/>
              </a:ext>
            </a:extLst>
          </p:cNvPr>
          <p:cNvSpPr>
            <a:spLocks noChangeArrowheads="1"/>
          </p:cNvSpPr>
          <p:nvPr/>
        </p:nvSpPr>
        <p:spPr bwMode="auto">
          <a:xfrm rot="-5400000">
            <a:off x="4320178" y="2987227"/>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9923" name="Group 3"/>
          <p:cNvGrpSpPr>
            <a:grpSpLocks/>
          </p:cNvGrpSpPr>
          <p:nvPr/>
        </p:nvGrpSpPr>
        <p:grpSpPr bwMode="auto">
          <a:xfrm>
            <a:off x="7073900" y="215900"/>
            <a:ext cx="1878013" cy="1250950"/>
            <a:chOff x="4456" y="136"/>
            <a:chExt cx="1183" cy="788"/>
          </a:xfrm>
        </p:grpSpPr>
        <p:grpSp>
          <p:nvGrpSpPr>
            <p:cNvPr id="209989" name="Group 4"/>
            <p:cNvGrpSpPr>
              <a:grpSpLocks/>
            </p:cNvGrpSpPr>
            <p:nvPr/>
          </p:nvGrpSpPr>
          <p:grpSpPr bwMode="auto">
            <a:xfrm>
              <a:off x="4766" y="232"/>
              <a:ext cx="873" cy="692"/>
              <a:chOff x="2185" y="310"/>
              <a:chExt cx="873" cy="692"/>
            </a:xfrm>
          </p:grpSpPr>
          <p:sp>
            <p:nvSpPr>
              <p:cNvPr id="21000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9990" name="Group 12"/>
            <p:cNvGrpSpPr>
              <a:grpSpLocks/>
            </p:cNvGrpSpPr>
            <p:nvPr/>
          </p:nvGrpSpPr>
          <p:grpSpPr bwMode="auto">
            <a:xfrm>
              <a:off x="4949" y="336"/>
              <a:ext cx="591" cy="468"/>
              <a:chOff x="2185" y="310"/>
              <a:chExt cx="873" cy="692"/>
            </a:xfrm>
          </p:grpSpPr>
          <p:sp>
            <p:nvSpPr>
              <p:cNvPr id="20999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999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999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209925"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992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992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992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9929" name="Group 27"/>
          <p:cNvGrpSpPr>
            <a:grpSpLocks/>
          </p:cNvGrpSpPr>
          <p:nvPr/>
        </p:nvGrpSpPr>
        <p:grpSpPr bwMode="auto">
          <a:xfrm>
            <a:off x="2843213" y="1106488"/>
            <a:ext cx="446087" cy="534987"/>
            <a:chOff x="868" y="1439"/>
            <a:chExt cx="811" cy="972"/>
          </a:xfrm>
        </p:grpSpPr>
        <p:sp>
          <p:nvSpPr>
            <p:cNvPr id="20993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3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20993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0947" name="Group 3"/>
          <p:cNvGrpSpPr>
            <a:grpSpLocks/>
          </p:cNvGrpSpPr>
          <p:nvPr/>
        </p:nvGrpSpPr>
        <p:grpSpPr bwMode="auto">
          <a:xfrm>
            <a:off x="7073900" y="215900"/>
            <a:ext cx="1878013" cy="1250950"/>
            <a:chOff x="4456" y="136"/>
            <a:chExt cx="1183" cy="788"/>
          </a:xfrm>
        </p:grpSpPr>
        <p:grpSp>
          <p:nvGrpSpPr>
            <p:cNvPr id="211015" name="Group 4"/>
            <p:cNvGrpSpPr>
              <a:grpSpLocks/>
            </p:cNvGrpSpPr>
            <p:nvPr/>
          </p:nvGrpSpPr>
          <p:grpSpPr bwMode="auto">
            <a:xfrm>
              <a:off x="4766" y="232"/>
              <a:ext cx="873" cy="692"/>
              <a:chOff x="2185" y="310"/>
              <a:chExt cx="873" cy="692"/>
            </a:xfrm>
          </p:grpSpPr>
          <p:sp>
            <p:nvSpPr>
              <p:cNvPr id="21102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1016" name="Group 12"/>
            <p:cNvGrpSpPr>
              <a:grpSpLocks/>
            </p:cNvGrpSpPr>
            <p:nvPr/>
          </p:nvGrpSpPr>
          <p:grpSpPr bwMode="auto">
            <a:xfrm>
              <a:off x="4949" y="336"/>
              <a:ext cx="591" cy="468"/>
              <a:chOff x="2185" y="310"/>
              <a:chExt cx="873" cy="692"/>
            </a:xfrm>
          </p:grpSpPr>
          <p:sp>
            <p:nvSpPr>
              <p:cNvPr id="21101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101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101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210948" name="Text Box 22"/>
          <p:cNvSpPr txBox="1">
            <a:spLocks noChangeArrowheads="1"/>
          </p:cNvSpPr>
          <p:nvPr/>
        </p:nvSpPr>
        <p:spPr bwMode="auto">
          <a:xfrm>
            <a:off x="1388833"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210949"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095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1095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095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0953" name="Group 27"/>
          <p:cNvGrpSpPr>
            <a:grpSpLocks/>
          </p:cNvGrpSpPr>
          <p:nvPr/>
        </p:nvGrpSpPr>
        <p:grpSpPr bwMode="auto">
          <a:xfrm>
            <a:off x="2843213" y="1106488"/>
            <a:ext cx="446087" cy="534987"/>
            <a:chOff x="868" y="1439"/>
            <a:chExt cx="811" cy="972"/>
          </a:xfrm>
        </p:grpSpPr>
        <p:sp>
          <p:nvSpPr>
            <p:cNvPr id="21096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0954" name="Group 79"/>
          <p:cNvGrpSpPr>
            <a:grpSpLocks/>
          </p:cNvGrpSpPr>
          <p:nvPr/>
        </p:nvGrpSpPr>
        <p:grpSpPr bwMode="auto">
          <a:xfrm rot="-223274">
            <a:off x="1525588" y="2820988"/>
            <a:ext cx="744537" cy="733425"/>
            <a:chOff x="2757" y="1666"/>
            <a:chExt cx="812" cy="800"/>
          </a:xfrm>
        </p:grpSpPr>
        <p:sp>
          <p:nvSpPr>
            <p:cNvPr id="21095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095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1096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1096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096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1096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1095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10956" name="Oval 87"/>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0957" name="Text Box 88"/>
          <p:cNvSpPr txBox="1">
            <a:spLocks noChangeArrowheads="1"/>
          </p:cNvSpPr>
          <p:nvPr/>
        </p:nvSpPr>
        <p:spPr bwMode="auto">
          <a:xfrm>
            <a:off x="2938463" y="3559175"/>
            <a:ext cx="228123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Couronnes</a:t>
            </a:r>
          </a:p>
        </p:txBody>
      </p:sp>
      <p:sp>
        <p:nvSpPr>
          <p:cNvPr id="2" name="Oval 87">
            <a:extLst>
              <a:ext uri="{FF2B5EF4-FFF2-40B4-BE49-F238E27FC236}">
                <a16:creationId xmlns:a16="http://schemas.microsoft.com/office/drawing/2014/main" id="{38673871-496A-FABA-5D36-A949D2FA7C40}"/>
              </a:ext>
            </a:extLst>
          </p:cNvPr>
          <p:cNvSpPr>
            <a:spLocks noChangeArrowheads="1"/>
          </p:cNvSpPr>
          <p:nvPr/>
        </p:nvSpPr>
        <p:spPr bwMode="auto">
          <a:xfrm rot="-5400000">
            <a:off x="4197467" y="2996117"/>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 name="Group 79">
            <a:extLst>
              <a:ext uri="{FF2B5EF4-FFF2-40B4-BE49-F238E27FC236}">
                <a16:creationId xmlns:a16="http://schemas.microsoft.com/office/drawing/2014/main" id="{311E4332-E6BD-15F4-9787-7DAB4C33F160}"/>
              </a:ext>
            </a:extLst>
          </p:cNvPr>
          <p:cNvGrpSpPr>
            <a:grpSpLocks/>
          </p:cNvGrpSpPr>
          <p:nvPr/>
        </p:nvGrpSpPr>
        <p:grpSpPr bwMode="auto">
          <a:xfrm rot="-223274">
            <a:off x="1512795" y="2548362"/>
            <a:ext cx="744537" cy="733425"/>
            <a:chOff x="2757" y="1666"/>
            <a:chExt cx="812" cy="800"/>
          </a:xfrm>
        </p:grpSpPr>
        <p:sp>
          <p:nvSpPr>
            <p:cNvPr id="4" name="Freeform 80">
              <a:extLst>
                <a:ext uri="{FF2B5EF4-FFF2-40B4-BE49-F238E27FC236}">
                  <a16:creationId xmlns:a16="http://schemas.microsoft.com/office/drawing/2014/main" id="{BA7FC06F-1BD8-732B-8F6E-9D85E95DCB1D}"/>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 name="Freeform 81">
              <a:extLst>
                <a:ext uri="{FF2B5EF4-FFF2-40B4-BE49-F238E27FC236}">
                  <a16:creationId xmlns:a16="http://schemas.microsoft.com/office/drawing/2014/main" id="{4FBA4DB0-18D1-C201-FE79-266483A9B37E}"/>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 name="Line 82">
              <a:extLst>
                <a:ext uri="{FF2B5EF4-FFF2-40B4-BE49-F238E27FC236}">
                  <a16:creationId xmlns:a16="http://schemas.microsoft.com/office/drawing/2014/main" id="{14B766F2-E58E-3600-E42C-FC3AE71B2DC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 name="Freeform 83">
              <a:extLst>
                <a:ext uri="{FF2B5EF4-FFF2-40B4-BE49-F238E27FC236}">
                  <a16:creationId xmlns:a16="http://schemas.microsoft.com/office/drawing/2014/main" id="{FBC74AE9-4D41-F8F1-73F5-8E6F024C9CB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8" name="Freeform 84">
              <a:extLst>
                <a:ext uri="{FF2B5EF4-FFF2-40B4-BE49-F238E27FC236}">
                  <a16:creationId xmlns:a16="http://schemas.microsoft.com/office/drawing/2014/main" id="{B29FC18A-9F03-C373-D8EE-CC927B29368C}"/>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 name="AutoShape 85">
              <a:extLst>
                <a:ext uri="{FF2B5EF4-FFF2-40B4-BE49-F238E27FC236}">
                  <a16:creationId xmlns:a16="http://schemas.microsoft.com/office/drawing/2014/main" id="{53FB976C-CA23-D8D9-9ADC-137DC6A4555A}"/>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1970" name="Rectangle 2"/>
          <p:cNvSpPr>
            <a:spLocks noGrp="1" noChangeArrowheads="1"/>
          </p:cNvSpPr>
          <p:nvPr>
            <p:ph type="title"/>
          </p:nvPr>
        </p:nvSpPr>
        <p:spPr/>
        <p:txBody>
          <a:bodyPr/>
          <a:lstStyle/>
          <a:p>
            <a:pPr eaLnBrk="1" hangingPunct="1"/>
            <a:r>
              <a:rPr lang="fr-FR" altLang="fr-FR"/>
              <a:t>Question</a:t>
            </a:r>
          </a:p>
        </p:txBody>
      </p:sp>
      <p:sp>
        <p:nvSpPr>
          <p:cNvPr id="211971" name="Rectangle 3"/>
          <p:cNvSpPr>
            <a:spLocks noGrp="1" noChangeArrowheads="1"/>
          </p:cNvSpPr>
          <p:nvPr>
            <p:ph type="body" idx="1"/>
          </p:nvPr>
        </p:nvSpPr>
        <p:spPr>
          <a:xfrm>
            <a:off x="457200" y="1601788"/>
            <a:ext cx="8229600" cy="4143375"/>
          </a:xfrm>
        </p:spPr>
        <p:txBody>
          <a:bodyPr/>
          <a:lstStyle/>
          <a:p>
            <a:pPr eaLnBrk="1" hangingPunct="1">
              <a:buFontTx/>
              <a:buNone/>
            </a:pPr>
            <a:r>
              <a:rPr lang="fr-FR" altLang="fr-FR" u="sng"/>
              <a:t>Origine</a:t>
            </a:r>
            <a:r>
              <a:rPr lang="fr-FR" altLang="fr-FR"/>
              <a:t> : Directeur commercial</a:t>
            </a:r>
          </a:p>
          <a:p>
            <a:pPr eaLnBrk="1" hangingPunct="1">
              <a:buFontTx/>
              <a:buNone/>
            </a:pPr>
            <a:r>
              <a:rPr lang="fr-FR" altLang="fr-FR" u="sng"/>
              <a:t>Destinataire</a:t>
            </a:r>
            <a:r>
              <a:rPr lang="fr-FR" altLang="fr-FR"/>
              <a:t> : Directeur de production</a:t>
            </a:r>
          </a:p>
          <a:p>
            <a:pPr eaLnBrk="1" hangingPunct="1">
              <a:buFontTx/>
              <a:buNone/>
            </a:pPr>
            <a:endParaRPr lang="fr-FR" altLang="fr-FR"/>
          </a:p>
          <a:p>
            <a:pPr eaLnBrk="1" hangingPunct="1"/>
            <a:r>
              <a:rPr lang="fr-FR" altLang="fr-FR"/>
              <a:t>II y a quelque temps nous avions envisagé de supprimer le stock de produits finis et de monter les réducteurs à la commande à partir du stock de composants. </a:t>
            </a:r>
          </a:p>
          <a:p>
            <a:pPr eaLnBrk="1" hangingPunct="1"/>
            <a:r>
              <a:rPr lang="fr-FR" altLang="fr-FR"/>
              <a:t>Nous avions conclu que le délai de livraison demandé par les clients (3 jours) rendait impossible cette forme d'organisation, car :</a:t>
            </a:r>
          </a:p>
          <a:p>
            <a:pPr marL="803275" lvl="1" indent="-280988" eaLnBrk="1" hangingPunct="1"/>
            <a:r>
              <a:rPr lang="fr-FR" altLang="fr-FR"/>
              <a:t>a) Chaque réducteur ne pouvait pas être monté tous les jours. </a:t>
            </a:r>
          </a:p>
          <a:p>
            <a:pPr marL="803275" lvl="1" indent="-280988" eaLnBrk="1" hangingPunct="1"/>
            <a:r>
              <a:rPr lang="fr-FR" altLang="fr-FR"/>
              <a:t>b) Le délai administratif de traitement des commandes clients était de 2 jours. </a:t>
            </a:r>
          </a:p>
          <a:p>
            <a:pPr eaLnBrk="1" hangingPunct="1"/>
            <a:r>
              <a:rPr lang="fr-FR" altLang="fr-FR"/>
              <a:t>Qu'en est-il aujourd'hui ?</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2995" name="Group 3"/>
          <p:cNvGrpSpPr>
            <a:grpSpLocks/>
          </p:cNvGrpSpPr>
          <p:nvPr/>
        </p:nvGrpSpPr>
        <p:grpSpPr bwMode="auto">
          <a:xfrm>
            <a:off x="7073900" y="215900"/>
            <a:ext cx="1878013" cy="1250950"/>
            <a:chOff x="4456" y="136"/>
            <a:chExt cx="1183" cy="788"/>
          </a:xfrm>
        </p:grpSpPr>
        <p:grpSp>
          <p:nvGrpSpPr>
            <p:cNvPr id="213061" name="Group 4"/>
            <p:cNvGrpSpPr>
              <a:grpSpLocks/>
            </p:cNvGrpSpPr>
            <p:nvPr/>
          </p:nvGrpSpPr>
          <p:grpSpPr bwMode="auto">
            <a:xfrm>
              <a:off x="4766" y="232"/>
              <a:ext cx="873" cy="692"/>
              <a:chOff x="2185" y="310"/>
              <a:chExt cx="873" cy="692"/>
            </a:xfrm>
          </p:grpSpPr>
          <p:sp>
            <p:nvSpPr>
              <p:cNvPr id="21307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3062" name="Group 12"/>
            <p:cNvGrpSpPr>
              <a:grpSpLocks/>
            </p:cNvGrpSpPr>
            <p:nvPr/>
          </p:nvGrpSpPr>
          <p:grpSpPr bwMode="auto">
            <a:xfrm>
              <a:off x="4949" y="336"/>
              <a:ext cx="591" cy="468"/>
              <a:chOff x="2185" y="310"/>
              <a:chExt cx="873" cy="692"/>
            </a:xfrm>
          </p:grpSpPr>
          <p:sp>
            <p:nvSpPr>
              <p:cNvPr id="21306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306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06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212996" name="Text Box 22"/>
          <p:cNvSpPr txBox="1">
            <a:spLocks noChangeArrowheads="1"/>
          </p:cNvSpPr>
          <p:nvPr/>
        </p:nvSpPr>
        <p:spPr bwMode="auto">
          <a:xfrm>
            <a:off x="1749195" y="3636318"/>
            <a:ext cx="8354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sp>
        <p:nvSpPr>
          <p:cNvPr id="212997"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299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1299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300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3001" name="Group 27"/>
          <p:cNvGrpSpPr>
            <a:grpSpLocks/>
          </p:cNvGrpSpPr>
          <p:nvPr/>
        </p:nvGrpSpPr>
        <p:grpSpPr bwMode="auto">
          <a:xfrm>
            <a:off x="2843213" y="1106488"/>
            <a:ext cx="446087" cy="534987"/>
            <a:chOff x="868" y="1439"/>
            <a:chExt cx="811" cy="972"/>
          </a:xfrm>
        </p:grpSpPr>
        <p:sp>
          <p:nvSpPr>
            <p:cNvPr id="21301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3002" name="Group 79"/>
          <p:cNvGrpSpPr>
            <a:grpSpLocks/>
          </p:cNvGrpSpPr>
          <p:nvPr/>
        </p:nvGrpSpPr>
        <p:grpSpPr bwMode="auto">
          <a:xfrm rot="-223274">
            <a:off x="1885950" y="2820988"/>
            <a:ext cx="744538" cy="733425"/>
            <a:chOff x="2757" y="1666"/>
            <a:chExt cx="812" cy="800"/>
          </a:xfrm>
        </p:grpSpPr>
        <p:sp>
          <p:nvSpPr>
            <p:cNvPr id="21300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300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1300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1300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300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1300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1300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019" name="Group 3"/>
          <p:cNvGrpSpPr>
            <a:grpSpLocks/>
          </p:cNvGrpSpPr>
          <p:nvPr/>
        </p:nvGrpSpPr>
        <p:grpSpPr bwMode="auto">
          <a:xfrm>
            <a:off x="7073900" y="215900"/>
            <a:ext cx="1878013" cy="1250950"/>
            <a:chOff x="4456" y="136"/>
            <a:chExt cx="1183" cy="788"/>
          </a:xfrm>
        </p:grpSpPr>
        <p:grpSp>
          <p:nvGrpSpPr>
            <p:cNvPr id="214078" name="Group 4"/>
            <p:cNvGrpSpPr>
              <a:grpSpLocks/>
            </p:cNvGrpSpPr>
            <p:nvPr/>
          </p:nvGrpSpPr>
          <p:grpSpPr bwMode="auto">
            <a:xfrm>
              <a:off x="4766" y="232"/>
              <a:ext cx="873" cy="692"/>
              <a:chOff x="2185" y="310"/>
              <a:chExt cx="873" cy="692"/>
            </a:xfrm>
          </p:grpSpPr>
          <p:sp>
            <p:nvSpPr>
              <p:cNvPr id="21408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4079" name="Group 12"/>
            <p:cNvGrpSpPr>
              <a:grpSpLocks/>
            </p:cNvGrpSpPr>
            <p:nvPr/>
          </p:nvGrpSpPr>
          <p:grpSpPr bwMode="auto">
            <a:xfrm>
              <a:off x="4949" y="336"/>
              <a:ext cx="591" cy="468"/>
              <a:chOff x="2185" y="310"/>
              <a:chExt cx="873" cy="692"/>
            </a:xfrm>
          </p:grpSpPr>
          <p:sp>
            <p:nvSpPr>
              <p:cNvPr id="21408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408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4081"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214020"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4021" name="Text Box 24"/>
          <p:cNvSpPr txBox="1">
            <a:spLocks noChangeArrowheads="1"/>
          </p:cNvSpPr>
          <p:nvPr/>
        </p:nvSpPr>
        <p:spPr bwMode="auto">
          <a:xfrm>
            <a:off x="590550" y="2116138"/>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214022"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4023"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4024" name="Group 27"/>
          <p:cNvGrpSpPr>
            <a:grpSpLocks/>
          </p:cNvGrpSpPr>
          <p:nvPr/>
        </p:nvGrpSpPr>
        <p:grpSpPr bwMode="auto">
          <a:xfrm>
            <a:off x="2843213" y="1106488"/>
            <a:ext cx="446087" cy="534987"/>
            <a:chOff x="868" y="1439"/>
            <a:chExt cx="811" cy="972"/>
          </a:xfrm>
        </p:grpSpPr>
        <p:sp>
          <p:nvSpPr>
            <p:cNvPr id="214027"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28"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29"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0"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1"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2"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3"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4"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5"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6"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7"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8"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9"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0"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1"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2"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3"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4"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5"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6"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7"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8"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9"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0"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1"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2"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3"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4"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5"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6"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7"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8"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9"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0"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1"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2"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3"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4"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5"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6"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7"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8"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9"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0"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1"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2"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3"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4"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5"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6"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7"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21402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Rectangle 2"/>
          <p:cNvSpPr>
            <a:spLocks noGrp="1" noChangeArrowheads="1"/>
          </p:cNvSpPr>
          <p:nvPr>
            <p:ph type="title"/>
          </p:nvPr>
        </p:nvSpPr>
        <p:spPr/>
        <p:txBody>
          <a:bodyPr/>
          <a:lstStyle/>
          <a:p>
            <a:pPr eaLnBrk="1" hangingPunct="1"/>
            <a:r>
              <a:rPr lang="fr-FR" altLang="fr-FR"/>
              <a:t>Bilan de la semaine 4</a:t>
            </a:r>
          </a:p>
        </p:txBody>
      </p:sp>
      <p:sp>
        <p:nvSpPr>
          <p:cNvPr id="215043" name="Rectangle 3"/>
          <p:cNvSpPr>
            <a:spLocks noGrp="1" noChangeArrowheads="1"/>
          </p:cNvSpPr>
          <p:nvPr>
            <p:ph type="body" idx="1"/>
          </p:nvPr>
        </p:nvSpPr>
        <p:spPr/>
        <p:txBody>
          <a:bodyPr/>
          <a:lstStyle/>
          <a:p>
            <a:pPr eaLnBrk="1" hangingPunct="1"/>
            <a:r>
              <a:rPr lang="fr-FR" altLang="fr-FR"/>
              <a:t>Remplissez vos documents de synthèse et calculez vos indicateurs :</a:t>
            </a:r>
          </a:p>
          <a:p>
            <a:pPr lvl="1" eaLnBrk="1" hangingPunct="1"/>
            <a:r>
              <a:rPr lang="fr-FR" altLang="fr-FR"/>
              <a:t>Inventaire</a:t>
            </a:r>
          </a:p>
          <a:p>
            <a:pPr lvl="1" eaLnBrk="1" hangingPunct="1"/>
            <a:r>
              <a:rPr lang="fr-FR" altLang="fr-FR"/>
              <a:t>Taux de service</a:t>
            </a:r>
          </a:p>
          <a:p>
            <a:pPr lvl="1" eaLnBrk="1" hangingPunct="1"/>
            <a:r>
              <a:rPr lang="fr-FR" altLang="fr-FR"/>
              <a:t>Efficience des équipements</a:t>
            </a: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Rectangle 2"/>
          <p:cNvSpPr>
            <a:spLocks noGrp="1" noChangeArrowheads="1"/>
          </p:cNvSpPr>
          <p:nvPr>
            <p:ph type="title"/>
          </p:nvPr>
        </p:nvSpPr>
        <p:spPr/>
        <p:txBody>
          <a:bodyPr/>
          <a:lstStyle/>
          <a:p>
            <a:pPr eaLnBrk="1" hangingPunct="1"/>
            <a:r>
              <a:rPr lang="fr-FR" altLang="fr-FR"/>
              <a:t>Debriefing</a:t>
            </a:r>
          </a:p>
        </p:txBody>
      </p:sp>
      <p:sp>
        <p:nvSpPr>
          <p:cNvPr id="216067" name="Rectangle 3"/>
          <p:cNvSpPr>
            <a:spLocks noGrp="1" noChangeArrowheads="1"/>
          </p:cNvSpPr>
          <p:nvPr>
            <p:ph type="body" idx="1"/>
          </p:nvPr>
        </p:nvSpPr>
        <p:spPr>
          <a:xfrm>
            <a:off x="384175" y="982663"/>
            <a:ext cx="8366125" cy="5500687"/>
          </a:xfrm>
        </p:spPr>
        <p:txBody>
          <a:bodyPr/>
          <a:lstStyle/>
          <a:p>
            <a:pPr marL="381000" indent="-381000" eaLnBrk="1" hangingPunct="1">
              <a:lnSpc>
                <a:spcPct val="110000"/>
              </a:lnSpc>
            </a:pPr>
            <a:r>
              <a:rPr lang="fr-FR" altLang="fr-FR" sz="1500"/>
              <a:t>L’animateur préparera soigneusement son debriefing, car c’est lui qui donnera de la consistance à la formation en reliant le jeu à la réalité des entreprises. </a:t>
            </a:r>
          </a:p>
          <a:p>
            <a:pPr marL="381000" indent="-381000" eaLnBrk="1" hangingPunct="1">
              <a:lnSpc>
                <a:spcPct val="110000"/>
              </a:lnSpc>
            </a:pPr>
            <a:r>
              <a:rPr lang="fr-FR" altLang="fr-FR" sz="1500"/>
              <a:t>Il existe de nombreuses façons de concevoir le debriefing. En fonction de ses objectifs pédagogiques et du temps dont il dispose, l’animateur pourra procéder de la façon suivante.</a:t>
            </a:r>
          </a:p>
          <a:p>
            <a:pPr marL="381000" indent="-381000" eaLnBrk="1" hangingPunct="1">
              <a:lnSpc>
                <a:spcPct val="110000"/>
              </a:lnSpc>
            </a:pPr>
            <a:endParaRPr lang="fr-FR" altLang="fr-FR" sz="1500"/>
          </a:p>
          <a:p>
            <a:pPr marL="381000" indent="-381000" eaLnBrk="1" hangingPunct="1">
              <a:lnSpc>
                <a:spcPct val="110000"/>
              </a:lnSpc>
              <a:buFontTx/>
              <a:buAutoNum type="arabicPeriod"/>
            </a:pPr>
            <a:r>
              <a:rPr lang="fr-FR" altLang="fr-FR" sz="1500"/>
              <a:t>Projeter les résultats du tableau de bord Excel.</a:t>
            </a:r>
          </a:p>
          <a:p>
            <a:pPr marL="381000" indent="-381000" eaLnBrk="1" hangingPunct="1">
              <a:lnSpc>
                <a:spcPct val="110000"/>
              </a:lnSpc>
              <a:buFontTx/>
              <a:buAutoNum type="arabicPeriod"/>
            </a:pPr>
            <a:r>
              <a:rPr lang="fr-FR" altLang="fr-FR" sz="1500"/>
              <a:t>Demander à chaque équipe de commenter rapidement ses résultats.</a:t>
            </a:r>
          </a:p>
          <a:p>
            <a:pPr marL="381000" indent="-381000" eaLnBrk="1" hangingPunct="1">
              <a:lnSpc>
                <a:spcPct val="110000"/>
              </a:lnSpc>
              <a:buFontTx/>
              <a:buAutoNum type="arabicPeriod"/>
            </a:pPr>
            <a:r>
              <a:rPr lang="fr-FR" altLang="fr-FR" sz="1500"/>
              <a:t>Projeter l’analyse des progrès et la commenter (voir Fichier </a:t>
            </a:r>
            <a:r>
              <a:rPr lang="fr-FR" altLang="fr-FR" sz="1500">
                <a:solidFill>
                  <a:srgbClr val="FC2C1C"/>
                </a:solidFill>
              </a:rPr>
              <a:t>Analyse des progrès)</a:t>
            </a:r>
            <a:r>
              <a:rPr lang="fr-FR" altLang="fr-FR" sz="1500"/>
              <a:t>.</a:t>
            </a:r>
          </a:p>
          <a:p>
            <a:pPr marL="381000" indent="-381000" eaLnBrk="1" hangingPunct="1">
              <a:lnSpc>
                <a:spcPct val="110000"/>
              </a:lnSpc>
              <a:buFontTx/>
              <a:buAutoNum type="arabicPeriod"/>
            </a:pPr>
            <a:r>
              <a:rPr lang="fr-FR" altLang="fr-FR" sz="1500"/>
              <a:t>Utiliser la diapo suivante pour commenter le choix des progrès</a:t>
            </a:r>
          </a:p>
          <a:p>
            <a:pPr marL="381000" indent="-381000" eaLnBrk="1" hangingPunct="1">
              <a:lnSpc>
                <a:spcPct val="110000"/>
              </a:lnSpc>
              <a:buFontTx/>
              <a:buAutoNum type="arabicPeriod"/>
            </a:pPr>
            <a:r>
              <a:rPr lang="fr-FR" altLang="fr-FR" sz="1500"/>
              <a:t>Compléter par un exposé / débat sur les points suivants (au choix de l’animateur) :</a:t>
            </a:r>
          </a:p>
          <a:p>
            <a:pPr marL="800100" lvl="1" indent="-342900" eaLnBrk="1" hangingPunct="1">
              <a:lnSpc>
                <a:spcPct val="110000"/>
              </a:lnSpc>
            </a:pPr>
            <a:r>
              <a:rPr lang="fr-FR" altLang="fr-FR" sz="1500"/>
              <a:t>Explications plus détaillées sur le fonctionnement du Kanban, ses avantages, ses conditions d’emploi, son rapport avec MRP, etc.</a:t>
            </a:r>
          </a:p>
          <a:p>
            <a:pPr marL="800100" lvl="1" indent="-342900" eaLnBrk="1" hangingPunct="1">
              <a:lnSpc>
                <a:spcPct val="110000"/>
              </a:lnSpc>
            </a:pPr>
            <a:r>
              <a:rPr lang="fr-FR" altLang="fr-FR" sz="1500"/>
              <a:t>Commentaires sur les actions de progrès : SMED, Qualité, réduction des pannes, etc. </a:t>
            </a:r>
          </a:p>
          <a:p>
            <a:pPr marL="800100" lvl="1" indent="-342900" eaLnBrk="1" hangingPunct="1">
              <a:lnSpc>
                <a:spcPct val="110000"/>
              </a:lnSpc>
            </a:pPr>
            <a:r>
              <a:rPr lang="fr-FR" altLang="fr-FR" sz="1500"/>
              <a:t>Débat sur la conduite du changement, c’est à dire sur le fait que les entreprises ont du mal à modifier leur façon de gérer les flux ou d’engager des progrès. Pourquoi a-t-il fallu attendre Toyota pour appliquer ces méthodes ?</a:t>
            </a:r>
          </a:p>
        </p:txBody>
      </p:sp>
      <p:pic>
        <p:nvPicPr>
          <p:cNvPr id="5"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lstStyle/>
          <a:p>
            <a:pPr eaLnBrk="1" hangingPunct="1"/>
            <a:r>
              <a:rPr lang="fr-FR" altLang="fr-FR"/>
              <a:t>Quelle stratégie de progrès ?</a:t>
            </a:r>
          </a:p>
        </p:txBody>
      </p:sp>
      <p:sp>
        <p:nvSpPr>
          <p:cNvPr id="217092" name="Rectangle 6"/>
          <p:cNvSpPr>
            <a:spLocks noChangeArrowheads="1"/>
          </p:cNvSpPr>
          <p:nvPr/>
        </p:nvSpPr>
        <p:spPr bwMode="auto">
          <a:xfrm>
            <a:off x="1831975" y="2111375"/>
            <a:ext cx="6051550" cy="27114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093" name="Text Box 7"/>
          <p:cNvSpPr txBox="1">
            <a:spLocks noChangeArrowheads="1"/>
          </p:cNvSpPr>
          <p:nvPr/>
        </p:nvSpPr>
        <p:spPr bwMode="auto">
          <a:xfrm>
            <a:off x="2919413" y="2233613"/>
            <a:ext cx="1149350" cy="31432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Engrenages</a:t>
            </a:r>
          </a:p>
        </p:txBody>
      </p:sp>
      <p:sp>
        <p:nvSpPr>
          <p:cNvPr id="217094" name="Text Box 8"/>
          <p:cNvSpPr txBox="1">
            <a:spLocks noChangeArrowheads="1"/>
          </p:cNvSpPr>
          <p:nvPr/>
        </p:nvSpPr>
        <p:spPr bwMode="auto">
          <a:xfrm>
            <a:off x="5435600" y="2208213"/>
            <a:ext cx="774700" cy="31432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Carters</a:t>
            </a:r>
          </a:p>
        </p:txBody>
      </p:sp>
      <p:sp>
        <p:nvSpPr>
          <p:cNvPr id="217095" name="Text Box 9"/>
          <p:cNvSpPr txBox="1">
            <a:spLocks noChangeArrowheads="1"/>
          </p:cNvSpPr>
          <p:nvPr/>
        </p:nvSpPr>
        <p:spPr bwMode="auto">
          <a:xfrm>
            <a:off x="6626225" y="2924175"/>
            <a:ext cx="1060450" cy="5270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Couronnes</a:t>
            </a:r>
          </a:p>
          <a:p>
            <a:pPr algn="ctr">
              <a:spcBef>
                <a:spcPct val="0"/>
              </a:spcBef>
              <a:buFontTx/>
              <a:buNone/>
            </a:pPr>
            <a:r>
              <a:rPr lang="fr-FR" altLang="fr-FR" sz="1400">
                <a:solidFill>
                  <a:schemeClr val="tx1"/>
                </a:solidFill>
              </a:rPr>
              <a:t>(ph. A)</a:t>
            </a:r>
          </a:p>
        </p:txBody>
      </p:sp>
      <p:sp>
        <p:nvSpPr>
          <p:cNvPr id="217096" name="Text Box 10"/>
          <p:cNvSpPr txBox="1">
            <a:spLocks noChangeArrowheads="1"/>
          </p:cNvSpPr>
          <p:nvPr/>
        </p:nvSpPr>
        <p:spPr bwMode="auto">
          <a:xfrm>
            <a:off x="5370513" y="4148138"/>
            <a:ext cx="1060450" cy="5270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Couronnes</a:t>
            </a:r>
          </a:p>
          <a:p>
            <a:pPr algn="ctr">
              <a:spcBef>
                <a:spcPct val="0"/>
              </a:spcBef>
              <a:buFontTx/>
              <a:buNone/>
            </a:pPr>
            <a:r>
              <a:rPr lang="fr-FR" altLang="fr-FR" sz="1400">
                <a:solidFill>
                  <a:schemeClr val="tx1"/>
                </a:solidFill>
              </a:rPr>
              <a:t>(ph. B)</a:t>
            </a:r>
          </a:p>
        </p:txBody>
      </p:sp>
      <p:sp>
        <p:nvSpPr>
          <p:cNvPr id="217097" name="Text Box 11"/>
          <p:cNvSpPr txBox="1">
            <a:spLocks noChangeArrowheads="1"/>
          </p:cNvSpPr>
          <p:nvPr/>
        </p:nvSpPr>
        <p:spPr bwMode="auto">
          <a:xfrm>
            <a:off x="3055938" y="4265613"/>
            <a:ext cx="1073150" cy="2825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400">
                <a:solidFill>
                  <a:schemeClr val="tx1"/>
                </a:solidFill>
              </a:rPr>
              <a:t>Montage</a:t>
            </a:r>
          </a:p>
        </p:txBody>
      </p:sp>
      <p:grpSp>
        <p:nvGrpSpPr>
          <p:cNvPr id="217098" name="Group 12"/>
          <p:cNvGrpSpPr>
            <a:grpSpLocks/>
          </p:cNvGrpSpPr>
          <p:nvPr/>
        </p:nvGrpSpPr>
        <p:grpSpPr bwMode="auto">
          <a:xfrm>
            <a:off x="3232150" y="4770438"/>
            <a:ext cx="665163" cy="409575"/>
            <a:chOff x="2102" y="1800"/>
            <a:chExt cx="787" cy="480"/>
          </a:xfrm>
        </p:grpSpPr>
        <p:sp>
          <p:nvSpPr>
            <p:cNvPr id="217181" name="Oval 13"/>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2" name="Rectangle 14"/>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3" name="Oval 1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099" name="Group 16"/>
          <p:cNvGrpSpPr>
            <a:grpSpLocks/>
          </p:cNvGrpSpPr>
          <p:nvPr/>
        </p:nvGrpSpPr>
        <p:grpSpPr bwMode="auto">
          <a:xfrm>
            <a:off x="5611813" y="4754563"/>
            <a:ext cx="666750" cy="409575"/>
            <a:chOff x="2102" y="1800"/>
            <a:chExt cx="787" cy="480"/>
          </a:xfrm>
        </p:grpSpPr>
        <p:sp>
          <p:nvSpPr>
            <p:cNvPr id="217178" name="Oval 17"/>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9" name="Rectangle 18"/>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0" name="Oval 19"/>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0" name="Group 20"/>
          <p:cNvGrpSpPr>
            <a:grpSpLocks/>
          </p:cNvGrpSpPr>
          <p:nvPr/>
        </p:nvGrpSpPr>
        <p:grpSpPr bwMode="auto">
          <a:xfrm rot="-5400000">
            <a:off x="7696994" y="2966244"/>
            <a:ext cx="673100" cy="404812"/>
            <a:chOff x="2102" y="1800"/>
            <a:chExt cx="787" cy="480"/>
          </a:xfrm>
        </p:grpSpPr>
        <p:sp>
          <p:nvSpPr>
            <p:cNvPr id="217175" name="Oval 21"/>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6" name="Rectangle 22"/>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7" name="Oval 23"/>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1" name="Group 24"/>
          <p:cNvGrpSpPr>
            <a:grpSpLocks/>
          </p:cNvGrpSpPr>
          <p:nvPr/>
        </p:nvGrpSpPr>
        <p:grpSpPr bwMode="auto">
          <a:xfrm flipV="1">
            <a:off x="5475288" y="1724025"/>
            <a:ext cx="666750" cy="409575"/>
            <a:chOff x="2102" y="1800"/>
            <a:chExt cx="787" cy="480"/>
          </a:xfrm>
        </p:grpSpPr>
        <p:sp>
          <p:nvSpPr>
            <p:cNvPr id="217172" name="Oval 25"/>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3" name="Rectangle 26"/>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4" name="Oval 27"/>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2" name="Group 28"/>
          <p:cNvGrpSpPr>
            <a:grpSpLocks/>
          </p:cNvGrpSpPr>
          <p:nvPr/>
        </p:nvGrpSpPr>
        <p:grpSpPr bwMode="auto">
          <a:xfrm flipV="1">
            <a:off x="3119438" y="1781175"/>
            <a:ext cx="665162" cy="409575"/>
            <a:chOff x="2102" y="1800"/>
            <a:chExt cx="787" cy="480"/>
          </a:xfrm>
        </p:grpSpPr>
        <p:sp>
          <p:nvSpPr>
            <p:cNvPr id="217169" name="Oval 29"/>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0" name="Rectangle 30"/>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1" name="Oval 31"/>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3" name="Group 32"/>
          <p:cNvGrpSpPr>
            <a:grpSpLocks/>
          </p:cNvGrpSpPr>
          <p:nvPr/>
        </p:nvGrpSpPr>
        <p:grpSpPr bwMode="auto">
          <a:xfrm>
            <a:off x="4229100" y="3403600"/>
            <a:ext cx="1036638" cy="754063"/>
            <a:chOff x="2086" y="1632"/>
            <a:chExt cx="805" cy="579"/>
          </a:xfrm>
        </p:grpSpPr>
        <p:sp>
          <p:nvSpPr>
            <p:cNvPr id="217151" name="Rectangle 33"/>
            <p:cNvSpPr>
              <a:spLocks noChangeArrowheads="1"/>
            </p:cNvSpPr>
            <p:nvPr/>
          </p:nvSpPr>
          <p:spPr bwMode="auto">
            <a:xfrm>
              <a:off x="2086" y="1632"/>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52" name="Line 34"/>
            <p:cNvSpPr>
              <a:spLocks noChangeShapeType="1"/>
            </p:cNvSpPr>
            <p:nvPr/>
          </p:nvSpPr>
          <p:spPr bwMode="auto">
            <a:xfrm rot="5400000">
              <a:off x="202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3" name="Line 35"/>
            <p:cNvSpPr>
              <a:spLocks noChangeShapeType="1"/>
            </p:cNvSpPr>
            <p:nvPr/>
          </p:nvSpPr>
          <p:spPr bwMode="auto">
            <a:xfrm rot="5400000">
              <a:off x="214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4" name="Line 36"/>
            <p:cNvSpPr>
              <a:spLocks noChangeShapeType="1"/>
            </p:cNvSpPr>
            <p:nvPr/>
          </p:nvSpPr>
          <p:spPr bwMode="auto">
            <a:xfrm rot="5400000">
              <a:off x="179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5" name="Line 37"/>
            <p:cNvSpPr>
              <a:spLocks noChangeShapeType="1"/>
            </p:cNvSpPr>
            <p:nvPr/>
          </p:nvSpPr>
          <p:spPr bwMode="auto">
            <a:xfrm rot="5400000">
              <a:off x="1912"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6" name="Line 38"/>
            <p:cNvSpPr>
              <a:spLocks noChangeShapeType="1"/>
            </p:cNvSpPr>
            <p:nvPr/>
          </p:nvSpPr>
          <p:spPr bwMode="auto">
            <a:xfrm rot="5400000">
              <a:off x="225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7" name="Line 39"/>
            <p:cNvSpPr>
              <a:spLocks noChangeShapeType="1"/>
            </p:cNvSpPr>
            <p:nvPr/>
          </p:nvSpPr>
          <p:spPr bwMode="auto">
            <a:xfrm rot="5400000">
              <a:off x="237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8" name="Line 40"/>
            <p:cNvSpPr>
              <a:spLocks noChangeShapeType="1"/>
            </p:cNvSpPr>
            <p:nvPr/>
          </p:nvSpPr>
          <p:spPr bwMode="auto">
            <a:xfrm rot="5400000">
              <a:off x="248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9" name="Line 41"/>
            <p:cNvSpPr>
              <a:spLocks noChangeShapeType="1"/>
            </p:cNvSpPr>
            <p:nvPr/>
          </p:nvSpPr>
          <p:spPr bwMode="auto">
            <a:xfrm rot="5400000">
              <a:off x="260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60" name="Line 42"/>
            <p:cNvSpPr>
              <a:spLocks noChangeShapeType="1"/>
            </p:cNvSpPr>
            <p:nvPr/>
          </p:nvSpPr>
          <p:spPr bwMode="auto">
            <a:xfrm>
              <a:off x="2086" y="1727"/>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61" name="Rectangle 43"/>
            <p:cNvSpPr>
              <a:spLocks noChangeAspect="1" noChangeArrowheads="1"/>
            </p:cNvSpPr>
            <p:nvPr/>
          </p:nvSpPr>
          <p:spPr bwMode="auto">
            <a:xfrm>
              <a:off x="2450" y="1668"/>
              <a:ext cx="76" cy="24"/>
            </a:xfrm>
            <a:prstGeom prst="rect">
              <a:avLst/>
            </a:prstGeom>
            <a:solidFill>
              <a:srgbClr val="0099FF"/>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2" name="Rectangle 44"/>
            <p:cNvSpPr>
              <a:spLocks noChangeAspect="1" noChangeArrowheads="1"/>
            </p:cNvSpPr>
            <p:nvPr/>
          </p:nvSpPr>
          <p:spPr bwMode="auto">
            <a:xfrm>
              <a:off x="2335" y="1668"/>
              <a:ext cx="76" cy="24"/>
            </a:xfrm>
            <a:prstGeom prst="rect">
              <a:avLst/>
            </a:prstGeom>
            <a:solidFill>
              <a:srgbClr val="FF00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3" name="Rectangle 45"/>
            <p:cNvSpPr>
              <a:spLocks noChangeAspect="1" noChangeArrowheads="1"/>
            </p:cNvSpPr>
            <p:nvPr/>
          </p:nvSpPr>
          <p:spPr bwMode="auto">
            <a:xfrm>
              <a:off x="2122" y="1666"/>
              <a:ext cx="42" cy="27"/>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4" name="Rectangle 46"/>
            <p:cNvSpPr>
              <a:spLocks noChangeAspect="1" noChangeArrowheads="1"/>
            </p:cNvSpPr>
            <p:nvPr/>
          </p:nvSpPr>
          <p:spPr bwMode="auto">
            <a:xfrm>
              <a:off x="2237" y="1666"/>
              <a:ext cx="42" cy="27"/>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5" name="Oval 47"/>
            <p:cNvSpPr>
              <a:spLocks noChangeAspect="1" noChangeArrowheads="1"/>
            </p:cNvSpPr>
            <p:nvPr/>
          </p:nvSpPr>
          <p:spPr bwMode="auto">
            <a:xfrm>
              <a:off x="2582" y="1659"/>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6" name="Oval 48"/>
            <p:cNvSpPr>
              <a:spLocks noChangeAspect="1" noChangeArrowheads="1"/>
            </p:cNvSpPr>
            <p:nvPr/>
          </p:nvSpPr>
          <p:spPr bwMode="auto">
            <a:xfrm>
              <a:off x="2811" y="1659"/>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7" name="Oval 49"/>
            <p:cNvSpPr>
              <a:spLocks noChangeAspect="1" noChangeArrowheads="1"/>
            </p:cNvSpPr>
            <p:nvPr/>
          </p:nvSpPr>
          <p:spPr bwMode="auto">
            <a:xfrm>
              <a:off x="2696" y="1659"/>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8" name="WordArt 50"/>
            <p:cNvSpPr>
              <a:spLocks noChangeArrowheads="1" noChangeShapeType="1" noTextEdit="1"/>
            </p:cNvSpPr>
            <p:nvPr/>
          </p:nvSpPr>
          <p:spPr bwMode="auto">
            <a:xfrm>
              <a:off x="2104" y="1815"/>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Pièces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usinées</a:t>
              </a:r>
            </a:p>
          </p:txBody>
        </p:sp>
      </p:grpSp>
      <p:grpSp>
        <p:nvGrpSpPr>
          <p:cNvPr id="217104" name="Group 51"/>
          <p:cNvGrpSpPr>
            <a:grpSpLocks/>
          </p:cNvGrpSpPr>
          <p:nvPr/>
        </p:nvGrpSpPr>
        <p:grpSpPr bwMode="auto">
          <a:xfrm>
            <a:off x="6681788" y="3778250"/>
            <a:ext cx="1036637" cy="754063"/>
            <a:chOff x="2269" y="2347"/>
            <a:chExt cx="805" cy="579"/>
          </a:xfrm>
        </p:grpSpPr>
        <p:sp>
          <p:nvSpPr>
            <p:cNvPr id="217137" name="Rectangle 52"/>
            <p:cNvSpPr>
              <a:spLocks noChangeArrowheads="1"/>
            </p:cNvSpPr>
            <p:nvPr/>
          </p:nvSpPr>
          <p:spPr bwMode="auto">
            <a:xfrm>
              <a:off x="2269" y="2347"/>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38" name="Line 53"/>
            <p:cNvSpPr>
              <a:spLocks noChangeShapeType="1"/>
            </p:cNvSpPr>
            <p:nvPr/>
          </p:nvSpPr>
          <p:spPr bwMode="auto">
            <a:xfrm rot="5400000">
              <a:off x="221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39" name="Line 54"/>
            <p:cNvSpPr>
              <a:spLocks noChangeShapeType="1"/>
            </p:cNvSpPr>
            <p:nvPr/>
          </p:nvSpPr>
          <p:spPr bwMode="auto">
            <a:xfrm rot="5400000">
              <a:off x="232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0" name="Line 55"/>
            <p:cNvSpPr>
              <a:spLocks noChangeShapeType="1"/>
            </p:cNvSpPr>
            <p:nvPr/>
          </p:nvSpPr>
          <p:spPr bwMode="auto">
            <a:xfrm rot="5400000">
              <a:off x="198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1" name="Line 56"/>
            <p:cNvSpPr>
              <a:spLocks noChangeShapeType="1"/>
            </p:cNvSpPr>
            <p:nvPr/>
          </p:nvSpPr>
          <p:spPr bwMode="auto">
            <a:xfrm rot="5400000">
              <a:off x="2095"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2" name="Line 57"/>
            <p:cNvSpPr>
              <a:spLocks noChangeShapeType="1"/>
            </p:cNvSpPr>
            <p:nvPr/>
          </p:nvSpPr>
          <p:spPr bwMode="auto">
            <a:xfrm rot="5400000">
              <a:off x="243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3" name="Line 58"/>
            <p:cNvSpPr>
              <a:spLocks noChangeShapeType="1"/>
            </p:cNvSpPr>
            <p:nvPr/>
          </p:nvSpPr>
          <p:spPr bwMode="auto">
            <a:xfrm rot="5400000">
              <a:off x="255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4" name="Line 59"/>
            <p:cNvSpPr>
              <a:spLocks noChangeShapeType="1"/>
            </p:cNvSpPr>
            <p:nvPr/>
          </p:nvSpPr>
          <p:spPr bwMode="auto">
            <a:xfrm rot="5400000">
              <a:off x="266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5" name="Line 60"/>
            <p:cNvSpPr>
              <a:spLocks noChangeShapeType="1"/>
            </p:cNvSpPr>
            <p:nvPr/>
          </p:nvSpPr>
          <p:spPr bwMode="auto">
            <a:xfrm rot="5400000">
              <a:off x="278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6" name="Line 61"/>
            <p:cNvSpPr>
              <a:spLocks noChangeShapeType="1"/>
            </p:cNvSpPr>
            <p:nvPr/>
          </p:nvSpPr>
          <p:spPr bwMode="auto">
            <a:xfrm>
              <a:off x="2269" y="2442"/>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7" name="Oval 62"/>
            <p:cNvSpPr>
              <a:spLocks noChangeAspect="1" noChangeArrowheads="1"/>
            </p:cNvSpPr>
            <p:nvPr/>
          </p:nvSpPr>
          <p:spPr bwMode="auto">
            <a:xfrm>
              <a:off x="2303" y="2374"/>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48" name="Oval 63"/>
            <p:cNvSpPr>
              <a:spLocks noChangeAspect="1" noChangeArrowheads="1"/>
            </p:cNvSpPr>
            <p:nvPr/>
          </p:nvSpPr>
          <p:spPr bwMode="auto">
            <a:xfrm>
              <a:off x="2532" y="2374"/>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49" name="Oval 64"/>
            <p:cNvSpPr>
              <a:spLocks noChangeAspect="1" noChangeArrowheads="1"/>
            </p:cNvSpPr>
            <p:nvPr/>
          </p:nvSpPr>
          <p:spPr bwMode="auto">
            <a:xfrm>
              <a:off x="2417" y="2374"/>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50" name="WordArt 65"/>
            <p:cNvSpPr>
              <a:spLocks noChangeArrowheads="1" noChangeShapeType="1" noTextEdit="1"/>
            </p:cNvSpPr>
            <p:nvPr/>
          </p:nvSpPr>
          <p:spPr bwMode="auto">
            <a:xfrm>
              <a:off x="2287" y="2530"/>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Couronnes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phase A</a:t>
              </a:r>
            </a:p>
          </p:txBody>
        </p:sp>
      </p:grpSp>
      <p:grpSp>
        <p:nvGrpSpPr>
          <p:cNvPr id="217105" name="Group 66"/>
          <p:cNvGrpSpPr>
            <a:grpSpLocks/>
          </p:cNvGrpSpPr>
          <p:nvPr/>
        </p:nvGrpSpPr>
        <p:grpSpPr bwMode="auto">
          <a:xfrm>
            <a:off x="1947863" y="3833813"/>
            <a:ext cx="1047750" cy="765175"/>
            <a:chOff x="288" y="2319"/>
            <a:chExt cx="813" cy="588"/>
          </a:xfrm>
        </p:grpSpPr>
        <p:sp>
          <p:nvSpPr>
            <p:cNvPr id="217121" name="Rectangle 67"/>
            <p:cNvSpPr>
              <a:spLocks noChangeArrowheads="1"/>
            </p:cNvSpPr>
            <p:nvPr/>
          </p:nvSpPr>
          <p:spPr bwMode="auto">
            <a:xfrm>
              <a:off x="296" y="2328"/>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22" name="Line 68"/>
            <p:cNvSpPr>
              <a:spLocks noChangeShapeType="1"/>
            </p:cNvSpPr>
            <p:nvPr/>
          </p:nvSpPr>
          <p:spPr bwMode="auto">
            <a:xfrm rot="5400000">
              <a:off x="255"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3" name="Line 69"/>
            <p:cNvSpPr>
              <a:spLocks noChangeShapeType="1"/>
            </p:cNvSpPr>
            <p:nvPr/>
          </p:nvSpPr>
          <p:spPr bwMode="auto">
            <a:xfrm rot="5400000">
              <a:off x="38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4" name="Line 70"/>
            <p:cNvSpPr>
              <a:spLocks noChangeShapeType="1"/>
            </p:cNvSpPr>
            <p:nvPr/>
          </p:nvSpPr>
          <p:spPr bwMode="auto">
            <a:xfrm rot="5400000">
              <a:off x="7"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5" name="Line 71"/>
            <p:cNvSpPr>
              <a:spLocks noChangeShapeType="1"/>
            </p:cNvSpPr>
            <p:nvPr/>
          </p:nvSpPr>
          <p:spPr bwMode="auto">
            <a:xfrm rot="5400000">
              <a:off x="13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6" name="Line 72"/>
            <p:cNvSpPr>
              <a:spLocks noChangeShapeType="1"/>
            </p:cNvSpPr>
            <p:nvPr/>
          </p:nvSpPr>
          <p:spPr bwMode="auto">
            <a:xfrm rot="5400000">
              <a:off x="52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7" name="Line 73"/>
            <p:cNvSpPr>
              <a:spLocks noChangeShapeType="1"/>
            </p:cNvSpPr>
            <p:nvPr/>
          </p:nvSpPr>
          <p:spPr bwMode="auto">
            <a:xfrm rot="5400000">
              <a:off x="65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8" name="Line 74"/>
            <p:cNvSpPr>
              <a:spLocks noChangeShapeType="1"/>
            </p:cNvSpPr>
            <p:nvPr/>
          </p:nvSpPr>
          <p:spPr bwMode="auto">
            <a:xfrm rot="5400000">
              <a:off x="81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9" name="WordArt 75"/>
            <p:cNvSpPr>
              <a:spLocks noChangeArrowheads="1" noChangeShapeType="1" noTextEdit="1"/>
            </p:cNvSpPr>
            <p:nvPr/>
          </p:nvSpPr>
          <p:spPr bwMode="auto">
            <a:xfrm>
              <a:off x="314" y="2511"/>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Produits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finis</a:t>
              </a:r>
            </a:p>
          </p:txBody>
        </p:sp>
        <p:sp>
          <p:nvSpPr>
            <p:cNvPr id="217130" name="Text Box 76"/>
            <p:cNvSpPr txBox="1">
              <a:spLocks noChangeArrowheads="1"/>
            </p:cNvSpPr>
            <p:nvPr/>
          </p:nvSpPr>
          <p:spPr bwMode="auto">
            <a:xfrm>
              <a:off x="295"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R1</a:t>
              </a:r>
            </a:p>
          </p:txBody>
        </p:sp>
        <p:sp>
          <p:nvSpPr>
            <p:cNvPr id="217131" name="Text Box 77"/>
            <p:cNvSpPr txBox="1">
              <a:spLocks noChangeArrowheads="1"/>
            </p:cNvSpPr>
            <p:nvPr/>
          </p:nvSpPr>
          <p:spPr bwMode="auto">
            <a:xfrm>
              <a:off x="412"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R2</a:t>
              </a:r>
            </a:p>
          </p:txBody>
        </p:sp>
        <p:sp>
          <p:nvSpPr>
            <p:cNvPr id="217132" name="Text Box 78"/>
            <p:cNvSpPr txBox="1">
              <a:spLocks noChangeArrowheads="1"/>
            </p:cNvSpPr>
            <p:nvPr/>
          </p:nvSpPr>
          <p:spPr bwMode="auto">
            <a:xfrm>
              <a:off x="532"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R3</a:t>
              </a:r>
            </a:p>
          </p:txBody>
        </p:sp>
        <p:sp>
          <p:nvSpPr>
            <p:cNvPr id="217133" name="Text Box 79"/>
            <p:cNvSpPr txBox="1">
              <a:spLocks noChangeArrowheads="1"/>
            </p:cNvSpPr>
            <p:nvPr/>
          </p:nvSpPr>
          <p:spPr bwMode="auto">
            <a:xfrm>
              <a:off x="661"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R4</a:t>
              </a:r>
            </a:p>
          </p:txBody>
        </p:sp>
        <p:sp>
          <p:nvSpPr>
            <p:cNvPr id="217134" name="Text Box 80"/>
            <p:cNvSpPr txBox="1">
              <a:spLocks noChangeArrowheads="1"/>
            </p:cNvSpPr>
            <p:nvPr/>
          </p:nvSpPr>
          <p:spPr bwMode="auto">
            <a:xfrm>
              <a:off x="808"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R5</a:t>
              </a:r>
            </a:p>
          </p:txBody>
        </p:sp>
        <p:sp>
          <p:nvSpPr>
            <p:cNvPr id="217135" name="Text Box 81"/>
            <p:cNvSpPr txBox="1">
              <a:spLocks noChangeArrowheads="1"/>
            </p:cNvSpPr>
            <p:nvPr/>
          </p:nvSpPr>
          <p:spPr bwMode="auto">
            <a:xfrm>
              <a:off x="934" y="2319"/>
              <a:ext cx="137"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R6</a:t>
              </a:r>
            </a:p>
          </p:txBody>
        </p:sp>
        <p:sp>
          <p:nvSpPr>
            <p:cNvPr id="217136" name="Line 82"/>
            <p:cNvSpPr>
              <a:spLocks noChangeShapeType="1"/>
            </p:cNvSpPr>
            <p:nvPr/>
          </p:nvSpPr>
          <p:spPr bwMode="auto">
            <a:xfrm>
              <a:off x="288" y="2439"/>
              <a:ext cx="807" cy="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17106" name="AutoShape 83"/>
          <p:cNvSpPr>
            <a:spLocks noChangeArrowheads="1"/>
          </p:cNvSpPr>
          <p:nvPr/>
        </p:nvSpPr>
        <p:spPr bwMode="auto">
          <a:xfrm>
            <a:off x="1184275" y="3798888"/>
            <a:ext cx="569913" cy="288925"/>
          </a:xfrm>
          <a:prstGeom prst="leftArrow">
            <a:avLst>
              <a:gd name="adj1" fmla="val 50000"/>
              <a:gd name="adj2" fmla="val 49313"/>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07" name="Text Box 84"/>
          <p:cNvSpPr txBox="1">
            <a:spLocks noChangeArrowheads="1"/>
          </p:cNvSpPr>
          <p:nvPr/>
        </p:nvSpPr>
        <p:spPr bwMode="auto">
          <a:xfrm>
            <a:off x="1100138" y="3473450"/>
            <a:ext cx="1101725" cy="304800"/>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Expéditions</a:t>
            </a:r>
          </a:p>
        </p:txBody>
      </p:sp>
      <p:grpSp>
        <p:nvGrpSpPr>
          <p:cNvPr id="10" name="Group 106"/>
          <p:cNvGrpSpPr>
            <a:grpSpLocks/>
          </p:cNvGrpSpPr>
          <p:nvPr/>
        </p:nvGrpSpPr>
        <p:grpSpPr bwMode="auto">
          <a:xfrm>
            <a:off x="3970338" y="982663"/>
            <a:ext cx="5022850" cy="4448175"/>
            <a:chOff x="2501" y="619"/>
            <a:chExt cx="3164" cy="2802"/>
          </a:xfrm>
        </p:grpSpPr>
        <p:sp>
          <p:nvSpPr>
            <p:cNvPr id="217116" name="AutoShape 94"/>
            <p:cNvSpPr>
              <a:spLocks/>
            </p:cNvSpPr>
            <p:nvPr/>
          </p:nvSpPr>
          <p:spPr bwMode="auto">
            <a:xfrm>
              <a:off x="5026" y="1089"/>
              <a:ext cx="639" cy="320"/>
            </a:xfrm>
            <a:prstGeom prst="borderCallout2">
              <a:avLst>
                <a:gd name="adj1" fmla="val 22500"/>
                <a:gd name="adj2" fmla="val -7514"/>
                <a:gd name="adj3" fmla="val 22500"/>
                <a:gd name="adj4" fmla="val -46167"/>
                <a:gd name="adj5" fmla="val 216565"/>
                <a:gd name="adj6" fmla="val -87009"/>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peu chargé</a:t>
              </a:r>
            </a:p>
          </p:txBody>
        </p:sp>
        <p:sp>
          <p:nvSpPr>
            <p:cNvPr id="217117" name="AutoShape 96"/>
            <p:cNvSpPr>
              <a:spLocks/>
            </p:cNvSpPr>
            <p:nvPr/>
          </p:nvSpPr>
          <p:spPr bwMode="auto">
            <a:xfrm>
              <a:off x="4699" y="3067"/>
              <a:ext cx="639" cy="320"/>
            </a:xfrm>
            <a:prstGeom prst="borderCallout2">
              <a:avLst>
                <a:gd name="adj1" fmla="val 22500"/>
                <a:gd name="adj2" fmla="val -7514"/>
                <a:gd name="adj3" fmla="val 22500"/>
                <a:gd name="adj4" fmla="val -47417"/>
                <a:gd name="adj5" fmla="val -46250"/>
                <a:gd name="adj6" fmla="val -89514"/>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peu chargé</a:t>
              </a:r>
            </a:p>
          </p:txBody>
        </p:sp>
        <p:sp>
          <p:nvSpPr>
            <p:cNvPr id="217118" name="AutoShape 97"/>
            <p:cNvSpPr>
              <a:spLocks/>
            </p:cNvSpPr>
            <p:nvPr/>
          </p:nvSpPr>
          <p:spPr bwMode="auto">
            <a:xfrm>
              <a:off x="2501" y="630"/>
              <a:ext cx="633" cy="320"/>
            </a:xfrm>
            <a:prstGeom prst="borderCallout2">
              <a:avLst>
                <a:gd name="adj1" fmla="val 22500"/>
                <a:gd name="adj2" fmla="val -7583"/>
                <a:gd name="adj3" fmla="val 22500"/>
                <a:gd name="adj4" fmla="val -29227"/>
                <a:gd name="adj5" fmla="val 117815"/>
                <a:gd name="adj6" fmla="val -519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sp>
          <p:nvSpPr>
            <p:cNvPr id="217119" name="AutoShape 99"/>
            <p:cNvSpPr>
              <a:spLocks/>
            </p:cNvSpPr>
            <p:nvPr/>
          </p:nvSpPr>
          <p:spPr bwMode="auto">
            <a:xfrm>
              <a:off x="3996" y="619"/>
              <a:ext cx="633" cy="320"/>
            </a:xfrm>
            <a:prstGeom prst="borderCallout2">
              <a:avLst>
                <a:gd name="adj1" fmla="val 22500"/>
                <a:gd name="adj2" fmla="val -7583"/>
                <a:gd name="adj3" fmla="val 22500"/>
                <a:gd name="adj4" fmla="val -29227"/>
                <a:gd name="adj5" fmla="val 117815"/>
                <a:gd name="adj6" fmla="val -519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sp>
          <p:nvSpPr>
            <p:cNvPr id="217120" name="AutoShape 100"/>
            <p:cNvSpPr>
              <a:spLocks/>
            </p:cNvSpPr>
            <p:nvPr/>
          </p:nvSpPr>
          <p:spPr bwMode="auto">
            <a:xfrm>
              <a:off x="2628" y="3101"/>
              <a:ext cx="633" cy="320"/>
            </a:xfrm>
            <a:prstGeom prst="borderCallout2">
              <a:avLst>
                <a:gd name="adj1" fmla="val 22500"/>
                <a:gd name="adj2" fmla="val -7583"/>
                <a:gd name="adj3" fmla="val 22500"/>
                <a:gd name="adj4" fmla="val -20222"/>
                <a:gd name="adj5" fmla="val -46565"/>
                <a:gd name="adj6" fmla="val -3349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grpSp>
      <p:sp>
        <p:nvSpPr>
          <p:cNvPr id="648293" name="AutoShape 101"/>
          <p:cNvSpPr>
            <a:spLocks/>
          </p:cNvSpPr>
          <p:nvPr/>
        </p:nvSpPr>
        <p:spPr bwMode="auto">
          <a:xfrm>
            <a:off x="152400" y="4579938"/>
            <a:ext cx="1390650" cy="736600"/>
          </a:xfrm>
          <a:prstGeom prst="borderCallout2">
            <a:avLst>
              <a:gd name="adj1" fmla="val 15519"/>
              <a:gd name="adj2" fmla="val 105481"/>
              <a:gd name="adj3" fmla="val 15519"/>
              <a:gd name="adj4" fmla="val 115523"/>
              <a:gd name="adj5" fmla="val -40731"/>
              <a:gd name="adj6" fmla="val 12580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Eviter à tout prix les ruptures de stock</a:t>
            </a:r>
          </a:p>
        </p:txBody>
      </p:sp>
      <p:grpSp>
        <p:nvGrpSpPr>
          <p:cNvPr id="11" name="Group 107"/>
          <p:cNvGrpSpPr>
            <a:grpSpLocks/>
          </p:cNvGrpSpPr>
          <p:nvPr/>
        </p:nvGrpSpPr>
        <p:grpSpPr bwMode="auto">
          <a:xfrm>
            <a:off x="908050" y="2733675"/>
            <a:ext cx="5680075" cy="3260725"/>
            <a:chOff x="572" y="1722"/>
            <a:chExt cx="3578" cy="2054"/>
          </a:xfrm>
        </p:grpSpPr>
        <p:sp>
          <p:nvSpPr>
            <p:cNvPr id="217112" name="AutoShape 102"/>
            <p:cNvSpPr>
              <a:spLocks/>
            </p:cNvSpPr>
            <p:nvPr/>
          </p:nvSpPr>
          <p:spPr bwMode="auto">
            <a:xfrm>
              <a:off x="572" y="3539"/>
              <a:ext cx="698" cy="237"/>
            </a:xfrm>
            <a:prstGeom prst="borderCallout2">
              <a:avLst>
                <a:gd name="adj1" fmla="val 30380"/>
                <a:gd name="adj2" fmla="val 106875"/>
                <a:gd name="adj3" fmla="val 30380"/>
                <a:gd name="adj4" fmla="val 119199"/>
                <a:gd name="adj5" fmla="val -271310"/>
                <a:gd name="adj6" fmla="val 13395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cher</a:t>
              </a:r>
            </a:p>
          </p:txBody>
        </p:sp>
        <p:sp>
          <p:nvSpPr>
            <p:cNvPr id="217113" name="AutoShape 103"/>
            <p:cNvSpPr>
              <a:spLocks/>
            </p:cNvSpPr>
            <p:nvPr/>
          </p:nvSpPr>
          <p:spPr bwMode="auto">
            <a:xfrm>
              <a:off x="3585" y="3440"/>
              <a:ext cx="565" cy="314"/>
            </a:xfrm>
            <a:prstGeom prst="borderCallout2">
              <a:avLst>
                <a:gd name="adj1" fmla="val 22931"/>
                <a:gd name="adj2" fmla="val 108495"/>
                <a:gd name="adj3" fmla="val 22931"/>
                <a:gd name="adj4" fmla="val 131856"/>
                <a:gd name="adj5" fmla="val -207963"/>
                <a:gd name="adj6" fmla="val 15982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peu cher</a:t>
              </a:r>
            </a:p>
          </p:txBody>
        </p:sp>
        <p:sp>
          <p:nvSpPr>
            <p:cNvPr id="217114" name="AutoShape 104"/>
            <p:cNvSpPr>
              <a:spLocks/>
            </p:cNvSpPr>
            <p:nvPr/>
          </p:nvSpPr>
          <p:spPr bwMode="auto">
            <a:xfrm>
              <a:off x="1945" y="1772"/>
              <a:ext cx="609" cy="314"/>
            </a:xfrm>
            <a:prstGeom prst="borderCallout2">
              <a:avLst>
                <a:gd name="adj1" fmla="val 22931"/>
                <a:gd name="adj2" fmla="val 107880"/>
                <a:gd name="adj3" fmla="val 22931"/>
                <a:gd name="adj4" fmla="val 130380"/>
                <a:gd name="adj5" fmla="val 118472"/>
                <a:gd name="adj6" fmla="val 15714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Carters : stock cher</a:t>
              </a:r>
            </a:p>
          </p:txBody>
        </p:sp>
        <p:sp>
          <p:nvSpPr>
            <p:cNvPr id="217115" name="AutoShape 105"/>
            <p:cNvSpPr>
              <a:spLocks/>
            </p:cNvSpPr>
            <p:nvPr/>
          </p:nvSpPr>
          <p:spPr bwMode="auto">
            <a:xfrm>
              <a:off x="3320" y="1722"/>
              <a:ext cx="604" cy="370"/>
            </a:xfrm>
            <a:prstGeom prst="borderCallout2">
              <a:avLst>
                <a:gd name="adj1" fmla="val 19458"/>
                <a:gd name="adj2" fmla="val -7949"/>
                <a:gd name="adj3" fmla="val 19458"/>
                <a:gd name="adj4" fmla="val -17713"/>
                <a:gd name="adj5" fmla="val 108106"/>
                <a:gd name="adj6" fmla="val -29472"/>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Couronnes stock peu cher</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box(in)">
                                      <p:cBhvr>
                                        <p:cTn id="12" dur="500"/>
                                        <p:tgtEl>
                                          <p:spTgt spid="1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648293"/>
                                        </p:tgtEl>
                                        <p:attrNameLst>
                                          <p:attrName>style.visibility</p:attrName>
                                        </p:attrNameLst>
                                      </p:cBhvr>
                                      <p:to>
                                        <p:strVal val="visible"/>
                                      </p:to>
                                    </p:set>
                                    <p:animEffect transition="in" filter="box(in)">
                                      <p:cBhvr>
                                        <p:cTn id="17" dur="500"/>
                                        <p:tgtEl>
                                          <p:spTgt spid="6482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8293" grpId="0" animBg="1"/>
    </p:bldLst>
  </p:timing>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218115" name="Rectangle 5"/>
          <p:cNvSpPr>
            <a:spLocks noGrp="1" noChangeArrowheads="1"/>
          </p:cNvSpPr>
          <p:nvPr>
            <p:ph type="subTitle" idx="4294967295"/>
          </p:nvPr>
        </p:nvSpPr>
        <p:spPr>
          <a:xfrm>
            <a:off x="1458913" y="1979613"/>
            <a:ext cx="6400800" cy="808037"/>
          </a:xfrm>
          <a:noFill/>
        </p:spPr>
        <p:txBody>
          <a:bodyPr/>
          <a:lstStyle/>
          <a:p>
            <a:pPr marL="0" indent="0" algn="ctr" eaLnBrk="1" hangingPunct="1">
              <a:buFontTx/>
              <a:buNone/>
            </a:pPr>
            <a:r>
              <a:rPr lang="fr-FR" altLang="fr-FR" sz="4000" b="1">
                <a:solidFill>
                  <a:schemeClr val="bg1"/>
                </a:solidFill>
              </a:rPr>
              <a:t>Variante financière</a:t>
            </a: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Rectangle 2"/>
          <p:cNvSpPr>
            <a:spLocks noGrp="1" noChangeArrowheads="1"/>
          </p:cNvSpPr>
          <p:nvPr>
            <p:ph type="title"/>
          </p:nvPr>
        </p:nvSpPr>
        <p:spPr/>
        <p:txBody>
          <a:bodyPr/>
          <a:lstStyle/>
          <a:p>
            <a:pPr eaLnBrk="1" hangingPunct="1"/>
            <a:r>
              <a:rPr lang="fr-FR" altLang="fr-FR"/>
              <a:t>Variante financière</a:t>
            </a:r>
          </a:p>
        </p:txBody>
      </p:sp>
      <p:sp>
        <p:nvSpPr>
          <p:cNvPr id="219139" name="Rectangle 3"/>
          <p:cNvSpPr>
            <a:spLocks noGrp="1" noChangeArrowheads="1"/>
          </p:cNvSpPr>
          <p:nvPr>
            <p:ph type="body" idx="1"/>
          </p:nvPr>
        </p:nvSpPr>
        <p:spPr>
          <a:xfrm>
            <a:off x="504825" y="1624013"/>
            <a:ext cx="8229600" cy="4376737"/>
          </a:xfrm>
        </p:spPr>
        <p:txBody>
          <a:bodyPr/>
          <a:lstStyle/>
          <a:p>
            <a:pPr eaLnBrk="1" hangingPunct="1"/>
            <a:r>
              <a:rPr lang="fr-FR" altLang="fr-FR"/>
              <a:t>La variante financière doit être introduite en début de semaine 2, afin que les équipes puissent déterminer leur stratégie.</a:t>
            </a:r>
          </a:p>
          <a:p>
            <a:pPr eaLnBrk="1" hangingPunct="1"/>
            <a:r>
              <a:rPr lang="fr-FR" altLang="fr-FR"/>
              <a:t>En fin de partie, les calculs permettent de déterminer l’équipe gagnante (celle qui a fait le plus de bénéfices).</a:t>
            </a:r>
          </a:p>
          <a:p>
            <a:pPr eaLnBrk="1" hangingPunct="1"/>
            <a:r>
              <a:rPr lang="fr-FR" altLang="fr-FR"/>
              <a:t>L’animateur explique cette règle aux participants grâce aux deux diapos suivantes.</a:t>
            </a:r>
          </a:p>
          <a:p>
            <a:pPr lvl="1" eaLnBrk="1" hangingPunct="1">
              <a:lnSpc>
                <a:spcPct val="110000"/>
              </a:lnSpc>
            </a:pPr>
            <a:r>
              <a:rPr lang="fr-FR" altLang="fr-FR" sz="1600"/>
              <a:t>Il distribue à chaque équipe un document variante financière (VF), en précisant que ce document sert à faire des simulations d’objectifs, et que d’autres feuilles sont disponibles en cas de besoin.</a:t>
            </a:r>
          </a:p>
        </p:txBody>
      </p:sp>
      <p:pic>
        <p:nvPicPr>
          <p:cNvPr id="5"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2"/>
          <p:cNvSpPr>
            <a:spLocks noGrp="1" noChangeArrowheads="1"/>
          </p:cNvSpPr>
          <p:nvPr>
            <p:ph type="title"/>
          </p:nvPr>
        </p:nvSpPr>
        <p:spPr>
          <a:xfrm>
            <a:off x="430213" y="0"/>
            <a:ext cx="8229600" cy="647700"/>
          </a:xfrm>
        </p:spPr>
        <p:txBody>
          <a:bodyPr/>
          <a:lstStyle/>
          <a:p>
            <a:pPr eaLnBrk="1" hangingPunct="1"/>
            <a:r>
              <a:rPr lang="fr-FR" altLang="fr-FR"/>
              <a:t>L’impact financier des performances</a:t>
            </a:r>
          </a:p>
        </p:txBody>
      </p:sp>
      <p:sp>
        <p:nvSpPr>
          <p:cNvPr id="220163" name="Rectangle 3"/>
          <p:cNvSpPr>
            <a:spLocks noGrp="1" noChangeArrowheads="1"/>
          </p:cNvSpPr>
          <p:nvPr>
            <p:ph type="body" idx="1"/>
          </p:nvPr>
        </p:nvSpPr>
        <p:spPr>
          <a:xfrm>
            <a:off x="225425" y="855663"/>
            <a:ext cx="8851900" cy="5475287"/>
          </a:xfrm>
        </p:spPr>
        <p:txBody>
          <a:bodyPr/>
          <a:lstStyle/>
          <a:p>
            <a:pPr eaLnBrk="1" hangingPunct="1"/>
            <a:r>
              <a:rPr lang="fr-FR" altLang="fr-FR" sz="1800"/>
              <a:t>Rappel concernant les données financières de l’entreprise</a:t>
            </a:r>
          </a:p>
          <a:p>
            <a:pPr lvl="1" eaLnBrk="1" hangingPunct="1"/>
            <a:r>
              <a:rPr lang="fr-FR" altLang="fr-FR" sz="1600"/>
              <a:t>Le chiffre d’affaires de l’entreprise est de </a:t>
            </a:r>
            <a:r>
              <a:rPr lang="fr-FR" altLang="fr-FR" sz="1600">
                <a:solidFill>
                  <a:srgbClr val="FC2C1C"/>
                </a:solidFill>
              </a:rPr>
              <a:t>90 M€</a:t>
            </a:r>
            <a:r>
              <a:rPr lang="fr-FR" altLang="fr-FR" sz="1600"/>
              <a:t>.</a:t>
            </a:r>
          </a:p>
          <a:p>
            <a:pPr lvl="1" eaLnBrk="1" hangingPunct="1"/>
            <a:r>
              <a:rPr lang="fr-FR" altLang="fr-FR" sz="1600"/>
              <a:t>Le coût de la production est de </a:t>
            </a:r>
            <a:r>
              <a:rPr lang="fr-FR" altLang="fr-FR" sz="1600">
                <a:solidFill>
                  <a:srgbClr val="FC2C1C"/>
                </a:solidFill>
              </a:rPr>
              <a:t>60 M€</a:t>
            </a:r>
            <a:r>
              <a:rPr lang="fr-FR" altLang="fr-FR" sz="1600"/>
              <a:t>.</a:t>
            </a:r>
          </a:p>
          <a:p>
            <a:pPr lvl="1" eaLnBrk="1" hangingPunct="1"/>
            <a:r>
              <a:rPr lang="fr-FR" altLang="fr-FR" sz="1600"/>
              <a:t>Le bénéfice est de </a:t>
            </a:r>
            <a:r>
              <a:rPr lang="fr-FR" altLang="fr-FR" sz="1600">
                <a:solidFill>
                  <a:srgbClr val="FC2C1C"/>
                </a:solidFill>
              </a:rPr>
              <a:t>0,4 M€</a:t>
            </a:r>
          </a:p>
          <a:p>
            <a:pPr lvl="1" eaLnBrk="1" hangingPunct="1"/>
            <a:r>
              <a:rPr lang="fr-FR" altLang="fr-FR" sz="1600"/>
              <a:t>Les stocks sont de </a:t>
            </a:r>
            <a:r>
              <a:rPr lang="fr-FR" altLang="fr-FR" sz="1600">
                <a:solidFill>
                  <a:srgbClr val="FC2C1C"/>
                </a:solidFill>
              </a:rPr>
              <a:t>20 M€</a:t>
            </a:r>
          </a:p>
          <a:p>
            <a:pPr eaLnBrk="1" hangingPunct="1"/>
            <a:r>
              <a:rPr lang="fr-FR" altLang="fr-FR" sz="1800">
                <a:solidFill>
                  <a:srgbClr val="FC2C1C"/>
                </a:solidFill>
              </a:rPr>
              <a:t>Le taux de service</a:t>
            </a:r>
          </a:p>
          <a:p>
            <a:pPr lvl="1" eaLnBrk="1" hangingPunct="1"/>
            <a:r>
              <a:rPr lang="fr-FR" altLang="fr-FR" sz="1600"/>
              <a:t>On considère qu’une variation de </a:t>
            </a:r>
            <a:r>
              <a:rPr lang="fr-FR" altLang="fr-FR" sz="1600">
                <a:solidFill>
                  <a:srgbClr val="FC2C1C"/>
                </a:solidFill>
              </a:rPr>
              <a:t>1%</a:t>
            </a:r>
            <a:r>
              <a:rPr lang="fr-FR" altLang="fr-FR" sz="1600"/>
              <a:t> de taux de service (par rapport à 100 %) entraîne une variation de </a:t>
            </a:r>
            <a:r>
              <a:rPr lang="fr-FR" altLang="fr-FR" sz="1600">
                <a:solidFill>
                  <a:srgbClr val="FC2C1C"/>
                </a:solidFill>
              </a:rPr>
              <a:t>0,5%</a:t>
            </a:r>
            <a:r>
              <a:rPr lang="fr-FR" altLang="fr-FR" sz="1600"/>
              <a:t> des ventes.</a:t>
            </a:r>
          </a:p>
          <a:p>
            <a:pPr lvl="1" eaLnBrk="1" hangingPunct="1"/>
            <a:r>
              <a:rPr lang="fr-FR" altLang="fr-FR" sz="1600"/>
              <a:t>Et comme la marge brute sur les ventes est de : (90 M€ - 60 M€) / 90 M€ = </a:t>
            </a:r>
            <a:r>
              <a:rPr lang="fr-FR" altLang="fr-FR" sz="1600">
                <a:solidFill>
                  <a:srgbClr val="FC2C1C"/>
                </a:solidFill>
              </a:rPr>
              <a:t>33%,</a:t>
            </a:r>
            <a:r>
              <a:rPr lang="fr-FR" altLang="fr-FR" sz="1600"/>
              <a:t> cette variation de </a:t>
            </a:r>
            <a:r>
              <a:rPr lang="fr-FR" altLang="fr-FR" sz="1600">
                <a:solidFill>
                  <a:srgbClr val="FC2C1C"/>
                </a:solidFill>
              </a:rPr>
              <a:t>0,5%</a:t>
            </a:r>
            <a:r>
              <a:rPr lang="fr-FR" altLang="fr-FR" sz="1600"/>
              <a:t> a un impact sur le bénéfice égal à </a:t>
            </a:r>
            <a:r>
              <a:rPr lang="fr-FR" altLang="fr-FR" sz="1600">
                <a:solidFill>
                  <a:srgbClr val="FC2C1C"/>
                </a:solidFill>
              </a:rPr>
              <a:t>0,17%</a:t>
            </a:r>
            <a:r>
              <a:rPr lang="fr-FR" altLang="fr-FR" sz="1600"/>
              <a:t> des ventes.</a:t>
            </a:r>
          </a:p>
          <a:p>
            <a:pPr eaLnBrk="1" hangingPunct="1"/>
            <a:r>
              <a:rPr lang="fr-FR" altLang="fr-FR" sz="1800">
                <a:solidFill>
                  <a:srgbClr val="FC2C1C"/>
                </a:solidFill>
              </a:rPr>
              <a:t>L’efficience de la production</a:t>
            </a:r>
          </a:p>
          <a:p>
            <a:pPr lvl="1" eaLnBrk="1" hangingPunct="1"/>
            <a:r>
              <a:rPr lang="fr-FR" altLang="fr-FR" sz="1600"/>
              <a:t>On considère qu’une variation de </a:t>
            </a:r>
            <a:r>
              <a:rPr lang="fr-FR" altLang="fr-FR" sz="1600">
                <a:solidFill>
                  <a:srgbClr val="FC2C1C"/>
                </a:solidFill>
              </a:rPr>
              <a:t>1%</a:t>
            </a:r>
            <a:r>
              <a:rPr lang="fr-FR" altLang="fr-FR" sz="1600"/>
              <a:t> d’efficience de la production (par rapport à 100 %) entraîne une variation de </a:t>
            </a:r>
            <a:r>
              <a:rPr lang="fr-FR" altLang="fr-FR" sz="1600">
                <a:solidFill>
                  <a:srgbClr val="FC2C1C"/>
                </a:solidFill>
              </a:rPr>
              <a:t>0,2 %</a:t>
            </a:r>
            <a:r>
              <a:rPr lang="fr-FR" altLang="fr-FR" sz="1600"/>
              <a:t> du bénéfice.</a:t>
            </a:r>
          </a:p>
          <a:p>
            <a:pPr eaLnBrk="1" hangingPunct="1"/>
            <a:r>
              <a:rPr lang="fr-FR" altLang="fr-FR" sz="1800">
                <a:solidFill>
                  <a:srgbClr val="FC2C1C"/>
                </a:solidFill>
              </a:rPr>
              <a:t>Les stocks</a:t>
            </a:r>
          </a:p>
          <a:p>
            <a:pPr lvl="1" eaLnBrk="1" hangingPunct="1"/>
            <a:r>
              <a:rPr lang="fr-FR" altLang="fr-FR" sz="1600"/>
              <a:t>Le stock est en réalité </a:t>
            </a:r>
            <a:r>
              <a:rPr lang="fr-FR" altLang="fr-FR" sz="1600">
                <a:solidFill>
                  <a:srgbClr val="FC2C1C"/>
                </a:solidFill>
              </a:rPr>
              <a:t>10 000 fois</a:t>
            </a:r>
            <a:r>
              <a:rPr lang="fr-FR" altLang="fr-FR" sz="1600"/>
              <a:t> plus élevé que la mesure faite dans le jeu (changement d’échelle dû à la simplification nécessaire pour faire la simulation).</a:t>
            </a:r>
          </a:p>
          <a:p>
            <a:pPr lvl="1" eaLnBrk="1" hangingPunct="1"/>
            <a:r>
              <a:rPr lang="fr-FR" altLang="fr-FR" sz="1600"/>
              <a:t>Le coût du stock pour la durée de la simulation (4 semaines) est de </a:t>
            </a:r>
            <a:r>
              <a:rPr lang="fr-FR" altLang="fr-FR" sz="1600">
                <a:solidFill>
                  <a:srgbClr val="FC2C1C"/>
                </a:solidFill>
              </a:rPr>
              <a:t>20 %</a:t>
            </a:r>
            <a:r>
              <a:rPr lang="fr-FR" altLang="fr-FR" sz="1600"/>
              <a:t> du montant moyen des stocks. </a:t>
            </a: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1186" name="Picture 5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2725" y="1076325"/>
            <a:ext cx="7356475" cy="5743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187" name="Rectangle 2"/>
          <p:cNvSpPr>
            <a:spLocks noGrp="1" noChangeArrowheads="1"/>
          </p:cNvSpPr>
          <p:nvPr>
            <p:ph type="title"/>
          </p:nvPr>
        </p:nvSpPr>
        <p:spPr>
          <a:xfrm>
            <a:off x="438150" y="120650"/>
            <a:ext cx="8229600" cy="363538"/>
          </a:xfrm>
        </p:spPr>
        <p:txBody>
          <a:bodyPr/>
          <a:lstStyle/>
          <a:p>
            <a:pPr eaLnBrk="1" hangingPunct="1"/>
            <a:r>
              <a:rPr lang="fr-FR" altLang="fr-FR" sz="2000"/>
              <a:t>Utilisation de la feuille de calcul</a:t>
            </a:r>
          </a:p>
        </p:txBody>
      </p:sp>
      <p:sp>
        <p:nvSpPr>
          <p:cNvPr id="221189" name="AutoShape 30"/>
          <p:cNvSpPr>
            <a:spLocks noChangeArrowheads="1"/>
          </p:cNvSpPr>
          <p:nvPr/>
        </p:nvSpPr>
        <p:spPr bwMode="auto">
          <a:xfrm>
            <a:off x="4481513" y="6583363"/>
            <a:ext cx="527050" cy="246062"/>
          </a:xfrm>
          <a:prstGeom prst="downArrowCallout">
            <a:avLst>
              <a:gd name="adj1" fmla="val 53548"/>
              <a:gd name="adj2" fmla="val 53548"/>
              <a:gd name="adj3" fmla="val 16667"/>
              <a:gd name="adj4" fmla="val 66667"/>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59"/>
          <p:cNvGrpSpPr>
            <a:grpSpLocks/>
          </p:cNvGrpSpPr>
          <p:nvPr/>
        </p:nvGrpSpPr>
        <p:grpSpPr bwMode="auto">
          <a:xfrm>
            <a:off x="2116138" y="400050"/>
            <a:ext cx="1112837" cy="896938"/>
            <a:chOff x="1333" y="252"/>
            <a:chExt cx="701" cy="565"/>
          </a:xfrm>
        </p:grpSpPr>
        <p:sp>
          <p:nvSpPr>
            <p:cNvPr id="221217" name="AutoShape 32"/>
            <p:cNvSpPr>
              <a:spLocks/>
            </p:cNvSpPr>
            <p:nvPr/>
          </p:nvSpPr>
          <p:spPr bwMode="auto">
            <a:xfrm>
              <a:off x="1588" y="252"/>
              <a:ext cx="446" cy="451"/>
            </a:xfrm>
            <a:prstGeom prst="borderCallout2">
              <a:avLst>
                <a:gd name="adj1" fmla="val 15963"/>
                <a:gd name="adj2" fmla="val -10764"/>
                <a:gd name="adj3" fmla="val 15963"/>
                <a:gd name="adj4" fmla="val -24662"/>
                <a:gd name="adj5" fmla="val 85144"/>
                <a:gd name="adj6" fmla="val -3878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votre équipe</a:t>
              </a:r>
            </a:p>
          </p:txBody>
        </p:sp>
        <p:sp>
          <p:nvSpPr>
            <p:cNvPr id="221218" name="Oval 33"/>
            <p:cNvSpPr>
              <a:spLocks noChangeArrowheads="1"/>
            </p:cNvSpPr>
            <p:nvPr/>
          </p:nvSpPr>
          <p:spPr bwMode="auto">
            <a:xfrm>
              <a:off x="1333" y="677"/>
              <a:ext cx="196"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61"/>
          <p:cNvGrpSpPr>
            <a:grpSpLocks/>
          </p:cNvGrpSpPr>
          <p:nvPr/>
        </p:nvGrpSpPr>
        <p:grpSpPr bwMode="auto">
          <a:xfrm>
            <a:off x="3302000" y="766763"/>
            <a:ext cx="2103438" cy="2212975"/>
            <a:chOff x="2080" y="483"/>
            <a:chExt cx="1325" cy="1394"/>
          </a:xfrm>
        </p:grpSpPr>
        <p:sp>
          <p:nvSpPr>
            <p:cNvPr id="221215" name="AutoShape 35"/>
            <p:cNvSpPr>
              <a:spLocks/>
            </p:cNvSpPr>
            <p:nvPr/>
          </p:nvSpPr>
          <p:spPr bwMode="auto">
            <a:xfrm>
              <a:off x="2080" y="483"/>
              <a:ext cx="984" cy="583"/>
            </a:xfrm>
            <a:prstGeom prst="borderCallout2">
              <a:avLst>
                <a:gd name="adj1" fmla="val 12352"/>
                <a:gd name="adj2" fmla="val 104880"/>
                <a:gd name="adj3" fmla="val 12352"/>
                <a:gd name="adj4" fmla="val 111991"/>
                <a:gd name="adj5" fmla="val 207204"/>
                <a:gd name="adj6" fmla="val 119412"/>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6 % de perte de taux de service entraînent 3 % de ventes perdues</a:t>
              </a:r>
            </a:p>
          </p:txBody>
        </p:sp>
        <p:sp>
          <p:nvSpPr>
            <p:cNvPr id="221216" name="Oval 36"/>
            <p:cNvSpPr>
              <a:spLocks noChangeArrowheads="1"/>
            </p:cNvSpPr>
            <p:nvPr/>
          </p:nvSpPr>
          <p:spPr bwMode="auto">
            <a:xfrm>
              <a:off x="2430" y="1698"/>
              <a:ext cx="975" cy="179"/>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62"/>
          <p:cNvGrpSpPr>
            <a:grpSpLocks/>
          </p:cNvGrpSpPr>
          <p:nvPr/>
        </p:nvGrpSpPr>
        <p:grpSpPr bwMode="auto">
          <a:xfrm>
            <a:off x="6189663" y="628650"/>
            <a:ext cx="2535237" cy="2319338"/>
            <a:chOff x="3899" y="396"/>
            <a:chExt cx="1597" cy="1461"/>
          </a:xfrm>
        </p:grpSpPr>
        <p:sp>
          <p:nvSpPr>
            <p:cNvPr id="221213" name="AutoShape 38"/>
            <p:cNvSpPr>
              <a:spLocks/>
            </p:cNvSpPr>
            <p:nvPr/>
          </p:nvSpPr>
          <p:spPr bwMode="auto">
            <a:xfrm>
              <a:off x="4702" y="396"/>
              <a:ext cx="794" cy="685"/>
            </a:xfrm>
            <a:prstGeom prst="borderCallout2">
              <a:avLst>
                <a:gd name="adj1" fmla="val 10509"/>
                <a:gd name="adj2" fmla="val -6046"/>
                <a:gd name="adj3" fmla="val 10509"/>
                <a:gd name="adj4" fmla="val -37532"/>
                <a:gd name="adj5" fmla="val 186718"/>
                <a:gd name="adj6" fmla="val -7027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3 % de ventes perdues entraînent 1/3 de perte de bénéfices</a:t>
              </a:r>
            </a:p>
          </p:txBody>
        </p:sp>
        <p:sp>
          <p:nvSpPr>
            <p:cNvPr id="221214" name="Oval 39"/>
            <p:cNvSpPr>
              <a:spLocks noChangeArrowheads="1"/>
            </p:cNvSpPr>
            <p:nvPr/>
          </p:nvSpPr>
          <p:spPr bwMode="auto">
            <a:xfrm>
              <a:off x="3899" y="1717"/>
              <a:ext cx="41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63"/>
          <p:cNvGrpSpPr>
            <a:grpSpLocks/>
          </p:cNvGrpSpPr>
          <p:nvPr/>
        </p:nvGrpSpPr>
        <p:grpSpPr bwMode="auto">
          <a:xfrm>
            <a:off x="6919913" y="2120900"/>
            <a:ext cx="2062162" cy="1243013"/>
            <a:chOff x="4359" y="1336"/>
            <a:chExt cx="1299" cy="783"/>
          </a:xfrm>
        </p:grpSpPr>
        <p:sp>
          <p:nvSpPr>
            <p:cNvPr id="221211" name="AutoShape 41"/>
            <p:cNvSpPr>
              <a:spLocks/>
            </p:cNvSpPr>
            <p:nvPr/>
          </p:nvSpPr>
          <p:spPr bwMode="auto">
            <a:xfrm>
              <a:off x="4903" y="1336"/>
              <a:ext cx="755" cy="783"/>
            </a:xfrm>
            <a:prstGeom prst="borderCallout2">
              <a:avLst>
                <a:gd name="adj1" fmla="val 9194"/>
                <a:gd name="adj2" fmla="val -6356"/>
                <a:gd name="adj3" fmla="val 9194"/>
                <a:gd name="adj4" fmla="val -13907"/>
                <a:gd name="adj5" fmla="val 48532"/>
                <a:gd name="adj6" fmla="val -2158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Votre gain est la différence par rapport aux valeurs initiales</a:t>
              </a:r>
            </a:p>
          </p:txBody>
        </p:sp>
        <p:sp>
          <p:nvSpPr>
            <p:cNvPr id="221212" name="Oval 42"/>
            <p:cNvSpPr>
              <a:spLocks noChangeArrowheads="1"/>
            </p:cNvSpPr>
            <p:nvPr/>
          </p:nvSpPr>
          <p:spPr bwMode="auto">
            <a:xfrm>
              <a:off x="4359" y="1707"/>
              <a:ext cx="41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66"/>
          <p:cNvGrpSpPr>
            <a:grpSpLocks/>
          </p:cNvGrpSpPr>
          <p:nvPr/>
        </p:nvGrpSpPr>
        <p:grpSpPr bwMode="auto">
          <a:xfrm>
            <a:off x="6915150" y="5235575"/>
            <a:ext cx="2038350" cy="1593850"/>
            <a:chOff x="4356" y="3298"/>
            <a:chExt cx="1284" cy="1004"/>
          </a:xfrm>
        </p:grpSpPr>
        <p:sp>
          <p:nvSpPr>
            <p:cNvPr id="221209" name="AutoShape 44"/>
            <p:cNvSpPr>
              <a:spLocks/>
            </p:cNvSpPr>
            <p:nvPr/>
          </p:nvSpPr>
          <p:spPr bwMode="auto">
            <a:xfrm>
              <a:off x="5008" y="3298"/>
              <a:ext cx="632" cy="456"/>
            </a:xfrm>
            <a:prstGeom prst="borderCallout2">
              <a:avLst>
                <a:gd name="adj1" fmla="val 15792"/>
                <a:gd name="adj2" fmla="val -7597"/>
                <a:gd name="adj3" fmla="val 15792"/>
                <a:gd name="adj4" fmla="val -29588"/>
                <a:gd name="adj5" fmla="val 168421"/>
                <a:gd name="adj6" fmla="val -5189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votre gain total</a:t>
              </a:r>
            </a:p>
          </p:txBody>
        </p:sp>
        <p:sp>
          <p:nvSpPr>
            <p:cNvPr id="221210" name="Oval 45"/>
            <p:cNvSpPr>
              <a:spLocks noChangeArrowheads="1"/>
            </p:cNvSpPr>
            <p:nvPr/>
          </p:nvSpPr>
          <p:spPr bwMode="auto">
            <a:xfrm>
              <a:off x="4356" y="4100"/>
              <a:ext cx="418" cy="202"/>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60"/>
          <p:cNvGrpSpPr>
            <a:grpSpLocks/>
          </p:cNvGrpSpPr>
          <p:nvPr/>
        </p:nvGrpSpPr>
        <p:grpSpPr bwMode="auto">
          <a:xfrm>
            <a:off x="109538" y="134938"/>
            <a:ext cx="3286125" cy="6240462"/>
            <a:chOff x="69" y="85"/>
            <a:chExt cx="2070" cy="3931"/>
          </a:xfrm>
        </p:grpSpPr>
        <p:sp>
          <p:nvSpPr>
            <p:cNvPr id="221202" name="AutoShape 47"/>
            <p:cNvSpPr>
              <a:spLocks/>
            </p:cNvSpPr>
            <p:nvPr/>
          </p:nvSpPr>
          <p:spPr bwMode="auto">
            <a:xfrm flipH="1">
              <a:off x="69" y="85"/>
              <a:ext cx="1226" cy="570"/>
            </a:xfrm>
            <a:prstGeom prst="borderCallout2">
              <a:avLst>
                <a:gd name="adj1" fmla="val 12630"/>
                <a:gd name="adj2" fmla="val -3917"/>
                <a:gd name="adj3" fmla="val 12630"/>
                <a:gd name="adj4" fmla="val -21454"/>
                <a:gd name="adj5" fmla="val 273681"/>
                <a:gd name="adj6" fmla="val -4168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vos valeurs chaque fin de semaine et la moyenne en fin de simulation</a:t>
              </a:r>
            </a:p>
          </p:txBody>
        </p:sp>
        <p:sp>
          <p:nvSpPr>
            <p:cNvPr id="221203" name="Oval 48"/>
            <p:cNvSpPr>
              <a:spLocks noChangeArrowheads="1"/>
            </p:cNvSpPr>
            <p:nvPr/>
          </p:nvSpPr>
          <p:spPr bwMode="auto">
            <a:xfrm>
              <a:off x="1804" y="1701"/>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4" name="Line 49"/>
            <p:cNvSpPr>
              <a:spLocks noChangeShapeType="1"/>
            </p:cNvSpPr>
            <p:nvPr/>
          </p:nvSpPr>
          <p:spPr bwMode="auto">
            <a:xfrm>
              <a:off x="972" y="674"/>
              <a:ext cx="877" cy="2123"/>
            </a:xfrm>
            <a:prstGeom prst="line">
              <a:avLst/>
            </a:prstGeom>
            <a:noFill/>
            <a:ln w="6350">
              <a:solidFill>
                <a:schemeClr val="bg2"/>
              </a:solidFill>
              <a:round/>
              <a:headEnd/>
              <a:tailEnd type="triangle" w="med" len="med"/>
            </a:ln>
            <a:extLst>
              <a:ext uri="{909E8E84-426E-40DD-AFC4-6F175D3DCCD1}">
                <a14:hiddenFill xmlns:a14="http://schemas.microsoft.com/office/drawing/2010/main">
                  <a:noFill/>
                </a14:hiddenFill>
              </a:ext>
            </a:extLst>
          </p:spPr>
          <p:txBody>
            <a:bodyPr anchor="ctr"/>
            <a:lstStyle/>
            <a:p>
              <a:endParaRPr lang="fr-FR"/>
            </a:p>
          </p:txBody>
        </p:sp>
        <p:sp>
          <p:nvSpPr>
            <p:cNvPr id="221205" name="Line 50"/>
            <p:cNvSpPr>
              <a:spLocks noChangeShapeType="1"/>
            </p:cNvSpPr>
            <p:nvPr/>
          </p:nvSpPr>
          <p:spPr bwMode="auto">
            <a:xfrm>
              <a:off x="912" y="696"/>
              <a:ext cx="826" cy="2475"/>
            </a:xfrm>
            <a:prstGeom prst="line">
              <a:avLst/>
            </a:prstGeom>
            <a:noFill/>
            <a:ln w="6350">
              <a:solidFill>
                <a:schemeClr val="bg2"/>
              </a:solidFill>
              <a:round/>
              <a:headEnd/>
              <a:tailEnd type="triangle" w="med" len="med"/>
            </a:ln>
            <a:extLst>
              <a:ext uri="{909E8E84-426E-40DD-AFC4-6F175D3DCCD1}">
                <a14:hiddenFill xmlns:a14="http://schemas.microsoft.com/office/drawing/2010/main">
                  <a:noFill/>
                </a14:hiddenFill>
              </a:ext>
            </a:extLst>
          </p:spPr>
          <p:txBody>
            <a:bodyPr anchor="ctr"/>
            <a:lstStyle/>
            <a:p>
              <a:endParaRPr lang="fr-FR"/>
            </a:p>
          </p:txBody>
        </p:sp>
        <p:sp>
          <p:nvSpPr>
            <p:cNvPr id="221206" name="Oval 51"/>
            <p:cNvSpPr>
              <a:spLocks noChangeArrowheads="1"/>
            </p:cNvSpPr>
            <p:nvPr/>
          </p:nvSpPr>
          <p:spPr bwMode="auto">
            <a:xfrm>
              <a:off x="1828" y="2799"/>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7" name="Oval 52"/>
            <p:cNvSpPr>
              <a:spLocks noChangeArrowheads="1"/>
            </p:cNvSpPr>
            <p:nvPr/>
          </p:nvSpPr>
          <p:spPr bwMode="auto">
            <a:xfrm>
              <a:off x="1767" y="3876"/>
              <a:ext cx="372"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8" name="Oval 54"/>
            <p:cNvSpPr>
              <a:spLocks noChangeArrowheads="1"/>
            </p:cNvSpPr>
            <p:nvPr/>
          </p:nvSpPr>
          <p:spPr bwMode="auto">
            <a:xfrm>
              <a:off x="1810" y="1303"/>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8" name="Group 64"/>
          <p:cNvGrpSpPr>
            <a:grpSpLocks/>
          </p:cNvGrpSpPr>
          <p:nvPr/>
        </p:nvGrpSpPr>
        <p:grpSpPr bwMode="auto">
          <a:xfrm>
            <a:off x="3213100" y="3740150"/>
            <a:ext cx="2095500" cy="950913"/>
            <a:chOff x="2024" y="2356"/>
            <a:chExt cx="1320" cy="599"/>
          </a:xfrm>
        </p:grpSpPr>
        <p:sp>
          <p:nvSpPr>
            <p:cNvPr id="221200" name="AutoShape 55"/>
            <p:cNvSpPr>
              <a:spLocks/>
            </p:cNvSpPr>
            <p:nvPr/>
          </p:nvSpPr>
          <p:spPr bwMode="auto">
            <a:xfrm>
              <a:off x="2024" y="2356"/>
              <a:ext cx="1061" cy="411"/>
            </a:xfrm>
            <a:prstGeom prst="borderCallout2">
              <a:avLst>
                <a:gd name="adj1" fmla="val 17519"/>
                <a:gd name="adj2" fmla="val 104523"/>
                <a:gd name="adj3" fmla="val 17519"/>
                <a:gd name="adj4" fmla="val 108954"/>
                <a:gd name="adj5" fmla="val 101218"/>
                <a:gd name="adj6" fmla="val 1134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12 % de perte d’efficience = 12 % de production perdue</a:t>
              </a:r>
            </a:p>
          </p:txBody>
        </p:sp>
        <p:sp>
          <p:nvSpPr>
            <p:cNvPr id="221201" name="Oval 57"/>
            <p:cNvSpPr>
              <a:spLocks noChangeArrowheads="1"/>
            </p:cNvSpPr>
            <p:nvPr/>
          </p:nvSpPr>
          <p:spPr bwMode="auto">
            <a:xfrm>
              <a:off x="2974" y="2815"/>
              <a:ext cx="370"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65"/>
          <p:cNvGrpSpPr>
            <a:grpSpLocks/>
          </p:cNvGrpSpPr>
          <p:nvPr/>
        </p:nvGrpSpPr>
        <p:grpSpPr bwMode="auto">
          <a:xfrm>
            <a:off x="6169025" y="3463925"/>
            <a:ext cx="2774950" cy="1217613"/>
            <a:chOff x="3886" y="2182"/>
            <a:chExt cx="1748" cy="767"/>
          </a:xfrm>
        </p:grpSpPr>
        <p:sp>
          <p:nvSpPr>
            <p:cNvPr id="221198" name="AutoShape 56"/>
            <p:cNvSpPr>
              <a:spLocks/>
            </p:cNvSpPr>
            <p:nvPr/>
          </p:nvSpPr>
          <p:spPr bwMode="auto">
            <a:xfrm>
              <a:off x="4633" y="2182"/>
              <a:ext cx="1001" cy="447"/>
            </a:xfrm>
            <a:prstGeom prst="borderCallout2">
              <a:avLst>
                <a:gd name="adj1" fmla="val 16106"/>
                <a:gd name="adj2" fmla="val -4796"/>
                <a:gd name="adj3" fmla="val 16106"/>
                <a:gd name="adj4" fmla="val -25375"/>
                <a:gd name="adj5" fmla="val 136019"/>
                <a:gd name="adj6" fmla="val -46255"/>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7,2 M€ de production perdue = 1,4 M€ de bénéfice en moins </a:t>
              </a:r>
            </a:p>
          </p:txBody>
        </p:sp>
        <p:sp>
          <p:nvSpPr>
            <p:cNvPr id="221199" name="Oval 58"/>
            <p:cNvSpPr>
              <a:spLocks noChangeArrowheads="1"/>
            </p:cNvSpPr>
            <p:nvPr/>
          </p:nvSpPr>
          <p:spPr bwMode="auto">
            <a:xfrm>
              <a:off x="3886" y="2809"/>
              <a:ext cx="430"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ox(in)">
                                      <p:cBhvr>
                                        <p:cTn id="12" dur="500"/>
                                        <p:tgtEl>
                                          <p:spTgt spid="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ox(in)">
                                      <p:cBhvr>
                                        <p:cTn id="17" dur="500"/>
                                        <p:tgtEl>
                                          <p:spTgt spid="3"/>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box(in)">
                                      <p:cBhvr>
                                        <p:cTn id="22" dur="500"/>
                                        <p:tgtEl>
                                          <p:spTgt spid="4"/>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box(in)">
                                      <p:cBhvr>
                                        <p:cTn id="27" dur="500"/>
                                        <p:tgtEl>
                                          <p:spTgt spid="5"/>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4" presetClass="entr" presetSubtype="16"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box(in)">
                                      <p:cBhvr>
                                        <p:cTn id="32" dur="500"/>
                                        <p:tgtEl>
                                          <p:spTgt spid="8"/>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4" presetClass="entr" presetSubtype="16"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box(in)">
                                      <p:cBhvr>
                                        <p:cTn id="37" dur="500"/>
                                        <p:tgtEl>
                                          <p:spTgt spid="9"/>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4" presetClass="entr" presetSubtype="16"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box(in)">
                                      <p:cBhvr>
                                        <p:cTn id="4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èle par défaut">
  <a:themeElements>
    <a:clrScheme name="Modèle par défaut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Modèle par défa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6350" cap="flat" cmpd="sng" algn="ctr">
          <a:solidFill>
            <a:schemeClr val="tx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fr-FR" sz="1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noFill/>
        <a:ln w="6350" cap="flat" cmpd="sng" algn="ctr">
          <a:solidFill>
            <a:schemeClr val="tx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fr-FR" sz="1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Modèle par défaut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Modèle par défaut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Modèle par défaut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Modèle par défaut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Modèle par défaut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Modèle par défaut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Modèle par défaut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12219</TotalTime>
  <Words>15320</Words>
  <Application>Microsoft Office PowerPoint</Application>
  <PresentationFormat>Affichage à l'écran (4:3)</PresentationFormat>
  <Paragraphs>1906</Paragraphs>
  <Slides>215</Slides>
  <Notes>215</Notes>
  <HiddenSlides>14</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215</vt:i4>
      </vt:variant>
    </vt:vector>
  </HeadingPairs>
  <TitlesOfParts>
    <vt:vector size="222" baseType="lpstr">
      <vt:lpstr>Arial</vt:lpstr>
      <vt:lpstr>Arial Black</vt:lpstr>
      <vt:lpstr>Calibri</vt:lpstr>
      <vt:lpstr>Palatino</vt:lpstr>
      <vt:lpstr>Times New Roman</vt:lpstr>
      <vt:lpstr>Wingdings</vt:lpstr>
      <vt:lpstr>Modèle par défaut</vt:lpstr>
      <vt:lpstr>Présentation PowerPoint</vt:lpstr>
      <vt:lpstr>Préambule</vt:lpstr>
      <vt:lpstr>Sommaire du diaporama</vt:lpstr>
      <vt:lpstr>Règles du jeu pour l’animateur</vt:lpstr>
      <vt:lpstr>Objectif du jeu</vt:lpstr>
      <vt:lpstr>Variante financière</vt:lpstr>
      <vt:lpstr>Vue d’ensemble de la simulation</vt:lpstr>
      <vt:lpstr>Déroulement de la simulation</vt:lpstr>
      <vt:lpstr>Vue d’ensemble de la simulation</vt:lpstr>
      <vt:lpstr>Vue d’ensemble de la simulation</vt:lpstr>
      <vt:lpstr>Vue d’ensemble de la simulation</vt:lpstr>
      <vt:lpstr>Vue d’ensemble de la simulation</vt:lpstr>
      <vt:lpstr>Diapos Incidents</vt:lpstr>
      <vt:lpstr>Diapos Questions</vt:lpstr>
      <vt:lpstr>Tableau de bord</vt:lpstr>
      <vt:lpstr>Affiche Tableau de bord</vt:lpstr>
      <vt:lpstr>Horaire</vt:lpstr>
      <vt:lpstr>Variante sans ticket Kanban</vt:lpstr>
      <vt:lpstr>Participants</vt:lpstr>
      <vt:lpstr>Check List du matériel</vt:lpstr>
      <vt:lpstr>Check List du matériel</vt:lpstr>
      <vt:lpstr>Préparation de la salle</vt:lpstr>
      <vt:lpstr>Présentation de l’entreprise</vt:lpstr>
      <vt:lpstr>Présentation PowerPoint</vt:lpstr>
      <vt:lpstr>Votre mission : améliorer les performances de l’usine</vt:lpstr>
      <vt:lpstr>Les ventes</vt:lpstr>
      <vt:lpstr>La composition des produits</vt:lpstr>
      <vt:lpstr>La fabrication</vt:lpstr>
      <vt:lpstr>Les flux de fabrication</vt:lpstr>
      <vt:lpstr>Les cadences de fabrication</vt:lpstr>
      <vt:lpstr>Les prix et les coûts</vt:lpstr>
      <vt:lpstr>Les approvisionnements</vt:lpstr>
      <vt:lpstr>Les problèmes</vt:lpstr>
      <vt:lpstr>Les réglages en début de partie</vt:lpstr>
      <vt:lpstr>La mesure des performances</vt:lpstr>
      <vt:lpstr>Suivi de la production et des livraisons</vt:lpstr>
      <vt:lpstr>Questions pratiques</vt:lpstr>
      <vt:lpstr>Implantation de la table</vt:lpstr>
      <vt:lpstr>Rangement des pièces dans les conteneurs</vt:lpstr>
      <vt:lpstr>Les stocks en début de partie</vt:lpstr>
      <vt:lpstr>Produire</vt:lpstr>
      <vt:lpstr>C’est le moment d’installer votre usine.  Vérifiez que vous avez reçu :</vt:lpstr>
      <vt:lpstr>Ce qui vous est demandé :</vt:lpstr>
      <vt:lpstr>Calcul des besoins</vt:lpstr>
      <vt:lpstr>Les informations</vt:lpstr>
      <vt:lpstr>Conseils pour la phase de préparation</vt:lpstr>
      <vt:lpstr>Début de la simulation</vt:lpstr>
      <vt:lpstr>Sem. 1 - Lundi (St Léonard)</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1 - Mardi (Ste Carine)</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Sem. 1 - Mercredi (St Geoffroy)</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1 - Jeudi (St Théodore)</vt:lpstr>
      <vt:lpstr>Présentation PowerPoint</vt:lpstr>
      <vt:lpstr>Présentation PowerPoint</vt:lpstr>
      <vt:lpstr>Présentation PowerPoint</vt:lpstr>
      <vt:lpstr>Présentation PowerPoint</vt:lpstr>
      <vt:lpstr>Présentation PowerPoint</vt:lpstr>
      <vt:lpstr>Question</vt:lpstr>
      <vt:lpstr>Présentation PowerPoint</vt:lpstr>
      <vt:lpstr>Présentation PowerPoint</vt:lpstr>
      <vt:lpstr>Bilan de la semaine 1</vt:lpstr>
      <vt:lpstr>Calcul des indicateurs</vt:lpstr>
      <vt:lpstr>Résultats</vt:lpstr>
      <vt:lpstr>Affichage des résultats (voir fichier Excel)</vt:lpstr>
      <vt:lpstr>Préparation de la semaine 2</vt:lpstr>
      <vt:lpstr>La méthode Kanban pour l’usinage</vt:lpstr>
      <vt:lpstr>La méthode Kanban : exemple pour le montage d’un R5</vt:lpstr>
      <vt:lpstr>La méthode Kanban</vt:lpstr>
      <vt:lpstr>Le nombre de tickets Kanban</vt:lpstr>
      <vt:lpstr>C’est le moment d’installer votre système Kanban. Recevez pour chaque table :</vt:lpstr>
      <vt:lpstr>2. Les progrès</vt:lpstr>
      <vt:lpstr>Enregistrement des progrès</vt:lpstr>
      <vt:lpstr>Enregistrement des progrès (diapo destinée à l’animateur)</vt:lpstr>
      <vt:lpstr>Reprise de la simulation</vt:lpstr>
      <vt:lpstr>Sem. 2 - Lundi (St Brice)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2 - Mardi (Ste Sidoine)</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Enregistrement des progrès</vt:lpstr>
      <vt:lpstr>Ajustement des stocks</vt:lpstr>
      <vt:lpstr>Sem. 2 - Mercredi (fêtes de la dynastie)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2 - Jeudi (Ste Marguerite)</vt:lpstr>
      <vt:lpstr>Présentation PowerPoint</vt:lpstr>
      <vt:lpstr>Présentation PowerPoint</vt:lpstr>
      <vt:lpstr>Présentation PowerPoint</vt:lpstr>
      <vt:lpstr>Présentation PowerPoint</vt:lpstr>
      <vt:lpstr>Présentation PowerPoint</vt:lpstr>
      <vt:lpstr>Question</vt:lpstr>
      <vt:lpstr>Présentation PowerPoint</vt:lpstr>
      <vt:lpstr>Présentation PowerPoint</vt:lpstr>
      <vt:lpstr>Bilan de la semaine 2</vt:lpstr>
      <vt:lpstr>Affichage des résultats (voir fichier Excel)</vt:lpstr>
      <vt:lpstr>Enregistrement des progrès</vt:lpstr>
      <vt:lpstr>Sem. 3 - Lundi (St Edmond)</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3 - Mardi</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Ajustement des stocks</vt:lpstr>
      <vt:lpstr>Enregistrement des progrès</vt:lpstr>
      <vt:lpstr>Sem. 3 - Mercredi (Ste Cécile)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3 - Jeudi (St Clément)</vt:lpstr>
      <vt:lpstr>Présentation PowerPoint</vt:lpstr>
      <vt:lpstr>Présentation PowerPoint</vt:lpstr>
      <vt:lpstr>Présentation PowerPoint</vt:lpstr>
      <vt:lpstr>Présentation PowerPoint</vt:lpstr>
      <vt:lpstr>Question</vt:lpstr>
      <vt:lpstr>Présentation PowerPoint</vt:lpstr>
      <vt:lpstr>Présentation PowerPoint</vt:lpstr>
      <vt:lpstr>Présentation PowerPoint</vt:lpstr>
      <vt:lpstr>Bilan de la semaine 3</vt:lpstr>
      <vt:lpstr>Affichage des résultats</vt:lpstr>
      <vt:lpstr>Sem. 4 - Lundi (St Séverin)</vt:lpstr>
      <vt:lpstr>Sem. 4 - Lundi</vt:lpstr>
      <vt:lpstr>Sem. 4 - Lundi</vt:lpstr>
      <vt:lpstr>Sem. 4 - Lundi</vt:lpstr>
      <vt:lpstr>Sem. 4 - Lundi</vt:lpstr>
      <vt:lpstr>Sem. 4 - Lundi</vt:lpstr>
      <vt:lpstr>Sem. 4 - Lundi</vt:lpstr>
      <vt:lpstr>Sem. 4 - Lundi</vt:lpstr>
      <vt:lpstr>Sem. 4 - Mardi (St Jacques de la Manche)</vt:lpstr>
      <vt:lpstr>Sem. 4 - Mardi</vt:lpstr>
      <vt:lpstr>Sem. 4 - Mardi</vt:lpstr>
      <vt:lpstr>Sem. 4 - Mardi</vt:lpstr>
      <vt:lpstr>Sem. 4 – Mardi</vt:lpstr>
      <vt:lpstr>Sem. 4 - Mardi</vt:lpstr>
      <vt:lpstr>Sem. 4 - Mardi</vt:lpstr>
      <vt:lpstr>Question</vt:lpstr>
      <vt:lpstr>Sem. 4 - Mardi</vt:lpstr>
      <vt:lpstr>Ajustement des stocks</vt:lpstr>
      <vt:lpstr>Enregistrement des progrès</vt:lpstr>
      <vt:lpstr>Sem. 4 - Mercredi (St Saturnin)</vt:lpstr>
      <vt:lpstr>Sem. 4 - Mercredi</vt:lpstr>
      <vt:lpstr>Sem. 4 - Mercredi</vt:lpstr>
      <vt:lpstr>Sem. 4 - Mercredi</vt:lpstr>
      <vt:lpstr>Sem. 4 - Mercredi</vt:lpstr>
      <vt:lpstr>Sem. 4 - Mercredi</vt:lpstr>
      <vt:lpstr>Sem. 4 - Mercredi</vt:lpstr>
      <vt:lpstr>Sem. 4 - Mercredi</vt:lpstr>
      <vt:lpstr>Sem. 4 - Jeudi (St André)</vt:lpstr>
      <vt:lpstr>Sem. 4 - Jeudi</vt:lpstr>
      <vt:lpstr>Sem. 4 - Jeudi</vt:lpstr>
      <vt:lpstr>Sem. 4 - Jeudi</vt:lpstr>
      <vt:lpstr>Sem. 4 - Jeudi</vt:lpstr>
      <vt:lpstr>Sem. 4 - Jeudi</vt:lpstr>
      <vt:lpstr>Question</vt:lpstr>
      <vt:lpstr>Sem. 4 - Jeudi</vt:lpstr>
      <vt:lpstr>Sem. 4 - Jeudi</vt:lpstr>
      <vt:lpstr>Bilan de la semaine 4</vt:lpstr>
      <vt:lpstr>Debriefing</vt:lpstr>
      <vt:lpstr>Quelle stratégie de progrès ?</vt:lpstr>
      <vt:lpstr>Présentation PowerPoint</vt:lpstr>
      <vt:lpstr>Variante financière</vt:lpstr>
      <vt:lpstr>L’impact financier des performances</vt:lpstr>
      <vt:lpstr>Utilisation de la feuille de calcul</vt:lpstr>
    </vt:vector>
  </TitlesOfParts>
  <Company>PROCONSEIL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CIPE</dc:creator>
  <cp:lastModifiedBy>Stéphane JAUBERT</cp:lastModifiedBy>
  <cp:revision>290</cp:revision>
  <cp:lastPrinted>2015-02-16T11:03:36Z</cp:lastPrinted>
  <dcterms:created xsi:type="dcterms:W3CDTF">2002-08-09T10:40:13Z</dcterms:created>
  <dcterms:modified xsi:type="dcterms:W3CDTF">2026-09-01T08:23:38Z</dcterms:modified>
</cp:coreProperties>
</file>