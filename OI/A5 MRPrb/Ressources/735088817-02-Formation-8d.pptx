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885" r:id="rId1"/>
  </p:sldMasterIdLst>
  <p:notesMasterIdLst>
    <p:notesMasterId r:id="rId102"/>
  </p:notesMasterIdLst>
  <p:handoutMasterIdLst>
    <p:handoutMasterId r:id="rId103"/>
  </p:handoutMasterIdLst>
  <p:sldIdLst>
    <p:sldId id="918" r:id="rId2"/>
    <p:sldId id="722" r:id="rId3"/>
    <p:sldId id="736" r:id="rId4"/>
    <p:sldId id="724" r:id="rId5"/>
    <p:sldId id="729" r:id="rId6"/>
    <p:sldId id="730" r:id="rId7"/>
    <p:sldId id="731" r:id="rId8"/>
    <p:sldId id="732" r:id="rId9"/>
    <p:sldId id="836" r:id="rId10"/>
    <p:sldId id="841" r:id="rId11"/>
    <p:sldId id="838" r:id="rId12"/>
    <p:sldId id="840" r:id="rId13"/>
    <p:sldId id="726" r:id="rId14"/>
    <p:sldId id="818" r:id="rId15"/>
    <p:sldId id="898" r:id="rId16"/>
    <p:sldId id="899" r:id="rId17"/>
    <p:sldId id="897" r:id="rId18"/>
    <p:sldId id="819" r:id="rId19"/>
    <p:sldId id="891" r:id="rId20"/>
    <p:sldId id="892" r:id="rId21"/>
    <p:sldId id="893" r:id="rId22"/>
    <p:sldId id="894" r:id="rId23"/>
    <p:sldId id="740" r:id="rId24"/>
    <p:sldId id="741" r:id="rId25"/>
    <p:sldId id="742" r:id="rId26"/>
    <p:sldId id="743" r:id="rId27"/>
    <p:sldId id="744" r:id="rId28"/>
    <p:sldId id="826" r:id="rId29"/>
    <p:sldId id="745" r:id="rId30"/>
    <p:sldId id="747" r:id="rId31"/>
    <p:sldId id="748" r:id="rId32"/>
    <p:sldId id="749" r:id="rId33"/>
    <p:sldId id="750" r:id="rId34"/>
    <p:sldId id="752" r:id="rId35"/>
    <p:sldId id="753" r:id="rId36"/>
    <p:sldId id="917" r:id="rId37"/>
    <p:sldId id="754" r:id="rId38"/>
    <p:sldId id="755" r:id="rId39"/>
    <p:sldId id="756" r:id="rId40"/>
    <p:sldId id="757" r:id="rId41"/>
    <p:sldId id="896" r:id="rId42"/>
    <p:sldId id="827" r:id="rId43"/>
    <p:sldId id="759" r:id="rId44"/>
    <p:sldId id="760" r:id="rId45"/>
    <p:sldId id="761" r:id="rId46"/>
    <p:sldId id="828" r:id="rId47"/>
    <p:sldId id="766" r:id="rId48"/>
    <p:sldId id="831" r:id="rId49"/>
    <p:sldId id="829" r:id="rId50"/>
    <p:sldId id="763" r:id="rId51"/>
    <p:sldId id="833" r:id="rId52"/>
    <p:sldId id="834" r:id="rId53"/>
    <p:sldId id="835" r:id="rId54"/>
    <p:sldId id="764" r:id="rId55"/>
    <p:sldId id="887" r:id="rId56"/>
    <p:sldId id="847" r:id="rId57"/>
    <p:sldId id="848" r:id="rId58"/>
    <p:sldId id="842" r:id="rId59"/>
    <p:sldId id="849" r:id="rId60"/>
    <p:sldId id="850" r:id="rId61"/>
    <p:sldId id="851" r:id="rId62"/>
    <p:sldId id="852" r:id="rId63"/>
    <p:sldId id="853" r:id="rId64"/>
    <p:sldId id="856" r:id="rId65"/>
    <p:sldId id="860" r:id="rId66"/>
    <p:sldId id="861" r:id="rId67"/>
    <p:sldId id="900" r:id="rId68"/>
    <p:sldId id="901" r:id="rId69"/>
    <p:sldId id="902" r:id="rId70"/>
    <p:sldId id="903" r:id="rId71"/>
    <p:sldId id="904" r:id="rId72"/>
    <p:sldId id="905" r:id="rId73"/>
    <p:sldId id="906" r:id="rId74"/>
    <p:sldId id="907" r:id="rId75"/>
    <p:sldId id="908" r:id="rId76"/>
    <p:sldId id="909" r:id="rId77"/>
    <p:sldId id="910" r:id="rId78"/>
    <p:sldId id="863" r:id="rId79"/>
    <p:sldId id="844" r:id="rId80"/>
    <p:sldId id="845" r:id="rId81"/>
    <p:sldId id="846" r:id="rId82"/>
    <p:sldId id="793" r:id="rId83"/>
    <p:sldId id="865" r:id="rId84"/>
    <p:sldId id="911" r:id="rId85"/>
    <p:sldId id="866" r:id="rId86"/>
    <p:sldId id="881" r:id="rId87"/>
    <p:sldId id="870" r:id="rId88"/>
    <p:sldId id="882" r:id="rId89"/>
    <p:sldId id="871" r:id="rId90"/>
    <p:sldId id="872" r:id="rId91"/>
    <p:sldId id="883" r:id="rId92"/>
    <p:sldId id="875" r:id="rId93"/>
    <p:sldId id="878" r:id="rId94"/>
    <p:sldId id="879" r:id="rId95"/>
    <p:sldId id="886" r:id="rId96"/>
    <p:sldId id="810" r:id="rId97"/>
    <p:sldId id="912" r:id="rId98"/>
    <p:sldId id="913" r:id="rId99"/>
    <p:sldId id="914" r:id="rId100"/>
    <p:sldId id="915" r:id="rId101"/>
  </p:sldIdLst>
  <p:sldSz cx="9144000" cy="6858000" type="screen4x3"/>
  <p:notesSz cx="6805613" cy="9939338"/>
  <p:kinsoku lang="ja-JP" invalStChars="、。，．・：；？！゛゜ヽヾゝゞ々ー’”）〕］｝〉》」』】°‰′″℃￠％ぁぃぅぇぉっゃゅょゎァィゥェォッャュョヮヵヶ!%),.:;?]}｡｣､･ｧｨｩｪｫｬｭｮｯｰﾞﾟ" invalEndChars="‘“（〔［｛〈《「『【￥＄$([\{｢￡"/>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12">
          <p15:clr>
            <a:srgbClr val="A4A3A4"/>
          </p15:clr>
        </p15:guide>
        <p15:guide id="2" pos="480">
          <p15:clr>
            <a:srgbClr val="A4A3A4"/>
          </p15:clr>
        </p15:guide>
      </p15:sldGuideLst>
    </p:ext>
    <p:ext uri="{2D200454-40CA-4A62-9FC3-DE9A4176ACB9}">
      <p15:notesGuideLst xmlns:p15="http://schemas.microsoft.com/office/powerpoint/2012/main">
        <p15:guide id="1" orient="horz" pos="3131">
          <p15:clr>
            <a:srgbClr val="A4A3A4"/>
          </p15:clr>
        </p15:guide>
        <p15:guide id="2" pos="214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00CC66"/>
    <a:srgbClr val="66FF99"/>
    <a:srgbClr val="0000FF"/>
    <a:srgbClr val="FFFFFF"/>
    <a:srgbClr val="FF3300"/>
    <a:srgbClr val="FF9933"/>
    <a:srgbClr val="FFCC66"/>
    <a:srgbClr val="FFCC00"/>
    <a:srgbClr val="FFCC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9A2254A-19D0-4299-B09F-28DF10F0351E}" v="2" dt="2021-10-06T08:51:31.290"/>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Style clair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D7AC3CCA-C797-4891-BE02-D94E43425B78}" styleName="Style moyen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505E3EF-67EA-436B-97B2-0124C06EBD24}" styleName="Style moyen 4 - Accentuation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958" autoAdjust="0"/>
    <p:restoredTop sz="94391" autoAdjust="0"/>
  </p:normalViewPr>
  <p:slideViewPr>
    <p:cSldViewPr>
      <p:cViewPr varScale="1">
        <p:scale>
          <a:sx n="107" d="100"/>
          <a:sy n="107" d="100"/>
        </p:scale>
        <p:origin x="2292" y="114"/>
      </p:cViewPr>
      <p:guideLst>
        <p:guide orient="horz" pos="3312"/>
        <p:guide pos="4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Lst>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112" d="100"/>
          <a:sy n="112" d="100"/>
        </p:scale>
        <p:origin x="7864" y="208"/>
      </p:cViewPr>
      <p:guideLst>
        <p:guide orient="horz" pos="3131"/>
        <p:guide pos="2145"/>
      </p:guideLst>
    </p:cSldViewPr>
  </p:notesViewPr>
  <p:gridSpacing cx="45005" cy="45005"/>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ableStyles" Target="tableStyle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handoutMaster" Target="handoutMasters/handoutMaster1.xml"/><Relationship Id="rId108" Type="http://schemas.microsoft.com/office/2016/11/relationships/changesInfo" Target="changesInfos/changesInfo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microsoft.com/office/2015/10/relationships/revisionInfo" Target="revisionInfo.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_rels/viewProps.xml.rels><?xml version="1.0" encoding="UTF-8" standalone="yes"?>
<Relationships xmlns="http://schemas.openxmlformats.org/package/2006/relationships"><Relationship Id="rId8" Type="http://schemas.openxmlformats.org/officeDocument/2006/relationships/slide" Target="slides/slide52.xml"/><Relationship Id="rId3" Type="http://schemas.openxmlformats.org/officeDocument/2006/relationships/slide" Target="slides/slide9.xml"/><Relationship Id="rId7" Type="http://schemas.openxmlformats.org/officeDocument/2006/relationships/slide" Target="slides/slide40.xml"/><Relationship Id="rId2" Type="http://schemas.openxmlformats.org/officeDocument/2006/relationships/slide" Target="slides/slide4.xml"/><Relationship Id="rId1" Type="http://schemas.openxmlformats.org/officeDocument/2006/relationships/slide" Target="slides/slide2.xml"/><Relationship Id="rId6" Type="http://schemas.openxmlformats.org/officeDocument/2006/relationships/slide" Target="slides/slide27.xml"/><Relationship Id="rId11" Type="http://schemas.openxmlformats.org/officeDocument/2006/relationships/slide" Target="slides/slide64.xml"/><Relationship Id="rId5" Type="http://schemas.openxmlformats.org/officeDocument/2006/relationships/slide" Target="slides/slide13.xml"/><Relationship Id="rId10" Type="http://schemas.openxmlformats.org/officeDocument/2006/relationships/slide" Target="slides/slide60.xml"/><Relationship Id="rId4" Type="http://schemas.openxmlformats.org/officeDocument/2006/relationships/slide" Target="slides/slide12.xml"/><Relationship Id="rId9" Type="http://schemas.openxmlformats.org/officeDocument/2006/relationships/slide" Target="slides/slide5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lorent Charabouska" userId="721c1696345821ac" providerId="LiveId" clId="{B128066B-5E0E-40AA-8518-E27313E5DC99}"/>
    <pc:docChg chg="addSld modSld">
      <pc:chgData name="Florent Charabouska" userId="721c1696345821ac" providerId="LiveId" clId="{B128066B-5E0E-40AA-8518-E27313E5DC99}" dt="2020-03-20T12:36:59.022" v="90" actId="20577"/>
      <pc:docMkLst>
        <pc:docMk/>
      </pc:docMkLst>
      <pc:sldChg chg="modTransition">
        <pc:chgData name="Florent Charabouska" userId="721c1696345821ac" providerId="LiveId" clId="{B128066B-5E0E-40AA-8518-E27313E5DC99}" dt="2020-03-20T08:17:01.163" v="59"/>
        <pc:sldMkLst>
          <pc:docMk/>
          <pc:sldMk cId="3149559810" sldId="747"/>
        </pc:sldMkLst>
      </pc:sldChg>
      <pc:sldChg chg="modTransition">
        <pc:chgData name="Florent Charabouska" userId="721c1696345821ac" providerId="LiveId" clId="{B128066B-5E0E-40AA-8518-E27313E5DC99}" dt="2020-03-20T08:17:06.361" v="60"/>
        <pc:sldMkLst>
          <pc:docMk/>
          <pc:sldMk cId="1699898093" sldId="748"/>
        </pc:sldMkLst>
      </pc:sldChg>
      <pc:sldChg chg="modTransition">
        <pc:chgData name="Florent Charabouska" userId="721c1696345821ac" providerId="LiveId" clId="{B128066B-5E0E-40AA-8518-E27313E5DC99}" dt="2020-03-20T08:17:09.512" v="61"/>
        <pc:sldMkLst>
          <pc:docMk/>
          <pc:sldMk cId="1222458903" sldId="749"/>
        </pc:sldMkLst>
      </pc:sldChg>
      <pc:sldChg chg="modTransition">
        <pc:chgData name="Florent Charabouska" userId="721c1696345821ac" providerId="LiveId" clId="{B128066B-5E0E-40AA-8518-E27313E5DC99}" dt="2020-03-20T08:17:12.675" v="62"/>
        <pc:sldMkLst>
          <pc:docMk/>
          <pc:sldMk cId="4012147596" sldId="750"/>
        </pc:sldMkLst>
      </pc:sldChg>
      <pc:sldChg chg="modTransition">
        <pc:chgData name="Florent Charabouska" userId="721c1696345821ac" providerId="LiveId" clId="{B128066B-5E0E-40AA-8518-E27313E5DC99}" dt="2020-03-18T10:47:24.287" v="11"/>
        <pc:sldMkLst>
          <pc:docMk/>
          <pc:sldMk cId="1951534153" sldId="819"/>
        </pc:sldMkLst>
      </pc:sldChg>
      <pc:sldChg chg="modSp">
        <pc:chgData name="Florent Charabouska" userId="721c1696345821ac" providerId="LiveId" clId="{B128066B-5E0E-40AA-8518-E27313E5DC99}" dt="2020-03-20T08:05:04.967" v="58" actId="20577"/>
        <pc:sldMkLst>
          <pc:docMk/>
          <pc:sldMk cId="1333762281" sldId="860"/>
        </pc:sldMkLst>
        <pc:spChg chg="mod">
          <ac:chgData name="Florent Charabouska" userId="721c1696345821ac" providerId="LiveId" clId="{B128066B-5E0E-40AA-8518-E27313E5DC99}" dt="2020-03-20T08:05:04.967" v="58" actId="20577"/>
          <ac:spMkLst>
            <pc:docMk/>
            <pc:sldMk cId="1333762281" sldId="860"/>
            <ac:spMk id="95236" creationId="{00000000-0000-0000-0000-000000000000}"/>
          </ac:spMkLst>
        </pc:spChg>
        <pc:spChg chg="mod">
          <ac:chgData name="Florent Charabouska" userId="721c1696345821ac" providerId="LiveId" clId="{B128066B-5E0E-40AA-8518-E27313E5DC99}" dt="2020-03-20T08:04:44.621" v="54" actId="20577"/>
          <ac:spMkLst>
            <pc:docMk/>
            <pc:sldMk cId="1333762281" sldId="860"/>
            <ac:spMk id="95238" creationId="{00000000-0000-0000-0000-000000000000}"/>
          </ac:spMkLst>
        </pc:spChg>
      </pc:sldChg>
      <pc:sldChg chg="modTransition">
        <pc:chgData name="Florent Charabouska" userId="721c1696345821ac" providerId="LiveId" clId="{B128066B-5E0E-40AA-8518-E27313E5DC99}" dt="2020-03-18T10:47:39.970" v="12"/>
        <pc:sldMkLst>
          <pc:docMk/>
          <pc:sldMk cId="2440790176" sldId="891"/>
        </pc:sldMkLst>
      </pc:sldChg>
      <pc:sldChg chg="modTransition">
        <pc:chgData name="Florent Charabouska" userId="721c1696345821ac" providerId="LiveId" clId="{B128066B-5E0E-40AA-8518-E27313E5DC99}" dt="2020-03-18T10:47:47.138" v="13"/>
        <pc:sldMkLst>
          <pc:docMk/>
          <pc:sldMk cId="3673552351" sldId="892"/>
        </pc:sldMkLst>
      </pc:sldChg>
      <pc:sldChg chg="modTransition">
        <pc:chgData name="Florent Charabouska" userId="721c1696345821ac" providerId="LiveId" clId="{B128066B-5E0E-40AA-8518-E27313E5DC99}" dt="2020-03-18T10:48:00.927" v="14"/>
        <pc:sldMkLst>
          <pc:docMk/>
          <pc:sldMk cId="1519207550" sldId="893"/>
        </pc:sldMkLst>
      </pc:sldChg>
      <pc:sldChg chg="modTransition">
        <pc:chgData name="Florent Charabouska" userId="721c1696345821ac" providerId="LiveId" clId="{B128066B-5E0E-40AA-8518-E27313E5DC99}" dt="2020-03-18T10:48:06.130" v="15"/>
        <pc:sldMkLst>
          <pc:docMk/>
          <pc:sldMk cId="3324936133" sldId="894"/>
        </pc:sldMkLst>
      </pc:sldChg>
      <pc:sldChg chg="modSp">
        <pc:chgData name="Florent Charabouska" userId="721c1696345821ac" providerId="LiveId" clId="{B128066B-5E0E-40AA-8518-E27313E5DC99}" dt="2020-03-18T10:46:47.908" v="10" actId="20577"/>
        <pc:sldMkLst>
          <pc:docMk/>
          <pc:sldMk cId="2371955606" sldId="897"/>
        </pc:sldMkLst>
        <pc:spChg chg="mod">
          <ac:chgData name="Florent Charabouska" userId="721c1696345821ac" providerId="LiveId" clId="{B128066B-5E0E-40AA-8518-E27313E5DC99}" dt="2020-03-18T10:46:47.908" v="10" actId="20577"/>
          <ac:spMkLst>
            <pc:docMk/>
            <pc:sldMk cId="2371955606" sldId="897"/>
            <ac:spMk id="3075" creationId="{00000000-0000-0000-0000-000000000000}"/>
          </ac:spMkLst>
        </pc:spChg>
      </pc:sldChg>
      <pc:sldChg chg="modTransition">
        <pc:chgData name="Florent Charabouska" userId="721c1696345821ac" providerId="LiveId" clId="{B128066B-5E0E-40AA-8518-E27313E5DC99}" dt="2020-03-18T10:46:16.116" v="0"/>
        <pc:sldMkLst>
          <pc:docMk/>
          <pc:sldMk cId="2272873512" sldId="898"/>
        </pc:sldMkLst>
      </pc:sldChg>
      <pc:sldChg chg="modTransition">
        <pc:chgData name="Florent Charabouska" userId="721c1696345821ac" providerId="LiveId" clId="{B128066B-5E0E-40AA-8518-E27313E5DC99}" dt="2020-03-18T10:46:23.232" v="1"/>
        <pc:sldMkLst>
          <pc:docMk/>
          <pc:sldMk cId="1375718708" sldId="899"/>
        </pc:sldMkLst>
      </pc:sldChg>
      <pc:sldChg chg="modSp">
        <pc:chgData name="Florent Charabouska" userId="721c1696345821ac" providerId="LiveId" clId="{B128066B-5E0E-40AA-8518-E27313E5DC99}" dt="2020-03-20T12:36:59.022" v="90" actId="20577"/>
        <pc:sldMkLst>
          <pc:docMk/>
          <pc:sldMk cId="4210071560" sldId="900"/>
        </pc:sldMkLst>
        <pc:spChg chg="mod">
          <ac:chgData name="Florent Charabouska" userId="721c1696345821ac" providerId="LiveId" clId="{B128066B-5E0E-40AA-8518-E27313E5DC99}" dt="2020-03-20T12:36:06.877" v="66" actId="6549"/>
          <ac:spMkLst>
            <pc:docMk/>
            <pc:sldMk cId="4210071560" sldId="900"/>
            <ac:spMk id="66" creationId="{00000000-0000-0000-0000-000000000000}"/>
          </ac:spMkLst>
        </pc:spChg>
        <pc:spChg chg="mod">
          <ac:chgData name="Florent Charabouska" userId="721c1696345821ac" providerId="LiveId" clId="{B128066B-5E0E-40AA-8518-E27313E5DC99}" dt="2020-03-20T12:36:59.022" v="90" actId="20577"/>
          <ac:spMkLst>
            <pc:docMk/>
            <pc:sldMk cId="4210071560" sldId="900"/>
            <ac:spMk id="101" creationId="{00000000-0000-0000-0000-000000000000}"/>
          </ac:spMkLst>
        </pc:spChg>
        <pc:spChg chg="mod">
          <ac:chgData name="Florent Charabouska" userId="721c1696345821ac" providerId="LiveId" clId="{B128066B-5E0E-40AA-8518-E27313E5DC99}" dt="2020-03-20T12:36:16.114" v="78" actId="20577"/>
          <ac:spMkLst>
            <pc:docMk/>
            <pc:sldMk cId="4210071560" sldId="900"/>
            <ac:spMk id="107" creationId="{00000000-0000-0000-0000-000000000000}"/>
          </ac:spMkLst>
        </pc:spChg>
      </pc:sldChg>
      <pc:sldChg chg="modTransition">
        <pc:chgData name="Florent Charabouska" userId="721c1696345821ac" providerId="LiveId" clId="{B128066B-5E0E-40AA-8518-E27313E5DC99}" dt="2020-03-18T10:57:58.739" v="20"/>
        <pc:sldMkLst>
          <pc:docMk/>
          <pc:sldMk cId="2946185920" sldId="901"/>
        </pc:sldMkLst>
      </pc:sldChg>
      <pc:sldChg chg="modTransition">
        <pc:chgData name="Florent Charabouska" userId="721c1696345821ac" providerId="LiveId" clId="{B128066B-5E0E-40AA-8518-E27313E5DC99}" dt="2020-03-18T10:58:24.897" v="21"/>
        <pc:sldMkLst>
          <pc:docMk/>
          <pc:sldMk cId="3809541176" sldId="903"/>
        </pc:sldMkLst>
      </pc:sldChg>
      <pc:sldChg chg="modTransition">
        <pc:chgData name="Florent Charabouska" userId="721c1696345821ac" providerId="LiveId" clId="{B128066B-5E0E-40AA-8518-E27313E5DC99}" dt="2020-03-18T10:58:49.825" v="22"/>
        <pc:sldMkLst>
          <pc:docMk/>
          <pc:sldMk cId="1764706954" sldId="908"/>
        </pc:sldMkLst>
      </pc:sldChg>
      <pc:sldChg chg="modTransition">
        <pc:chgData name="Florent Charabouska" userId="721c1696345821ac" providerId="LiveId" clId="{B128066B-5E0E-40AA-8518-E27313E5DC99}" dt="2020-03-18T10:59:17.462" v="23"/>
        <pc:sldMkLst>
          <pc:docMk/>
          <pc:sldMk cId="1310261262" sldId="910"/>
        </pc:sldMkLst>
      </pc:sldChg>
      <pc:sldChg chg="addSp modSp add">
        <pc:chgData name="Florent Charabouska" userId="721c1696345821ac" providerId="LiveId" clId="{B128066B-5E0E-40AA-8518-E27313E5DC99}" dt="2020-03-19T13:29:30.812" v="45" actId="13822"/>
        <pc:sldMkLst>
          <pc:docMk/>
          <pc:sldMk cId="3523469756" sldId="917"/>
        </pc:sldMkLst>
        <pc:spChg chg="add mod">
          <ac:chgData name="Florent Charabouska" userId="721c1696345821ac" providerId="LiveId" clId="{B128066B-5E0E-40AA-8518-E27313E5DC99}" dt="2020-03-19T08:38:06.605" v="25" actId="11529"/>
          <ac:spMkLst>
            <pc:docMk/>
            <pc:sldMk cId="3523469756" sldId="917"/>
            <ac:spMk id="3" creationId="{51388B68-5591-4B47-BAE3-3B8F45029F95}"/>
          </ac:spMkLst>
        </pc:spChg>
        <pc:spChg chg="add mod">
          <ac:chgData name="Florent Charabouska" userId="721c1696345821ac" providerId="LiveId" clId="{B128066B-5E0E-40AA-8518-E27313E5DC99}" dt="2020-03-19T08:39:24.830" v="26" actId="11529"/>
          <ac:spMkLst>
            <pc:docMk/>
            <pc:sldMk cId="3523469756" sldId="917"/>
            <ac:spMk id="4" creationId="{85E379F9-4AF2-463F-9DB9-806C06EB7471}"/>
          </ac:spMkLst>
        </pc:spChg>
        <pc:spChg chg="add mod">
          <ac:chgData name="Florent Charabouska" userId="721c1696345821ac" providerId="LiveId" clId="{B128066B-5E0E-40AA-8518-E27313E5DC99}" dt="2020-03-19T08:39:48.671" v="28" actId="208"/>
          <ac:spMkLst>
            <pc:docMk/>
            <pc:sldMk cId="3523469756" sldId="917"/>
            <ac:spMk id="5" creationId="{233ADD87-2A9D-444F-B3FA-2B0176CB4C6D}"/>
          </ac:spMkLst>
        </pc:spChg>
        <pc:spChg chg="add mod">
          <ac:chgData name="Florent Charabouska" userId="721c1696345821ac" providerId="LiveId" clId="{B128066B-5E0E-40AA-8518-E27313E5DC99}" dt="2020-03-19T13:28:06.852" v="38" actId="1076"/>
          <ac:spMkLst>
            <pc:docMk/>
            <pc:sldMk cId="3523469756" sldId="917"/>
            <ac:spMk id="6" creationId="{3D497624-9DA0-4843-B7E9-E402D304D76C}"/>
          </ac:spMkLst>
        </pc:spChg>
        <pc:spChg chg="add mod">
          <ac:chgData name="Florent Charabouska" userId="721c1696345821ac" providerId="LiveId" clId="{B128066B-5E0E-40AA-8518-E27313E5DC99}" dt="2020-03-19T08:39:57.061" v="30"/>
          <ac:spMkLst>
            <pc:docMk/>
            <pc:sldMk cId="3523469756" sldId="917"/>
            <ac:spMk id="7" creationId="{440F1974-4CEF-49A5-82BC-0EBD36363482}"/>
          </ac:spMkLst>
        </pc:spChg>
        <pc:spChg chg="add mod">
          <ac:chgData name="Florent Charabouska" userId="721c1696345821ac" providerId="LiveId" clId="{B128066B-5E0E-40AA-8518-E27313E5DC99}" dt="2020-03-19T08:40:16.818" v="34" actId="1076"/>
          <ac:spMkLst>
            <pc:docMk/>
            <pc:sldMk cId="3523469756" sldId="917"/>
            <ac:spMk id="8" creationId="{C387C943-B09D-40A5-BDD4-EE6890A5E67B}"/>
          </ac:spMkLst>
        </pc:spChg>
        <pc:spChg chg="add mod">
          <ac:chgData name="Florent Charabouska" userId="721c1696345821ac" providerId="LiveId" clId="{B128066B-5E0E-40AA-8518-E27313E5DC99}" dt="2020-03-19T13:28:26.988" v="42" actId="1076"/>
          <ac:spMkLst>
            <pc:docMk/>
            <pc:sldMk cId="3523469756" sldId="917"/>
            <ac:spMk id="9" creationId="{CCC3ED49-80CA-4720-A2A2-1C89EF88BC01}"/>
          </ac:spMkLst>
        </pc:spChg>
        <pc:spChg chg="add mod">
          <ac:chgData name="Florent Charabouska" userId="721c1696345821ac" providerId="LiveId" clId="{B128066B-5E0E-40AA-8518-E27313E5DC99}" dt="2020-03-19T13:28:09.525" v="39"/>
          <ac:spMkLst>
            <pc:docMk/>
            <pc:sldMk cId="3523469756" sldId="917"/>
            <ac:spMk id="10" creationId="{B3E949F1-C929-4685-B79A-DB6E6F387074}"/>
          </ac:spMkLst>
        </pc:spChg>
        <pc:cxnChg chg="add mod">
          <ac:chgData name="Florent Charabouska" userId="721c1696345821ac" providerId="LiveId" clId="{B128066B-5E0E-40AA-8518-E27313E5DC99}" dt="2020-03-19T13:29:30.812" v="45" actId="13822"/>
          <ac:cxnSpMkLst>
            <pc:docMk/>
            <pc:sldMk cId="3523469756" sldId="917"/>
            <ac:cxnSpMk id="12" creationId="{55254484-CCFA-4CD4-B49C-F85A289D8723}"/>
          </ac:cxnSpMkLst>
        </pc:cxnChg>
      </pc:sldChg>
    </pc:docChg>
  </pc:docChgLst>
  <pc:docChgLst>
    <pc:chgData name="Florent Charabouska" userId="721c1696345821ac" providerId="LiveId" clId="{09A2254A-19D0-4299-B09F-28DF10F0351E}"/>
    <pc:docChg chg="custSel addSld delSld modSld modMainMaster">
      <pc:chgData name="Florent Charabouska" userId="721c1696345821ac" providerId="LiveId" clId="{09A2254A-19D0-4299-B09F-28DF10F0351E}" dt="2021-10-06T08:52:49.856" v="35" actId="47"/>
      <pc:docMkLst>
        <pc:docMk/>
      </pc:docMkLst>
      <pc:sldChg chg="delSp modSp mod delAnim">
        <pc:chgData name="Florent Charabouska" userId="721c1696345821ac" providerId="LiveId" clId="{09A2254A-19D0-4299-B09F-28DF10F0351E}" dt="2021-10-06T08:52:44.743" v="34" actId="478"/>
        <pc:sldMkLst>
          <pc:docMk/>
          <pc:sldMk cId="163856364" sldId="722"/>
        </pc:sldMkLst>
        <pc:picChg chg="del mod">
          <ac:chgData name="Florent Charabouska" userId="721c1696345821ac" providerId="LiveId" clId="{09A2254A-19D0-4299-B09F-28DF10F0351E}" dt="2021-10-06T08:52:42.078" v="30" actId="478"/>
          <ac:picMkLst>
            <pc:docMk/>
            <pc:sldMk cId="163856364" sldId="722"/>
            <ac:picMk id="18" creationId="{00000000-0000-0000-0000-000000000000}"/>
          </ac:picMkLst>
        </pc:picChg>
        <pc:picChg chg="del">
          <ac:chgData name="Florent Charabouska" userId="721c1696345821ac" providerId="LiveId" clId="{09A2254A-19D0-4299-B09F-28DF10F0351E}" dt="2021-10-06T08:52:43.127" v="31" actId="478"/>
          <ac:picMkLst>
            <pc:docMk/>
            <pc:sldMk cId="163856364" sldId="722"/>
            <ac:picMk id="19" creationId="{00000000-0000-0000-0000-000000000000}"/>
          </ac:picMkLst>
        </pc:picChg>
        <pc:picChg chg="del mod">
          <ac:chgData name="Florent Charabouska" userId="721c1696345821ac" providerId="LiveId" clId="{09A2254A-19D0-4299-B09F-28DF10F0351E}" dt="2021-10-06T08:52:43.955" v="33" actId="478"/>
          <ac:picMkLst>
            <pc:docMk/>
            <pc:sldMk cId="163856364" sldId="722"/>
            <ac:picMk id="20" creationId="{00000000-0000-0000-0000-000000000000}"/>
          </ac:picMkLst>
        </pc:picChg>
        <pc:picChg chg="del">
          <ac:chgData name="Florent Charabouska" userId="721c1696345821ac" providerId="LiveId" clId="{09A2254A-19D0-4299-B09F-28DF10F0351E}" dt="2021-10-06T08:52:44.743" v="34" actId="478"/>
          <ac:picMkLst>
            <pc:docMk/>
            <pc:sldMk cId="163856364" sldId="722"/>
            <ac:picMk id="21" creationId="{00000000-0000-0000-0000-000000000000}"/>
          </ac:picMkLst>
        </pc:picChg>
      </pc:sldChg>
      <pc:sldChg chg="modSp del">
        <pc:chgData name="Florent Charabouska" userId="721c1696345821ac" providerId="LiveId" clId="{09A2254A-19D0-4299-B09F-28DF10F0351E}" dt="2021-10-06T08:52:49.856" v="35" actId="47"/>
        <pc:sldMkLst>
          <pc:docMk/>
          <pc:sldMk cId="418683099" sldId="916"/>
        </pc:sldMkLst>
        <pc:spChg chg="mod">
          <ac:chgData name="Florent Charabouska" userId="721c1696345821ac" providerId="LiveId" clId="{09A2254A-19D0-4299-B09F-28DF10F0351E}" dt="2021-10-06T08:51:31.290" v="1"/>
          <ac:spMkLst>
            <pc:docMk/>
            <pc:sldMk cId="418683099" sldId="916"/>
            <ac:spMk id="2" creationId="{00000000-0000-0000-0000-000000000000}"/>
          </ac:spMkLst>
        </pc:spChg>
      </pc:sldChg>
      <pc:sldChg chg="modSp">
        <pc:chgData name="Florent Charabouska" userId="721c1696345821ac" providerId="LiveId" clId="{09A2254A-19D0-4299-B09F-28DF10F0351E}" dt="2021-10-06T08:51:31.290" v="1"/>
        <pc:sldMkLst>
          <pc:docMk/>
          <pc:sldMk cId="3523469756" sldId="917"/>
        </pc:sldMkLst>
        <pc:spChg chg="mod">
          <ac:chgData name="Florent Charabouska" userId="721c1696345821ac" providerId="LiveId" clId="{09A2254A-19D0-4299-B09F-28DF10F0351E}" dt="2021-10-06T08:51:31.290" v="1"/>
          <ac:spMkLst>
            <pc:docMk/>
            <pc:sldMk cId="3523469756" sldId="917"/>
            <ac:spMk id="2" creationId="{07793069-15BF-45D8-981B-BCA6FCC7D31E}"/>
          </ac:spMkLst>
        </pc:spChg>
      </pc:sldChg>
      <pc:sldChg chg="modSp new mod">
        <pc:chgData name="Florent Charabouska" userId="721c1696345821ac" providerId="LiveId" clId="{09A2254A-19D0-4299-B09F-28DF10F0351E}" dt="2021-10-06T08:52:31.034" v="28" actId="20577"/>
        <pc:sldMkLst>
          <pc:docMk/>
          <pc:sldMk cId="1046841863" sldId="918"/>
        </pc:sldMkLst>
        <pc:spChg chg="mod">
          <ac:chgData name="Florent Charabouska" userId="721c1696345821ac" providerId="LiveId" clId="{09A2254A-19D0-4299-B09F-28DF10F0351E}" dt="2021-10-06T08:52:31.034" v="28" actId="20577"/>
          <ac:spMkLst>
            <pc:docMk/>
            <pc:sldMk cId="1046841863" sldId="918"/>
            <ac:spMk id="3" creationId="{35B5AE9C-CEB7-4137-9E75-7FCFBFC3F065}"/>
          </ac:spMkLst>
        </pc:spChg>
      </pc:sldChg>
      <pc:sldMasterChg chg="addSp">
        <pc:chgData name="Florent Charabouska" userId="721c1696345821ac" providerId="LiveId" clId="{09A2254A-19D0-4299-B09F-28DF10F0351E}" dt="2021-10-06T08:50:38.711" v="0"/>
        <pc:sldMasterMkLst>
          <pc:docMk/>
          <pc:sldMasterMk cId="1142596341" sldId="2147483789"/>
        </pc:sldMasterMkLst>
        <pc:picChg chg="add">
          <ac:chgData name="Florent Charabouska" userId="721c1696345821ac" providerId="LiveId" clId="{09A2254A-19D0-4299-B09F-28DF10F0351E}" dt="2021-10-06T08:50:38.711" v="0"/>
          <ac:picMkLst>
            <pc:docMk/>
            <pc:sldMasterMk cId="1142596341" sldId="2147483789"/>
            <ac:picMk id="8" creationId="{0CFCD49A-6392-4858-AC84-7CCDFE524DE4}"/>
          </ac:picMkLst>
        </pc:picChg>
      </pc:sldMasterChg>
      <pc:sldMasterChg chg="addSp modTransition">
        <pc:chgData name="Florent Charabouska" userId="721c1696345821ac" providerId="LiveId" clId="{09A2254A-19D0-4299-B09F-28DF10F0351E}" dt="2021-10-06T08:51:31.290" v="1"/>
        <pc:sldMasterMkLst>
          <pc:docMk/>
          <pc:sldMasterMk cId="4008145455" sldId="2147483885"/>
        </pc:sldMasterMkLst>
        <pc:picChg chg="add">
          <ac:chgData name="Florent Charabouska" userId="721c1696345821ac" providerId="LiveId" clId="{09A2254A-19D0-4299-B09F-28DF10F0351E}" dt="2021-10-06T08:51:31.290" v="1"/>
          <ac:picMkLst>
            <pc:docMk/>
            <pc:sldMasterMk cId="4008145455" sldId="2147483885"/>
            <ac:picMk id="2" creationId="{C5A234BA-3A79-4267-9201-2395D7F59AE0}"/>
          </ac:picMkLst>
        </pc:picChg>
      </pc:sldMasterChg>
    </pc:docChg>
  </pc:docChgLst>
  <pc:docChgLst>
    <pc:chgData name="Florent Charabouska" userId="721c1696345821ac" providerId="LiveId" clId="{87FF32B5-01D4-4F73-A4F6-FCB4BC90F6AC}"/>
    <pc:docChg chg="custSel modSld">
      <pc:chgData name="Florent Charabouska" userId="721c1696345821ac" providerId="LiveId" clId="{87FF32B5-01D4-4F73-A4F6-FCB4BC90F6AC}" dt="2021-04-14T11:41:41.639" v="75" actId="20577"/>
      <pc:docMkLst>
        <pc:docMk/>
      </pc:docMkLst>
      <pc:sldChg chg="modSp mod">
        <pc:chgData name="Florent Charabouska" userId="721c1696345821ac" providerId="LiveId" clId="{87FF32B5-01D4-4F73-A4F6-FCB4BC90F6AC}" dt="2021-04-08T08:34:00.832" v="2" actId="6549"/>
        <pc:sldMkLst>
          <pc:docMk/>
          <pc:sldMk cId="1817856312" sldId="742"/>
        </pc:sldMkLst>
        <pc:spChg chg="mod">
          <ac:chgData name="Florent Charabouska" userId="721c1696345821ac" providerId="LiveId" clId="{87FF32B5-01D4-4F73-A4F6-FCB4BC90F6AC}" dt="2021-04-08T08:34:00.832" v="2" actId="6549"/>
          <ac:spMkLst>
            <pc:docMk/>
            <pc:sldMk cId="1817856312" sldId="742"/>
            <ac:spMk id="44051" creationId="{00000000-0000-0000-0000-000000000000}"/>
          </ac:spMkLst>
        </pc:spChg>
      </pc:sldChg>
      <pc:sldChg chg="modSp mod">
        <pc:chgData name="Florent Charabouska" userId="721c1696345821ac" providerId="LiveId" clId="{87FF32B5-01D4-4F73-A4F6-FCB4BC90F6AC}" dt="2021-04-08T07:03:54.286" v="1" actId="20577"/>
        <pc:sldMkLst>
          <pc:docMk/>
          <pc:sldMk cId="2020967717" sldId="836"/>
        </pc:sldMkLst>
        <pc:spChg chg="mod">
          <ac:chgData name="Florent Charabouska" userId="721c1696345821ac" providerId="LiveId" clId="{87FF32B5-01D4-4F73-A4F6-FCB4BC90F6AC}" dt="2021-04-08T07:03:54.286" v="1" actId="20577"/>
          <ac:spMkLst>
            <pc:docMk/>
            <pc:sldMk cId="2020967717" sldId="836"/>
            <ac:spMk id="42" creationId="{00000000-0000-0000-0000-000000000000}"/>
          </ac:spMkLst>
        </pc:spChg>
      </pc:sldChg>
      <pc:sldChg chg="modSp mod">
        <pc:chgData name="Florent Charabouska" userId="721c1696345821ac" providerId="LiveId" clId="{87FF32B5-01D4-4F73-A4F6-FCB4BC90F6AC}" dt="2021-04-14T11:41:41.639" v="75" actId="20577"/>
        <pc:sldMkLst>
          <pc:docMk/>
          <pc:sldMk cId="1333762281" sldId="860"/>
        </pc:sldMkLst>
        <pc:spChg chg="mod">
          <ac:chgData name="Florent Charabouska" userId="721c1696345821ac" providerId="LiveId" clId="{87FF32B5-01D4-4F73-A4F6-FCB4BC90F6AC}" dt="2021-04-14T11:40:16.563" v="73" actId="20577"/>
          <ac:spMkLst>
            <pc:docMk/>
            <pc:sldMk cId="1333762281" sldId="860"/>
            <ac:spMk id="95236" creationId="{00000000-0000-0000-0000-000000000000}"/>
          </ac:spMkLst>
        </pc:spChg>
        <pc:spChg chg="mod">
          <ac:chgData name="Florent Charabouska" userId="721c1696345821ac" providerId="LiveId" clId="{87FF32B5-01D4-4F73-A4F6-FCB4BC90F6AC}" dt="2021-04-14T11:41:41.639" v="75" actId="20577"/>
          <ac:spMkLst>
            <pc:docMk/>
            <pc:sldMk cId="1333762281" sldId="860"/>
            <ac:spMk id="95237" creationId="{00000000-0000-0000-0000-000000000000}"/>
          </ac:spMkLst>
        </pc:spChg>
        <pc:spChg chg="mod">
          <ac:chgData name="Florent Charabouska" userId="721c1696345821ac" providerId="LiveId" clId="{87FF32B5-01D4-4F73-A4F6-FCB4BC90F6AC}" dt="2021-04-14T11:30:58.505" v="57" actId="1076"/>
          <ac:spMkLst>
            <pc:docMk/>
            <pc:sldMk cId="1333762281" sldId="860"/>
            <ac:spMk id="95238" creationId="{00000000-0000-0000-0000-000000000000}"/>
          </ac:spMkLst>
        </pc:spChg>
      </pc:sldChg>
      <pc:sldChg chg="modSp mod">
        <pc:chgData name="Florent Charabouska" userId="721c1696345821ac" providerId="LiveId" clId="{87FF32B5-01D4-4F73-A4F6-FCB4BC90F6AC}" dt="2021-04-14T11:18:53.945" v="56" actId="1036"/>
        <pc:sldMkLst>
          <pc:docMk/>
          <pc:sldMk cId="4210071560" sldId="900"/>
        </pc:sldMkLst>
        <pc:spChg chg="mod">
          <ac:chgData name="Florent Charabouska" userId="721c1696345821ac" providerId="LiveId" clId="{87FF32B5-01D4-4F73-A4F6-FCB4BC90F6AC}" dt="2021-04-14T11:18:48.345" v="53" actId="20577"/>
          <ac:spMkLst>
            <pc:docMk/>
            <pc:sldMk cId="4210071560" sldId="900"/>
            <ac:spMk id="102" creationId="{00000000-0000-0000-0000-000000000000}"/>
          </ac:spMkLst>
        </pc:spChg>
        <pc:spChg chg="mod">
          <ac:chgData name="Florent Charabouska" userId="721c1696345821ac" providerId="LiveId" clId="{87FF32B5-01D4-4F73-A4F6-FCB4BC90F6AC}" dt="2021-04-14T11:18:53.945" v="56" actId="1036"/>
          <ac:spMkLst>
            <pc:docMk/>
            <pc:sldMk cId="4210071560" sldId="900"/>
            <ac:spMk id="110" creationId="{00000000-0000-0000-0000-000000000000}"/>
          </ac:spMkLst>
        </pc:spChg>
      </pc:sldChg>
      <pc:sldChg chg="delSp modSp mod">
        <pc:chgData name="Florent Charabouska" userId="721c1696345821ac" providerId="LiveId" clId="{87FF32B5-01D4-4F73-A4F6-FCB4BC90F6AC}" dt="2021-04-13T13:29:31.291" v="35" actId="1076"/>
        <pc:sldMkLst>
          <pc:docMk/>
          <pc:sldMk cId="3523469756" sldId="917"/>
        </pc:sldMkLst>
        <pc:spChg chg="mod">
          <ac:chgData name="Florent Charabouska" userId="721c1696345821ac" providerId="LiveId" clId="{87FF32B5-01D4-4F73-A4F6-FCB4BC90F6AC}" dt="2021-04-13T13:25:05.317" v="24" actId="1076"/>
          <ac:spMkLst>
            <pc:docMk/>
            <pc:sldMk cId="3523469756" sldId="917"/>
            <ac:spMk id="3" creationId="{51388B68-5591-4B47-BAE3-3B8F45029F95}"/>
          </ac:spMkLst>
        </pc:spChg>
        <pc:spChg chg="del">
          <ac:chgData name="Florent Charabouska" userId="721c1696345821ac" providerId="LiveId" clId="{87FF32B5-01D4-4F73-A4F6-FCB4BC90F6AC}" dt="2021-04-13T13:25:01.340" v="23" actId="478"/>
          <ac:spMkLst>
            <pc:docMk/>
            <pc:sldMk cId="3523469756" sldId="917"/>
            <ac:spMk id="4" creationId="{85E379F9-4AF2-463F-9DB9-806C06EB7471}"/>
          </ac:spMkLst>
        </pc:spChg>
        <pc:spChg chg="mod">
          <ac:chgData name="Florent Charabouska" userId="721c1696345821ac" providerId="LiveId" clId="{87FF32B5-01D4-4F73-A4F6-FCB4BC90F6AC}" dt="2021-04-13T13:28:15.380" v="27" actId="1076"/>
          <ac:spMkLst>
            <pc:docMk/>
            <pc:sldMk cId="3523469756" sldId="917"/>
            <ac:spMk id="5" creationId="{233ADD87-2A9D-444F-B3FA-2B0176CB4C6D}"/>
          </ac:spMkLst>
        </pc:spChg>
        <pc:spChg chg="mod">
          <ac:chgData name="Florent Charabouska" userId="721c1696345821ac" providerId="LiveId" clId="{87FF32B5-01D4-4F73-A4F6-FCB4BC90F6AC}" dt="2021-04-13T13:28:19.991" v="29" actId="1076"/>
          <ac:spMkLst>
            <pc:docMk/>
            <pc:sldMk cId="3523469756" sldId="917"/>
            <ac:spMk id="6" creationId="{3D497624-9DA0-4843-B7E9-E402D304D76C}"/>
          </ac:spMkLst>
        </pc:spChg>
        <pc:spChg chg="mod">
          <ac:chgData name="Florent Charabouska" userId="721c1696345821ac" providerId="LiveId" clId="{87FF32B5-01D4-4F73-A4F6-FCB4BC90F6AC}" dt="2021-04-13T13:28:05.404" v="26" actId="1076"/>
          <ac:spMkLst>
            <pc:docMk/>
            <pc:sldMk cId="3523469756" sldId="917"/>
            <ac:spMk id="7" creationId="{440F1974-4CEF-49A5-82BC-0EBD36363482}"/>
          </ac:spMkLst>
        </pc:spChg>
        <pc:spChg chg="mod">
          <ac:chgData name="Florent Charabouska" userId="721c1696345821ac" providerId="LiveId" clId="{87FF32B5-01D4-4F73-A4F6-FCB4BC90F6AC}" dt="2021-04-13T13:28:17.812" v="28" actId="1076"/>
          <ac:spMkLst>
            <pc:docMk/>
            <pc:sldMk cId="3523469756" sldId="917"/>
            <ac:spMk id="8" creationId="{C387C943-B09D-40A5-BDD4-EE6890A5E67B}"/>
          </ac:spMkLst>
        </pc:spChg>
        <pc:spChg chg="mod">
          <ac:chgData name="Florent Charabouska" userId="721c1696345821ac" providerId="LiveId" clId="{87FF32B5-01D4-4F73-A4F6-FCB4BC90F6AC}" dt="2021-04-13T13:28:44.483" v="34" actId="14100"/>
          <ac:spMkLst>
            <pc:docMk/>
            <pc:sldMk cId="3523469756" sldId="917"/>
            <ac:spMk id="9" creationId="{CCC3ED49-80CA-4720-A2A2-1C89EF88BC01}"/>
          </ac:spMkLst>
        </pc:spChg>
        <pc:spChg chg="mod">
          <ac:chgData name="Florent Charabouska" userId="721c1696345821ac" providerId="LiveId" clId="{87FF32B5-01D4-4F73-A4F6-FCB4BC90F6AC}" dt="2021-04-08T09:14:04.203" v="12" actId="1076"/>
          <ac:spMkLst>
            <pc:docMk/>
            <pc:sldMk cId="3523469756" sldId="917"/>
            <ac:spMk id="10" creationId="{B3E949F1-C929-4685-B79A-DB6E6F387074}"/>
          </ac:spMkLst>
        </pc:spChg>
        <pc:cxnChg chg="mod">
          <ac:chgData name="Florent Charabouska" userId="721c1696345821ac" providerId="LiveId" clId="{87FF32B5-01D4-4F73-A4F6-FCB4BC90F6AC}" dt="2021-04-13T13:29:31.291" v="35" actId="1076"/>
          <ac:cxnSpMkLst>
            <pc:docMk/>
            <pc:sldMk cId="3523469756" sldId="917"/>
            <ac:cxnSpMk id="12" creationId="{55254484-CCFA-4CD4-B49C-F85A289D8723}"/>
          </ac:cxnSpMkLst>
        </pc:cxnChg>
      </pc:sldChg>
    </pc:docChg>
  </pc:docChgLst>
  <pc:docChgLst>
    <pc:chgData name="Florent Charabouska" userId="721c1696345821ac" providerId="LiveId" clId="{1D7AFB81-38A2-4D27-8316-141CE23FB385}"/>
    <pc:docChg chg="modSld">
      <pc:chgData name="Florent Charabouska" userId="721c1696345821ac" providerId="LiveId" clId="{1D7AFB81-38A2-4D27-8316-141CE23FB385}" dt="2020-06-16T08:12:40.051" v="40" actId="1076"/>
      <pc:docMkLst>
        <pc:docMk/>
      </pc:docMkLst>
      <pc:sldChg chg="modSp mod">
        <pc:chgData name="Florent Charabouska" userId="721c1696345821ac" providerId="LiveId" clId="{1D7AFB81-38A2-4D27-8316-141CE23FB385}" dt="2020-06-16T07:06:17.447" v="20" actId="6549"/>
        <pc:sldMkLst>
          <pc:docMk/>
          <pc:sldMk cId="2645978310" sldId="818"/>
        </pc:sldMkLst>
        <pc:spChg chg="mod">
          <ac:chgData name="Florent Charabouska" userId="721c1696345821ac" providerId="LiveId" clId="{1D7AFB81-38A2-4D27-8316-141CE23FB385}" dt="2020-06-16T07:05:02.770" v="10" actId="1076"/>
          <ac:spMkLst>
            <pc:docMk/>
            <pc:sldMk cId="2645978310" sldId="818"/>
            <ac:spMk id="3" creationId="{00000000-0000-0000-0000-000000000000}"/>
          </ac:spMkLst>
        </pc:spChg>
        <pc:spChg chg="mod">
          <ac:chgData name="Florent Charabouska" userId="721c1696345821ac" providerId="LiveId" clId="{1D7AFB81-38A2-4D27-8316-141CE23FB385}" dt="2020-06-16T07:04:46.322" v="9" actId="1076"/>
          <ac:spMkLst>
            <pc:docMk/>
            <pc:sldMk cId="2645978310" sldId="818"/>
            <ac:spMk id="8" creationId="{00000000-0000-0000-0000-000000000000}"/>
          </ac:spMkLst>
        </pc:spChg>
        <pc:spChg chg="mod">
          <ac:chgData name="Florent Charabouska" userId="721c1696345821ac" providerId="LiveId" clId="{1D7AFB81-38A2-4D27-8316-141CE23FB385}" dt="2020-06-16T07:06:17.447" v="20" actId="6549"/>
          <ac:spMkLst>
            <pc:docMk/>
            <pc:sldMk cId="2645978310" sldId="818"/>
            <ac:spMk id="9" creationId="{00000000-0000-0000-0000-000000000000}"/>
          </ac:spMkLst>
        </pc:spChg>
        <pc:spChg chg="mod">
          <ac:chgData name="Florent Charabouska" userId="721c1696345821ac" providerId="LiveId" clId="{1D7AFB81-38A2-4D27-8316-141CE23FB385}" dt="2020-06-16T07:05:09.249" v="12" actId="1076"/>
          <ac:spMkLst>
            <pc:docMk/>
            <pc:sldMk cId="2645978310" sldId="818"/>
            <ac:spMk id="13" creationId="{00000000-0000-0000-0000-000000000000}"/>
          </ac:spMkLst>
        </pc:spChg>
      </pc:sldChg>
      <pc:sldChg chg="modSp mod">
        <pc:chgData name="Florent Charabouska" userId="721c1696345821ac" providerId="LiveId" clId="{1D7AFB81-38A2-4D27-8316-141CE23FB385}" dt="2020-06-16T07:08:17.140" v="21" actId="6549"/>
        <pc:sldMkLst>
          <pc:docMk/>
          <pc:sldMk cId="2371955606" sldId="897"/>
        </pc:sldMkLst>
        <pc:spChg chg="mod">
          <ac:chgData name="Florent Charabouska" userId="721c1696345821ac" providerId="LiveId" clId="{1D7AFB81-38A2-4D27-8316-141CE23FB385}" dt="2020-06-16T07:08:17.140" v="21" actId="6549"/>
          <ac:spMkLst>
            <pc:docMk/>
            <pc:sldMk cId="2371955606" sldId="897"/>
            <ac:spMk id="3075" creationId="{00000000-0000-0000-0000-000000000000}"/>
          </ac:spMkLst>
        </pc:spChg>
      </pc:sldChg>
      <pc:sldChg chg="modSp mod">
        <pc:chgData name="Florent Charabouska" userId="721c1696345821ac" providerId="LiveId" clId="{1D7AFB81-38A2-4D27-8316-141CE23FB385}" dt="2020-06-16T08:12:40.051" v="40" actId="1076"/>
        <pc:sldMkLst>
          <pc:docMk/>
          <pc:sldMk cId="3523469756" sldId="917"/>
        </pc:sldMkLst>
        <pc:spChg chg="mod">
          <ac:chgData name="Florent Charabouska" userId="721c1696345821ac" providerId="LiveId" clId="{1D7AFB81-38A2-4D27-8316-141CE23FB385}" dt="2020-06-16T08:09:43.291" v="27" actId="1076"/>
          <ac:spMkLst>
            <pc:docMk/>
            <pc:sldMk cId="3523469756" sldId="917"/>
            <ac:spMk id="5" creationId="{233ADD87-2A9D-444F-B3FA-2B0176CB4C6D}"/>
          </ac:spMkLst>
        </pc:spChg>
        <pc:spChg chg="mod">
          <ac:chgData name="Florent Charabouska" userId="721c1696345821ac" providerId="LiveId" clId="{1D7AFB81-38A2-4D27-8316-141CE23FB385}" dt="2020-06-16T08:09:58.141" v="30" actId="1076"/>
          <ac:spMkLst>
            <pc:docMk/>
            <pc:sldMk cId="3523469756" sldId="917"/>
            <ac:spMk id="6" creationId="{3D497624-9DA0-4843-B7E9-E402D304D76C}"/>
          </ac:spMkLst>
        </pc:spChg>
        <pc:spChg chg="mod">
          <ac:chgData name="Florent Charabouska" userId="721c1696345821ac" providerId="LiveId" clId="{1D7AFB81-38A2-4D27-8316-141CE23FB385}" dt="2020-06-16T08:10:00.267" v="31" actId="1076"/>
          <ac:spMkLst>
            <pc:docMk/>
            <pc:sldMk cId="3523469756" sldId="917"/>
            <ac:spMk id="7" creationId="{440F1974-4CEF-49A5-82BC-0EBD36363482}"/>
          </ac:spMkLst>
        </pc:spChg>
        <pc:spChg chg="mod">
          <ac:chgData name="Florent Charabouska" userId="721c1696345821ac" providerId="LiveId" clId="{1D7AFB81-38A2-4D27-8316-141CE23FB385}" dt="2020-06-16T08:09:50.929" v="29" actId="1076"/>
          <ac:spMkLst>
            <pc:docMk/>
            <pc:sldMk cId="3523469756" sldId="917"/>
            <ac:spMk id="8" creationId="{C387C943-B09D-40A5-BDD4-EE6890A5E67B}"/>
          </ac:spMkLst>
        </pc:spChg>
        <pc:spChg chg="mod">
          <ac:chgData name="Florent Charabouska" userId="721c1696345821ac" providerId="LiveId" clId="{1D7AFB81-38A2-4D27-8316-141CE23FB385}" dt="2020-06-16T08:11:04.230" v="38" actId="14100"/>
          <ac:spMkLst>
            <pc:docMk/>
            <pc:sldMk cId="3523469756" sldId="917"/>
            <ac:spMk id="9" creationId="{CCC3ED49-80CA-4720-A2A2-1C89EF88BC01}"/>
          </ac:spMkLst>
        </pc:spChg>
        <pc:spChg chg="mod">
          <ac:chgData name="Florent Charabouska" userId="721c1696345821ac" providerId="LiveId" clId="{1D7AFB81-38A2-4D27-8316-141CE23FB385}" dt="2020-06-16T08:10:02.873" v="32" actId="1076"/>
          <ac:spMkLst>
            <pc:docMk/>
            <pc:sldMk cId="3523469756" sldId="917"/>
            <ac:spMk id="10" creationId="{B3E949F1-C929-4685-B79A-DB6E6F387074}"/>
          </ac:spMkLst>
        </pc:spChg>
        <pc:cxnChg chg="mod">
          <ac:chgData name="Florent Charabouska" userId="721c1696345821ac" providerId="LiveId" clId="{1D7AFB81-38A2-4D27-8316-141CE23FB385}" dt="2020-06-16T08:12:40.051" v="40" actId="1076"/>
          <ac:cxnSpMkLst>
            <pc:docMk/>
            <pc:sldMk cId="3523469756" sldId="917"/>
            <ac:cxnSpMk id="12" creationId="{55254484-CCFA-4CD4-B49C-F85A289D8723}"/>
          </ac:cxnSpMkLst>
        </pc:cxn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B86B6A0-1059-4AC5-82DD-97E44802740D}" type="doc">
      <dgm:prSet loTypeId="urn:microsoft.com/office/officeart/2005/8/layout/venn1" loCatId="relationship" qsTypeId="urn:microsoft.com/office/officeart/2005/8/quickstyle/simple1" qsCatId="simple" csTypeId="urn:microsoft.com/office/officeart/2005/8/colors/accent1_2" csCatId="accent1" phldr="1"/>
      <dgm:spPr/>
      <dgm:t>
        <a:bodyPr/>
        <a:lstStyle/>
        <a:p>
          <a:endParaRPr lang="fr-FR"/>
        </a:p>
      </dgm:t>
    </dgm:pt>
    <dgm:pt modelId="{B1D8FED7-B5CB-46A4-80BB-5E65E2EF052B}">
      <dgm:prSet/>
      <dgm:spPr>
        <a:solidFill>
          <a:srgbClr val="FFCC00">
            <a:alpha val="50000"/>
          </a:srgbClr>
        </a:solidFill>
      </dgm:spPr>
      <dgm:t>
        <a:bodyPr/>
        <a:lstStyle/>
        <a:p>
          <a:pPr rtl="0"/>
          <a:r>
            <a:rPr lang="fr-FR" b="1" dirty="0">
              <a:latin typeface="Arial Narrow" pitchFamily="34" charset="0"/>
            </a:rPr>
            <a:t>Actualisation documentaire </a:t>
          </a:r>
        </a:p>
      </dgm:t>
    </dgm:pt>
    <dgm:pt modelId="{6380C9A9-9C00-4C96-AC36-8066F3C5A400}" type="parTrans" cxnId="{A889613D-C41E-4846-BA23-01059816156C}">
      <dgm:prSet/>
      <dgm:spPr/>
      <dgm:t>
        <a:bodyPr/>
        <a:lstStyle/>
        <a:p>
          <a:endParaRPr lang="fr-FR"/>
        </a:p>
      </dgm:t>
    </dgm:pt>
    <dgm:pt modelId="{7CF22A79-3968-4898-B0AC-546E6ABD02BA}" type="sibTrans" cxnId="{A889613D-C41E-4846-BA23-01059816156C}">
      <dgm:prSet/>
      <dgm:spPr/>
      <dgm:t>
        <a:bodyPr/>
        <a:lstStyle/>
        <a:p>
          <a:endParaRPr lang="fr-FR"/>
        </a:p>
      </dgm:t>
    </dgm:pt>
    <dgm:pt modelId="{AEAC90FF-3EA5-4DE9-80B6-4809C565AF8E}" type="pres">
      <dgm:prSet presAssocID="{7B86B6A0-1059-4AC5-82DD-97E44802740D}" presName="compositeShape" presStyleCnt="0">
        <dgm:presLayoutVars>
          <dgm:chMax val="7"/>
          <dgm:dir/>
          <dgm:resizeHandles val="exact"/>
        </dgm:presLayoutVars>
      </dgm:prSet>
      <dgm:spPr/>
    </dgm:pt>
    <dgm:pt modelId="{A8813480-4573-4949-9864-1286E24C6BA4}" type="pres">
      <dgm:prSet presAssocID="{B1D8FED7-B5CB-46A4-80BB-5E65E2EF052B}" presName="circ1TxSh" presStyleLbl="vennNode1" presStyleIdx="0" presStyleCnt="1" custScaleX="147162" custLinFactNeighborX="3090" custLinFactNeighborY="-6470"/>
      <dgm:spPr/>
    </dgm:pt>
  </dgm:ptLst>
  <dgm:cxnLst>
    <dgm:cxn modelId="{DE229910-3A91-42E6-896A-44BD11226C27}" type="presOf" srcId="{B1D8FED7-B5CB-46A4-80BB-5E65E2EF052B}" destId="{A8813480-4573-4949-9864-1286E24C6BA4}" srcOrd="0" destOrd="0" presId="urn:microsoft.com/office/officeart/2005/8/layout/venn1"/>
    <dgm:cxn modelId="{A889613D-C41E-4846-BA23-01059816156C}" srcId="{7B86B6A0-1059-4AC5-82DD-97E44802740D}" destId="{B1D8FED7-B5CB-46A4-80BB-5E65E2EF052B}" srcOrd="0" destOrd="0" parTransId="{6380C9A9-9C00-4C96-AC36-8066F3C5A400}" sibTransId="{7CF22A79-3968-4898-B0AC-546E6ABD02BA}"/>
    <dgm:cxn modelId="{3A3C04C3-B55B-47B8-93AE-5F4B490EED6A}" type="presOf" srcId="{7B86B6A0-1059-4AC5-82DD-97E44802740D}" destId="{AEAC90FF-3EA5-4DE9-80B6-4809C565AF8E}" srcOrd="0" destOrd="0" presId="urn:microsoft.com/office/officeart/2005/8/layout/venn1"/>
    <dgm:cxn modelId="{ADA26578-73CB-4B3D-9EB0-42DAAE81B8E6}" type="presParOf" srcId="{AEAC90FF-3EA5-4DE9-80B6-4809C565AF8E}" destId="{A8813480-4573-4949-9864-1286E24C6BA4}" srcOrd="0" destOrd="0" presId="urn:microsoft.com/office/officeart/2005/8/layout/ven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B471C30-D9B1-4341-9172-0DDA6604FBD7}" type="doc">
      <dgm:prSet loTypeId="urn:microsoft.com/office/officeart/2005/8/layout/venn1" loCatId="relationship" qsTypeId="urn:microsoft.com/office/officeart/2005/8/quickstyle/simple1" qsCatId="simple" csTypeId="urn:microsoft.com/office/officeart/2005/8/colors/accent1_2" csCatId="accent1" phldr="1"/>
      <dgm:spPr/>
      <dgm:t>
        <a:bodyPr/>
        <a:lstStyle/>
        <a:p>
          <a:endParaRPr lang="fr-FR"/>
        </a:p>
      </dgm:t>
    </dgm:pt>
    <dgm:pt modelId="{6BF28371-B63F-4B88-A6FC-7682FC35E8E7}">
      <dgm:prSet/>
      <dgm:spPr>
        <a:solidFill>
          <a:srgbClr val="FFC000">
            <a:alpha val="50000"/>
          </a:srgbClr>
        </a:solidFill>
      </dgm:spPr>
      <dgm:t>
        <a:bodyPr/>
        <a:lstStyle/>
        <a:p>
          <a:pPr rtl="0"/>
          <a:r>
            <a:rPr lang="fr-FR" b="1" dirty="0">
              <a:latin typeface="Arial Narrow" pitchFamily="34" charset="0"/>
            </a:rPr>
            <a:t>Enregistrement de la résolution du problème en vue d’alimenter la base de donnée du plan d’expérience</a:t>
          </a:r>
          <a:endParaRPr lang="fr-FR" dirty="0">
            <a:latin typeface="Arial Narrow" pitchFamily="34" charset="0"/>
          </a:endParaRPr>
        </a:p>
      </dgm:t>
    </dgm:pt>
    <dgm:pt modelId="{9E4C1FA1-F16D-4297-8823-9B1E2DE3F821}" type="parTrans" cxnId="{3D5B529C-7DD3-4F70-B537-9A5D4B7BBB9A}">
      <dgm:prSet/>
      <dgm:spPr/>
      <dgm:t>
        <a:bodyPr/>
        <a:lstStyle/>
        <a:p>
          <a:endParaRPr lang="fr-FR"/>
        </a:p>
      </dgm:t>
    </dgm:pt>
    <dgm:pt modelId="{EB21FA6D-26A4-4BA3-9524-6AA0C6618363}" type="sibTrans" cxnId="{3D5B529C-7DD3-4F70-B537-9A5D4B7BBB9A}">
      <dgm:prSet/>
      <dgm:spPr/>
      <dgm:t>
        <a:bodyPr/>
        <a:lstStyle/>
        <a:p>
          <a:endParaRPr lang="fr-FR"/>
        </a:p>
      </dgm:t>
    </dgm:pt>
    <dgm:pt modelId="{C81D8504-DB92-4632-9311-198136371405}" type="pres">
      <dgm:prSet presAssocID="{EB471C30-D9B1-4341-9172-0DDA6604FBD7}" presName="compositeShape" presStyleCnt="0">
        <dgm:presLayoutVars>
          <dgm:chMax val="7"/>
          <dgm:dir/>
          <dgm:resizeHandles val="exact"/>
        </dgm:presLayoutVars>
      </dgm:prSet>
      <dgm:spPr/>
    </dgm:pt>
    <dgm:pt modelId="{A36122D0-448E-4F1E-9A4E-2618C8B94C59}" type="pres">
      <dgm:prSet presAssocID="{6BF28371-B63F-4B88-A6FC-7682FC35E8E7}" presName="circ1TxSh" presStyleLbl="vennNode1" presStyleIdx="0" presStyleCnt="1" custScaleX="138512" custLinFactNeighborX="36415" custLinFactNeighborY="2439"/>
      <dgm:spPr/>
    </dgm:pt>
  </dgm:ptLst>
  <dgm:cxnLst>
    <dgm:cxn modelId="{F4C2FC4F-773E-4E83-8775-75DFF406B40A}" type="presOf" srcId="{6BF28371-B63F-4B88-A6FC-7682FC35E8E7}" destId="{A36122D0-448E-4F1E-9A4E-2618C8B94C59}" srcOrd="0" destOrd="0" presId="urn:microsoft.com/office/officeart/2005/8/layout/venn1"/>
    <dgm:cxn modelId="{3D5B529C-7DD3-4F70-B537-9A5D4B7BBB9A}" srcId="{EB471C30-D9B1-4341-9172-0DDA6604FBD7}" destId="{6BF28371-B63F-4B88-A6FC-7682FC35E8E7}" srcOrd="0" destOrd="0" parTransId="{9E4C1FA1-F16D-4297-8823-9B1E2DE3F821}" sibTransId="{EB21FA6D-26A4-4BA3-9524-6AA0C6618363}"/>
    <dgm:cxn modelId="{868778F7-8178-498D-B845-F7A9DAF069CF}" type="presOf" srcId="{EB471C30-D9B1-4341-9172-0DDA6604FBD7}" destId="{C81D8504-DB92-4632-9311-198136371405}" srcOrd="0" destOrd="0" presId="urn:microsoft.com/office/officeart/2005/8/layout/venn1"/>
    <dgm:cxn modelId="{BBFEE3A3-BFE0-401A-822B-37A620C0C685}" type="presParOf" srcId="{C81D8504-DB92-4632-9311-198136371405}" destId="{A36122D0-448E-4F1E-9A4E-2618C8B94C59}" srcOrd="0" destOrd="0" presId="urn:microsoft.com/office/officeart/2005/8/layout/venn1"/>
  </dgm:cxnLst>
  <dgm:bg>
    <a:noFill/>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FC2AA64-6065-4315-A821-DA8938E44968}" type="doc">
      <dgm:prSet loTypeId="urn:microsoft.com/office/officeart/2005/8/layout/venn1" loCatId="relationship" qsTypeId="urn:microsoft.com/office/officeart/2005/8/quickstyle/simple1" qsCatId="simple" csTypeId="urn:microsoft.com/office/officeart/2005/8/colors/accent1_2" csCatId="accent1" phldr="1"/>
      <dgm:spPr/>
      <dgm:t>
        <a:bodyPr/>
        <a:lstStyle/>
        <a:p>
          <a:endParaRPr lang="fr-FR"/>
        </a:p>
      </dgm:t>
    </dgm:pt>
    <dgm:pt modelId="{1E8A6BBB-8F86-4202-81ED-9BA7C0885D7E}">
      <dgm:prSet/>
      <dgm:spPr>
        <a:solidFill>
          <a:srgbClr val="FFC000">
            <a:alpha val="50000"/>
          </a:srgbClr>
        </a:solidFill>
      </dgm:spPr>
      <dgm:t>
        <a:bodyPr/>
        <a:lstStyle/>
        <a:p>
          <a:pPr rtl="0"/>
          <a:r>
            <a:rPr lang="fr-FR" b="1" dirty="0">
              <a:latin typeface="Arial Narrow" pitchFamily="34" charset="0"/>
            </a:rPr>
            <a:t>Recherche des autres secteurs d’activité dans lesquels la solution peut-être mise en place</a:t>
          </a:r>
        </a:p>
      </dgm:t>
    </dgm:pt>
    <dgm:pt modelId="{292E52A5-F4E6-4CE6-B27D-1BAF05FF69EC}" type="parTrans" cxnId="{D96F2D9C-4C94-4FC6-BF1E-7A0B1D828F58}">
      <dgm:prSet/>
      <dgm:spPr/>
      <dgm:t>
        <a:bodyPr/>
        <a:lstStyle/>
        <a:p>
          <a:endParaRPr lang="fr-FR"/>
        </a:p>
      </dgm:t>
    </dgm:pt>
    <dgm:pt modelId="{5D3D3EEC-992D-4C4B-84A5-8B992C557ECC}" type="sibTrans" cxnId="{D96F2D9C-4C94-4FC6-BF1E-7A0B1D828F58}">
      <dgm:prSet/>
      <dgm:spPr/>
      <dgm:t>
        <a:bodyPr/>
        <a:lstStyle/>
        <a:p>
          <a:endParaRPr lang="fr-FR"/>
        </a:p>
      </dgm:t>
    </dgm:pt>
    <dgm:pt modelId="{CC083D46-57AF-485D-ACCF-5FC61106E164}" type="pres">
      <dgm:prSet presAssocID="{8FC2AA64-6065-4315-A821-DA8938E44968}" presName="compositeShape" presStyleCnt="0">
        <dgm:presLayoutVars>
          <dgm:chMax val="7"/>
          <dgm:dir/>
          <dgm:resizeHandles val="exact"/>
        </dgm:presLayoutVars>
      </dgm:prSet>
      <dgm:spPr/>
    </dgm:pt>
    <dgm:pt modelId="{4AEA1F38-5619-439F-8FCA-812C1CC59C98}" type="pres">
      <dgm:prSet presAssocID="{1E8A6BBB-8F86-4202-81ED-9BA7C0885D7E}" presName="circ1TxSh" presStyleLbl="vennNode1" presStyleIdx="0" presStyleCnt="1" custScaleX="157925" custLinFactNeighborX="-64196" custLinFactNeighborY="-37931"/>
      <dgm:spPr/>
    </dgm:pt>
  </dgm:ptLst>
  <dgm:cxnLst>
    <dgm:cxn modelId="{BA260802-0333-419D-8382-C9A6D33A22C4}" type="presOf" srcId="{8FC2AA64-6065-4315-A821-DA8938E44968}" destId="{CC083D46-57AF-485D-ACCF-5FC61106E164}" srcOrd="0" destOrd="0" presId="urn:microsoft.com/office/officeart/2005/8/layout/venn1"/>
    <dgm:cxn modelId="{422CD754-6248-4EC1-B5FC-74E621600AAF}" type="presOf" srcId="{1E8A6BBB-8F86-4202-81ED-9BA7C0885D7E}" destId="{4AEA1F38-5619-439F-8FCA-812C1CC59C98}" srcOrd="0" destOrd="0" presId="urn:microsoft.com/office/officeart/2005/8/layout/venn1"/>
    <dgm:cxn modelId="{D96F2D9C-4C94-4FC6-BF1E-7A0B1D828F58}" srcId="{8FC2AA64-6065-4315-A821-DA8938E44968}" destId="{1E8A6BBB-8F86-4202-81ED-9BA7C0885D7E}" srcOrd="0" destOrd="0" parTransId="{292E52A5-F4E6-4CE6-B27D-1BAF05FF69EC}" sibTransId="{5D3D3EEC-992D-4C4B-84A5-8B992C557ECC}"/>
    <dgm:cxn modelId="{8C742485-8F7B-4373-8B4D-BF5DC7101AC8}" type="presParOf" srcId="{CC083D46-57AF-485D-ACCF-5FC61106E164}" destId="{4AEA1F38-5619-439F-8FCA-812C1CC59C98}" srcOrd="0" destOrd="0" presId="urn:microsoft.com/office/officeart/2005/8/layout/venn1"/>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813480-4573-4949-9864-1286E24C6BA4}">
      <dsp:nvSpPr>
        <dsp:cNvPr id="0" name=""/>
        <dsp:cNvSpPr/>
      </dsp:nvSpPr>
      <dsp:spPr>
        <a:xfrm>
          <a:off x="292915" y="0"/>
          <a:ext cx="2582980" cy="1755195"/>
        </a:xfrm>
        <a:prstGeom prst="ellipse">
          <a:avLst/>
        </a:prstGeom>
        <a:solidFill>
          <a:srgbClr val="FFCC00">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1155700" rtl="0">
            <a:lnSpc>
              <a:spcPct val="90000"/>
            </a:lnSpc>
            <a:spcBef>
              <a:spcPct val="0"/>
            </a:spcBef>
            <a:spcAft>
              <a:spcPct val="35000"/>
            </a:spcAft>
            <a:buNone/>
          </a:pPr>
          <a:r>
            <a:rPr lang="fr-FR" sz="2600" b="1" kern="1200" dirty="0">
              <a:latin typeface="Arial Narrow" pitchFamily="34" charset="0"/>
            </a:rPr>
            <a:t>Actualisation documentaire </a:t>
          </a:r>
        </a:p>
      </dsp:txBody>
      <dsp:txXfrm>
        <a:off x="671184" y="257042"/>
        <a:ext cx="1826442" cy="124111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36122D0-448E-4F1E-9A4E-2618C8B94C59}">
      <dsp:nvSpPr>
        <dsp:cNvPr id="0" name=""/>
        <dsp:cNvSpPr/>
      </dsp:nvSpPr>
      <dsp:spPr>
        <a:xfrm>
          <a:off x="774539" y="0"/>
          <a:ext cx="2555830" cy="1845205"/>
        </a:xfrm>
        <a:prstGeom prst="ellipse">
          <a:avLst/>
        </a:prstGeom>
        <a:solidFill>
          <a:srgbClr val="FFC000">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711200" rtl="0">
            <a:lnSpc>
              <a:spcPct val="90000"/>
            </a:lnSpc>
            <a:spcBef>
              <a:spcPct val="0"/>
            </a:spcBef>
            <a:spcAft>
              <a:spcPct val="35000"/>
            </a:spcAft>
            <a:buNone/>
          </a:pPr>
          <a:r>
            <a:rPr lang="fr-FR" sz="1600" b="1" kern="1200" dirty="0">
              <a:latin typeface="Arial Narrow" pitchFamily="34" charset="0"/>
            </a:rPr>
            <a:t>Enregistrement de la résolution du problème en vue d’alimenter la base de donnée du plan d’expérience</a:t>
          </a:r>
          <a:endParaRPr lang="fr-FR" sz="1600" kern="1200" dirty="0">
            <a:latin typeface="Arial Narrow" pitchFamily="34" charset="0"/>
          </a:endParaRPr>
        </a:p>
      </dsp:txBody>
      <dsp:txXfrm>
        <a:off x="1148832" y="270224"/>
        <a:ext cx="1807244" cy="130475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EA1F38-5619-439F-8FCA-812C1CC59C98}">
      <dsp:nvSpPr>
        <dsp:cNvPr id="0" name=""/>
        <dsp:cNvSpPr/>
      </dsp:nvSpPr>
      <dsp:spPr>
        <a:xfrm>
          <a:off x="-401728" y="0"/>
          <a:ext cx="2842965" cy="1800200"/>
        </a:xfrm>
        <a:prstGeom prst="ellipse">
          <a:avLst/>
        </a:prstGeom>
        <a:solidFill>
          <a:srgbClr val="FFC000">
            <a:alpha val="50000"/>
          </a:srgb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0" tIns="0" rIns="0" bIns="0" numCol="1" spcCol="1270" anchor="ctr" anchorCtr="0">
          <a:noAutofit/>
        </a:bodyPr>
        <a:lstStyle/>
        <a:p>
          <a:pPr marL="0" lvl="0" indent="0" algn="ctr" defTabSz="800100" rtl="0">
            <a:lnSpc>
              <a:spcPct val="90000"/>
            </a:lnSpc>
            <a:spcBef>
              <a:spcPct val="0"/>
            </a:spcBef>
            <a:spcAft>
              <a:spcPct val="35000"/>
            </a:spcAft>
            <a:buNone/>
          </a:pPr>
          <a:r>
            <a:rPr lang="fr-FR" sz="1800" b="1" kern="1200" dirty="0">
              <a:latin typeface="Arial Narrow" pitchFamily="34" charset="0"/>
            </a:rPr>
            <a:t>Recherche des autres secteurs d’activité dans lesquels la solution peut-être mise en place</a:t>
          </a:r>
        </a:p>
      </dsp:txBody>
      <dsp:txXfrm>
        <a:off x="14615" y="263633"/>
        <a:ext cx="2010279" cy="1272934"/>
      </dsp:txXfrm>
    </dsp:sp>
  </dsp:spTree>
</dsp:drawing>
</file>

<file path=ppt/diagrams/layout1.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88869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Rot="1" noChangeAspect="1" noChangeArrowheads="1" noTextEdit="1"/>
          </p:cNvSpPr>
          <p:nvPr>
            <p:ph type="sldImg" idx="2"/>
          </p:nvPr>
        </p:nvSpPr>
        <p:spPr bwMode="auto">
          <a:xfrm>
            <a:off x="927100" y="750888"/>
            <a:ext cx="4951413" cy="3714750"/>
          </a:xfrm>
          <a:prstGeom prst="rect">
            <a:avLst/>
          </a:prstGeom>
          <a:noFill/>
          <a:ln w="12700">
            <a:solidFill>
              <a:srgbClr val="000000"/>
            </a:solidFill>
            <a:miter lim="800000"/>
            <a:headEnd/>
            <a:tailEnd/>
          </a:ln>
        </p:spPr>
      </p:sp>
      <p:sp>
        <p:nvSpPr>
          <p:cNvPr id="2051" name="Rectangle 3"/>
          <p:cNvSpPr>
            <a:spLocks noGrp="1" noChangeArrowheads="1"/>
          </p:cNvSpPr>
          <p:nvPr>
            <p:ph type="body" sz="quarter" idx="3"/>
          </p:nvPr>
        </p:nvSpPr>
        <p:spPr bwMode="auto">
          <a:xfrm>
            <a:off x="907522" y="4722498"/>
            <a:ext cx="4990571" cy="4472940"/>
          </a:xfrm>
          <a:prstGeom prst="rect">
            <a:avLst/>
          </a:prstGeom>
          <a:noFill/>
          <a:ln w="12700">
            <a:noFill/>
            <a:miter lim="800000"/>
            <a:headEnd/>
            <a:tailEnd/>
          </a:ln>
          <a:effectLst/>
        </p:spPr>
        <p:txBody>
          <a:bodyPr vert="horz" wrap="square" lIns="90868" tIns="44636" rIns="90868" bIns="4463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58859342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oleObject" Target="../embeddings/oleObject1.bin"/><Relationship Id="rId7" Type="http://schemas.openxmlformats.org/officeDocument/2006/relationships/oleObject" Target="../embeddings/oleObject4.bin"/><Relationship Id="rId2" Type="http://schemas.openxmlformats.org/officeDocument/2006/relationships/slide" Target="../slides/slide12.xml"/><Relationship Id="rId1" Type="http://schemas.openxmlformats.org/officeDocument/2006/relationships/notesMaster" Target="../notesMasters/notesMaster1.xml"/><Relationship Id="rId6" Type="http://schemas.openxmlformats.org/officeDocument/2006/relationships/oleObject" Target="../embeddings/oleObject3.bin"/><Relationship Id="rId5" Type="http://schemas.openxmlformats.org/officeDocument/2006/relationships/oleObject" Target="../embeddings/oleObject2.bin"/><Relationship Id="rId4" Type="http://schemas.openxmlformats.org/officeDocument/2006/relationships/image" Target="../media/image38.wmf"/><Relationship Id="rId9" Type="http://schemas.openxmlformats.org/officeDocument/2006/relationships/oleObject" Target="../embeddings/oleObject6.bin"/></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 Target="../slides/slide79.xml"/><Relationship Id="rId1" Type="http://schemas.openxmlformats.org/officeDocument/2006/relationships/notesMaster" Target="../notesMasters/notesMaster1.xml"/><Relationship Id="rId4" Type="http://schemas.openxmlformats.org/officeDocument/2006/relationships/image" Target="../media/image38.wmf"/></Relationships>
</file>

<file path=ppt/notesSlides/_rels/notesSlide64.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 Target="../slides/slide80.xml"/><Relationship Id="rId1" Type="http://schemas.openxmlformats.org/officeDocument/2006/relationships/notesMaster" Target="../notesMasters/notesMaster1.xml"/><Relationship Id="rId4" Type="http://schemas.openxmlformats.org/officeDocument/2006/relationships/image" Target="../media/image38.wmf"/></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Espace réservé de l'image des diapositives 1"/>
          <p:cNvSpPr>
            <a:spLocks noGrp="1" noRot="1" noChangeAspect="1" noTextEdit="1"/>
          </p:cNvSpPr>
          <p:nvPr>
            <p:ph type="sldImg"/>
          </p:nvPr>
        </p:nvSpPr>
        <p:spPr>
          <a:ln/>
        </p:spPr>
      </p:sp>
      <p:sp>
        <p:nvSpPr>
          <p:cNvPr id="109571" name="Espace réservé des commentaires 2"/>
          <p:cNvSpPr>
            <a:spLocks noGrp="1"/>
          </p:cNvSpPr>
          <p:nvPr>
            <p:ph type="body" idx="1"/>
          </p:nvPr>
        </p:nvSpPr>
        <p:spPr>
          <a:noFill/>
          <a:ln/>
        </p:spPr>
        <p:txBody>
          <a:bodyPr/>
          <a:lstStyle/>
          <a:p>
            <a:endParaRPr lang="fr-FR"/>
          </a:p>
        </p:txBody>
      </p:sp>
      <p:sp>
        <p:nvSpPr>
          <p:cNvPr id="109572" name="Espace réservé du numéro de diapositive 3"/>
          <p:cNvSpPr>
            <a:spLocks noGrp="1"/>
          </p:cNvSpPr>
          <p:nvPr>
            <p:ph type="sldNum" sz="quarter" idx="5"/>
          </p:nvPr>
        </p:nvSpPr>
        <p:spPr>
          <a:xfrm>
            <a:off x="3854450" y="9440863"/>
            <a:ext cx="2949575" cy="496887"/>
          </a:xfrm>
          <a:prstGeom prst="rect">
            <a:avLst/>
          </a:prstGeom>
          <a:noFill/>
        </p:spPr>
        <p:txBody>
          <a:bodyPr/>
          <a:lstStyle/>
          <a:p>
            <a:pPr defTabSz="922338"/>
            <a:fld id="{D185533F-04FC-4BCE-84FF-08B00F859774}" type="slidenum">
              <a:rPr lang="fr-FR" smtClean="0"/>
              <a:pPr defTabSz="922338"/>
              <a:t>2</a:t>
            </a:fld>
            <a:endParaRPr lang="fr-FR"/>
          </a:p>
        </p:txBody>
      </p:sp>
    </p:spTree>
    <p:extLst>
      <p:ext uri="{BB962C8B-B14F-4D97-AF65-F5344CB8AC3E}">
        <p14:creationId xmlns:p14="http://schemas.microsoft.com/office/powerpoint/2010/main" val="16816927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Espace réservé de l'image des diapositives 1"/>
          <p:cNvSpPr>
            <a:spLocks noGrp="1" noRot="1" noChangeAspect="1" noTextEdit="1"/>
          </p:cNvSpPr>
          <p:nvPr>
            <p:ph type="sldImg"/>
          </p:nvPr>
        </p:nvSpPr>
        <p:spPr>
          <a:ln/>
        </p:spPr>
      </p:sp>
      <p:sp>
        <p:nvSpPr>
          <p:cNvPr id="111619" name="Espace réservé des commentaires 2"/>
          <p:cNvSpPr>
            <a:spLocks noGrp="1"/>
          </p:cNvSpPr>
          <p:nvPr>
            <p:ph type="body" idx="1"/>
          </p:nvPr>
        </p:nvSpPr>
        <p:spPr>
          <a:noFill/>
          <a:ln/>
        </p:spPr>
        <p:txBody>
          <a:bodyPr/>
          <a:lstStyle/>
          <a:p>
            <a:endParaRPr lang="fr-FR"/>
          </a:p>
        </p:txBody>
      </p:sp>
      <p:sp>
        <p:nvSpPr>
          <p:cNvPr id="111620" name="Espace réservé du numéro de diapositive 3"/>
          <p:cNvSpPr>
            <a:spLocks noGrp="1"/>
          </p:cNvSpPr>
          <p:nvPr>
            <p:ph type="sldNum" sz="quarter" idx="5"/>
          </p:nvPr>
        </p:nvSpPr>
        <p:spPr>
          <a:xfrm>
            <a:off x="3854450" y="9440863"/>
            <a:ext cx="2949575" cy="496887"/>
          </a:xfrm>
          <a:prstGeom prst="rect">
            <a:avLst/>
          </a:prstGeom>
          <a:noFill/>
        </p:spPr>
        <p:txBody>
          <a:bodyPr/>
          <a:lstStyle/>
          <a:p>
            <a:pPr defTabSz="922338"/>
            <a:fld id="{09009F36-4D3D-4A5E-9CDE-4A3F36E27728}" type="slidenum">
              <a:rPr lang="fr-FR" smtClean="0"/>
              <a:pPr defTabSz="922338"/>
              <a:t>4</a:t>
            </a:fld>
            <a:endParaRPr lang="fr-FR"/>
          </a:p>
        </p:txBody>
      </p:sp>
    </p:spTree>
    <p:extLst>
      <p:ext uri="{BB962C8B-B14F-4D97-AF65-F5344CB8AC3E}">
        <p14:creationId xmlns:p14="http://schemas.microsoft.com/office/powerpoint/2010/main" val="19577477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Espace réservé de l'image des diapositives 1"/>
          <p:cNvSpPr>
            <a:spLocks noGrp="1" noRot="1" noChangeAspect="1" noTextEdit="1"/>
          </p:cNvSpPr>
          <p:nvPr>
            <p:ph type="sldImg"/>
          </p:nvPr>
        </p:nvSpPr>
        <p:spPr>
          <a:ln/>
        </p:spPr>
      </p:sp>
      <p:sp>
        <p:nvSpPr>
          <p:cNvPr id="6147" name="Espace réservé des commentaires 2"/>
          <p:cNvSpPr>
            <a:spLocks noGrp="1"/>
          </p:cNvSpPr>
          <p:nvPr>
            <p:ph type="body" idx="1"/>
          </p:nvPr>
        </p:nvSpPr>
        <p:spPr>
          <a:noFill/>
          <a:ln w="9525"/>
        </p:spPr>
        <p:txBody>
          <a:bodyPr/>
          <a:lstStyle/>
          <a:p>
            <a:endParaRPr lang="fr-FR" dirty="0"/>
          </a:p>
          <a:p>
            <a:endParaRPr lang="fr-FR" dirty="0"/>
          </a:p>
        </p:txBody>
      </p:sp>
    </p:spTree>
    <p:extLst>
      <p:ext uri="{BB962C8B-B14F-4D97-AF65-F5344CB8AC3E}">
        <p14:creationId xmlns:p14="http://schemas.microsoft.com/office/powerpoint/2010/main" val="4242383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Espace réservé de l'image des diapositives 1"/>
          <p:cNvSpPr>
            <a:spLocks noGrp="1" noRot="1" noChangeAspect="1" noTextEdit="1"/>
          </p:cNvSpPr>
          <p:nvPr>
            <p:ph type="sldImg"/>
          </p:nvPr>
        </p:nvSpPr>
        <p:spPr>
          <a:ln/>
        </p:spPr>
      </p:sp>
      <p:sp>
        <p:nvSpPr>
          <p:cNvPr id="6147" name="Espace réservé des commentaires 2"/>
          <p:cNvSpPr>
            <a:spLocks noGrp="1"/>
          </p:cNvSpPr>
          <p:nvPr>
            <p:ph type="body" idx="1"/>
          </p:nvPr>
        </p:nvSpPr>
        <p:spPr>
          <a:noFill/>
          <a:ln w="9525"/>
        </p:spPr>
        <p:txBody>
          <a:bodyPr/>
          <a:lstStyle/>
          <a:p>
            <a:endParaRPr lang="fr-FR" dirty="0"/>
          </a:p>
          <a:p>
            <a:endParaRPr lang="fr-FR" dirty="0"/>
          </a:p>
        </p:txBody>
      </p:sp>
    </p:spTree>
    <p:extLst>
      <p:ext uri="{BB962C8B-B14F-4D97-AF65-F5344CB8AC3E}">
        <p14:creationId xmlns:p14="http://schemas.microsoft.com/office/powerpoint/2010/main" val="7833686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Espace réservé de l'image des diapositives 1"/>
          <p:cNvSpPr>
            <a:spLocks noGrp="1" noRot="1" noChangeAspect="1" noTextEdit="1"/>
          </p:cNvSpPr>
          <p:nvPr>
            <p:ph type="sldImg"/>
          </p:nvPr>
        </p:nvSpPr>
        <p:spPr>
          <a:ln/>
        </p:spPr>
      </p:sp>
      <p:sp>
        <p:nvSpPr>
          <p:cNvPr id="6147" name="Espace réservé des commentaires 2"/>
          <p:cNvSpPr>
            <a:spLocks noGrp="1"/>
          </p:cNvSpPr>
          <p:nvPr>
            <p:ph type="body" idx="1"/>
          </p:nvPr>
        </p:nvSpPr>
        <p:spPr>
          <a:noFill/>
          <a:ln w="9525"/>
        </p:spPr>
        <p:txBody>
          <a:bodyPr/>
          <a:lstStyle/>
          <a:p>
            <a:endParaRPr lang="fr-FR" dirty="0"/>
          </a:p>
          <a:p>
            <a:endParaRPr lang="fr-FR" dirty="0"/>
          </a:p>
        </p:txBody>
      </p:sp>
    </p:spTree>
    <p:extLst>
      <p:ext uri="{BB962C8B-B14F-4D97-AF65-F5344CB8AC3E}">
        <p14:creationId xmlns:p14="http://schemas.microsoft.com/office/powerpoint/2010/main" val="11025200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Espace réservé de l'image des diapositives 1"/>
          <p:cNvSpPr>
            <a:spLocks noGrp="1" noRot="1" noChangeAspect="1" noTextEdit="1"/>
          </p:cNvSpPr>
          <p:nvPr>
            <p:ph type="sldImg"/>
          </p:nvPr>
        </p:nvSpPr>
        <p:spPr>
          <a:ln/>
        </p:spPr>
      </p:sp>
      <p:sp>
        <p:nvSpPr>
          <p:cNvPr id="6147" name="Espace réservé des commentaires 2"/>
          <p:cNvSpPr>
            <a:spLocks noGrp="1"/>
          </p:cNvSpPr>
          <p:nvPr>
            <p:ph type="body" idx="1"/>
          </p:nvPr>
        </p:nvSpPr>
        <p:spPr>
          <a:noFill/>
          <a:ln w="9525"/>
        </p:spPr>
        <p:txBody>
          <a:bodyPr/>
          <a:lstStyle/>
          <a:p>
            <a:endParaRPr lang="fr-FR" dirty="0"/>
          </a:p>
          <a:p>
            <a:endParaRPr lang="fr-FR" dirty="0"/>
          </a:p>
        </p:txBody>
      </p:sp>
    </p:spTree>
    <p:extLst>
      <p:ext uri="{BB962C8B-B14F-4D97-AF65-F5344CB8AC3E}">
        <p14:creationId xmlns:p14="http://schemas.microsoft.com/office/powerpoint/2010/main" val="204489776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Rot="1" noChangeAspect="1" noChangeArrowheads="1" noTextEdit="1"/>
          </p:cNvSpPr>
          <p:nvPr>
            <p:ph type="sldImg"/>
          </p:nvPr>
        </p:nvSpPr>
        <p:spPr>
          <a:ln/>
        </p:spPr>
      </p:sp>
      <p:sp>
        <p:nvSpPr>
          <p:cNvPr id="172035" name="Rectangle 3"/>
          <p:cNvSpPr>
            <a:spLocks noGrp="1" noChangeArrowheads="1"/>
          </p:cNvSpPr>
          <p:nvPr>
            <p:ph type="body" idx="1"/>
          </p:nvPr>
        </p:nvSpPr>
        <p:spPr>
          <a:noFill/>
          <a:ln/>
        </p:spPr>
        <p:txBody>
          <a:bodyPr/>
          <a:lstStyle/>
          <a:p>
            <a:r>
              <a:rPr lang="en-GB" b="1" u="sng" dirty="0">
                <a:latin typeface="Arial" charset="0"/>
              </a:rPr>
              <a:t>Le point </a:t>
            </a:r>
            <a:r>
              <a:rPr lang="en-GB" b="1" u="sng" dirty="0" err="1">
                <a:latin typeface="Arial" charset="0"/>
              </a:rPr>
              <a:t>clé</a:t>
            </a:r>
            <a:r>
              <a:rPr lang="en-GB" b="1" u="sng" dirty="0">
                <a:latin typeface="Arial" charset="0"/>
              </a:rPr>
              <a:t> à faire passer est que </a:t>
            </a:r>
            <a:r>
              <a:rPr lang="en-GB" b="1" u="sng" dirty="0" err="1">
                <a:latin typeface="Arial" charset="0"/>
              </a:rPr>
              <a:t>l’approche</a:t>
            </a:r>
            <a:r>
              <a:rPr lang="en-GB" b="1" u="sng" dirty="0">
                <a:latin typeface="Arial" charset="0"/>
              </a:rPr>
              <a:t> PDCA est une </a:t>
            </a:r>
            <a:r>
              <a:rPr lang="en-GB" b="1" u="sng" dirty="0" err="1">
                <a:latin typeface="Arial" charset="0"/>
              </a:rPr>
              <a:t>méthode</a:t>
            </a:r>
            <a:r>
              <a:rPr lang="en-GB" b="1" u="sng" dirty="0">
                <a:latin typeface="Arial" charset="0"/>
              </a:rPr>
              <a:t> de </a:t>
            </a:r>
            <a:r>
              <a:rPr lang="en-GB" b="1" u="sng" dirty="0" err="1">
                <a:latin typeface="Arial" charset="0"/>
              </a:rPr>
              <a:t>pensée</a:t>
            </a:r>
            <a:r>
              <a:rPr lang="en-GB" b="1" u="sng" dirty="0">
                <a:latin typeface="Arial" charset="0"/>
              </a:rPr>
              <a:t> </a:t>
            </a:r>
            <a:r>
              <a:rPr lang="en-GB" b="1" u="sng" dirty="0" err="1">
                <a:latin typeface="Arial" charset="0"/>
              </a:rPr>
              <a:t>structurée</a:t>
            </a:r>
            <a:r>
              <a:rPr lang="en-GB" b="1" u="sng" dirty="0">
                <a:latin typeface="Arial" charset="0"/>
              </a:rPr>
              <a:t> pour </a:t>
            </a:r>
            <a:r>
              <a:rPr lang="en-GB" b="1" u="sng" dirty="0" err="1">
                <a:latin typeface="Arial" charset="0"/>
              </a:rPr>
              <a:t>résoudre</a:t>
            </a:r>
            <a:r>
              <a:rPr lang="en-GB" b="1" u="sng" dirty="0">
                <a:latin typeface="Arial" charset="0"/>
              </a:rPr>
              <a:t> des </a:t>
            </a:r>
            <a:r>
              <a:rPr lang="en-GB" b="1" u="sng" dirty="0" err="1">
                <a:latin typeface="Arial" charset="0"/>
              </a:rPr>
              <a:t>problèmes</a:t>
            </a:r>
            <a:r>
              <a:rPr lang="en-GB" b="1" u="sng" dirty="0">
                <a:latin typeface="Arial" charset="0"/>
              </a:rPr>
              <a:t> avec rigueur et </a:t>
            </a:r>
            <a:r>
              <a:rPr lang="en-GB" b="1" u="sng" dirty="0" err="1">
                <a:latin typeface="Arial" charset="0"/>
              </a:rPr>
              <a:t>avoir</a:t>
            </a:r>
            <a:r>
              <a:rPr lang="en-GB" b="1" u="sng" dirty="0">
                <a:latin typeface="Arial" charset="0"/>
              </a:rPr>
              <a:t> un process </a:t>
            </a:r>
            <a:r>
              <a:rPr lang="en-GB" b="1" u="sng" dirty="0" err="1">
                <a:latin typeface="Arial" charset="0"/>
              </a:rPr>
              <a:t>répétable</a:t>
            </a:r>
            <a:endParaRPr lang="en-GB" b="1" u="sng" dirty="0">
              <a:latin typeface="Arial" charset="0"/>
            </a:endParaRPr>
          </a:p>
          <a:p>
            <a:endParaRPr lang="en-GB" dirty="0">
              <a:latin typeface="Arial" charset="0"/>
            </a:endParaRPr>
          </a:p>
        </p:txBody>
      </p:sp>
    </p:spTree>
    <p:extLst>
      <p:ext uri="{BB962C8B-B14F-4D97-AF65-F5344CB8AC3E}">
        <p14:creationId xmlns:p14="http://schemas.microsoft.com/office/powerpoint/2010/main" val="19675139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Rot="1" noChangeAspect="1" noChangeArrowheads="1" noTextEdit="1"/>
          </p:cNvSpPr>
          <p:nvPr>
            <p:ph type="sldImg"/>
          </p:nvPr>
        </p:nvSpPr>
        <p:spPr>
          <a:xfrm>
            <a:off x="923925" y="774700"/>
            <a:ext cx="4959350" cy="3719513"/>
          </a:xfrm>
          <a:ln/>
        </p:spPr>
      </p:sp>
      <p:sp>
        <p:nvSpPr>
          <p:cNvPr id="157699" name="Rectangle 3"/>
          <p:cNvSpPr>
            <a:spLocks noGrp="1" noChangeArrowheads="1"/>
          </p:cNvSpPr>
          <p:nvPr>
            <p:ph type="body" idx="1"/>
          </p:nvPr>
        </p:nvSpPr>
        <p:spPr>
          <a:xfrm>
            <a:off x="458788" y="4864100"/>
            <a:ext cx="6103937" cy="4341813"/>
          </a:xfrm>
          <a:noFill/>
          <a:ln/>
        </p:spPr>
        <p:txBody>
          <a:bodyPr lIns="90945" tIns="45472" rIns="90945" bIns="45472"/>
          <a:lstStyle/>
          <a:p>
            <a:r>
              <a:rPr lang="en-GB">
                <a:latin typeface="Arial" charset="0"/>
              </a:rPr>
              <a:t>CHECK THE SLIDE ANIMATION BEFORE PRESENTING</a:t>
            </a:r>
          </a:p>
          <a:p>
            <a:endParaRPr lang="en-GB">
              <a:latin typeface="Arial" charset="0"/>
            </a:endParaRPr>
          </a:p>
          <a:p>
            <a:endParaRPr lang="en-GB">
              <a:latin typeface="Arial" charset="0"/>
            </a:endParaRPr>
          </a:p>
          <a:p>
            <a:r>
              <a:rPr lang="en-GB">
                <a:latin typeface="Arial" charset="0"/>
              </a:rPr>
              <a:t>            1st  line coming down identifying  an abnormality.</a:t>
            </a:r>
          </a:p>
          <a:p>
            <a:endParaRPr lang="en-GB">
              <a:latin typeface="Arial" charset="0"/>
            </a:endParaRPr>
          </a:p>
          <a:p>
            <a:r>
              <a:rPr lang="en-GB">
                <a:latin typeface="Arial" charset="0"/>
              </a:rPr>
              <a:t>            2nd small stepped improvement following the PDCA cycle.</a:t>
            </a:r>
          </a:p>
          <a:p>
            <a:endParaRPr lang="en-GB">
              <a:latin typeface="Arial" charset="0"/>
            </a:endParaRPr>
          </a:p>
          <a:p>
            <a:r>
              <a:rPr lang="en-GB">
                <a:latin typeface="Arial" charset="0"/>
              </a:rPr>
              <a:t>            3rd dotted line showing how the improvement should be sustained </a:t>
            </a:r>
          </a:p>
          <a:p>
            <a:endParaRPr lang="en-GB">
              <a:latin typeface="Arial" charset="0"/>
            </a:endParaRPr>
          </a:p>
          <a:p>
            <a:r>
              <a:rPr lang="en-GB">
                <a:latin typeface="Arial" charset="0"/>
              </a:rPr>
              <a:t>            4th solid line, this shows the typical effect of an improvement after a period of </a:t>
            </a:r>
            <a:br>
              <a:rPr lang="en-US">
                <a:latin typeface="Arial" charset="0"/>
              </a:rPr>
            </a:br>
            <a:r>
              <a:rPr lang="en-US">
                <a:latin typeface="Arial" charset="0"/>
              </a:rPr>
              <a:t>            </a:t>
            </a:r>
            <a:r>
              <a:rPr lang="en-GB">
                <a:latin typeface="Arial" charset="0"/>
              </a:rPr>
              <a:t>time.</a:t>
            </a:r>
          </a:p>
          <a:p>
            <a:endParaRPr lang="en-GB">
              <a:latin typeface="Arial" charset="0"/>
            </a:endParaRPr>
          </a:p>
          <a:p>
            <a:r>
              <a:rPr lang="en-GB">
                <a:latin typeface="Arial" charset="0"/>
              </a:rPr>
              <a:t>            5th this shows the SDCA cycle and how it sustains the improvements made </a:t>
            </a:r>
            <a:br>
              <a:rPr lang="en-US">
                <a:latin typeface="Arial" charset="0"/>
              </a:rPr>
            </a:br>
            <a:r>
              <a:rPr lang="en-US">
                <a:latin typeface="Arial" charset="0"/>
              </a:rPr>
              <a:t>            </a:t>
            </a:r>
            <a:r>
              <a:rPr lang="en-GB">
                <a:latin typeface="Arial" charset="0"/>
              </a:rPr>
              <a:t>during the PDCA stepped changes.</a:t>
            </a:r>
          </a:p>
          <a:p>
            <a:endParaRPr lang="en-GB">
              <a:latin typeface="Arial" charset="0"/>
            </a:endParaRPr>
          </a:p>
        </p:txBody>
      </p:sp>
    </p:spTree>
    <p:extLst>
      <p:ext uri="{BB962C8B-B14F-4D97-AF65-F5344CB8AC3E}">
        <p14:creationId xmlns:p14="http://schemas.microsoft.com/office/powerpoint/2010/main" val="13651805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Rectangle 2"/>
          <p:cNvSpPr>
            <a:spLocks noGrp="1" noRot="1" noChangeAspect="1" noChangeArrowheads="1" noTextEdit="1"/>
          </p:cNvSpPr>
          <p:nvPr>
            <p:ph type="sldImg"/>
          </p:nvPr>
        </p:nvSpPr>
        <p:spPr>
          <a:xfrm>
            <a:off x="923925" y="774700"/>
            <a:ext cx="4959350" cy="3719513"/>
          </a:xfrm>
          <a:ln/>
        </p:spPr>
      </p:sp>
      <p:sp>
        <p:nvSpPr>
          <p:cNvPr id="158723" name="Rectangle 3"/>
          <p:cNvSpPr>
            <a:spLocks noGrp="1" noChangeArrowheads="1"/>
          </p:cNvSpPr>
          <p:nvPr>
            <p:ph type="body" idx="1"/>
          </p:nvPr>
        </p:nvSpPr>
        <p:spPr>
          <a:xfrm>
            <a:off x="458788" y="4864100"/>
            <a:ext cx="6103937" cy="4341813"/>
          </a:xfrm>
          <a:noFill/>
          <a:ln/>
        </p:spPr>
        <p:txBody>
          <a:bodyPr lIns="90945" tIns="45472" rIns="90945" bIns="45472"/>
          <a:lstStyle/>
          <a:p>
            <a:r>
              <a:rPr lang="en-GB">
                <a:latin typeface="Arial" charset="0"/>
              </a:rPr>
              <a:t>CHECK THE SLIDE ANIMATION BEFORE PRESENTING</a:t>
            </a:r>
          </a:p>
          <a:p>
            <a:endParaRPr lang="en-GB">
              <a:latin typeface="Arial" charset="0"/>
            </a:endParaRPr>
          </a:p>
          <a:p>
            <a:endParaRPr lang="en-GB">
              <a:latin typeface="Arial" charset="0"/>
            </a:endParaRPr>
          </a:p>
          <a:p>
            <a:r>
              <a:rPr lang="en-GB">
                <a:latin typeface="Arial" charset="0"/>
              </a:rPr>
              <a:t>            1st  line coming down identifying  an abnormality.</a:t>
            </a:r>
          </a:p>
          <a:p>
            <a:endParaRPr lang="en-GB">
              <a:latin typeface="Arial" charset="0"/>
            </a:endParaRPr>
          </a:p>
          <a:p>
            <a:r>
              <a:rPr lang="en-GB">
                <a:latin typeface="Arial" charset="0"/>
              </a:rPr>
              <a:t>            2nd small stepped improvement following the PDCA cycle.</a:t>
            </a:r>
          </a:p>
          <a:p>
            <a:endParaRPr lang="en-GB">
              <a:latin typeface="Arial" charset="0"/>
            </a:endParaRPr>
          </a:p>
          <a:p>
            <a:r>
              <a:rPr lang="en-GB">
                <a:latin typeface="Arial" charset="0"/>
              </a:rPr>
              <a:t>            3rd dotted line showing how the improvement should be sustained </a:t>
            </a:r>
          </a:p>
          <a:p>
            <a:endParaRPr lang="en-GB">
              <a:latin typeface="Arial" charset="0"/>
            </a:endParaRPr>
          </a:p>
          <a:p>
            <a:r>
              <a:rPr lang="en-GB">
                <a:latin typeface="Arial" charset="0"/>
              </a:rPr>
              <a:t>            4th solid line, this shows the typical effect of an improvement after a period of </a:t>
            </a:r>
            <a:br>
              <a:rPr lang="en-US">
                <a:latin typeface="Arial" charset="0"/>
              </a:rPr>
            </a:br>
            <a:r>
              <a:rPr lang="en-US">
                <a:latin typeface="Arial" charset="0"/>
              </a:rPr>
              <a:t>            </a:t>
            </a:r>
            <a:r>
              <a:rPr lang="en-GB">
                <a:latin typeface="Arial" charset="0"/>
              </a:rPr>
              <a:t>time.</a:t>
            </a:r>
          </a:p>
          <a:p>
            <a:endParaRPr lang="en-GB">
              <a:latin typeface="Arial" charset="0"/>
            </a:endParaRPr>
          </a:p>
          <a:p>
            <a:r>
              <a:rPr lang="en-GB">
                <a:latin typeface="Arial" charset="0"/>
              </a:rPr>
              <a:t>            5th this shows the SDCA cycle and how it sustains the improvements made </a:t>
            </a:r>
            <a:br>
              <a:rPr lang="en-US">
                <a:latin typeface="Arial" charset="0"/>
              </a:rPr>
            </a:br>
            <a:r>
              <a:rPr lang="en-US">
                <a:latin typeface="Arial" charset="0"/>
              </a:rPr>
              <a:t>            </a:t>
            </a:r>
            <a:r>
              <a:rPr lang="en-GB">
                <a:latin typeface="Arial" charset="0"/>
              </a:rPr>
              <a:t>during the PDCA stepped changes.</a:t>
            </a:r>
          </a:p>
          <a:p>
            <a:endParaRPr lang="en-GB">
              <a:latin typeface="Arial" charset="0"/>
            </a:endParaRPr>
          </a:p>
        </p:txBody>
      </p:sp>
    </p:spTree>
    <p:extLst>
      <p:ext uri="{BB962C8B-B14F-4D97-AF65-F5344CB8AC3E}">
        <p14:creationId xmlns:p14="http://schemas.microsoft.com/office/powerpoint/2010/main" val="15403834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2" name="Rectangle 2"/>
          <p:cNvSpPr>
            <a:spLocks noGrp="1" noRot="1" noChangeAspect="1" noChangeArrowheads="1" noTextEdit="1"/>
          </p:cNvSpPr>
          <p:nvPr>
            <p:ph type="sldImg"/>
          </p:nvPr>
        </p:nvSpPr>
        <p:spPr>
          <a:xfrm>
            <a:off x="925513" y="776288"/>
            <a:ext cx="4954587" cy="3717925"/>
          </a:xfrm>
          <a:ln/>
        </p:spPr>
      </p:sp>
      <p:sp>
        <p:nvSpPr>
          <p:cNvPr id="1033" name="Rectangle 3"/>
          <p:cNvSpPr>
            <a:spLocks noGrp="1" noChangeArrowheads="1"/>
          </p:cNvSpPr>
          <p:nvPr>
            <p:ph type="body" idx="1"/>
          </p:nvPr>
        </p:nvSpPr>
        <p:spPr>
          <a:xfrm>
            <a:off x="533400" y="4864100"/>
            <a:ext cx="6335713" cy="4341813"/>
          </a:xfrm>
          <a:noFill/>
          <a:ln/>
        </p:spPr>
        <p:txBody>
          <a:bodyPr lIns="91035" tIns="45518" rIns="91035" bIns="45518"/>
          <a:lstStyle/>
          <a:p>
            <a:endParaRPr lang="en-GB" b="1">
              <a:latin typeface="Arial" pitchFamily="34" charset="0"/>
            </a:endParaRPr>
          </a:p>
        </p:txBody>
      </p:sp>
      <p:graphicFrame>
        <p:nvGraphicFramePr>
          <p:cNvPr id="1026" name="Object 4"/>
          <p:cNvGraphicFramePr>
            <a:graphicFrameLocks noChangeAspect="1"/>
          </p:cNvGraphicFramePr>
          <p:nvPr/>
        </p:nvGraphicFramePr>
        <p:xfrm flipV="1">
          <a:off x="3057525" y="5187950"/>
          <a:ext cx="546100" cy="225425"/>
        </p:xfrm>
        <a:graphic>
          <a:graphicData uri="http://schemas.openxmlformats.org/presentationml/2006/ole">
            <mc:AlternateContent xmlns:mc="http://schemas.openxmlformats.org/markup-compatibility/2006">
              <mc:Choice xmlns:v="urn:schemas-microsoft-com:vml" Requires="v">
                <p:oleObj name="Clip" r:id="rId3" imgW="6689520" imgH="2690640" progId="MS_ClipArt_Gallery.5">
                  <p:embed/>
                </p:oleObj>
              </mc:Choice>
              <mc:Fallback>
                <p:oleObj name="Clip" r:id="rId3" imgW="6689520" imgH="2690640" progId="MS_ClipArt_Gallery.5">
                  <p:embed/>
                  <p:pic>
                    <p:nvPicPr>
                      <p:cNvPr id="102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V="1">
                        <a:off x="3057525" y="5187950"/>
                        <a:ext cx="546100" cy="225425"/>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1027" name="Object 5"/>
          <p:cNvGraphicFramePr>
            <a:graphicFrameLocks noChangeAspect="1"/>
          </p:cNvGraphicFramePr>
          <p:nvPr/>
        </p:nvGraphicFramePr>
        <p:xfrm flipV="1">
          <a:off x="1073150" y="5645150"/>
          <a:ext cx="547688" cy="225425"/>
        </p:xfrm>
        <a:graphic>
          <a:graphicData uri="http://schemas.openxmlformats.org/presentationml/2006/ole">
            <mc:AlternateContent xmlns:mc="http://schemas.openxmlformats.org/markup-compatibility/2006">
              <mc:Choice xmlns:v="urn:schemas-microsoft-com:vml" Requires="v">
                <p:oleObj name="Clip" r:id="rId5" imgW="6689520" imgH="2690640" progId="MS_ClipArt_Gallery.5">
                  <p:embed/>
                </p:oleObj>
              </mc:Choice>
              <mc:Fallback>
                <p:oleObj name="Clip" r:id="rId5" imgW="6689520" imgH="2690640" progId="MS_ClipArt_Gallery.5">
                  <p:embed/>
                  <p:pic>
                    <p:nvPicPr>
                      <p:cNvPr id="1027"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V="1">
                        <a:off x="1073150" y="5645150"/>
                        <a:ext cx="547688" cy="225425"/>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1028" name="Object 6"/>
          <p:cNvGraphicFramePr>
            <a:graphicFrameLocks noChangeAspect="1"/>
          </p:cNvGraphicFramePr>
          <p:nvPr/>
        </p:nvGraphicFramePr>
        <p:xfrm flipV="1">
          <a:off x="695325" y="6791325"/>
          <a:ext cx="541338" cy="222250"/>
        </p:xfrm>
        <a:graphic>
          <a:graphicData uri="http://schemas.openxmlformats.org/presentationml/2006/ole">
            <mc:AlternateContent xmlns:mc="http://schemas.openxmlformats.org/markup-compatibility/2006">
              <mc:Choice xmlns:v="urn:schemas-microsoft-com:vml" Requires="v">
                <p:oleObj name="Clip" r:id="rId6" imgW="6689520" imgH="2690640" progId="MS_ClipArt_Gallery.5">
                  <p:embed/>
                </p:oleObj>
              </mc:Choice>
              <mc:Fallback>
                <p:oleObj name="Clip" r:id="rId6" imgW="6689520" imgH="2690640" progId="MS_ClipArt_Gallery.5">
                  <p:embed/>
                  <p:pic>
                    <p:nvPicPr>
                      <p:cNvPr id="1028"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V="1">
                        <a:off x="695325" y="6791325"/>
                        <a:ext cx="541338" cy="22225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1029" name="Object 7"/>
          <p:cNvGraphicFramePr>
            <a:graphicFrameLocks noChangeAspect="1"/>
          </p:cNvGraphicFramePr>
          <p:nvPr/>
        </p:nvGraphicFramePr>
        <p:xfrm flipV="1">
          <a:off x="617538" y="7934325"/>
          <a:ext cx="544512" cy="225425"/>
        </p:xfrm>
        <a:graphic>
          <a:graphicData uri="http://schemas.openxmlformats.org/presentationml/2006/ole">
            <mc:AlternateContent xmlns:mc="http://schemas.openxmlformats.org/markup-compatibility/2006">
              <mc:Choice xmlns:v="urn:schemas-microsoft-com:vml" Requires="v">
                <p:oleObj name="Clip" r:id="rId7" imgW="6689520" imgH="2690640" progId="MS_ClipArt_Gallery.5">
                  <p:embed/>
                </p:oleObj>
              </mc:Choice>
              <mc:Fallback>
                <p:oleObj name="Clip" r:id="rId7" imgW="6689520" imgH="2690640" progId="MS_ClipArt_Gallery.5">
                  <p:embed/>
                  <p:pic>
                    <p:nvPicPr>
                      <p:cNvPr id="1029" name="Object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V="1">
                        <a:off x="617538" y="7934325"/>
                        <a:ext cx="544512" cy="225425"/>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1030" name="Object 8"/>
          <p:cNvGraphicFramePr>
            <a:graphicFrameLocks noChangeAspect="1"/>
          </p:cNvGraphicFramePr>
          <p:nvPr/>
        </p:nvGraphicFramePr>
        <p:xfrm flipV="1">
          <a:off x="693738" y="8469313"/>
          <a:ext cx="544512" cy="223837"/>
        </p:xfrm>
        <a:graphic>
          <a:graphicData uri="http://schemas.openxmlformats.org/presentationml/2006/ole">
            <mc:AlternateContent xmlns:mc="http://schemas.openxmlformats.org/markup-compatibility/2006">
              <mc:Choice xmlns:v="urn:schemas-microsoft-com:vml" Requires="v">
                <p:oleObj name="Clip" r:id="rId8" imgW="6689520" imgH="2690640" progId="MS_ClipArt_Gallery.5">
                  <p:embed/>
                </p:oleObj>
              </mc:Choice>
              <mc:Fallback>
                <p:oleObj name="Clip" r:id="rId8" imgW="6689520" imgH="2690640" progId="MS_ClipArt_Gallery.5">
                  <p:embed/>
                  <p:pic>
                    <p:nvPicPr>
                      <p:cNvPr id="103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V="1">
                        <a:off x="693738" y="8469313"/>
                        <a:ext cx="544512" cy="223837"/>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1031" name="Object 9"/>
          <p:cNvGraphicFramePr>
            <a:graphicFrameLocks noChangeAspect="1"/>
          </p:cNvGraphicFramePr>
          <p:nvPr/>
        </p:nvGraphicFramePr>
        <p:xfrm flipV="1">
          <a:off x="617538" y="7400925"/>
          <a:ext cx="544512" cy="223838"/>
        </p:xfrm>
        <a:graphic>
          <a:graphicData uri="http://schemas.openxmlformats.org/presentationml/2006/ole">
            <mc:AlternateContent xmlns:mc="http://schemas.openxmlformats.org/markup-compatibility/2006">
              <mc:Choice xmlns:v="urn:schemas-microsoft-com:vml" Requires="v">
                <p:oleObj name="Clip" r:id="rId9" imgW="6689520" imgH="2690640" progId="MS_ClipArt_Gallery.5">
                  <p:embed/>
                </p:oleObj>
              </mc:Choice>
              <mc:Fallback>
                <p:oleObj name="Clip" r:id="rId9" imgW="6689520" imgH="2690640" progId="MS_ClipArt_Gallery.5">
                  <p:embed/>
                  <p:pic>
                    <p:nvPicPr>
                      <p:cNvPr id="1031" name="Object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V="1">
                        <a:off x="617538" y="7400925"/>
                        <a:ext cx="544512" cy="223838"/>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040891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Espace réservé de l'image des diapositives 1"/>
          <p:cNvSpPr>
            <a:spLocks noGrp="1" noRot="1" noChangeAspect="1" noTextEdit="1"/>
          </p:cNvSpPr>
          <p:nvPr>
            <p:ph type="sldImg"/>
          </p:nvPr>
        </p:nvSpPr>
        <p:spPr>
          <a:ln/>
        </p:spPr>
      </p:sp>
      <p:sp>
        <p:nvSpPr>
          <p:cNvPr id="115715" name="Espace réservé des commentaires 2"/>
          <p:cNvSpPr>
            <a:spLocks noGrp="1"/>
          </p:cNvSpPr>
          <p:nvPr>
            <p:ph type="body" idx="1"/>
          </p:nvPr>
        </p:nvSpPr>
        <p:spPr>
          <a:noFill/>
          <a:ln/>
        </p:spPr>
        <p:txBody>
          <a:bodyPr/>
          <a:lstStyle/>
          <a:p>
            <a:endParaRPr lang="fr-FR" dirty="0"/>
          </a:p>
        </p:txBody>
      </p:sp>
      <p:sp>
        <p:nvSpPr>
          <p:cNvPr id="115716" name="Espace réservé du numéro de diapositive 3"/>
          <p:cNvSpPr>
            <a:spLocks noGrp="1"/>
          </p:cNvSpPr>
          <p:nvPr>
            <p:ph type="sldNum" sz="quarter" idx="5"/>
          </p:nvPr>
        </p:nvSpPr>
        <p:spPr>
          <a:xfrm>
            <a:off x="3854450" y="9440863"/>
            <a:ext cx="2949575" cy="496887"/>
          </a:xfrm>
          <a:prstGeom prst="rect">
            <a:avLst/>
          </a:prstGeom>
          <a:noFill/>
        </p:spPr>
        <p:txBody>
          <a:bodyPr/>
          <a:lstStyle/>
          <a:p>
            <a:pPr defTabSz="922338"/>
            <a:fld id="{06C54A37-5F1F-4BCF-9E24-2D12F009DAD2}" type="slidenum">
              <a:rPr lang="fr-FR" smtClean="0"/>
              <a:pPr defTabSz="922338"/>
              <a:t>13</a:t>
            </a:fld>
            <a:endParaRPr lang="fr-FR"/>
          </a:p>
        </p:txBody>
      </p:sp>
    </p:spTree>
    <p:extLst>
      <p:ext uri="{BB962C8B-B14F-4D97-AF65-F5344CB8AC3E}">
        <p14:creationId xmlns:p14="http://schemas.microsoft.com/office/powerpoint/2010/main" val="350052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xfrm>
            <a:off x="3856038" y="9440863"/>
            <a:ext cx="2947987" cy="496887"/>
          </a:xfrm>
          <a:prstGeom prst="rect">
            <a:avLst/>
          </a:prstGeom>
          <a:noFill/>
        </p:spPr>
        <p:txBody>
          <a:bodyPr lIns="91532" tIns="45766" rIns="91532" bIns="45766"/>
          <a:lstStyle/>
          <a:p>
            <a:pPr defTabSz="922338"/>
            <a:fld id="{7BC2BE90-5577-4636-9D12-8221F6D116C0}" type="slidenum">
              <a:rPr lang="fr-FR" smtClean="0"/>
              <a:pPr defTabSz="922338"/>
              <a:t>14</a:t>
            </a:fld>
            <a:endParaRPr lang="fr-FR"/>
          </a:p>
        </p:txBody>
      </p:sp>
      <p:sp>
        <p:nvSpPr>
          <p:cNvPr id="126979" name="Rectangle 2"/>
          <p:cNvSpPr>
            <a:spLocks noGrp="1" noRot="1" noChangeAspect="1" noChangeArrowheads="1" noTextEdit="1"/>
          </p:cNvSpPr>
          <p:nvPr>
            <p:ph type="sldImg"/>
          </p:nvPr>
        </p:nvSpPr>
        <p:spPr>
          <a:xfrm>
            <a:off x="925513" y="752475"/>
            <a:ext cx="4954587" cy="3716338"/>
          </a:xfrm>
          <a:ln/>
        </p:spPr>
      </p:sp>
      <p:sp>
        <p:nvSpPr>
          <p:cNvPr id="126980" name="Rectangle 3"/>
          <p:cNvSpPr>
            <a:spLocks noGrp="1" noChangeArrowheads="1"/>
          </p:cNvSpPr>
          <p:nvPr>
            <p:ph type="body" idx="1"/>
          </p:nvPr>
        </p:nvSpPr>
        <p:spPr>
          <a:noFill/>
          <a:ln/>
        </p:spPr>
        <p:txBody>
          <a:bodyPr/>
          <a:lstStyle/>
          <a:p>
            <a:endParaRPr lang="fr-FR"/>
          </a:p>
        </p:txBody>
      </p:sp>
    </p:spTree>
    <p:extLst>
      <p:ext uri="{BB962C8B-B14F-4D97-AF65-F5344CB8AC3E}">
        <p14:creationId xmlns:p14="http://schemas.microsoft.com/office/powerpoint/2010/main" val="8610215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xfrm>
            <a:off x="3856038" y="9440863"/>
            <a:ext cx="2947987" cy="496887"/>
          </a:xfrm>
          <a:prstGeom prst="rect">
            <a:avLst/>
          </a:prstGeom>
          <a:noFill/>
        </p:spPr>
        <p:txBody>
          <a:bodyPr lIns="91532" tIns="45766" rIns="91532" bIns="45766"/>
          <a:lstStyle/>
          <a:p>
            <a:pPr defTabSz="922338"/>
            <a:fld id="{7BC2BE90-5577-4636-9D12-8221F6D116C0}" type="slidenum">
              <a:rPr lang="fr-FR" smtClean="0"/>
              <a:pPr defTabSz="922338"/>
              <a:t>15</a:t>
            </a:fld>
            <a:endParaRPr lang="fr-FR"/>
          </a:p>
        </p:txBody>
      </p:sp>
      <p:sp>
        <p:nvSpPr>
          <p:cNvPr id="126979" name="Rectangle 2"/>
          <p:cNvSpPr>
            <a:spLocks noGrp="1" noRot="1" noChangeAspect="1" noChangeArrowheads="1" noTextEdit="1"/>
          </p:cNvSpPr>
          <p:nvPr>
            <p:ph type="sldImg"/>
          </p:nvPr>
        </p:nvSpPr>
        <p:spPr>
          <a:xfrm>
            <a:off x="925513" y="752475"/>
            <a:ext cx="4954587" cy="3716338"/>
          </a:xfrm>
          <a:ln/>
        </p:spPr>
      </p:sp>
      <p:sp>
        <p:nvSpPr>
          <p:cNvPr id="126980" name="Rectangle 3"/>
          <p:cNvSpPr>
            <a:spLocks noGrp="1" noChangeArrowheads="1"/>
          </p:cNvSpPr>
          <p:nvPr>
            <p:ph type="body" idx="1"/>
          </p:nvPr>
        </p:nvSpPr>
        <p:spPr>
          <a:noFill/>
          <a:ln/>
        </p:spPr>
        <p:txBody>
          <a:bodyPr/>
          <a:lstStyle/>
          <a:p>
            <a:endParaRPr lang="fr-FR"/>
          </a:p>
        </p:txBody>
      </p:sp>
    </p:spTree>
    <p:extLst>
      <p:ext uri="{BB962C8B-B14F-4D97-AF65-F5344CB8AC3E}">
        <p14:creationId xmlns:p14="http://schemas.microsoft.com/office/powerpoint/2010/main" val="8610215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xfrm>
            <a:off x="3856038" y="9440863"/>
            <a:ext cx="2947987" cy="496887"/>
          </a:xfrm>
          <a:prstGeom prst="rect">
            <a:avLst/>
          </a:prstGeom>
          <a:noFill/>
        </p:spPr>
        <p:txBody>
          <a:bodyPr lIns="91532" tIns="45766" rIns="91532" bIns="45766"/>
          <a:lstStyle/>
          <a:p>
            <a:pPr defTabSz="922338"/>
            <a:fld id="{7BC2BE90-5577-4636-9D12-8221F6D116C0}" type="slidenum">
              <a:rPr lang="fr-FR" smtClean="0"/>
              <a:pPr defTabSz="922338"/>
              <a:t>16</a:t>
            </a:fld>
            <a:endParaRPr lang="fr-FR"/>
          </a:p>
        </p:txBody>
      </p:sp>
      <p:sp>
        <p:nvSpPr>
          <p:cNvPr id="126979" name="Rectangle 2"/>
          <p:cNvSpPr>
            <a:spLocks noGrp="1" noRot="1" noChangeAspect="1" noChangeArrowheads="1" noTextEdit="1"/>
          </p:cNvSpPr>
          <p:nvPr>
            <p:ph type="sldImg"/>
          </p:nvPr>
        </p:nvSpPr>
        <p:spPr>
          <a:xfrm>
            <a:off x="925513" y="752475"/>
            <a:ext cx="4954587" cy="3716338"/>
          </a:xfrm>
          <a:ln/>
        </p:spPr>
      </p:sp>
      <p:sp>
        <p:nvSpPr>
          <p:cNvPr id="126980" name="Rectangle 3"/>
          <p:cNvSpPr>
            <a:spLocks noGrp="1" noChangeArrowheads="1"/>
          </p:cNvSpPr>
          <p:nvPr>
            <p:ph type="body" idx="1"/>
          </p:nvPr>
        </p:nvSpPr>
        <p:spPr>
          <a:noFill/>
          <a:ln/>
        </p:spPr>
        <p:txBody>
          <a:bodyPr/>
          <a:lstStyle/>
          <a:p>
            <a:endParaRPr lang="fr-FR"/>
          </a:p>
        </p:txBody>
      </p:sp>
    </p:spTree>
    <p:extLst>
      <p:ext uri="{BB962C8B-B14F-4D97-AF65-F5344CB8AC3E}">
        <p14:creationId xmlns:p14="http://schemas.microsoft.com/office/powerpoint/2010/main" val="8610215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7"/>
          <p:cNvSpPr>
            <a:spLocks noGrp="1" noChangeArrowheads="1"/>
          </p:cNvSpPr>
          <p:nvPr>
            <p:ph type="sldNum" sz="quarter" idx="5"/>
          </p:nvPr>
        </p:nvSpPr>
        <p:spPr>
          <a:xfrm>
            <a:off x="3856038" y="9440863"/>
            <a:ext cx="2947987" cy="496887"/>
          </a:xfrm>
          <a:prstGeom prst="rect">
            <a:avLst/>
          </a:prstGeom>
          <a:noFill/>
        </p:spPr>
        <p:txBody>
          <a:bodyPr lIns="91532" tIns="45766" rIns="91532" bIns="45766"/>
          <a:lstStyle/>
          <a:p>
            <a:pPr defTabSz="922338"/>
            <a:fld id="{7BC2BE90-5577-4636-9D12-8221F6D116C0}" type="slidenum">
              <a:rPr lang="fr-FR" smtClean="0"/>
              <a:pPr defTabSz="922338"/>
              <a:t>17</a:t>
            </a:fld>
            <a:endParaRPr lang="fr-FR"/>
          </a:p>
        </p:txBody>
      </p:sp>
      <p:sp>
        <p:nvSpPr>
          <p:cNvPr id="126979" name="Rectangle 2"/>
          <p:cNvSpPr>
            <a:spLocks noGrp="1" noRot="1" noChangeAspect="1" noChangeArrowheads="1" noTextEdit="1"/>
          </p:cNvSpPr>
          <p:nvPr>
            <p:ph type="sldImg"/>
          </p:nvPr>
        </p:nvSpPr>
        <p:spPr>
          <a:xfrm>
            <a:off x="925513" y="752475"/>
            <a:ext cx="4954587" cy="3716338"/>
          </a:xfrm>
          <a:ln/>
        </p:spPr>
      </p:sp>
      <p:sp>
        <p:nvSpPr>
          <p:cNvPr id="126980" name="Rectangle 3"/>
          <p:cNvSpPr>
            <a:spLocks noGrp="1" noChangeArrowheads="1"/>
          </p:cNvSpPr>
          <p:nvPr>
            <p:ph type="body" idx="1"/>
          </p:nvPr>
        </p:nvSpPr>
        <p:spPr>
          <a:noFill/>
          <a:ln/>
        </p:spPr>
        <p:txBody>
          <a:bodyPr/>
          <a:lstStyle/>
          <a:p>
            <a:endParaRPr lang="fr-FR"/>
          </a:p>
        </p:txBody>
      </p:sp>
    </p:spTree>
    <p:extLst>
      <p:ext uri="{BB962C8B-B14F-4D97-AF65-F5344CB8AC3E}">
        <p14:creationId xmlns:p14="http://schemas.microsoft.com/office/powerpoint/2010/main" val="8610215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Espace réservé de l'image des diapositives 1"/>
          <p:cNvSpPr>
            <a:spLocks noGrp="1" noRot="1" noChangeAspect="1" noTextEdit="1"/>
          </p:cNvSpPr>
          <p:nvPr>
            <p:ph type="sldImg"/>
          </p:nvPr>
        </p:nvSpPr>
        <p:spPr>
          <a:ln/>
        </p:spPr>
      </p:sp>
      <p:sp>
        <p:nvSpPr>
          <p:cNvPr id="128003" name="Espace réservé des commentaires 2"/>
          <p:cNvSpPr>
            <a:spLocks noGrp="1"/>
          </p:cNvSpPr>
          <p:nvPr>
            <p:ph type="body" idx="1"/>
          </p:nvPr>
        </p:nvSpPr>
        <p:spPr>
          <a:noFill/>
          <a:ln/>
        </p:spPr>
        <p:txBody>
          <a:bodyPr/>
          <a:lstStyle/>
          <a:p>
            <a:endParaRPr lang="en-US">
              <a:latin typeface="Arial" pitchFamily="34" charset="0"/>
            </a:endParaRPr>
          </a:p>
        </p:txBody>
      </p:sp>
      <p:sp>
        <p:nvSpPr>
          <p:cNvPr id="128004" name="Espace réservé du numéro de diapositive 3"/>
          <p:cNvSpPr>
            <a:spLocks noGrp="1"/>
          </p:cNvSpPr>
          <p:nvPr>
            <p:ph type="sldNum" sz="quarter" idx="5"/>
          </p:nvPr>
        </p:nvSpPr>
        <p:spPr>
          <a:xfrm>
            <a:off x="3856038" y="9440863"/>
            <a:ext cx="2947987" cy="496887"/>
          </a:xfrm>
          <a:prstGeom prst="rect">
            <a:avLst/>
          </a:prstGeom>
          <a:noFill/>
        </p:spPr>
        <p:txBody>
          <a:bodyPr lIns="91532" tIns="45766" rIns="91532" bIns="45766"/>
          <a:lstStyle/>
          <a:p>
            <a:pPr defTabSz="922338"/>
            <a:r>
              <a:rPr lang="fr-FR"/>
              <a:t>Page </a:t>
            </a:r>
            <a:fld id="{06B18A19-7A2B-4284-AD24-0C63664C9E2B}" type="slidenum">
              <a:rPr lang="fr-FR" smtClean="0"/>
              <a:pPr defTabSz="922338"/>
              <a:t>18</a:t>
            </a:fld>
            <a:endParaRPr lang="fr-FR"/>
          </a:p>
        </p:txBody>
      </p:sp>
    </p:spTree>
    <p:extLst>
      <p:ext uri="{BB962C8B-B14F-4D97-AF65-F5344CB8AC3E}">
        <p14:creationId xmlns:p14="http://schemas.microsoft.com/office/powerpoint/2010/main" val="2787228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Rot="1" noChangeAspect="1" noChangeArrowheads="1" noTextEdit="1"/>
          </p:cNvSpPr>
          <p:nvPr>
            <p:ph type="sldImg"/>
          </p:nvPr>
        </p:nvSpPr>
        <p:spPr>
          <a:xfrm>
            <a:off x="919163" y="746125"/>
            <a:ext cx="4967287" cy="3727450"/>
          </a:xfrm>
          <a:solidFill>
            <a:srgbClr val="FFFFFF"/>
          </a:solidFill>
          <a:ln/>
        </p:spPr>
      </p:sp>
      <p:sp>
        <p:nvSpPr>
          <p:cNvPr id="173059" name="Rectangle 3"/>
          <p:cNvSpPr>
            <a:spLocks noGrp="1" noChangeArrowheads="1"/>
          </p:cNvSpPr>
          <p:nvPr>
            <p:ph type="body" idx="1"/>
          </p:nvPr>
        </p:nvSpPr>
        <p:spPr>
          <a:xfrm>
            <a:off x="915988" y="4730750"/>
            <a:ext cx="4989512" cy="4471988"/>
          </a:xfrm>
          <a:solidFill>
            <a:srgbClr val="FFFFFF"/>
          </a:solidFill>
          <a:ln>
            <a:solidFill>
              <a:srgbClr val="000000"/>
            </a:solidFill>
          </a:ln>
        </p:spPr>
        <p:txBody>
          <a:bodyPr/>
          <a:lstStyle/>
          <a:p>
            <a:endParaRPr lang="fr-FR" sz="1600" dirty="0">
              <a:latin typeface="Arial" charset="0"/>
            </a:endParaRPr>
          </a:p>
        </p:txBody>
      </p:sp>
    </p:spTree>
    <p:extLst>
      <p:ext uri="{BB962C8B-B14F-4D97-AF65-F5344CB8AC3E}">
        <p14:creationId xmlns:p14="http://schemas.microsoft.com/office/powerpoint/2010/main" val="2336651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4" name="Rectangle 2"/>
          <p:cNvSpPr>
            <a:spLocks noGrp="1" noRot="1" noChangeAspect="1" noChangeArrowheads="1" noTextEdit="1"/>
          </p:cNvSpPr>
          <p:nvPr>
            <p:ph type="sldImg"/>
          </p:nvPr>
        </p:nvSpPr>
        <p:spPr>
          <a:xfrm>
            <a:off x="919163" y="746125"/>
            <a:ext cx="4967287" cy="3727450"/>
          </a:xfrm>
          <a:solidFill>
            <a:srgbClr val="FFFFFF"/>
          </a:solidFill>
          <a:ln/>
        </p:spPr>
      </p:sp>
      <p:sp>
        <p:nvSpPr>
          <p:cNvPr id="182275" name="Rectangle 3"/>
          <p:cNvSpPr>
            <a:spLocks noGrp="1" noChangeArrowheads="1"/>
          </p:cNvSpPr>
          <p:nvPr>
            <p:ph type="body" idx="1"/>
          </p:nvPr>
        </p:nvSpPr>
        <p:spPr>
          <a:xfrm>
            <a:off x="915988" y="4730750"/>
            <a:ext cx="4989512" cy="4471988"/>
          </a:xfrm>
          <a:solidFill>
            <a:srgbClr val="FFFFFF"/>
          </a:solidFill>
          <a:ln>
            <a:solidFill>
              <a:srgbClr val="000000"/>
            </a:solidFill>
          </a:ln>
        </p:spPr>
        <p:txBody>
          <a:bodyPr/>
          <a:lstStyle/>
          <a:p>
            <a:endParaRPr lang="fr-FR" sz="1600">
              <a:latin typeface="Arial" charset="0"/>
            </a:endParaRPr>
          </a:p>
        </p:txBody>
      </p:sp>
    </p:spTree>
    <p:extLst>
      <p:ext uri="{BB962C8B-B14F-4D97-AF65-F5344CB8AC3E}">
        <p14:creationId xmlns:p14="http://schemas.microsoft.com/office/powerpoint/2010/main" val="21451740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55333" y="9440071"/>
            <a:ext cx="2949099" cy="496967"/>
          </a:xfrm>
          <a:prstGeom prst="rect">
            <a:avLst/>
          </a:prstGeom>
          <a:ln/>
        </p:spPr>
        <p:txBody>
          <a:bodyPr lIns="91550" tIns="45775" rIns="91550" bIns="45775"/>
          <a:lstStyle/>
          <a:p>
            <a:fld id="{C81F7F6C-D0BD-4985-B579-0BEECF095AF2}" type="slidenum">
              <a:rPr lang="fr-FR"/>
              <a:pPr/>
              <a:t>21</a:t>
            </a:fld>
            <a:endParaRPr lang="fr-FR"/>
          </a:p>
        </p:txBody>
      </p:sp>
      <p:sp>
        <p:nvSpPr>
          <p:cNvPr id="97282" name="Rectangle 2"/>
          <p:cNvSpPr>
            <a:spLocks noGrp="1" noRot="1" noChangeAspect="1" noChangeArrowheads="1" noTextEdit="1"/>
          </p:cNvSpPr>
          <p:nvPr>
            <p:ph type="sldImg"/>
          </p:nvPr>
        </p:nvSpPr>
        <p:spPr>
          <a:xfrm>
            <a:off x="927100" y="752475"/>
            <a:ext cx="4951413" cy="3714750"/>
          </a:xfrm>
          <a:ln/>
        </p:spPr>
      </p:sp>
      <p:sp>
        <p:nvSpPr>
          <p:cNvPr id="97283" name="Rectangle 3"/>
          <p:cNvSpPr>
            <a:spLocks noGrp="1" noChangeArrowheads="1"/>
          </p:cNvSpPr>
          <p:nvPr>
            <p:ph type="body" idx="1"/>
          </p:nvPr>
        </p:nvSpPr>
        <p:spPr/>
        <p:txBody>
          <a:bodyPr/>
          <a:lstStyle/>
          <a:p>
            <a:endParaRPr lang="fr-FR"/>
          </a:p>
        </p:txBody>
      </p:sp>
    </p:spTree>
    <p:extLst>
      <p:ext uri="{BB962C8B-B14F-4D97-AF65-F5344CB8AC3E}">
        <p14:creationId xmlns:p14="http://schemas.microsoft.com/office/powerpoint/2010/main" val="4687031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55333" y="9440071"/>
            <a:ext cx="2949099" cy="496967"/>
          </a:xfrm>
          <a:prstGeom prst="rect">
            <a:avLst/>
          </a:prstGeom>
          <a:ln/>
        </p:spPr>
        <p:txBody>
          <a:bodyPr lIns="91550" tIns="45775" rIns="91550" bIns="45775"/>
          <a:lstStyle/>
          <a:p>
            <a:fld id="{E66B73F8-4D55-4053-9AAE-C551647C20E1}" type="slidenum">
              <a:rPr lang="fr-FR"/>
              <a:pPr/>
              <a:t>22</a:t>
            </a:fld>
            <a:endParaRPr lang="fr-FR"/>
          </a:p>
        </p:txBody>
      </p:sp>
      <p:sp>
        <p:nvSpPr>
          <p:cNvPr id="101378" name="Rectangle 2"/>
          <p:cNvSpPr>
            <a:spLocks noGrp="1" noRot="1" noChangeAspect="1" noChangeArrowheads="1" noTextEdit="1"/>
          </p:cNvSpPr>
          <p:nvPr>
            <p:ph type="sldImg"/>
          </p:nvPr>
        </p:nvSpPr>
        <p:spPr>
          <a:xfrm>
            <a:off x="927100" y="752475"/>
            <a:ext cx="4951413" cy="3714750"/>
          </a:xfrm>
          <a:ln/>
        </p:spPr>
      </p:sp>
      <p:sp>
        <p:nvSpPr>
          <p:cNvPr id="101379" name="Rectangle 3"/>
          <p:cNvSpPr>
            <a:spLocks noGrp="1" noChangeArrowheads="1"/>
          </p:cNvSpPr>
          <p:nvPr>
            <p:ph type="body" idx="1"/>
          </p:nvPr>
        </p:nvSpPr>
        <p:spPr/>
        <p:txBody>
          <a:bodyPr/>
          <a:lstStyle/>
          <a:p>
            <a:endParaRPr lang="fr-FR"/>
          </a:p>
        </p:txBody>
      </p:sp>
    </p:spTree>
    <p:extLst>
      <p:ext uri="{BB962C8B-B14F-4D97-AF65-F5344CB8AC3E}">
        <p14:creationId xmlns:p14="http://schemas.microsoft.com/office/powerpoint/2010/main" val="11015139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xfrm>
            <a:off x="3856038" y="9440863"/>
            <a:ext cx="2947987" cy="496887"/>
          </a:xfrm>
          <a:prstGeom prst="rect">
            <a:avLst/>
          </a:prstGeom>
          <a:noFill/>
        </p:spPr>
        <p:txBody>
          <a:bodyPr lIns="91532" tIns="45766" rIns="91532" bIns="45766"/>
          <a:lstStyle/>
          <a:p>
            <a:pPr defTabSz="922338"/>
            <a:fld id="{2A24A34C-7DD7-403A-8652-E7619847BFA6}" type="slidenum">
              <a:rPr lang="fr-FR" smtClean="0"/>
              <a:pPr defTabSz="922338"/>
              <a:t>23</a:t>
            </a:fld>
            <a:endParaRPr lang="fr-FR"/>
          </a:p>
        </p:txBody>
      </p:sp>
      <p:sp>
        <p:nvSpPr>
          <p:cNvPr id="134147" name="Rectangle 2"/>
          <p:cNvSpPr>
            <a:spLocks noGrp="1" noRot="1" noChangeAspect="1" noChangeArrowheads="1" noTextEdit="1"/>
          </p:cNvSpPr>
          <p:nvPr>
            <p:ph type="sldImg"/>
          </p:nvPr>
        </p:nvSpPr>
        <p:spPr>
          <a:xfrm>
            <a:off x="925513" y="752475"/>
            <a:ext cx="4954587" cy="3716338"/>
          </a:xfrm>
          <a:ln/>
        </p:spPr>
      </p:sp>
      <p:sp>
        <p:nvSpPr>
          <p:cNvPr id="134148" name="Rectangle 3"/>
          <p:cNvSpPr>
            <a:spLocks noGrp="1" noChangeArrowheads="1"/>
          </p:cNvSpPr>
          <p:nvPr>
            <p:ph type="body" idx="1"/>
          </p:nvPr>
        </p:nvSpPr>
        <p:spPr>
          <a:noFill/>
          <a:ln/>
        </p:spPr>
        <p:txBody>
          <a:bodyPr/>
          <a:lstStyle/>
          <a:p>
            <a:endParaRPr lang="fr-FR"/>
          </a:p>
        </p:txBody>
      </p:sp>
    </p:spTree>
    <p:extLst>
      <p:ext uri="{BB962C8B-B14F-4D97-AF65-F5344CB8AC3E}">
        <p14:creationId xmlns:p14="http://schemas.microsoft.com/office/powerpoint/2010/main" val="6357230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Rot="1" noChangeAspect="1" noChangeArrowheads="1" noTextEdit="1"/>
          </p:cNvSpPr>
          <p:nvPr>
            <p:ph type="sldImg"/>
          </p:nvPr>
        </p:nvSpPr>
        <p:spPr>
          <a:xfrm>
            <a:off x="919163" y="746125"/>
            <a:ext cx="4967287" cy="3727450"/>
          </a:xfrm>
          <a:ln/>
        </p:spPr>
      </p:sp>
      <p:sp>
        <p:nvSpPr>
          <p:cNvPr id="192515" name="Rectangle 3"/>
          <p:cNvSpPr>
            <a:spLocks noGrp="1" noChangeArrowheads="1"/>
          </p:cNvSpPr>
          <p:nvPr>
            <p:ph type="body" idx="1"/>
          </p:nvPr>
        </p:nvSpPr>
        <p:spPr>
          <a:noFill/>
          <a:ln/>
        </p:spPr>
        <p:txBody>
          <a:bodyPr/>
          <a:lstStyle/>
          <a:p>
            <a:r>
              <a:rPr lang="en-GB" sz="1600">
                <a:latin typeface="Arial" charset="0"/>
              </a:rPr>
              <a:t>Go through the example information with the audience. Using a flipchart, ask the audience to brainstorm potential problem statements.</a:t>
            </a:r>
            <a:endParaRPr lang="en-GB">
              <a:latin typeface="Arial" charset="0"/>
            </a:endParaRPr>
          </a:p>
        </p:txBody>
      </p:sp>
    </p:spTree>
    <p:extLst>
      <p:ext uri="{BB962C8B-B14F-4D97-AF65-F5344CB8AC3E}">
        <p14:creationId xmlns:p14="http://schemas.microsoft.com/office/powerpoint/2010/main" val="11258981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8" name="Rectangle 2"/>
          <p:cNvSpPr>
            <a:spLocks noGrp="1" noRot="1" noChangeAspect="1" noChangeArrowheads="1" noTextEdit="1"/>
          </p:cNvSpPr>
          <p:nvPr>
            <p:ph type="sldImg"/>
          </p:nvPr>
        </p:nvSpPr>
        <p:spPr>
          <a:xfrm>
            <a:off x="919163" y="746125"/>
            <a:ext cx="4967287" cy="3727450"/>
          </a:xfrm>
          <a:ln/>
        </p:spPr>
      </p:sp>
      <p:sp>
        <p:nvSpPr>
          <p:cNvPr id="193539" name="Rectangle 3"/>
          <p:cNvSpPr>
            <a:spLocks noGrp="1" noChangeArrowheads="1"/>
          </p:cNvSpPr>
          <p:nvPr>
            <p:ph type="body" idx="1"/>
          </p:nvPr>
        </p:nvSpPr>
        <p:spPr>
          <a:noFill/>
          <a:ln/>
        </p:spPr>
        <p:txBody>
          <a:bodyPr/>
          <a:lstStyle/>
          <a:p>
            <a:r>
              <a:rPr lang="en-GB" sz="1600">
                <a:latin typeface="Arial" charset="0"/>
              </a:rPr>
              <a:t>Explain the differences between the good and bad statements. The key learning points are the need to identify the severity, frequency, timescale and impact on the business – I.e. why is this situation a problem?</a:t>
            </a:r>
            <a:endParaRPr lang="en-GB">
              <a:latin typeface="Arial" charset="0"/>
            </a:endParaRPr>
          </a:p>
        </p:txBody>
      </p:sp>
    </p:spTree>
    <p:extLst>
      <p:ext uri="{BB962C8B-B14F-4D97-AF65-F5344CB8AC3E}">
        <p14:creationId xmlns:p14="http://schemas.microsoft.com/office/powerpoint/2010/main" val="105996139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Espace réservé de l'image des diapositives 1"/>
          <p:cNvSpPr>
            <a:spLocks noGrp="1" noRot="1" noChangeAspect="1" noTextEdit="1"/>
          </p:cNvSpPr>
          <p:nvPr>
            <p:ph type="sldImg"/>
          </p:nvPr>
        </p:nvSpPr>
        <p:spPr>
          <a:ln/>
        </p:spPr>
      </p:sp>
      <p:sp>
        <p:nvSpPr>
          <p:cNvPr id="135171" name="Espace réservé des commentaires 2"/>
          <p:cNvSpPr>
            <a:spLocks noGrp="1"/>
          </p:cNvSpPr>
          <p:nvPr>
            <p:ph type="body" idx="1"/>
          </p:nvPr>
        </p:nvSpPr>
        <p:spPr>
          <a:noFill/>
          <a:ln/>
        </p:spPr>
        <p:txBody>
          <a:bodyPr/>
          <a:lstStyle/>
          <a:p>
            <a:endParaRPr lang="fr-FR"/>
          </a:p>
        </p:txBody>
      </p:sp>
      <p:sp>
        <p:nvSpPr>
          <p:cNvPr id="135172" name="Espace réservé du numéro de diapositive 3"/>
          <p:cNvSpPr>
            <a:spLocks noGrp="1"/>
          </p:cNvSpPr>
          <p:nvPr>
            <p:ph type="sldNum" sz="quarter" idx="5"/>
          </p:nvPr>
        </p:nvSpPr>
        <p:spPr>
          <a:xfrm>
            <a:off x="3854450" y="9440863"/>
            <a:ext cx="2949575" cy="496887"/>
          </a:xfrm>
          <a:prstGeom prst="rect">
            <a:avLst/>
          </a:prstGeom>
          <a:noFill/>
        </p:spPr>
        <p:txBody>
          <a:bodyPr/>
          <a:lstStyle/>
          <a:p>
            <a:pPr defTabSz="922338"/>
            <a:fld id="{2BBA8594-8F2F-4962-91B2-23D1639D43F8}" type="slidenum">
              <a:rPr lang="fr-FR" smtClean="0"/>
              <a:pPr defTabSz="922338"/>
              <a:t>26</a:t>
            </a:fld>
            <a:endParaRPr lang="fr-FR"/>
          </a:p>
        </p:txBody>
      </p:sp>
    </p:spTree>
    <p:extLst>
      <p:ext uri="{BB962C8B-B14F-4D97-AF65-F5344CB8AC3E}">
        <p14:creationId xmlns:p14="http://schemas.microsoft.com/office/powerpoint/2010/main" val="20890184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Espace réservé de l'image des diapositives 1"/>
          <p:cNvSpPr>
            <a:spLocks noGrp="1" noRot="1" noChangeAspect="1" noTextEdit="1"/>
          </p:cNvSpPr>
          <p:nvPr>
            <p:ph type="sldImg"/>
          </p:nvPr>
        </p:nvSpPr>
        <p:spPr>
          <a:ln/>
        </p:spPr>
      </p:sp>
      <p:sp>
        <p:nvSpPr>
          <p:cNvPr id="136195" name="Espace réservé des commentaires 2"/>
          <p:cNvSpPr>
            <a:spLocks noGrp="1"/>
          </p:cNvSpPr>
          <p:nvPr>
            <p:ph type="body" idx="1"/>
          </p:nvPr>
        </p:nvSpPr>
        <p:spPr>
          <a:noFill/>
          <a:ln/>
        </p:spPr>
        <p:txBody>
          <a:bodyPr/>
          <a:lstStyle/>
          <a:p>
            <a:endParaRPr lang="fr-FR"/>
          </a:p>
        </p:txBody>
      </p:sp>
      <p:sp>
        <p:nvSpPr>
          <p:cNvPr id="136196" name="Espace réservé du numéro de diapositive 3"/>
          <p:cNvSpPr>
            <a:spLocks noGrp="1"/>
          </p:cNvSpPr>
          <p:nvPr>
            <p:ph type="sldNum" sz="quarter" idx="5"/>
          </p:nvPr>
        </p:nvSpPr>
        <p:spPr>
          <a:xfrm>
            <a:off x="3854450" y="9440863"/>
            <a:ext cx="2949575" cy="496887"/>
          </a:xfrm>
          <a:prstGeom prst="rect">
            <a:avLst/>
          </a:prstGeom>
          <a:noFill/>
        </p:spPr>
        <p:txBody>
          <a:bodyPr/>
          <a:lstStyle/>
          <a:p>
            <a:pPr defTabSz="922338"/>
            <a:fld id="{83211358-7F10-41DF-9707-7958AC7DA1AF}" type="slidenum">
              <a:rPr lang="fr-FR" smtClean="0"/>
              <a:pPr defTabSz="922338"/>
              <a:t>27</a:t>
            </a:fld>
            <a:endParaRPr lang="fr-FR"/>
          </a:p>
        </p:txBody>
      </p:sp>
    </p:spTree>
    <p:extLst>
      <p:ext uri="{BB962C8B-B14F-4D97-AF65-F5344CB8AC3E}">
        <p14:creationId xmlns:p14="http://schemas.microsoft.com/office/powerpoint/2010/main" val="6281750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Espace réservé de l'image des diapositives 1"/>
          <p:cNvSpPr>
            <a:spLocks noGrp="1" noRot="1" noChangeAspect="1" noTextEdit="1"/>
          </p:cNvSpPr>
          <p:nvPr>
            <p:ph type="sldImg"/>
          </p:nvPr>
        </p:nvSpPr>
        <p:spPr>
          <a:ln/>
        </p:spPr>
      </p:sp>
      <p:sp>
        <p:nvSpPr>
          <p:cNvPr id="137219" name="Espace réservé des commentaires 2"/>
          <p:cNvSpPr>
            <a:spLocks noGrp="1"/>
          </p:cNvSpPr>
          <p:nvPr>
            <p:ph type="body" idx="1"/>
          </p:nvPr>
        </p:nvSpPr>
        <p:spPr>
          <a:noFill/>
          <a:ln/>
        </p:spPr>
        <p:txBody>
          <a:bodyPr/>
          <a:lstStyle/>
          <a:p>
            <a:endParaRPr lang="en-US">
              <a:latin typeface="Arial" pitchFamily="34" charset="0"/>
            </a:endParaRPr>
          </a:p>
        </p:txBody>
      </p:sp>
      <p:sp>
        <p:nvSpPr>
          <p:cNvPr id="137220" name="Espace réservé du numéro de diapositive 3"/>
          <p:cNvSpPr>
            <a:spLocks noGrp="1"/>
          </p:cNvSpPr>
          <p:nvPr>
            <p:ph type="sldNum" sz="quarter" idx="5"/>
          </p:nvPr>
        </p:nvSpPr>
        <p:spPr>
          <a:xfrm>
            <a:off x="3856038" y="9440863"/>
            <a:ext cx="2947987" cy="496887"/>
          </a:xfrm>
          <a:prstGeom prst="rect">
            <a:avLst/>
          </a:prstGeom>
          <a:noFill/>
        </p:spPr>
        <p:txBody>
          <a:bodyPr lIns="91532" tIns="45766" rIns="91532" bIns="45766"/>
          <a:lstStyle/>
          <a:p>
            <a:pPr defTabSz="922338"/>
            <a:r>
              <a:rPr lang="fr-FR"/>
              <a:t>Page </a:t>
            </a:r>
            <a:fld id="{6E0F92EF-2292-4F89-90AA-0ECDF5E8614A}" type="slidenum">
              <a:rPr lang="fr-FR" smtClean="0"/>
              <a:pPr defTabSz="922338"/>
              <a:t>29</a:t>
            </a:fld>
            <a:endParaRPr lang="fr-FR"/>
          </a:p>
        </p:txBody>
      </p:sp>
    </p:spTree>
    <p:extLst>
      <p:ext uri="{BB962C8B-B14F-4D97-AF65-F5344CB8AC3E}">
        <p14:creationId xmlns:p14="http://schemas.microsoft.com/office/powerpoint/2010/main" val="16564780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Espace réservé de l'image des diapositives 1"/>
          <p:cNvSpPr>
            <a:spLocks noGrp="1" noRot="1" noChangeAspect="1" noTextEdit="1"/>
          </p:cNvSpPr>
          <p:nvPr>
            <p:ph type="sldImg"/>
          </p:nvPr>
        </p:nvSpPr>
        <p:spPr>
          <a:ln/>
        </p:spPr>
      </p:sp>
      <p:sp>
        <p:nvSpPr>
          <p:cNvPr id="139267" name="Espace réservé des commentaires 2"/>
          <p:cNvSpPr>
            <a:spLocks noGrp="1"/>
          </p:cNvSpPr>
          <p:nvPr>
            <p:ph type="body" idx="1"/>
          </p:nvPr>
        </p:nvSpPr>
        <p:spPr>
          <a:noFill/>
          <a:ln/>
        </p:spPr>
        <p:txBody>
          <a:bodyPr/>
          <a:lstStyle/>
          <a:p>
            <a:endParaRPr lang="fr-FR"/>
          </a:p>
        </p:txBody>
      </p:sp>
      <p:sp>
        <p:nvSpPr>
          <p:cNvPr id="139268" name="Espace réservé du numéro de diapositive 3"/>
          <p:cNvSpPr>
            <a:spLocks noGrp="1"/>
          </p:cNvSpPr>
          <p:nvPr>
            <p:ph type="sldNum" sz="quarter" idx="5"/>
          </p:nvPr>
        </p:nvSpPr>
        <p:spPr>
          <a:xfrm>
            <a:off x="3854450" y="9440863"/>
            <a:ext cx="2949575" cy="496887"/>
          </a:xfrm>
          <a:prstGeom prst="rect">
            <a:avLst/>
          </a:prstGeom>
          <a:noFill/>
        </p:spPr>
        <p:txBody>
          <a:bodyPr/>
          <a:lstStyle/>
          <a:p>
            <a:pPr defTabSz="922338"/>
            <a:fld id="{4AF37D3C-3446-4440-BB07-59DBFA843832}" type="slidenum">
              <a:rPr lang="fr-FR" smtClean="0"/>
              <a:pPr defTabSz="922338"/>
              <a:t>30</a:t>
            </a:fld>
            <a:endParaRPr lang="fr-FR"/>
          </a:p>
        </p:txBody>
      </p:sp>
    </p:spTree>
    <p:extLst>
      <p:ext uri="{BB962C8B-B14F-4D97-AF65-F5344CB8AC3E}">
        <p14:creationId xmlns:p14="http://schemas.microsoft.com/office/powerpoint/2010/main" val="11311762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Espace réservé de l'image des diapositives 1"/>
          <p:cNvSpPr>
            <a:spLocks noGrp="1" noRot="1" noChangeAspect="1" noTextEdit="1"/>
          </p:cNvSpPr>
          <p:nvPr>
            <p:ph type="sldImg"/>
          </p:nvPr>
        </p:nvSpPr>
        <p:spPr>
          <a:ln/>
        </p:spPr>
      </p:sp>
      <p:sp>
        <p:nvSpPr>
          <p:cNvPr id="140291" name="Espace réservé des commentaires 2"/>
          <p:cNvSpPr>
            <a:spLocks noGrp="1"/>
          </p:cNvSpPr>
          <p:nvPr>
            <p:ph type="body" idx="1"/>
          </p:nvPr>
        </p:nvSpPr>
        <p:spPr>
          <a:noFill/>
          <a:ln/>
        </p:spPr>
        <p:txBody>
          <a:bodyPr/>
          <a:lstStyle/>
          <a:p>
            <a:endParaRPr lang="fr-FR"/>
          </a:p>
        </p:txBody>
      </p:sp>
      <p:sp>
        <p:nvSpPr>
          <p:cNvPr id="140292" name="Espace réservé du numéro de diapositive 3"/>
          <p:cNvSpPr>
            <a:spLocks noGrp="1"/>
          </p:cNvSpPr>
          <p:nvPr>
            <p:ph type="sldNum" sz="quarter" idx="5"/>
          </p:nvPr>
        </p:nvSpPr>
        <p:spPr>
          <a:xfrm>
            <a:off x="3854450" y="9440863"/>
            <a:ext cx="2949575" cy="496887"/>
          </a:xfrm>
          <a:prstGeom prst="rect">
            <a:avLst/>
          </a:prstGeom>
          <a:noFill/>
        </p:spPr>
        <p:txBody>
          <a:bodyPr/>
          <a:lstStyle/>
          <a:p>
            <a:pPr defTabSz="922338"/>
            <a:fld id="{81DA9474-CCE9-44D0-822B-E8CA49D55E1A}" type="slidenum">
              <a:rPr lang="fr-FR" smtClean="0"/>
              <a:pPr defTabSz="922338"/>
              <a:t>31</a:t>
            </a:fld>
            <a:endParaRPr lang="fr-FR"/>
          </a:p>
        </p:txBody>
      </p:sp>
    </p:spTree>
    <p:extLst>
      <p:ext uri="{BB962C8B-B14F-4D97-AF65-F5344CB8AC3E}">
        <p14:creationId xmlns:p14="http://schemas.microsoft.com/office/powerpoint/2010/main" val="16533773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Espace réservé de l'image des diapositives 1"/>
          <p:cNvSpPr>
            <a:spLocks noGrp="1" noRot="1" noChangeAspect="1" noTextEdit="1"/>
          </p:cNvSpPr>
          <p:nvPr>
            <p:ph type="sldImg"/>
          </p:nvPr>
        </p:nvSpPr>
        <p:spPr>
          <a:ln/>
        </p:spPr>
      </p:sp>
      <p:sp>
        <p:nvSpPr>
          <p:cNvPr id="141315" name="Espace réservé des commentaires 2"/>
          <p:cNvSpPr>
            <a:spLocks noGrp="1"/>
          </p:cNvSpPr>
          <p:nvPr>
            <p:ph type="body" idx="1"/>
          </p:nvPr>
        </p:nvSpPr>
        <p:spPr>
          <a:noFill/>
          <a:ln/>
        </p:spPr>
        <p:txBody>
          <a:bodyPr/>
          <a:lstStyle/>
          <a:p>
            <a:endParaRPr lang="fr-FR"/>
          </a:p>
        </p:txBody>
      </p:sp>
      <p:sp>
        <p:nvSpPr>
          <p:cNvPr id="141316" name="Espace réservé du numéro de diapositive 3"/>
          <p:cNvSpPr>
            <a:spLocks noGrp="1"/>
          </p:cNvSpPr>
          <p:nvPr>
            <p:ph type="sldNum" sz="quarter" idx="5"/>
          </p:nvPr>
        </p:nvSpPr>
        <p:spPr>
          <a:xfrm>
            <a:off x="3854450" y="9440863"/>
            <a:ext cx="2949575" cy="496887"/>
          </a:xfrm>
          <a:prstGeom prst="rect">
            <a:avLst/>
          </a:prstGeom>
          <a:noFill/>
        </p:spPr>
        <p:txBody>
          <a:bodyPr/>
          <a:lstStyle/>
          <a:p>
            <a:pPr defTabSz="922338"/>
            <a:fld id="{99B20E10-8FFA-48AE-B027-667A48CB7CA0}" type="slidenum">
              <a:rPr lang="fr-FR" smtClean="0"/>
              <a:pPr defTabSz="922338"/>
              <a:t>32</a:t>
            </a:fld>
            <a:endParaRPr lang="fr-FR"/>
          </a:p>
        </p:txBody>
      </p:sp>
    </p:spTree>
    <p:extLst>
      <p:ext uri="{BB962C8B-B14F-4D97-AF65-F5344CB8AC3E}">
        <p14:creationId xmlns:p14="http://schemas.microsoft.com/office/powerpoint/2010/main" val="19145449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Espace réservé de l'image des diapositives 1"/>
          <p:cNvSpPr>
            <a:spLocks noGrp="1" noRot="1" noChangeAspect="1" noTextEdit="1"/>
          </p:cNvSpPr>
          <p:nvPr>
            <p:ph type="sldImg"/>
          </p:nvPr>
        </p:nvSpPr>
        <p:spPr>
          <a:ln/>
        </p:spPr>
      </p:sp>
      <p:sp>
        <p:nvSpPr>
          <p:cNvPr id="142339" name="Espace réservé des commentaires 2"/>
          <p:cNvSpPr>
            <a:spLocks noGrp="1"/>
          </p:cNvSpPr>
          <p:nvPr>
            <p:ph type="body" idx="1"/>
          </p:nvPr>
        </p:nvSpPr>
        <p:spPr>
          <a:noFill/>
          <a:ln/>
        </p:spPr>
        <p:txBody>
          <a:bodyPr/>
          <a:lstStyle/>
          <a:p>
            <a:endParaRPr lang="fr-FR"/>
          </a:p>
        </p:txBody>
      </p:sp>
      <p:sp>
        <p:nvSpPr>
          <p:cNvPr id="142340" name="Espace réservé du numéro de diapositive 3"/>
          <p:cNvSpPr>
            <a:spLocks noGrp="1"/>
          </p:cNvSpPr>
          <p:nvPr>
            <p:ph type="sldNum" sz="quarter" idx="5"/>
          </p:nvPr>
        </p:nvSpPr>
        <p:spPr>
          <a:xfrm>
            <a:off x="3854450" y="9440863"/>
            <a:ext cx="2949575" cy="496887"/>
          </a:xfrm>
          <a:prstGeom prst="rect">
            <a:avLst/>
          </a:prstGeom>
          <a:noFill/>
        </p:spPr>
        <p:txBody>
          <a:bodyPr/>
          <a:lstStyle/>
          <a:p>
            <a:pPr defTabSz="922338"/>
            <a:fld id="{9BCFE754-2096-4696-BEAA-A1A1CD7C1DD1}" type="slidenum">
              <a:rPr lang="fr-FR" smtClean="0"/>
              <a:pPr defTabSz="922338"/>
              <a:t>33</a:t>
            </a:fld>
            <a:endParaRPr lang="fr-FR"/>
          </a:p>
        </p:txBody>
      </p:sp>
    </p:spTree>
    <p:extLst>
      <p:ext uri="{BB962C8B-B14F-4D97-AF65-F5344CB8AC3E}">
        <p14:creationId xmlns:p14="http://schemas.microsoft.com/office/powerpoint/2010/main" val="6084137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Espace réservé de l'image des diapositives 1"/>
          <p:cNvSpPr>
            <a:spLocks noGrp="1" noRot="1" noChangeAspect="1" noTextEdit="1"/>
          </p:cNvSpPr>
          <p:nvPr>
            <p:ph type="sldImg"/>
          </p:nvPr>
        </p:nvSpPr>
        <p:spPr>
          <a:solidFill>
            <a:srgbClr val="FFFFFF"/>
          </a:solidFill>
          <a:ln/>
        </p:spPr>
      </p:sp>
      <p:sp>
        <p:nvSpPr>
          <p:cNvPr id="144387" name="Espace réservé des commentaires 2"/>
          <p:cNvSpPr>
            <a:spLocks noGrp="1"/>
          </p:cNvSpPr>
          <p:nvPr>
            <p:ph type="body" idx="1"/>
          </p:nvPr>
        </p:nvSpPr>
        <p:spPr>
          <a:solidFill>
            <a:srgbClr val="FFFFFF"/>
          </a:solidFill>
          <a:ln>
            <a:solidFill>
              <a:srgbClr val="000000"/>
            </a:solidFill>
          </a:ln>
        </p:spPr>
        <p:txBody>
          <a:bodyPr/>
          <a:lstStyle/>
          <a:p>
            <a:endParaRPr lang="fr-FR"/>
          </a:p>
        </p:txBody>
      </p:sp>
      <p:sp>
        <p:nvSpPr>
          <p:cNvPr id="144388" name="Espace réservé du numéro de diapositive 3"/>
          <p:cNvSpPr txBox="1">
            <a:spLocks noGrp="1"/>
          </p:cNvSpPr>
          <p:nvPr/>
        </p:nvSpPr>
        <p:spPr bwMode="auto">
          <a:xfrm>
            <a:off x="3859213" y="9442450"/>
            <a:ext cx="2946400" cy="496888"/>
          </a:xfrm>
          <a:prstGeom prst="rect">
            <a:avLst/>
          </a:prstGeom>
          <a:noFill/>
          <a:ln w="9525">
            <a:noFill/>
            <a:miter lim="800000"/>
            <a:headEnd/>
            <a:tailEnd/>
          </a:ln>
        </p:spPr>
        <p:txBody>
          <a:bodyPr lIns="92229" tIns="46117" rIns="92229" bIns="46117" anchor="b"/>
          <a:lstStyle/>
          <a:p>
            <a:pPr algn="r" defTabSz="922338" eaLnBrk="0" hangingPunct="0"/>
            <a:fld id="{6B8705B0-96E1-405C-B43C-DAB9F77EB959}" type="slidenum">
              <a:rPr lang="fr-FR" sz="1200"/>
              <a:pPr algn="r" defTabSz="922338" eaLnBrk="0" hangingPunct="0"/>
              <a:t>34</a:t>
            </a:fld>
            <a:endParaRPr lang="fr-FR" sz="1200"/>
          </a:p>
        </p:txBody>
      </p:sp>
    </p:spTree>
    <p:extLst>
      <p:ext uri="{BB962C8B-B14F-4D97-AF65-F5344CB8AC3E}">
        <p14:creationId xmlns:p14="http://schemas.microsoft.com/office/powerpoint/2010/main" val="1497983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Espace réservé de l'image des diapositives 1"/>
          <p:cNvSpPr>
            <a:spLocks noGrp="1" noRot="1" noChangeAspect="1" noTextEdit="1"/>
          </p:cNvSpPr>
          <p:nvPr>
            <p:ph type="sldImg"/>
          </p:nvPr>
        </p:nvSpPr>
        <p:spPr>
          <a:ln/>
        </p:spPr>
      </p:sp>
      <p:sp>
        <p:nvSpPr>
          <p:cNvPr id="145411" name="Espace réservé des commentaires 2"/>
          <p:cNvSpPr>
            <a:spLocks noGrp="1"/>
          </p:cNvSpPr>
          <p:nvPr>
            <p:ph type="body" idx="1"/>
          </p:nvPr>
        </p:nvSpPr>
        <p:spPr>
          <a:noFill/>
          <a:ln/>
        </p:spPr>
        <p:txBody>
          <a:bodyPr/>
          <a:lstStyle/>
          <a:p>
            <a:endParaRPr lang="fr-FR"/>
          </a:p>
        </p:txBody>
      </p:sp>
      <p:sp>
        <p:nvSpPr>
          <p:cNvPr id="145412" name="Espace réservé du numéro de diapositive 3"/>
          <p:cNvSpPr>
            <a:spLocks noGrp="1"/>
          </p:cNvSpPr>
          <p:nvPr>
            <p:ph type="sldNum" sz="quarter" idx="5"/>
          </p:nvPr>
        </p:nvSpPr>
        <p:spPr>
          <a:xfrm>
            <a:off x="3854450" y="9440863"/>
            <a:ext cx="2949575" cy="496887"/>
          </a:xfrm>
          <a:prstGeom prst="rect">
            <a:avLst/>
          </a:prstGeom>
          <a:noFill/>
        </p:spPr>
        <p:txBody>
          <a:bodyPr/>
          <a:lstStyle/>
          <a:p>
            <a:pPr defTabSz="922338"/>
            <a:fld id="{EAB92F6A-D294-4766-8941-3532BA660194}" type="slidenum">
              <a:rPr lang="fr-FR" smtClean="0"/>
              <a:pPr defTabSz="922338"/>
              <a:t>35</a:t>
            </a:fld>
            <a:endParaRPr lang="fr-FR"/>
          </a:p>
        </p:txBody>
      </p:sp>
    </p:spTree>
    <p:extLst>
      <p:ext uri="{BB962C8B-B14F-4D97-AF65-F5344CB8AC3E}">
        <p14:creationId xmlns:p14="http://schemas.microsoft.com/office/powerpoint/2010/main" val="20386643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Espace réservé de l'image des diapositives 1"/>
          <p:cNvSpPr>
            <a:spLocks noGrp="1" noRot="1" noChangeAspect="1" noTextEdit="1"/>
          </p:cNvSpPr>
          <p:nvPr>
            <p:ph type="sldImg"/>
          </p:nvPr>
        </p:nvSpPr>
        <p:spPr>
          <a:ln/>
        </p:spPr>
      </p:sp>
      <p:sp>
        <p:nvSpPr>
          <p:cNvPr id="146435" name="Espace réservé des commentaires 2"/>
          <p:cNvSpPr>
            <a:spLocks noGrp="1"/>
          </p:cNvSpPr>
          <p:nvPr>
            <p:ph type="body" idx="1"/>
          </p:nvPr>
        </p:nvSpPr>
        <p:spPr>
          <a:noFill/>
          <a:ln/>
        </p:spPr>
        <p:txBody>
          <a:bodyPr/>
          <a:lstStyle/>
          <a:p>
            <a:endParaRPr lang="en-US"/>
          </a:p>
        </p:txBody>
      </p:sp>
      <p:sp>
        <p:nvSpPr>
          <p:cNvPr id="146436" name="Espace réservé du numéro de diapositive 3"/>
          <p:cNvSpPr>
            <a:spLocks noGrp="1"/>
          </p:cNvSpPr>
          <p:nvPr>
            <p:ph type="sldNum" sz="quarter" idx="5"/>
          </p:nvPr>
        </p:nvSpPr>
        <p:spPr>
          <a:xfrm>
            <a:off x="3856038" y="9440863"/>
            <a:ext cx="2947987" cy="496887"/>
          </a:xfrm>
          <a:prstGeom prst="rect">
            <a:avLst/>
          </a:prstGeom>
          <a:noFill/>
        </p:spPr>
        <p:txBody>
          <a:bodyPr lIns="91532" tIns="45766" rIns="91532" bIns="45766"/>
          <a:lstStyle/>
          <a:p>
            <a:pPr defTabSz="922338"/>
            <a:fld id="{485038AA-AA8E-42AE-80E6-F1FA41AF676C}" type="slidenum">
              <a:rPr lang="fr-FR" smtClean="0"/>
              <a:pPr defTabSz="922338"/>
              <a:t>37</a:t>
            </a:fld>
            <a:endParaRPr lang="fr-FR"/>
          </a:p>
        </p:txBody>
      </p:sp>
    </p:spTree>
    <p:extLst>
      <p:ext uri="{BB962C8B-B14F-4D97-AF65-F5344CB8AC3E}">
        <p14:creationId xmlns:p14="http://schemas.microsoft.com/office/powerpoint/2010/main" val="11295664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xfrm>
            <a:off x="3854450" y="9440863"/>
            <a:ext cx="2949575" cy="496887"/>
          </a:xfrm>
          <a:prstGeom prst="rect">
            <a:avLst/>
          </a:prstGeom>
          <a:noFill/>
        </p:spPr>
        <p:txBody>
          <a:bodyPr lIns="88419" tIns="44210" rIns="88419" bIns="44210"/>
          <a:lstStyle/>
          <a:p>
            <a:pPr defTabSz="922338"/>
            <a:r>
              <a:rPr lang="fr-FR"/>
              <a:t>Page </a:t>
            </a:r>
            <a:fld id="{A45F238D-27E4-4A6A-8EE9-FB3177ED73E5}" type="slidenum">
              <a:rPr lang="fr-FR" smtClean="0"/>
              <a:pPr defTabSz="922338"/>
              <a:t>38</a:t>
            </a:fld>
            <a:endParaRPr lang="fr-FR"/>
          </a:p>
        </p:txBody>
      </p:sp>
      <p:sp>
        <p:nvSpPr>
          <p:cNvPr id="147459" name="Rectangle 2"/>
          <p:cNvSpPr>
            <a:spLocks noGrp="1" noRot="1" noChangeAspect="1" noChangeArrowheads="1" noTextEdit="1"/>
          </p:cNvSpPr>
          <p:nvPr>
            <p:ph type="sldImg"/>
          </p:nvPr>
        </p:nvSpPr>
        <p:spPr>
          <a:xfrm>
            <a:off x="1084263" y="893763"/>
            <a:ext cx="4643437" cy="3484562"/>
          </a:xfrm>
          <a:ln/>
        </p:spPr>
      </p:sp>
      <p:sp>
        <p:nvSpPr>
          <p:cNvPr id="147460" name="Rectangle 3"/>
          <p:cNvSpPr>
            <a:spLocks noGrp="1" noChangeArrowheads="1"/>
          </p:cNvSpPr>
          <p:nvPr>
            <p:ph type="body" idx="1"/>
          </p:nvPr>
        </p:nvSpPr>
        <p:spPr>
          <a:xfrm>
            <a:off x="903288" y="4746625"/>
            <a:ext cx="4999037" cy="4408488"/>
          </a:xfrm>
          <a:noFill/>
          <a:ln/>
        </p:spPr>
        <p:txBody>
          <a:bodyPr/>
          <a:lstStyle/>
          <a:p>
            <a:r>
              <a:rPr lang="fr-FR" b="1"/>
              <a:t>J’ai perdu mon sac</a:t>
            </a:r>
          </a:p>
          <a:p>
            <a:endParaRPr lang="fr-FR" b="1"/>
          </a:p>
          <a:p>
            <a:r>
              <a:rPr lang="fr-FR" b="1"/>
              <a:t>Quoi ?</a:t>
            </a:r>
          </a:p>
          <a:p>
            <a:r>
              <a:rPr lang="fr-FR" b="1"/>
              <a:t>Un sac à main rouge</a:t>
            </a:r>
            <a:endParaRPr lang="fr-FR"/>
          </a:p>
          <a:p>
            <a:r>
              <a:rPr lang="fr-FR" b="1"/>
              <a:t>Un porte-monnaie</a:t>
            </a:r>
            <a:endParaRPr lang="fr-FR"/>
          </a:p>
          <a:p>
            <a:r>
              <a:rPr lang="fr-FR" b="1"/>
              <a:t>Un rouge à lèvres</a:t>
            </a:r>
            <a:endParaRPr lang="fr-FR"/>
          </a:p>
          <a:p>
            <a:r>
              <a:rPr lang="fr-FR" b="1"/>
              <a:t>Une carte de crédit</a:t>
            </a:r>
            <a:endParaRPr lang="fr-FR"/>
          </a:p>
          <a:p>
            <a:r>
              <a:rPr lang="fr-FR" b="1"/>
              <a:t>120 € + 4 objets</a:t>
            </a:r>
          </a:p>
          <a:p>
            <a:r>
              <a:rPr lang="fr-FR" b="1"/>
              <a:t>Qui ?</a:t>
            </a:r>
            <a:endParaRPr lang="fr-FR"/>
          </a:p>
          <a:p>
            <a:r>
              <a:rPr lang="fr-FR" b="1"/>
              <a:t>Madame Durand</a:t>
            </a:r>
            <a:endParaRPr lang="fr-FR"/>
          </a:p>
          <a:p>
            <a:r>
              <a:rPr lang="fr-FR" b="1"/>
              <a:t>21, rue du 8 Mai</a:t>
            </a:r>
            <a:endParaRPr lang="fr-FR"/>
          </a:p>
          <a:p>
            <a:r>
              <a:rPr lang="fr-FR" b="1"/>
              <a:t>31100 Toulouse</a:t>
            </a:r>
            <a:endParaRPr lang="fr-FR"/>
          </a:p>
          <a:p>
            <a:r>
              <a:rPr lang="fr-FR" b="1"/>
              <a:t> </a:t>
            </a:r>
            <a:endParaRPr lang="fr-FR"/>
          </a:p>
          <a:p>
            <a:r>
              <a:rPr lang="fr-FR" b="1"/>
              <a:t>Où ?</a:t>
            </a:r>
            <a:endParaRPr lang="fr-FR"/>
          </a:p>
          <a:p>
            <a:r>
              <a:rPr lang="fr-FR" b="1"/>
              <a:t>Sur le trajet entre le domicile et la poste</a:t>
            </a:r>
            <a:endParaRPr lang="fr-FR"/>
          </a:p>
          <a:p>
            <a:r>
              <a:rPr lang="fr-FR" b="1"/>
              <a:t>500 m et 3 stations de métro</a:t>
            </a:r>
            <a:endParaRPr lang="fr-FR"/>
          </a:p>
          <a:p>
            <a:r>
              <a:rPr lang="fr-FR" b="1"/>
              <a:t>Quand ?</a:t>
            </a:r>
            <a:endParaRPr lang="fr-FR"/>
          </a:p>
          <a:p>
            <a:r>
              <a:rPr lang="fr-FR" b="1"/>
              <a:t>20 juillet 2007</a:t>
            </a:r>
            <a:endParaRPr lang="fr-FR"/>
          </a:p>
          <a:p>
            <a:r>
              <a:rPr lang="fr-FR" b="1"/>
              <a:t>Entre 10h et 11h</a:t>
            </a:r>
            <a:endParaRPr lang="fr-FR"/>
          </a:p>
          <a:p>
            <a:r>
              <a:rPr lang="fr-FR" b="1"/>
              <a:t> </a:t>
            </a:r>
            <a:endParaRPr lang="fr-FR"/>
          </a:p>
          <a:p>
            <a:r>
              <a:rPr lang="fr-FR" b="1"/>
              <a:t>Comment ?</a:t>
            </a:r>
            <a:endParaRPr lang="fr-FR"/>
          </a:p>
          <a:p>
            <a:r>
              <a:rPr lang="fr-FR" b="1"/>
              <a:t>S’en est rendu compte en cherchant son sac pour payer au guichet de la poste</a:t>
            </a:r>
            <a:endParaRPr lang="fr-FR"/>
          </a:p>
          <a:p>
            <a:r>
              <a:rPr lang="fr-FR" b="1"/>
              <a:t> </a:t>
            </a:r>
            <a:endParaRPr lang="fr-FR"/>
          </a:p>
          <a:p>
            <a:r>
              <a:rPr lang="fr-FR" b="1"/>
              <a:t>Pourquoi ?</a:t>
            </a:r>
            <a:endParaRPr lang="fr-FR"/>
          </a:p>
          <a:p>
            <a:r>
              <a:rPr lang="fr-FR" b="1"/>
              <a:t>Vol</a:t>
            </a:r>
            <a:endParaRPr lang="fr-FR"/>
          </a:p>
          <a:p>
            <a:r>
              <a:rPr lang="fr-FR" b="1"/>
              <a:t>Rupture lanière</a:t>
            </a:r>
            <a:endParaRPr lang="fr-FR"/>
          </a:p>
          <a:p>
            <a:r>
              <a:rPr lang="fr-FR" b="1"/>
              <a:t>Oubli dans le métro (ligne B)</a:t>
            </a:r>
            <a:endParaRPr lang="fr-FR"/>
          </a:p>
          <a:p>
            <a:r>
              <a:rPr lang="fr-FR" b="1"/>
              <a:t> </a:t>
            </a:r>
            <a:endParaRPr lang="fr-FR"/>
          </a:p>
          <a:p>
            <a:endParaRPr lang="fr-FR">
              <a:latin typeface="Arial" pitchFamily="34" charset="0"/>
            </a:endParaRPr>
          </a:p>
        </p:txBody>
      </p:sp>
    </p:spTree>
    <p:extLst>
      <p:ext uri="{BB962C8B-B14F-4D97-AF65-F5344CB8AC3E}">
        <p14:creationId xmlns:p14="http://schemas.microsoft.com/office/powerpoint/2010/main" val="14242689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xfrm>
            <a:off x="3854450" y="9440863"/>
            <a:ext cx="2949575" cy="496887"/>
          </a:xfrm>
          <a:prstGeom prst="rect">
            <a:avLst/>
          </a:prstGeom>
          <a:noFill/>
        </p:spPr>
        <p:txBody>
          <a:bodyPr lIns="88419" tIns="44210" rIns="88419" bIns="44210"/>
          <a:lstStyle/>
          <a:p>
            <a:pPr defTabSz="922338"/>
            <a:r>
              <a:rPr lang="fr-FR"/>
              <a:t>Page </a:t>
            </a:r>
            <a:fld id="{4CF90193-A2C7-4D8C-8EFB-425F03D88799}" type="slidenum">
              <a:rPr lang="fr-FR" smtClean="0"/>
              <a:pPr defTabSz="922338"/>
              <a:t>39</a:t>
            </a:fld>
            <a:endParaRPr lang="fr-FR"/>
          </a:p>
        </p:txBody>
      </p:sp>
      <p:sp>
        <p:nvSpPr>
          <p:cNvPr id="148483" name="Rectangle 2"/>
          <p:cNvSpPr>
            <a:spLocks noGrp="1" noRot="1" noChangeAspect="1" noChangeArrowheads="1" noTextEdit="1"/>
          </p:cNvSpPr>
          <p:nvPr>
            <p:ph type="sldImg"/>
          </p:nvPr>
        </p:nvSpPr>
        <p:spPr>
          <a:xfrm>
            <a:off x="1084263" y="893763"/>
            <a:ext cx="4643437" cy="3484562"/>
          </a:xfrm>
          <a:ln/>
        </p:spPr>
      </p:sp>
      <p:sp>
        <p:nvSpPr>
          <p:cNvPr id="148484" name="Rectangle 3"/>
          <p:cNvSpPr>
            <a:spLocks noGrp="1" noChangeArrowheads="1"/>
          </p:cNvSpPr>
          <p:nvPr>
            <p:ph type="body" idx="1"/>
          </p:nvPr>
        </p:nvSpPr>
        <p:spPr>
          <a:xfrm>
            <a:off x="903288" y="4746625"/>
            <a:ext cx="4999037" cy="4408488"/>
          </a:xfrm>
          <a:noFill/>
          <a:ln/>
        </p:spPr>
        <p:txBody>
          <a:bodyPr/>
          <a:lstStyle/>
          <a:p>
            <a:endParaRPr lang="fr-FR">
              <a:latin typeface="Arial" pitchFamily="34" charset="0"/>
            </a:endParaRPr>
          </a:p>
        </p:txBody>
      </p:sp>
    </p:spTree>
    <p:extLst>
      <p:ext uri="{BB962C8B-B14F-4D97-AF65-F5344CB8AC3E}">
        <p14:creationId xmlns:p14="http://schemas.microsoft.com/office/powerpoint/2010/main" val="191175995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Espace réservé de l'image des diapositives 1"/>
          <p:cNvSpPr>
            <a:spLocks noGrp="1" noRot="1" noChangeAspect="1" noTextEdit="1"/>
          </p:cNvSpPr>
          <p:nvPr>
            <p:ph type="sldImg"/>
          </p:nvPr>
        </p:nvSpPr>
        <p:spPr>
          <a:ln/>
        </p:spPr>
      </p:sp>
      <p:sp>
        <p:nvSpPr>
          <p:cNvPr id="149507" name="Espace réservé des commentaires 2"/>
          <p:cNvSpPr>
            <a:spLocks noGrp="1"/>
          </p:cNvSpPr>
          <p:nvPr>
            <p:ph type="body" idx="1"/>
          </p:nvPr>
        </p:nvSpPr>
        <p:spPr>
          <a:noFill/>
          <a:ln/>
        </p:spPr>
        <p:txBody>
          <a:bodyPr/>
          <a:lstStyle/>
          <a:p>
            <a:endParaRPr lang="fr-FR"/>
          </a:p>
        </p:txBody>
      </p:sp>
      <p:sp>
        <p:nvSpPr>
          <p:cNvPr id="149508" name="Espace réservé du numéro de diapositive 3"/>
          <p:cNvSpPr>
            <a:spLocks noGrp="1"/>
          </p:cNvSpPr>
          <p:nvPr>
            <p:ph type="sldNum" sz="quarter" idx="5"/>
          </p:nvPr>
        </p:nvSpPr>
        <p:spPr>
          <a:xfrm>
            <a:off x="3854450" y="9440863"/>
            <a:ext cx="2949575" cy="496887"/>
          </a:xfrm>
          <a:prstGeom prst="rect">
            <a:avLst/>
          </a:prstGeom>
          <a:noFill/>
        </p:spPr>
        <p:txBody>
          <a:bodyPr/>
          <a:lstStyle/>
          <a:p>
            <a:pPr defTabSz="922338"/>
            <a:fld id="{1D9A5497-D2E5-4285-9215-B9CE5165DF28}" type="slidenum">
              <a:rPr lang="fr-FR" smtClean="0"/>
              <a:pPr defTabSz="922338"/>
              <a:t>40</a:t>
            </a:fld>
            <a:endParaRPr lang="fr-FR"/>
          </a:p>
        </p:txBody>
      </p:sp>
    </p:spTree>
    <p:extLst>
      <p:ext uri="{BB962C8B-B14F-4D97-AF65-F5344CB8AC3E}">
        <p14:creationId xmlns:p14="http://schemas.microsoft.com/office/powerpoint/2010/main" val="74924187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xfrm>
            <a:off x="3856038" y="9440863"/>
            <a:ext cx="2947987" cy="496887"/>
          </a:xfrm>
          <a:prstGeom prst="rect">
            <a:avLst/>
          </a:prstGeom>
          <a:noFill/>
        </p:spPr>
        <p:txBody>
          <a:bodyPr lIns="91532" tIns="45766" rIns="91532" bIns="45766"/>
          <a:lstStyle/>
          <a:p>
            <a:pPr defTabSz="922338"/>
            <a:fld id="{2A24A34C-7DD7-403A-8652-E7619847BFA6}" type="slidenum">
              <a:rPr lang="fr-FR" smtClean="0"/>
              <a:pPr defTabSz="922338"/>
              <a:t>42</a:t>
            </a:fld>
            <a:endParaRPr lang="fr-FR"/>
          </a:p>
        </p:txBody>
      </p:sp>
      <p:sp>
        <p:nvSpPr>
          <p:cNvPr id="134147" name="Rectangle 2"/>
          <p:cNvSpPr>
            <a:spLocks noGrp="1" noRot="1" noChangeAspect="1" noChangeArrowheads="1" noTextEdit="1"/>
          </p:cNvSpPr>
          <p:nvPr>
            <p:ph type="sldImg"/>
          </p:nvPr>
        </p:nvSpPr>
        <p:spPr>
          <a:xfrm>
            <a:off x="925513" y="752475"/>
            <a:ext cx="4954587" cy="3716338"/>
          </a:xfrm>
          <a:ln/>
        </p:spPr>
      </p:sp>
      <p:sp>
        <p:nvSpPr>
          <p:cNvPr id="134148" name="Rectangle 3"/>
          <p:cNvSpPr>
            <a:spLocks noGrp="1" noChangeArrowheads="1"/>
          </p:cNvSpPr>
          <p:nvPr>
            <p:ph type="body" idx="1"/>
          </p:nvPr>
        </p:nvSpPr>
        <p:spPr>
          <a:noFill/>
          <a:ln/>
        </p:spPr>
        <p:txBody>
          <a:bodyPr/>
          <a:lstStyle/>
          <a:p>
            <a:endParaRPr lang="fr-FR"/>
          </a:p>
        </p:txBody>
      </p:sp>
    </p:spTree>
    <p:extLst>
      <p:ext uri="{BB962C8B-B14F-4D97-AF65-F5344CB8AC3E}">
        <p14:creationId xmlns:p14="http://schemas.microsoft.com/office/powerpoint/2010/main" val="1378068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Espace réservé de l'image des diapositives 1"/>
          <p:cNvSpPr>
            <a:spLocks noGrp="1" noRot="1" noChangeAspect="1" noTextEdit="1"/>
          </p:cNvSpPr>
          <p:nvPr>
            <p:ph type="sldImg"/>
          </p:nvPr>
        </p:nvSpPr>
        <p:spPr>
          <a:ln/>
        </p:spPr>
      </p:sp>
      <p:sp>
        <p:nvSpPr>
          <p:cNvPr id="151555" name="Espace réservé des commentaires 2"/>
          <p:cNvSpPr>
            <a:spLocks noGrp="1"/>
          </p:cNvSpPr>
          <p:nvPr>
            <p:ph type="body" idx="1"/>
          </p:nvPr>
        </p:nvSpPr>
        <p:spPr>
          <a:noFill/>
          <a:ln/>
        </p:spPr>
        <p:txBody>
          <a:bodyPr/>
          <a:lstStyle/>
          <a:p>
            <a:endParaRPr lang="en-US"/>
          </a:p>
        </p:txBody>
      </p:sp>
      <p:sp>
        <p:nvSpPr>
          <p:cNvPr id="151556" name="Espace réservé du numéro de diapositive 3"/>
          <p:cNvSpPr>
            <a:spLocks noGrp="1"/>
          </p:cNvSpPr>
          <p:nvPr>
            <p:ph type="sldNum" sz="quarter" idx="5"/>
          </p:nvPr>
        </p:nvSpPr>
        <p:spPr>
          <a:xfrm>
            <a:off x="3856038" y="9440863"/>
            <a:ext cx="2947987" cy="496887"/>
          </a:xfrm>
          <a:prstGeom prst="rect">
            <a:avLst/>
          </a:prstGeom>
          <a:noFill/>
        </p:spPr>
        <p:txBody>
          <a:bodyPr lIns="91532" tIns="45766" rIns="91532" bIns="45766"/>
          <a:lstStyle/>
          <a:p>
            <a:pPr defTabSz="922338"/>
            <a:fld id="{F5616B55-C2DA-4B5E-A768-693ED59A6EA1}" type="slidenum">
              <a:rPr lang="fr-FR" smtClean="0"/>
              <a:pPr defTabSz="922338"/>
              <a:t>43</a:t>
            </a:fld>
            <a:endParaRPr lang="fr-FR"/>
          </a:p>
        </p:txBody>
      </p:sp>
    </p:spTree>
    <p:extLst>
      <p:ext uri="{BB962C8B-B14F-4D97-AF65-F5344CB8AC3E}">
        <p14:creationId xmlns:p14="http://schemas.microsoft.com/office/powerpoint/2010/main" val="9829069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Rot="1" noChangeAspect="1" noChangeArrowheads="1" noTextEdit="1"/>
          </p:cNvSpPr>
          <p:nvPr>
            <p:ph type="sldImg"/>
          </p:nvPr>
        </p:nvSpPr>
        <p:spPr>
          <a:xfrm>
            <a:off x="617538" y="466725"/>
            <a:ext cx="5641975" cy="4232275"/>
          </a:xfrm>
          <a:ln/>
        </p:spPr>
      </p:sp>
      <p:sp>
        <p:nvSpPr>
          <p:cNvPr id="152579" name="Rectangle 3"/>
          <p:cNvSpPr>
            <a:spLocks noGrp="1" noChangeArrowheads="1"/>
          </p:cNvSpPr>
          <p:nvPr>
            <p:ph type="body" idx="1"/>
          </p:nvPr>
        </p:nvSpPr>
        <p:spPr>
          <a:xfrm>
            <a:off x="700088" y="4827588"/>
            <a:ext cx="5443537" cy="4470400"/>
          </a:xfrm>
          <a:noFill/>
          <a:ln/>
        </p:spPr>
        <p:txBody>
          <a:bodyPr/>
          <a:lstStyle/>
          <a:p>
            <a:endParaRPr lang="en-GB" b="1">
              <a:latin typeface="Arial" pitchFamily="34" charset="0"/>
            </a:endParaRPr>
          </a:p>
        </p:txBody>
      </p:sp>
    </p:spTree>
    <p:extLst>
      <p:ext uri="{BB962C8B-B14F-4D97-AF65-F5344CB8AC3E}">
        <p14:creationId xmlns:p14="http://schemas.microsoft.com/office/powerpoint/2010/main" val="1354972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Rot="1" noChangeAspect="1" noChangeArrowheads="1" noTextEdit="1"/>
          </p:cNvSpPr>
          <p:nvPr>
            <p:ph type="sldImg"/>
          </p:nvPr>
        </p:nvSpPr>
        <p:spPr>
          <a:xfrm>
            <a:off x="617538" y="255588"/>
            <a:ext cx="5641975" cy="4232275"/>
          </a:xfrm>
          <a:ln/>
        </p:spPr>
      </p:sp>
      <p:sp>
        <p:nvSpPr>
          <p:cNvPr id="201731" name="Rectangle 3"/>
          <p:cNvSpPr>
            <a:spLocks noGrp="1" noChangeArrowheads="1"/>
          </p:cNvSpPr>
          <p:nvPr>
            <p:ph type="body" idx="1"/>
          </p:nvPr>
        </p:nvSpPr>
        <p:spPr>
          <a:xfrm>
            <a:off x="700088" y="4541838"/>
            <a:ext cx="5443537" cy="4756150"/>
          </a:xfrm>
          <a:noFill/>
          <a:ln/>
        </p:spPr>
        <p:txBody>
          <a:bodyPr/>
          <a:lstStyle/>
          <a:p>
            <a:pPr marL="190500" indent="-190500">
              <a:spcBef>
                <a:spcPct val="60000"/>
              </a:spcBef>
              <a:buClr>
                <a:srgbClr val="008F6D"/>
              </a:buClr>
              <a:buSzPct val="110000"/>
            </a:pPr>
            <a:r>
              <a:rPr lang="en-GB" dirty="0">
                <a:latin typeface="Arial" charset="0"/>
              </a:rPr>
              <a:t>These are the nine team types identified by Meredith </a:t>
            </a:r>
            <a:r>
              <a:rPr lang="en-GB" dirty="0" err="1">
                <a:latin typeface="Arial" charset="0"/>
              </a:rPr>
              <a:t>Belbin</a:t>
            </a:r>
            <a:r>
              <a:rPr lang="en-GB" dirty="0">
                <a:latin typeface="Arial" charset="0"/>
              </a:rPr>
              <a:t>. These are ‘team types’ that are used in understanding the roles people play in teams.</a:t>
            </a:r>
          </a:p>
          <a:p>
            <a:pPr marL="190500" indent="-190500">
              <a:spcBef>
                <a:spcPct val="60000"/>
              </a:spcBef>
              <a:buClr>
                <a:srgbClr val="008F6D"/>
              </a:buClr>
              <a:buSzPct val="110000"/>
              <a:buFontTx/>
              <a:buChar char="•"/>
            </a:pPr>
            <a:r>
              <a:rPr lang="en-GB" b="1" dirty="0">
                <a:latin typeface="Arial" charset="0"/>
              </a:rPr>
              <a:t>Coordinator</a:t>
            </a:r>
            <a:r>
              <a:rPr lang="en-GB" dirty="0">
                <a:latin typeface="Arial" charset="0"/>
              </a:rPr>
              <a:t>: Mature, confident and trusting. Good chairman. Clarifies goals, promotes decision–making.</a:t>
            </a:r>
          </a:p>
          <a:p>
            <a:pPr marL="190500" indent="-190500">
              <a:spcBef>
                <a:spcPct val="60000"/>
              </a:spcBef>
              <a:buClr>
                <a:srgbClr val="008F6D"/>
              </a:buClr>
              <a:buSzPct val="110000"/>
              <a:buFontTx/>
              <a:buChar char="•"/>
            </a:pPr>
            <a:r>
              <a:rPr lang="en-GB" b="1" dirty="0">
                <a:latin typeface="Arial" charset="0"/>
              </a:rPr>
              <a:t>Shaper</a:t>
            </a:r>
            <a:r>
              <a:rPr lang="en-GB" dirty="0">
                <a:latin typeface="Arial" charset="0"/>
              </a:rPr>
              <a:t>: Dynamic, outgoing, highly strung. Challenges, pressurises, finds ways around obstacles.</a:t>
            </a:r>
          </a:p>
          <a:p>
            <a:pPr marL="190500" indent="-190500">
              <a:spcBef>
                <a:spcPct val="60000"/>
              </a:spcBef>
              <a:buClr>
                <a:srgbClr val="008F6D"/>
              </a:buClr>
              <a:buSzPct val="110000"/>
              <a:buFontTx/>
              <a:buChar char="•"/>
            </a:pPr>
            <a:r>
              <a:rPr lang="en-GB" b="1" dirty="0">
                <a:latin typeface="Arial" charset="0"/>
              </a:rPr>
              <a:t>Implementer</a:t>
            </a:r>
            <a:r>
              <a:rPr lang="en-GB" dirty="0">
                <a:latin typeface="Arial" charset="0"/>
              </a:rPr>
              <a:t>: Disciplined, reliable, conservative, efficient. Turns ideas into practical actions. </a:t>
            </a:r>
          </a:p>
          <a:p>
            <a:pPr marL="190500" indent="-190500">
              <a:spcBef>
                <a:spcPct val="60000"/>
              </a:spcBef>
              <a:buClr>
                <a:srgbClr val="008F6D"/>
              </a:buClr>
              <a:buSzPct val="110000"/>
              <a:buFontTx/>
              <a:buChar char="•"/>
            </a:pPr>
            <a:r>
              <a:rPr lang="en-GB" b="1" dirty="0">
                <a:latin typeface="Arial" charset="0"/>
              </a:rPr>
              <a:t>Completer/finisher</a:t>
            </a:r>
            <a:r>
              <a:rPr lang="en-GB" dirty="0">
                <a:latin typeface="Arial" charset="0"/>
              </a:rPr>
              <a:t>: Painstaking, conscientious, anxious. Searches out errors and omissions. Delivers on time.</a:t>
            </a:r>
          </a:p>
          <a:p>
            <a:pPr marL="190500" indent="-190500">
              <a:spcBef>
                <a:spcPct val="60000"/>
              </a:spcBef>
              <a:buClr>
                <a:srgbClr val="008F6D"/>
              </a:buClr>
              <a:buSzPct val="110000"/>
              <a:buFontTx/>
              <a:buChar char="•"/>
            </a:pPr>
            <a:r>
              <a:rPr lang="en-GB" b="1" dirty="0">
                <a:latin typeface="Arial" charset="0"/>
              </a:rPr>
              <a:t>Monitor/Evaluator</a:t>
            </a:r>
            <a:r>
              <a:rPr lang="en-GB" dirty="0">
                <a:latin typeface="Arial" charset="0"/>
              </a:rPr>
              <a:t>: Sober, strategic and discerning. Sees all options. Judges accurately.</a:t>
            </a:r>
          </a:p>
          <a:p>
            <a:pPr marL="190500" indent="-190500">
              <a:spcBef>
                <a:spcPct val="60000"/>
              </a:spcBef>
              <a:buClr>
                <a:srgbClr val="008F6D"/>
              </a:buClr>
              <a:buSzPct val="110000"/>
              <a:buFontTx/>
              <a:buChar char="•"/>
            </a:pPr>
            <a:r>
              <a:rPr lang="en-GB" b="1" dirty="0">
                <a:latin typeface="Arial" charset="0"/>
              </a:rPr>
              <a:t>Plant</a:t>
            </a:r>
            <a:r>
              <a:rPr lang="en-GB" dirty="0">
                <a:latin typeface="Arial" charset="0"/>
              </a:rPr>
              <a:t>: Creative, imaginative, unorthodox. Solves difficult problems.</a:t>
            </a:r>
          </a:p>
          <a:p>
            <a:pPr marL="190500" indent="-190500">
              <a:spcBef>
                <a:spcPct val="60000"/>
              </a:spcBef>
              <a:buClr>
                <a:srgbClr val="008F6D"/>
              </a:buClr>
              <a:buSzPct val="110000"/>
              <a:buFontTx/>
              <a:buChar char="•"/>
            </a:pPr>
            <a:r>
              <a:rPr lang="en-GB" b="1" dirty="0">
                <a:latin typeface="Arial" charset="0"/>
              </a:rPr>
              <a:t>Resource/investigator</a:t>
            </a:r>
            <a:r>
              <a:rPr lang="en-GB" dirty="0">
                <a:latin typeface="Arial" charset="0"/>
              </a:rPr>
              <a:t>: Extrovert, enthusiastic, communicative. Explores opportunities. Develops contacts.</a:t>
            </a:r>
          </a:p>
          <a:p>
            <a:pPr marL="190500" indent="-190500">
              <a:spcBef>
                <a:spcPct val="60000"/>
              </a:spcBef>
              <a:buClr>
                <a:srgbClr val="008F6D"/>
              </a:buClr>
              <a:buSzPct val="110000"/>
              <a:buFontTx/>
              <a:buChar char="•"/>
            </a:pPr>
            <a:r>
              <a:rPr lang="en-GB" b="1" dirty="0">
                <a:latin typeface="Arial" charset="0"/>
              </a:rPr>
              <a:t>Team Worker</a:t>
            </a:r>
            <a:r>
              <a:rPr lang="en-GB" dirty="0">
                <a:latin typeface="Arial" charset="0"/>
              </a:rPr>
              <a:t>: Social, mild, perceptive and accommodating. Listens, builds, averts friction.</a:t>
            </a:r>
          </a:p>
          <a:p>
            <a:pPr marL="190500" indent="-190500">
              <a:spcBef>
                <a:spcPct val="60000"/>
              </a:spcBef>
              <a:buClr>
                <a:srgbClr val="008F6D"/>
              </a:buClr>
              <a:buSzPct val="110000"/>
              <a:buFontTx/>
              <a:buChar char="•"/>
            </a:pPr>
            <a:r>
              <a:rPr lang="en-GB" b="1" dirty="0">
                <a:latin typeface="Arial" charset="0"/>
              </a:rPr>
              <a:t>Specialist</a:t>
            </a:r>
            <a:r>
              <a:rPr lang="en-GB" dirty="0">
                <a:latin typeface="Arial" charset="0"/>
              </a:rPr>
              <a:t>: Single-minded, self-starting, dedicated. Provides knowledge and skills in rare supply.</a:t>
            </a:r>
          </a:p>
          <a:p>
            <a:pPr marL="190500" indent="-190500">
              <a:spcBef>
                <a:spcPct val="60000"/>
              </a:spcBef>
              <a:buClr>
                <a:srgbClr val="008F6D"/>
              </a:buClr>
              <a:buSzPct val="110000"/>
            </a:pPr>
            <a:endParaRPr lang="en-GB" dirty="0">
              <a:latin typeface="Arial" charset="0"/>
            </a:endParaRPr>
          </a:p>
          <a:p>
            <a:pPr marL="190500" indent="-190500">
              <a:spcBef>
                <a:spcPct val="60000"/>
              </a:spcBef>
              <a:buClr>
                <a:srgbClr val="008F6D"/>
              </a:buClr>
              <a:buSzPct val="110000"/>
            </a:pPr>
            <a:r>
              <a:rPr lang="en-GB" dirty="0">
                <a:latin typeface="Arial" charset="0"/>
              </a:rPr>
              <a:t>It is important to remember that this can be very situational and subjective and can often suffer from the </a:t>
            </a:r>
            <a:r>
              <a:rPr lang="en-GB" i="1" dirty="0">
                <a:latin typeface="Arial" charset="0"/>
              </a:rPr>
              <a:t>Village Effect</a:t>
            </a:r>
            <a:r>
              <a:rPr lang="en-GB" dirty="0">
                <a:latin typeface="Arial" charset="0"/>
              </a:rPr>
              <a:t> i.e. you may think you are very good in your own environment but in reality you may be poor in the broader context and others may well be aware of this.</a:t>
            </a:r>
          </a:p>
          <a:p>
            <a:pPr marL="190500" indent="-190500">
              <a:spcBef>
                <a:spcPct val="60000"/>
              </a:spcBef>
              <a:buClr>
                <a:srgbClr val="008F6D"/>
              </a:buClr>
              <a:buSzPct val="110000"/>
            </a:pPr>
            <a:endParaRPr lang="en-GB" dirty="0">
              <a:latin typeface="Arial" charset="0"/>
            </a:endParaRPr>
          </a:p>
          <a:p>
            <a:pPr marL="190500" indent="-190500">
              <a:spcBef>
                <a:spcPct val="60000"/>
              </a:spcBef>
              <a:buClr>
                <a:srgbClr val="008F6D"/>
              </a:buClr>
              <a:buSzPct val="110000"/>
            </a:pPr>
            <a:r>
              <a:rPr lang="en-GB" dirty="0">
                <a:latin typeface="Arial" charset="0"/>
              </a:rPr>
              <a:t>FACILITATOR NOTE</a:t>
            </a:r>
          </a:p>
          <a:p>
            <a:pPr marL="190500" indent="-190500">
              <a:spcBef>
                <a:spcPct val="60000"/>
              </a:spcBef>
              <a:buClr>
                <a:srgbClr val="008F6D"/>
              </a:buClr>
              <a:buSzPct val="110000"/>
            </a:pPr>
            <a:endParaRPr lang="en-GB" dirty="0">
              <a:latin typeface="Arial" charset="0"/>
            </a:endParaRPr>
          </a:p>
          <a:p>
            <a:pPr marL="190500" indent="-190500">
              <a:spcBef>
                <a:spcPct val="60000"/>
              </a:spcBef>
              <a:buClr>
                <a:srgbClr val="008F6D"/>
              </a:buClr>
              <a:buSzPct val="110000"/>
            </a:pPr>
            <a:r>
              <a:rPr lang="en-GB" dirty="0">
                <a:latin typeface="Arial" charset="0"/>
              </a:rPr>
              <a:t>You could introduce the </a:t>
            </a:r>
            <a:r>
              <a:rPr lang="en-GB" i="1" dirty="0">
                <a:latin typeface="Arial" charset="0"/>
              </a:rPr>
              <a:t>Consciousness/Competence</a:t>
            </a:r>
            <a:r>
              <a:rPr lang="en-GB" dirty="0">
                <a:latin typeface="Arial" charset="0"/>
              </a:rPr>
              <a:t> four blocker here.</a:t>
            </a:r>
          </a:p>
          <a:p>
            <a:pPr marL="190500" indent="-190500">
              <a:spcBef>
                <a:spcPct val="60000"/>
              </a:spcBef>
              <a:buClr>
                <a:srgbClr val="008F6D"/>
              </a:buClr>
              <a:buSzPct val="110000"/>
            </a:pPr>
            <a:endParaRPr lang="en-GB" dirty="0">
              <a:latin typeface="Arial" charset="0"/>
            </a:endParaRPr>
          </a:p>
          <a:p>
            <a:pPr marL="190500" indent="-190500">
              <a:spcBef>
                <a:spcPct val="60000"/>
              </a:spcBef>
              <a:buClr>
                <a:srgbClr val="008F6D"/>
              </a:buClr>
              <a:buSzPct val="110000"/>
              <a:buFontTx/>
              <a:buAutoNum type="arabicPeriod"/>
            </a:pPr>
            <a:r>
              <a:rPr lang="en-GB" dirty="0">
                <a:latin typeface="Arial" charset="0"/>
              </a:rPr>
              <a:t>Unconsciously incompetent – </a:t>
            </a:r>
            <a:r>
              <a:rPr lang="en-GB" dirty="0" err="1">
                <a:latin typeface="Arial" charset="0"/>
              </a:rPr>
              <a:t>ie</a:t>
            </a:r>
            <a:r>
              <a:rPr lang="en-GB" dirty="0">
                <a:latin typeface="Arial" charset="0"/>
              </a:rPr>
              <a:t> A baby initially cannot walk because it doesn’t know she cannot walk</a:t>
            </a:r>
          </a:p>
          <a:p>
            <a:pPr marL="190500" indent="-190500">
              <a:spcBef>
                <a:spcPct val="60000"/>
              </a:spcBef>
              <a:buClr>
                <a:srgbClr val="008F6D"/>
              </a:buClr>
              <a:buSzPct val="110000"/>
              <a:buFontTx/>
              <a:buAutoNum type="arabicPeriod"/>
            </a:pPr>
            <a:r>
              <a:rPr lang="en-GB" dirty="0">
                <a:latin typeface="Arial" charset="0"/>
              </a:rPr>
              <a:t>Consciously incompetent – </a:t>
            </a:r>
            <a:r>
              <a:rPr lang="en-GB" dirty="0" err="1">
                <a:latin typeface="Arial" charset="0"/>
              </a:rPr>
              <a:t>ie</a:t>
            </a:r>
            <a:r>
              <a:rPr lang="en-GB" dirty="0">
                <a:latin typeface="Arial" charset="0"/>
              </a:rPr>
              <a:t> A toddler cannot walk and realises it cannot walk but would like to walk</a:t>
            </a:r>
          </a:p>
          <a:p>
            <a:pPr marL="190500" indent="-190500">
              <a:spcBef>
                <a:spcPct val="60000"/>
              </a:spcBef>
              <a:buClr>
                <a:srgbClr val="008F6D"/>
              </a:buClr>
              <a:buSzPct val="110000"/>
              <a:buFontTx/>
              <a:buAutoNum type="arabicPeriod"/>
            </a:pPr>
            <a:r>
              <a:rPr lang="en-GB" dirty="0">
                <a:latin typeface="Arial" charset="0"/>
              </a:rPr>
              <a:t>Consciously competent – </a:t>
            </a:r>
            <a:r>
              <a:rPr lang="en-GB" dirty="0" err="1">
                <a:latin typeface="Arial" charset="0"/>
              </a:rPr>
              <a:t>ie</a:t>
            </a:r>
            <a:r>
              <a:rPr lang="en-GB" dirty="0">
                <a:latin typeface="Arial" charset="0"/>
              </a:rPr>
              <a:t> The toddler can walk …. Just. And has to really concentrate on it</a:t>
            </a:r>
          </a:p>
          <a:p>
            <a:pPr marL="190500" indent="-190500">
              <a:spcBef>
                <a:spcPct val="60000"/>
              </a:spcBef>
              <a:buClr>
                <a:srgbClr val="008F6D"/>
              </a:buClr>
              <a:buSzPct val="110000"/>
              <a:buFontTx/>
              <a:buAutoNum type="arabicPeriod"/>
            </a:pPr>
            <a:r>
              <a:rPr lang="en-GB" dirty="0">
                <a:latin typeface="Arial" charset="0"/>
              </a:rPr>
              <a:t>Unconsciously competent – </a:t>
            </a:r>
            <a:r>
              <a:rPr lang="en-GB" dirty="0" err="1">
                <a:latin typeface="Arial" charset="0"/>
              </a:rPr>
              <a:t>ie</a:t>
            </a:r>
            <a:r>
              <a:rPr lang="en-GB" dirty="0">
                <a:latin typeface="Arial" charset="0"/>
              </a:rPr>
              <a:t> The toddler can walk and doesn’t even think about it!</a:t>
            </a:r>
          </a:p>
          <a:p>
            <a:pPr marL="190500" indent="-190500">
              <a:spcBef>
                <a:spcPct val="60000"/>
              </a:spcBef>
              <a:buClr>
                <a:srgbClr val="008F6D"/>
              </a:buClr>
              <a:buSzPct val="110000"/>
              <a:buFontTx/>
              <a:buAutoNum type="arabicPeriod"/>
            </a:pPr>
            <a:endParaRPr lang="en-GB" dirty="0">
              <a:latin typeface="Arial" charset="0"/>
            </a:endParaRPr>
          </a:p>
          <a:p>
            <a:pPr marL="190500" indent="-190500">
              <a:spcBef>
                <a:spcPct val="60000"/>
              </a:spcBef>
              <a:buClr>
                <a:srgbClr val="008F6D"/>
              </a:buClr>
              <a:buSzPct val="110000"/>
            </a:pPr>
            <a:r>
              <a:rPr lang="en-GB" dirty="0">
                <a:latin typeface="Arial" charset="0"/>
              </a:rPr>
              <a:t>Everyone goes through this cycle when learning!!</a:t>
            </a:r>
          </a:p>
        </p:txBody>
      </p:sp>
    </p:spTree>
    <p:extLst>
      <p:ext uri="{BB962C8B-B14F-4D97-AF65-F5344CB8AC3E}">
        <p14:creationId xmlns:p14="http://schemas.microsoft.com/office/powerpoint/2010/main" val="51170230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xfrm>
            <a:off x="3856038" y="9440863"/>
            <a:ext cx="2947987" cy="496887"/>
          </a:xfrm>
          <a:prstGeom prst="rect">
            <a:avLst/>
          </a:prstGeom>
          <a:noFill/>
        </p:spPr>
        <p:txBody>
          <a:bodyPr lIns="91532" tIns="45766" rIns="91532" bIns="45766"/>
          <a:lstStyle/>
          <a:p>
            <a:pPr defTabSz="922338"/>
            <a:fld id="{2A24A34C-7DD7-403A-8652-E7619847BFA6}" type="slidenum">
              <a:rPr lang="fr-FR" smtClean="0"/>
              <a:pPr defTabSz="922338"/>
              <a:t>46</a:t>
            </a:fld>
            <a:endParaRPr lang="fr-FR"/>
          </a:p>
        </p:txBody>
      </p:sp>
      <p:sp>
        <p:nvSpPr>
          <p:cNvPr id="134147" name="Rectangle 2"/>
          <p:cNvSpPr>
            <a:spLocks noGrp="1" noRot="1" noChangeAspect="1" noChangeArrowheads="1" noTextEdit="1"/>
          </p:cNvSpPr>
          <p:nvPr>
            <p:ph type="sldImg"/>
          </p:nvPr>
        </p:nvSpPr>
        <p:spPr>
          <a:xfrm>
            <a:off x="925513" y="752475"/>
            <a:ext cx="4954587" cy="3716338"/>
          </a:xfrm>
          <a:ln/>
        </p:spPr>
      </p:sp>
      <p:sp>
        <p:nvSpPr>
          <p:cNvPr id="134148" name="Rectangle 3"/>
          <p:cNvSpPr>
            <a:spLocks noGrp="1" noChangeArrowheads="1"/>
          </p:cNvSpPr>
          <p:nvPr>
            <p:ph type="body" idx="1"/>
          </p:nvPr>
        </p:nvSpPr>
        <p:spPr>
          <a:noFill/>
          <a:ln/>
        </p:spPr>
        <p:txBody>
          <a:bodyPr/>
          <a:lstStyle/>
          <a:p>
            <a:endParaRPr lang="fr-FR"/>
          </a:p>
        </p:txBody>
      </p:sp>
    </p:spTree>
    <p:extLst>
      <p:ext uri="{BB962C8B-B14F-4D97-AF65-F5344CB8AC3E}">
        <p14:creationId xmlns:p14="http://schemas.microsoft.com/office/powerpoint/2010/main" val="208442092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Espace réservé de l'image des diapositives 1"/>
          <p:cNvSpPr>
            <a:spLocks noGrp="1" noRot="1" noChangeAspect="1" noTextEdit="1"/>
          </p:cNvSpPr>
          <p:nvPr>
            <p:ph type="sldImg"/>
          </p:nvPr>
        </p:nvSpPr>
        <p:spPr>
          <a:ln/>
        </p:spPr>
      </p:sp>
      <p:sp>
        <p:nvSpPr>
          <p:cNvPr id="157699" name="Espace réservé des commentaires 2"/>
          <p:cNvSpPr>
            <a:spLocks noGrp="1"/>
          </p:cNvSpPr>
          <p:nvPr>
            <p:ph type="body" idx="1"/>
          </p:nvPr>
        </p:nvSpPr>
        <p:spPr>
          <a:noFill/>
          <a:ln/>
        </p:spPr>
        <p:txBody>
          <a:bodyPr/>
          <a:lstStyle/>
          <a:p>
            <a:endParaRPr lang="fr-FR"/>
          </a:p>
        </p:txBody>
      </p:sp>
      <p:sp>
        <p:nvSpPr>
          <p:cNvPr id="157700" name="Espace réservé du numéro de diapositive 3"/>
          <p:cNvSpPr>
            <a:spLocks noGrp="1"/>
          </p:cNvSpPr>
          <p:nvPr>
            <p:ph type="sldNum" sz="quarter" idx="5"/>
          </p:nvPr>
        </p:nvSpPr>
        <p:spPr>
          <a:xfrm>
            <a:off x="3856038" y="9440863"/>
            <a:ext cx="2947987" cy="496887"/>
          </a:xfrm>
          <a:prstGeom prst="rect">
            <a:avLst/>
          </a:prstGeom>
          <a:noFill/>
        </p:spPr>
        <p:txBody>
          <a:bodyPr lIns="91532" tIns="45766" rIns="91532" bIns="45766"/>
          <a:lstStyle/>
          <a:p>
            <a:pPr defTabSz="922338"/>
            <a:fld id="{C4E0939A-D026-462A-913D-78A2A71FD809}" type="slidenum">
              <a:rPr lang="fr-FR" smtClean="0"/>
              <a:pPr defTabSz="922338"/>
              <a:t>47</a:t>
            </a:fld>
            <a:endParaRPr lang="fr-FR"/>
          </a:p>
        </p:txBody>
      </p:sp>
    </p:spTree>
    <p:extLst>
      <p:ext uri="{BB962C8B-B14F-4D97-AF65-F5344CB8AC3E}">
        <p14:creationId xmlns:p14="http://schemas.microsoft.com/office/powerpoint/2010/main" val="182733632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Rot="1" noChangeAspect="1" noChangeArrowheads="1" noTextEdit="1"/>
          </p:cNvSpPr>
          <p:nvPr>
            <p:ph type="sldImg"/>
          </p:nvPr>
        </p:nvSpPr>
        <p:spPr>
          <a:xfrm>
            <a:off x="923925" y="774700"/>
            <a:ext cx="4957763" cy="3719513"/>
          </a:xfrm>
          <a:ln/>
        </p:spPr>
      </p:sp>
      <p:sp>
        <p:nvSpPr>
          <p:cNvPr id="188419" name="Rectangle 3"/>
          <p:cNvSpPr>
            <a:spLocks noGrp="1" noChangeArrowheads="1"/>
          </p:cNvSpPr>
          <p:nvPr>
            <p:ph type="body" idx="1"/>
          </p:nvPr>
        </p:nvSpPr>
        <p:spPr>
          <a:xfrm>
            <a:off x="561975" y="4864100"/>
            <a:ext cx="5681663" cy="4341813"/>
          </a:xfrm>
          <a:noFill/>
          <a:ln/>
        </p:spPr>
        <p:txBody>
          <a:bodyPr lIns="90909" tIns="44657" rIns="90909" bIns="44657"/>
          <a:lstStyle/>
          <a:p>
            <a:r>
              <a:rPr lang="fr-FR" dirty="0">
                <a:latin typeface="Arial" charset="0"/>
              </a:rPr>
              <a:t>Citer l’exemple du feu stop avec problème de cordon de soudure sur une seule des deux empreintes</a:t>
            </a:r>
          </a:p>
        </p:txBody>
      </p:sp>
      <p:grpSp>
        <p:nvGrpSpPr>
          <p:cNvPr id="2" name="Group 4"/>
          <p:cNvGrpSpPr>
            <a:grpSpLocks/>
          </p:cNvGrpSpPr>
          <p:nvPr/>
        </p:nvGrpSpPr>
        <p:grpSpPr bwMode="auto">
          <a:xfrm>
            <a:off x="609600" y="8467725"/>
            <a:ext cx="5675313" cy="817563"/>
            <a:chOff x="480" y="5535"/>
            <a:chExt cx="3569" cy="513"/>
          </a:xfrm>
        </p:grpSpPr>
        <p:sp>
          <p:nvSpPr>
            <p:cNvPr id="188421" name="Rectangle 5"/>
            <p:cNvSpPr>
              <a:spLocks noChangeArrowheads="1"/>
            </p:cNvSpPr>
            <p:nvPr/>
          </p:nvSpPr>
          <p:spPr bwMode="auto">
            <a:xfrm>
              <a:off x="616" y="5768"/>
              <a:ext cx="226" cy="187"/>
            </a:xfrm>
            <a:prstGeom prst="rect">
              <a:avLst/>
            </a:prstGeom>
            <a:solidFill>
              <a:schemeClr val="bg1"/>
            </a:solidFill>
            <a:ln w="12700">
              <a:solidFill>
                <a:schemeClr val="tx1"/>
              </a:solidFill>
              <a:miter lim="800000"/>
              <a:headEnd/>
              <a:tailEnd/>
            </a:ln>
          </p:spPr>
          <p:txBody>
            <a:bodyPr lIns="86176" tIns="43089" rIns="86176" bIns="43089"/>
            <a:lstStyle/>
            <a:p>
              <a:endParaRPr lang="fr-FR"/>
            </a:p>
          </p:txBody>
        </p:sp>
        <p:sp>
          <p:nvSpPr>
            <p:cNvPr id="188422" name="AutoShape 6"/>
            <p:cNvSpPr>
              <a:spLocks noChangeArrowheads="1"/>
            </p:cNvSpPr>
            <p:nvPr/>
          </p:nvSpPr>
          <p:spPr bwMode="auto">
            <a:xfrm>
              <a:off x="1113" y="5768"/>
              <a:ext cx="316" cy="140"/>
            </a:xfrm>
            <a:prstGeom prst="wedgeRectCallout">
              <a:avLst>
                <a:gd name="adj1" fmla="val -78870"/>
                <a:gd name="adj2" fmla="val 108333"/>
              </a:avLst>
            </a:prstGeom>
            <a:solidFill>
              <a:schemeClr val="bg1"/>
            </a:solidFill>
            <a:ln w="12700">
              <a:solidFill>
                <a:schemeClr val="tx1"/>
              </a:solidFill>
              <a:miter lim="800000"/>
              <a:headEnd/>
              <a:tailEnd/>
            </a:ln>
          </p:spPr>
          <p:txBody>
            <a:bodyPr lIns="86176" tIns="43089" rIns="86176" bIns="43089"/>
            <a:lstStyle/>
            <a:p>
              <a:pPr algn="ctr" defTabSz="874713"/>
              <a:endParaRPr lang="fr-FR" sz="1500"/>
            </a:p>
          </p:txBody>
        </p:sp>
        <p:sp>
          <p:nvSpPr>
            <p:cNvPr id="188423" name="AutoShape 7"/>
            <p:cNvSpPr>
              <a:spLocks noChangeArrowheads="1"/>
            </p:cNvSpPr>
            <p:nvPr/>
          </p:nvSpPr>
          <p:spPr bwMode="auto">
            <a:xfrm>
              <a:off x="2152" y="5861"/>
              <a:ext cx="271" cy="140"/>
            </a:xfrm>
            <a:prstGeom prst="flowChartMultidocument">
              <a:avLst/>
            </a:prstGeom>
            <a:solidFill>
              <a:schemeClr val="bg1"/>
            </a:solidFill>
            <a:ln w="12700">
              <a:solidFill>
                <a:schemeClr val="tx1"/>
              </a:solidFill>
              <a:miter lim="800000"/>
              <a:headEnd/>
              <a:tailEnd/>
            </a:ln>
          </p:spPr>
          <p:txBody>
            <a:bodyPr lIns="86176" tIns="43089" rIns="86176" bIns="43089"/>
            <a:lstStyle/>
            <a:p>
              <a:endParaRPr lang="fr-FR"/>
            </a:p>
          </p:txBody>
        </p:sp>
        <p:sp>
          <p:nvSpPr>
            <p:cNvPr id="188424" name="AutoShape 8"/>
            <p:cNvSpPr>
              <a:spLocks noChangeArrowheads="1"/>
            </p:cNvSpPr>
            <p:nvPr/>
          </p:nvSpPr>
          <p:spPr bwMode="auto">
            <a:xfrm>
              <a:off x="2649" y="5768"/>
              <a:ext cx="271" cy="187"/>
            </a:xfrm>
            <a:prstGeom prst="bevel">
              <a:avLst>
                <a:gd name="adj" fmla="val 12500"/>
              </a:avLst>
            </a:prstGeom>
            <a:solidFill>
              <a:schemeClr val="bg1"/>
            </a:solidFill>
            <a:ln w="12700">
              <a:solidFill>
                <a:schemeClr val="tx1"/>
              </a:solidFill>
              <a:miter lim="800000"/>
              <a:headEnd/>
              <a:tailEnd/>
            </a:ln>
          </p:spPr>
          <p:txBody>
            <a:bodyPr lIns="86176" tIns="43089" rIns="86176" bIns="43089"/>
            <a:lstStyle/>
            <a:p>
              <a:endParaRPr lang="fr-FR"/>
            </a:p>
          </p:txBody>
        </p:sp>
        <p:grpSp>
          <p:nvGrpSpPr>
            <p:cNvPr id="3" name="Group 9"/>
            <p:cNvGrpSpPr>
              <a:grpSpLocks/>
            </p:cNvGrpSpPr>
            <p:nvPr/>
          </p:nvGrpSpPr>
          <p:grpSpPr bwMode="auto">
            <a:xfrm>
              <a:off x="480" y="5535"/>
              <a:ext cx="3569" cy="513"/>
              <a:chOff x="384" y="5472"/>
              <a:chExt cx="3792" cy="528"/>
            </a:xfrm>
          </p:grpSpPr>
          <p:sp>
            <p:nvSpPr>
              <p:cNvPr id="188441" name="Rectangle 10"/>
              <p:cNvSpPr>
                <a:spLocks noChangeArrowheads="1"/>
              </p:cNvSpPr>
              <p:nvPr/>
            </p:nvSpPr>
            <p:spPr bwMode="auto">
              <a:xfrm>
                <a:off x="3634" y="5472"/>
                <a:ext cx="542" cy="528"/>
              </a:xfrm>
              <a:prstGeom prst="rect">
                <a:avLst/>
              </a:prstGeom>
              <a:noFill/>
              <a:ln w="12700">
                <a:noFill/>
                <a:miter lim="800000"/>
                <a:headEnd/>
                <a:tailEnd/>
              </a:ln>
            </p:spPr>
            <p:txBody>
              <a:bodyPr lIns="86176" tIns="43089" rIns="86176" bIns="43089"/>
              <a:lstStyle/>
              <a:p>
                <a:pPr algn="ctr" defTabSz="874713"/>
                <a:r>
                  <a:rPr lang="en-GB" sz="1200"/>
                  <a:t>Extra Info</a:t>
                </a:r>
              </a:p>
              <a:p>
                <a:pPr algn="ctr" defTabSz="874713"/>
                <a:endParaRPr lang="en-GB" sz="1200"/>
              </a:p>
            </p:txBody>
          </p:sp>
          <p:sp>
            <p:nvSpPr>
              <p:cNvPr id="188442" name="Rectangle 11"/>
              <p:cNvSpPr>
                <a:spLocks noChangeArrowheads="1"/>
              </p:cNvSpPr>
              <p:nvPr/>
            </p:nvSpPr>
            <p:spPr bwMode="auto">
              <a:xfrm>
                <a:off x="3093" y="5472"/>
                <a:ext cx="541" cy="528"/>
              </a:xfrm>
              <a:prstGeom prst="rect">
                <a:avLst/>
              </a:prstGeom>
              <a:noFill/>
              <a:ln w="12700">
                <a:noFill/>
                <a:miter lim="800000"/>
                <a:headEnd/>
                <a:tailEnd/>
              </a:ln>
            </p:spPr>
            <p:txBody>
              <a:bodyPr lIns="86176" tIns="43089" rIns="86176" bIns="43089"/>
              <a:lstStyle/>
              <a:p>
                <a:pPr algn="ctr" defTabSz="874713"/>
                <a:r>
                  <a:rPr lang="en-GB" sz="1200"/>
                  <a:t>FIT Sheet</a:t>
                </a:r>
              </a:p>
            </p:txBody>
          </p:sp>
          <p:sp>
            <p:nvSpPr>
              <p:cNvPr id="188443" name="Rectangle 12"/>
              <p:cNvSpPr>
                <a:spLocks noChangeArrowheads="1"/>
              </p:cNvSpPr>
              <p:nvPr/>
            </p:nvSpPr>
            <p:spPr bwMode="auto">
              <a:xfrm>
                <a:off x="2551" y="5472"/>
                <a:ext cx="542" cy="528"/>
              </a:xfrm>
              <a:prstGeom prst="rect">
                <a:avLst/>
              </a:prstGeom>
              <a:noFill/>
              <a:ln w="12700">
                <a:noFill/>
                <a:miter lim="800000"/>
                <a:headEnd/>
                <a:tailEnd/>
              </a:ln>
            </p:spPr>
            <p:txBody>
              <a:bodyPr lIns="86176" tIns="43089" rIns="86176" bIns="43089"/>
              <a:lstStyle/>
              <a:p>
                <a:pPr algn="ctr" defTabSz="874713"/>
                <a:r>
                  <a:rPr lang="en-GB" sz="1500"/>
                  <a:t>Photo</a:t>
                </a:r>
              </a:p>
            </p:txBody>
          </p:sp>
          <p:sp>
            <p:nvSpPr>
              <p:cNvPr id="188444" name="Rectangle 13"/>
              <p:cNvSpPr>
                <a:spLocks noChangeArrowheads="1"/>
              </p:cNvSpPr>
              <p:nvPr/>
            </p:nvSpPr>
            <p:spPr bwMode="auto">
              <a:xfrm>
                <a:off x="2009" y="5472"/>
                <a:ext cx="542" cy="528"/>
              </a:xfrm>
              <a:prstGeom prst="rect">
                <a:avLst/>
              </a:prstGeom>
              <a:solidFill>
                <a:schemeClr val="bg1"/>
              </a:solidFill>
              <a:ln w="12700">
                <a:noFill/>
                <a:miter lim="800000"/>
                <a:headEnd/>
                <a:tailEnd/>
              </a:ln>
            </p:spPr>
            <p:txBody>
              <a:bodyPr lIns="86176" tIns="43089" rIns="86176" bIns="43089"/>
              <a:lstStyle/>
              <a:p>
                <a:pPr algn="ctr" defTabSz="874713"/>
                <a:r>
                  <a:rPr lang="en-GB" sz="1300"/>
                  <a:t>Training</a:t>
                </a:r>
              </a:p>
              <a:p>
                <a:pPr algn="ctr" defTabSz="874713"/>
                <a:r>
                  <a:rPr lang="en-GB" sz="1300"/>
                  <a:t>Matl.</a:t>
                </a:r>
              </a:p>
            </p:txBody>
          </p:sp>
          <p:sp>
            <p:nvSpPr>
              <p:cNvPr id="188445" name="Rectangle 14"/>
              <p:cNvSpPr>
                <a:spLocks noChangeArrowheads="1"/>
              </p:cNvSpPr>
              <p:nvPr/>
            </p:nvSpPr>
            <p:spPr bwMode="auto">
              <a:xfrm>
                <a:off x="1467" y="5472"/>
                <a:ext cx="542" cy="528"/>
              </a:xfrm>
              <a:prstGeom prst="rect">
                <a:avLst/>
              </a:prstGeom>
              <a:noFill/>
              <a:ln w="12700">
                <a:noFill/>
                <a:miter lim="800000"/>
                <a:headEnd/>
                <a:tailEnd/>
              </a:ln>
            </p:spPr>
            <p:txBody>
              <a:bodyPr lIns="86176" tIns="43089" rIns="86176" bIns="43089"/>
              <a:lstStyle/>
              <a:p>
                <a:pPr algn="ctr" defTabSz="874713"/>
                <a:r>
                  <a:rPr lang="en-GB" sz="1300"/>
                  <a:t>Flip Chart</a:t>
                </a:r>
              </a:p>
            </p:txBody>
          </p:sp>
          <p:sp>
            <p:nvSpPr>
              <p:cNvPr id="188446" name="Rectangle 15"/>
              <p:cNvSpPr>
                <a:spLocks noChangeArrowheads="1"/>
              </p:cNvSpPr>
              <p:nvPr/>
            </p:nvSpPr>
            <p:spPr bwMode="auto">
              <a:xfrm>
                <a:off x="926" y="5472"/>
                <a:ext cx="541" cy="528"/>
              </a:xfrm>
              <a:prstGeom prst="rect">
                <a:avLst/>
              </a:prstGeom>
              <a:solidFill>
                <a:schemeClr val="folHlink"/>
              </a:solidFill>
              <a:ln w="12700">
                <a:noFill/>
                <a:miter lim="800000"/>
                <a:headEnd/>
                <a:tailEnd/>
              </a:ln>
            </p:spPr>
            <p:txBody>
              <a:bodyPr lIns="86176" tIns="43089" rIns="86176" bIns="43089"/>
              <a:lstStyle/>
              <a:p>
                <a:pPr algn="ctr" defTabSz="874713"/>
                <a:r>
                  <a:rPr lang="en-GB" sz="1500"/>
                  <a:t>Verbal</a:t>
                </a:r>
              </a:p>
            </p:txBody>
          </p:sp>
          <p:sp>
            <p:nvSpPr>
              <p:cNvPr id="188447" name="Rectangle 16"/>
              <p:cNvSpPr>
                <a:spLocks noChangeArrowheads="1"/>
              </p:cNvSpPr>
              <p:nvPr/>
            </p:nvSpPr>
            <p:spPr bwMode="auto">
              <a:xfrm>
                <a:off x="384" y="5472"/>
                <a:ext cx="542" cy="528"/>
              </a:xfrm>
              <a:prstGeom prst="rect">
                <a:avLst/>
              </a:prstGeom>
              <a:solidFill>
                <a:schemeClr val="folHlink"/>
              </a:solidFill>
              <a:ln w="12700">
                <a:noFill/>
                <a:miter lim="800000"/>
                <a:headEnd/>
                <a:tailEnd/>
              </a:ln>
            </p:spPr>
            <p:txBody>
              <a:bodyPr lIns="86176" tIns="43089" rIns="86176" bIns="43089"/>
              <a:lstStyle/>
              <a:p>
                <a:pPr algn="ctr" defTabSz="874713"/>
                <a:r>
                  <a:rPr lang="en-GB" sz="1500"/>
                  <a:t>Slide</a:t>
                </a:r>
              </a:p>
            </p:txBody>
          </p:sp>
          <p:sp>
            <p:nvSpPr>
              <p:cNvPr id="188448" name="Line 17"/>
              <p:cNvSpPr>
                <a:spLocks noChangeShapeType="1"/>
              </p:cNvSpPr>
              <p:nvPr/>
            </p:nvSpPr>
            <p:spPr bwMode="auto">
              <a:xfrm>
                <a:off x="384" y="5472"/>
                <a:ext cx="0" cy="528"/>
              </a:xfrm>
              <a:prstGeom prst="line">
                <a:avLst/>
              </a:prstGeom>
              <a:noFill/>
              <a:ln w="38100" cap="sq">
                <a:solidFill>
                  <a:schemeClr val="tx1"/>
                </a:solidFill>
                <a:round/>
                <a:headEnd/>
                <a:tailEnd/>
              </a:ln>
            </p:spPr>
            <p:txBody>
              <a:bodyPr lIns="86176" tIns="43089" rIns="86176" bIns="43089"/>
              <a:lstStyle/>
              <a:p>
                <a:endParaRPr lang="en-US"/>
              </a:p>
            </p:txBody>
          </p:sp>
          <p:sp>
            <p:nvSpPr>
              <p:cNvPr id="188449" name="Line 18"/>
              <p:cNvSpPr>
                <a:spLocks noChangeShapeType="1"/>
              </p:cNvSpPr>
              <p:nvPr/>
            </p:nvSpPr>
            <p:spPr bwMode="auto">
              <a:xfrm>
                <a:off x="926" y="5472"/>
                <a:ext cx="0" cy="528"/>
              </a:xfrm>
              <a:prstGeom prst="line">
                <a:avLst/>
              </a:prstGeom>
              <a:noFill/>
              <a:ln w="38100">
                <a:solidFill>
                  <a:schemeClr val="tx1"/>
                </a:solidFill>
                <a:round/>
                <a:headEnd/>
                <a:tailEnd/>
              </a:ln>
            </p:spPr>
            <p:txBody>
              <a:bodyPr lIns="86176" tIns="43089" rIns="86176" bIns="43089"/>
              <a:lstStyle/>
              <a:p>
                <a:endParaRPr lang="en-US"/>
              </a:p>
            </p:txBody>
          </p:sp>
          <p:sp>
            <p:nvSpPr>
              <p:cNvPr id="188450" name="Line 19"/>
              <p:cNvSpPr>
                <a:spLocks noChangeShapeType="1"/>
              </p:cNvSpPr>
              <p:nvPr/>
            </p:nvSpPr>
            <p:spPr bwMode="auto">
              <a:xfrm>
                <a:off x="1467" y="5472"/>
                <a:ext cx="0" cy="528"/>
              </a:xfrm>
              <a:prstGeom prst="line">
                <a:avLst/>
              </a:prstGeom>
              <a:noFill/>
              <a:ln w="28575">
                <a:solidFill>
                  <a:schemeClr val="tx1"/>
                </a:solidFill>
                <a:round/>
                <a:headEnd/>
                <a:tailEnd/>
              </a:ln>
            </p:spPr>
            <p:txBody>
              <a:bodyPr lIns="86176" tIns="43089" rIns="86176" bIns="43089"/>
              <a:lstStyle/>
              <a:p>
                <a:endParaRPr lang="en-US"/>
              </a:p>
            </p:txBody>
          </p:sp>
          <p:sp>
            <p:nvSpPr>
              <p:cNvPr id="188451" name="Line 20"/>
              <p:cNvSpPr>
                <a:spLocks noChangeShapeType="1"/>
              </p:cNvSpPr>
              <p:nvPr/>
            </p:nvSpPr>
            <p:spPr bwMode="auto">
              <a:xfrm>
                <a:off x="2009" y="5472"/>
                <a:ext cx="0" cy="528"/>
              </a:xfrm>
              <a:prstGeom prst="line">
                <a:avLst/>
              </a:prstGeom>
              <a:noFill/>
              <a:ln w="28575">
                <a:solidFill>
                  <a:schemeClr val="tx1"/>
                </a:solidFill>
                <a:round/>
                <a:headEnd/>
                <a:tailEnd/>
              </a:ln>
            </p:spPr>
            <p:txBody>
              <a:bodyPr lIns="86176" tIns="43089" rIns="86176" bIns="43089"/>
              <a:lstStyle/>
              <a:p>
                <a:endParaRPr lang="en-US"/>
              </a:p>
            </p:txBody>
          </p:sp>
          <p:sp>
            <p:nvSpPr>
              <p:cNvPr id="188452" name="Line 21"/>
              <p:cNvSpPr>
                <a:spLocks noChangeShapeType="1"/>
              </p:cNvSpPr>
              <p:nvPr/>
            </p:nvSpPr>
            <p:spPr bwMode="auto">
              <a:xfrm>
                <a:off x="2551" y="5472"/>
                <a:ext cx="0" cy="528"/>
              </a:xfrm>
              <a:prstGeom prst="line">
                <a:avLst/>
              </a:prstGeom>
              <a:noFill/>
              <a:ln w="28575">
                <a:solidFill>
                  <a:schemeClr val="tx1"/>
                </a:solidFill>
                <a:round/>
                <a:headEnd/>
                <a:tailEnd/>
              </a:ln>
            </p:spPr>
            <p:txBody>
              <a:bodyPr lIns="86176" tIns="43089" rIns="86176" bIns="43089"/>
              <a:lstStyle/>
              <a:p>
                <a:endParaRPr lang="en-US"/>
              </a:p>
            </p:txBody>
          </p:sp>
          <p:sp>
            <p:nvSpPr>
              <p:cNvPr id="188453" name="Line 22"/>
              <p:cNvSpPr>
                <a:spLocks noChangeShapeType="1"/>
              </p:cNvSpPr>
              <p:nvPr/>
            </p:nvSpPr>
            <p:spPr bwMode="auto">
              <a:xfrm>
                <a:off x="3093" y="5472"/>
                <a:ext cx="0" cy="528"/>
              </a:xfrm>
              <a:prstGeom prst="line">
                <a:avLst/>
              </a:prstGeom>
              <a:noFill/>
              <a:ln w="28575">
                <a:solidFill>
                  <a:schemeClr val="tx1"/>
                </a:solidFill>
                <a:round/>
                <a:headEnd/>
                <a:tailEnd/>
              </a:ln>
            </p:spPr>
            <p:txBody>
              <a:bodyPr lIns="86176" tIns="43089" rIns="86176" bIns="43089"/>
              <a:lstStyle/>
              <a:p>
                <a:endParaRPr lang="en-US"/>
              </a:p>
            </p:txBody>
          </p:sp>
          <p:sp>
            <p:nvSpPr>
              <p:cNvPr id="188454" name="Line 23"/>
              <p:cNvSpPr>
                <a:spLocks noChangeShapeType="1"/>
              </p:cNvSpPr>
              <p:nvPr/>
            </p:nvSpPr>
            <p:spPr bwMode="auto">
              <a:xfrm>
                <a:off x="3634" y="5472"/>
                <a:ext cx="0" cy="528"/>
              </a:xfrm>
              <a:prstGeom prst="line">
                <a:avLst/>
              </a:prstGeom>
              <a:noFill/>
              <a:ln w="28575">
                <a:solidFill>
                  <a:schemeClr val="tx1"/>
                </a:solidFill>
                <a:round/>
                <a:headEnd/>
                <a:tailEnd/>
              </a:ln>
            </p:spPr>
            <p:txBody>
              <a:bodyPr lIns="86176" tIns="43089" rIns="86176" bIns="43089"/>
              <a:lstStyle/>
              <a:p>
                <a:endParaRPr lang="en-US"/>
              </a:p>
            </p:txBody>
          </p:sp>
          <p:sp>
            <p:nvSpPr>
              <p:cNvPr id="188455" name="Line 24"/>
              <p:cNvSpPr>
                <a:spLocks noChangeShapeType="1"/>
              </p:cNvSpPr>
              <p:nvPr/>
            </p:nvSpPr>
            <p:spPr bwMode="auto">
              <a:xfrm>
                <a:off x="4176" y="5472"/>
                <a:ext cx="0" cy="528"/>
              </a:xfrm>
              <a:prstGeom prst="line">
                <a:avLst/>
              </a:prstGeom>
              <a:noFill/>
              <a:ln w="28575">
                <a:solidFill>
                  <a:schemeClr val="tx1"/>
                </a:solidFill>
                <a:round/>
                <a:headEnd/>
                <a:tailEnd/>
              </a:ln>
            </p:spPr>
            <p:txBody>
              <a:bodyPr lIns="86176" tIns="43089" rIns="86176" bIns="43089"/>
              <a:lstStyle/>
              <a:p>
                <a:endParaRPr lang="en-US"/>
              </a:p>
            </p:txBody>
          </p:sp>
          <p:sp>
            <p:nvSpPr>
              <p:cNvPr id="188456" name="Line 25"/>
              <p:cNvSpPr>
                <a:spLocks noChangeShapeType="1"/>
              </p:cNvSpPr>
              <p:nvPr/>
            </p:nvSpPr>
            <p:spPr bwMode="auto">
              <a:xfrm>
                <a:off x="2009" y="5472"/>
                <a:ext cx="1084" cy="0"/>
              </a:xfrm>
              <a:prstGeom prst="line">
                <a:avLst/>
              </a:prstGeom>
              <a:noFill/>
              <a:ln w="38100">
                <a:solidFill>
                  <a:schemeClr val="tx1"/>
                </a:solidFill>
                <a:round/>
                <a:headEnd/>
                <a:tailEnd/>
              </a:ln>
            </p:spPr>
            <p:txBody>
              <a:bodyPr lIns="86176" tIns="43089" rIns="86176" bIns="43089"/>
              <a:lstStyle/>
              <a:p>
                <a:endParaRPr lang="en-US"/>
              </a:p>
            </p:txBody>
          </p:sp>
          <p:sp>
            <p:nvSpPr>
              <p:cNvPr id="188457" name="Line 26"/>
              <p:cNvSpPr>
                <a:spLocks noChangeShapeType="1"/>
              </p:cNvSpPr>
              <p:nvPr/>
            </p:nvSpPr>
            <p:spPr bwMode="auto">
              <a:xfrm>
                <a:off x="384" y="5472"/>
                <a:ext cx="542" cy="0"/>
              </a:xfrm>
              <a:prstGeom prst="line">
                <a:avLst/>
              </a:prstGeom>
              <a:noFill/>
              <a:ln w="38100" cap="sq">
                <a:solidFill>
                  <a:schemeClr val="tx1"/>
                </a:solidFill>
                <a:round/>
                <a:headEnd/>
                <a:tailEnd/>
              </a:ln>
            </p:spPr>
            <p:txBody>
              <a:bodyPr lIns="86176" tIns="43089" rIns="86176" bIns="43089"/>
              <a:lstStyle/>
              <a:p>
                <a:endParaRPr lang="en-US"/>
              </a:p>
            </p:txBody>
          </p:sp>
          <p:sp>
            <p:nvSpPr>
              <p:cNvPr id="188458" name="Line 27"/>
              <p:cNvSpPr>
                <a:spLocks noChangeShapeType="1"/>
              </p:cNvSpPr>
              <p:nvPr/>
            </p:nvSpPr>
            <p:spPr bwMode="auto">
              <a:xfrm>
                <a:off x="926" y="5472"/>
                <a:ext cx="1083" cy="0"/>
              </a:xfrm>
              <a:prstGeom prst="line">
                <a:avLst/>
              </a:prstGeom>
              <a:noFill/>
              <a:ln w="28575" cap="sq">
                <a:solidFill>
                  <a:schemeClr val="tx1"/>
                </a:solidFill>
                <a:round/>
                <a:headEnd/>
                <a:tailEnd/>
              </a:ln>
            </p:spPr>
            <p:txBody>
              <a:bodyPr lIns="86176" tIns="43089" rIns="86176" bIns="43089"/>
              <a:lstStyle/>
              <a:p>
                <a:endParaRPr lang="en-US"/>
              </a:p>
            </p:txBody>
          </p:sp>
          <p:sp>
            <p:nvSpPr>
              <p:cNvPr id="188459" name="Line 28"/>
              <p:cNvSpPr>
                <a:spLocks noChangeShapeType="1"/>
              </p:cNvSpPr>
              <p:nvPr/>
            </p:nvSpPr>
            <p:spPr bwMode="auto">
              <a:xfrm>
                <a:off x="926" y="6000"/>
                <a:ext cx="3250" cy="0"/>
              </a:xfrm>
              <a:prstGeom prst="line">
                <a:avLst/>
              </a:prstGeom>
              <a:noFill/>
              <a:ln w="28575">
                <a:solidFill>
                  <a:schemeClr val="tx1"/>
                </a:solidFill>
                <a:round/>
                <a:headEnd/>
                <a:tailEnd/>
              </a:ln>
            </p:spPr>
            <p:txBody>
              <a:bodyPr lIns="86176" tIns="43089" rIns="86176" bIns="43089"/>
              <a:lstStyle/>
              <a:p>
                <a:endParaRPr lang="en-US"/>
              </a:p>
            </p:txBody>
          </p:sp>
          <p:sp>
            <p:nvSpPr>
              <p:cNvPr id="188460" name="Line 29"/>
              <p:cNvSpPr>
                <a:spLocks noChangeShapeType="1"/>
              </p:cNvSpPr>
              <p:nvPr/>
            </p:nvSpPr>
            <p:spPr bwMode="auto">
              <a:xfrm>
                <a:off x="3093" y="5472"/>
                <a:ext cx="1083" cy="0"/>
              </a:xfrm>
              <a:prstGeom prst="line">
                <a:avLst/>
              </a:prstGeom>
              <a:noFill/>
              <a:ln w="28575" cap="sq">
                <a:solidFill>
                  <a:schemeClr val="tx1"/>
                </a:solidFill>
                <a:round/>
                <a:headEnd/>
                <a:tailEnd/>
              </a:ln>
            </p:spPr>
            <p:txBody>
              <a:bodyPr lIns="86176" tIns="43089" rIns="86176" bIns="43089"/>
              <a:lstStyle/>
              <a:p>
                <a:endParaRPr lang="en-US"/>
              </a:p>
            </p:txBody>
          </p:sp>
          <p:sp>
            <p:nvSpPr>
              <p:cNvPr id="188461" name="Line 30"/>
              <p:cNvSpPr>
                <a:spLocks noChangeShapeType="1"/>
              </p:cNvSpPr>
              <p:nvPr/>
            </p:nvSpPr>
            <p:spPr bwMode="auto">
              <a:xfrm>
                <a:off x="384" y="6000"/>
                <a:ext cx="542" cy="0"/>
              </a:xfrm>
              <a:prstGeom prst="line">
                <a:avLst/>
              </a:prstGeom>
              <a:noFill/>
              <a:ln w="38100" cap="sq">
                <a:solidFill>
                  <a:schemeClr val="tx1"/>
                </a:solidFill>
                <a:round/>
                <a:headEnd/>
                <a:tailEnd/>
              </a:ln>
            </p:spPr>
            <p:txBody>
              <a:bodyPr lIns="86176" tIns="43089" rIns="86176" bIns="43089"/>
              <a:lstStyle/>
              <a:p>
                <a:endParaRPr lang="en-US"/>
              </a:p>
            </p:txBody>
          </p:sp>
        </p:grpSp>
        <p:sp>
          <p:nvSpPr>
            <p:cNvPr id="188426" name="AutoShape 31"/>
            <p:cNvSpPr>
              <a:spLocks noChangeArrowheads="1"/>
            </p:cNvSpPr>
            <p:nvPr/>
          </p:nvSpPr>
          <p:spPr bwMode="auto">
            <a:xfrm>
              <a:off x="571" y="5768"/>
              <a:ext cx="316" cy="233"/>
            </a:xfrm>
            <a:prstGeom prst="foldedCorner">
              <a:avLst>
                <a:gd name="adj" fmla="val 43153"/>
              </a:avLst>
            </a:prstGeom>
            <a:solidFill>
              <a:schemeClr val="bg1"/>
            </a:solidFill>
            <a:ln w="12700">
              <a:solidFill>
                <a:schemeClr val="tx1"/>
              </a:solidFill>
              <a:round/>
              <a:headEnd/>
              <a:tailEnd/>
            </a:ln>
          </p:spPr>
          <p:txBody>
            <a:bodyPr lIns="86176" tIns="43089" rIns="86176" bIns="43089"/>
            <a:lstStyle/>
            <a:p>
              <a:endParaRPr lang="fr-FR"/>
            </a:p>
          </p:txBody>
        </p:sp>
        <p:grpSp>
          <p:nvGrpSpPr>
            <p:cNvPr id="4" name="Group 32"/>
            <p:cNvGrpSpPr>
              <a:grpSpLocks/>
            </p:cNvGrpSpPr>
            <p:nvPr/>
          </p:nvGrpSpPr>
          <p:grpSpPr bwMode="auto">
            <a:xfrm>
              <a:off x="1700" y="5815"/>
              <a:ext cx="143" cy="215"/>
              <a:chOff x="2832" y="4080"/>
              <a:chExt cx="240" cy="432"/>
            </a:xfrm>
          </p:grpSpPr>
          <p:sp>
            <p:nvSpPr>
              <p:cNvPr id="188438" name="Rectangle 33"/>
              <p:cNvSpPr>
                <a:spLocks noChangeArrowheads="1"/>
              </p:cNvSpPr>
              <p:nvPr/>
            </p:nvSpPr>
            <p:spPr bwMode="auto">
              <a:xfrm>
                <a:off x="2832" y="4080"/>
                <a:ext cx="240" cy="240"/>
              </a:xfrm>
              <a:prstGeom prst="rect">
                <a:avLst/>
              </a:prstGeom>
              <a:solidFill>
                <a:schemeClr val="bg1"/>
              </a:solidFill>
              <a:ln w="19050">
                <a:solidFill>
                  <a:schemeClr val="tx1"/>
                </a:solidFill>
                <a:miter lim="800000"/>
                <a:headEnd/>
                <a:tailEnd/>
              </a:ln>
            </p:spPr>
            <p:txBody>
              <a:bodyPr lIns="86176" tIns="43089" rIns="86176" bIns="43089"/>
              <a:lstStyle/>
              <a:p>
                <a:endParaRPr lang="fr-FR"/>
              </a:p>
            </p:txBody>
          </p:sp>
          <p:sp>
            <p:nvSpPr>
              <p:cNvPr id="188439" name="Line 34"/>
              <p:cNvSpPr>
                <a:spLocks noChangeShapeType="1"/>
              </p:cNvSpPr>
              <p:nvPr/>
            </p:nvSpPr>
            <p:spPr bwMode="auto">
              <a:xfrm>
                <a:off x="3024" y="4320"/>
                <a:ext cx="48" cy="192"/>
              </a:xfrm>
              <a:prstGeom prst="line">
                <a:avLst/>
              </a:prstGeom>
              <a:noFill/>
              <a:ln w="19050">
                <a:solidFill>
                  <a:schemeClr val="tx1"/>
                </a:solidFill>
                <a:round/>
                <a:headEnd/>
                <a:tailEnd/>
              </a:ln>
            </p:spPr>
            <p:txBody>
              <a:bodyPr lIns="86176" tIns="43089" rIns="86176" bIns="43089"/>
              <a:lstStyle/>
              <a:p>
                <a:endParaRPr lang="en-US"/>
              </a:p>
            </p:txBody>
          </p:sp>
          <p:sp>
            <p:nvSpPr>
              <p:cNvPr id="188440" name="Line 35"/>
              <p:cNvSpPr>
                <a:spLocks noChangeShapeType="1"/>
              </p:cNvSpPr>
              <p:nvPr/>
            </p:nvSpPr>
            <p:spPr bwMode="auto">
              <a:xfrm flipH="1">
                <a:off x="2832" y="4320"/>
                <a:ext cx="48" cy="192"/>
              </a:xfrm>
              <a:prstGeom prst="line">
                <a:avLst/>
              </a:prstGeom>
              <a:noFill/>
              <a:ln w="19050">
                <a:solidFill>
                  <a:schemeClr val="tx1"/>
                </a:solidFill>
                <a:round/>
                <a:headEnd/>
                <a:tailEnd/>
              </a:ln>
            </p:spPr>
            <p:txBody>
              <a:bodyPr lIns="86176" tIns="43089" rIns="86176" bIns="43089"/>
              <a:lstStyle/>
              <a:p>
                <a:endParaRPr lang="en-US"/>
              </a:p>
            </p:txBody>
          </p:sp>
        </p:grpSp>
        <p:grpSp>
          <p:nvGrpSpPr>
            <p:cNvPr id="5" name="Group 36"/>
            <p:cNvGrpSpPr>
              <a:grpSpLocks/>
            </p:cNvGrpSpPr>
            <p:nvPr/>
          </p:nvGrpSpPr>
          <p:grpSpPr bwMode="auto">
            <a:xfrm>
              <a:off x="3236" y="5815"/>
              <a:ext cx="143" cy="215"/>
              <a:chOff x="3456" y="2880"/>
              <a:chExt cx="560" cy="1086"/>
            </a:xfrm>
          </p:grpSpPr>
          <p:grpSp>
            <p:nvGrpSpPr>
              <p:cNvPr id="6" name="Group 37"/>
              <p:cNvGrpSpPr>
                <a:grpSpLocks/>
              </p:cNvGrpSpPr>
              <p:nvPr/>
            </p:nvGrpSpPr>
            <p:grpSpPr bwMode="auto">
              <a:xfrm>
                <a:off x="3456" y="2880"/>
                <a:ext cx="560" cy="1086"/>
                <a:chOff x="2832" y="4080"/>
                <a:chExt cx="240" cy="432"/>
              </a:xfrm>
            </p:grpSpPr>
            <p:sp>
              <p:nvSpPr>
                <p:cNvPr id="188435" name="Rectangle 38"/>
                <p:cNvSpPr>
                  <a:spLocks noChangeArrowheads="1"/>
                </p:cNvSpPr>
                <p:nvPr/>
              </p:nvSpPr>
              <p:spPr bwMode="auto">
                <a:xfrm>
                  <a:off x="2832" y="4080"/>
                  <a:ext cx="240" cy="240"/>
                </a:xfrm>
                <a:prstGeom prst="rect">
                  <a:avLst/>
                </a:prstGeom>
                <a:solidFill>
                  <a:schemeClr val="bg1"/>
                </a:solidFill>
                <a:ln w="19050">
                  <a:solidFill>
                    <a:schemeClr val="tx1"/>
                  </a:solidFill>
                  <a:miter lim="800000"/>
                  <a:headEnd/>
                  <a:tailEnd/>
                </a:ln>
              </p:spPr>
              <p:txBody>
                <a:bodyPr lIns="86176" tIns="43089" rIns="86176" bIns="43089"/>
                <a:lstStyle/>
                <a:p>
                  <a:endParaRPr lang="fr-FR"/>
                </a:p>
              </p:txBody>
            </p:sp>
            <p:sp>
              <p:nvSpPr>
                <p:cNvPr id="188436" name="Line 39"/>
                <p:cNvSpPr>
                  <a:spLocks noChangeShapeType="1"/>
                </p:cNvSpPr>
                <p:nvPr/>
              </p:nvSpPr>
              <p:spPr bwMode="auto">
                <a:xfrm>
                  <a:off x="3024" y="4320"/>
                  <a:ext cx="48" cy="192"/>
                </a:xfrm>
                <a:prstGeom prst="line">
                  <a:avLst/>
                </a:prstGeom>
                <a:noFill/>
                <a:ln w="19050">
                  <a:solidFill>
                    <a:schemeClr val="tx1"/>
                  </a:solidFill>
                  <a:round/>
                  <a:headEnd/>
                  <a:tailEnd/>
                </a:ln>
              </p:spPr>
              <p:txBody>
                <a:bodyPr lIns="86176" tIns="43089" rIns="86176" bIns="43089"/>
                <a:lstStyle/>
                <a:p>
                  <a:endParaRPr lang="en-US"/>
                </a:p>
              </p:txBody>
            </p:sp>
            <p:sp>
              <p:nvSpPr>
                <p:cNvPr id="188437" name="Line 40"/>
                <p:cNvSpPr>
                  <a:spLocks noChangeShapeType="1"/>
                </p:cNvSpPr>
                <p:nvPr/>
              </p:nvSpPr>
              <p:spPr bwMode="auto">
                <a:xfrm flipH="1">
                  <a:off x="2832" y="4320"/>
                  <a:ext cx="48" cy="192"/>
                </a:xfrm>
                <a:prstGeom prst="line">
                  <a:avLst/>
                </a:prstGeom>
                <a:noFill/>
                <a:ln w="19050">
                  <a:solidFill>
                    <a:schemeClr val="tx1"/>
                  </a:solidFill>
                  <a:round/>
                  <a:headEnd/>
                  <a:tailEnd/>
                </a:ln>
              </p:spPr>
              <p:txBody>
                <a:bodyPr lIns="86176" tIns="43089" rIns="86176" bIns="43089"/>
                <a:lstStyle/>
                <a:p>
                  <a:endParaRPr lang="en-US"/>
                </a:p>
              </p:txBody>
            </p:sp>
          </p:grpSp>
          <p:sp>
            <p:nvSpPr>
              <p:cNvPr id="188434" name="AutoShape 41"/>
              <p:cNvSpPr>
                <a:spLocks noChangeArrowheads="1"/>
              </p:cNvSpPr>
              <p:nvPr/>
            </p:nvSpPr>
            <p:spPr bwMode="auto">
              <a:xfrm>
                <a:off x="3552" y="2976"/>
                <a:ext cx="384" cy="384"/>
              </a:xfrm>
              <a:prstGeom prst="smileyFace">
                <a:avLst>
                  <a:gd name="adj" fmla="val 4653"/>
                </a:avLst>
              </a:prstGeom>
              <a:solidFill>
                <a:schemeClr val="bg1"/>
              </a:solidFill>
              <a:ln w="19050">
                <a:solidFill>
                  <a:schemeClr val="tx1"/>
                </a:solidFill>
                <a:round/>
                <a:headEnd/>
                <a:tailEnd/>
              </a:ln>
            </p:spPr>
            <p:txBody>
              <a:bodyPr lIns="86176" tIns="43089" rIns="86176" bIns="43089"/>
              <a:lstStyle/>
              <a:p>
                <a:endParaRPr lang="fr-FR"/>
              </a:p>
            </p:txBody>
          </p:sp>
        </p:grpSp>
        <p:sp>
          <p:nvSpPr>
            <p:cNvPr id="188429" name="AutoShape 42"/>
            <p:cNvSpPr>
              <a:spLocks noChangeArrowheads="1"/>
            </p:cNvSpPr>
            <p:nvPr/>
          </p:nvSpPr>
          <p:spPr bwMode="auto">
            <a:xfrm>
              <a:off x="3688" y="5815"/>
              <a:ext cx="180" cy="186"/>
            </a:xfrm>
            <a:prstGeom prst="plus">
              <a:avLst>
                <a:gd name="adj" fmla="val 36981"/>
              </a:avLst>
            </a:prstGeom>
            <a:solidFill>
              <a:schemeClr val="bg1"/>
            </a:solidFill>
            <a:ln w="12700">
              <a:solidFill>
                <a:schemeClr val="tx1"/>
              </a:solidFill>
              <a:miter lim="800000"/>
              <a:headEnd/>
              <a:tailEnd/>
            </a:ln>
          </p:spPr>
          <p:txBody>
            <a:bodyPr lIns="86176" tIns="43089" rIns="86176" bIns="43089"/>
            <a:lstStyle/>
            <a:p>
              <a:endParaRPr lang="fr-FR"/>
            </a:p>
          </p:txBody>
        </p:sp>
        <p:sp>
          <p:nvSpPr>
            <p:cNvPr id="188430" name="AutoShape 43"/>
            <p:cNvSpPr>
              <a:spLocks noChangeArrowheads="1"/>
            </p:cNvSpPr>
            <p:nvPr/>
          </p:nvSpPr>
          <p:spPr bwMode="auto">
            <a:xfrm>
              <a:off x="1068" y="5722"/>
              <a:ext cx="316" cy="186"/>
            </a:xfrm>
            <a:prstGeom prst="wedgeRectCallout">
              <a:avLst>
                <a:gd name="adj1" fmla="val -43750"/>
                <a:gd name="adj2" fmla="val 70000"/>
              </a:avLst>
            </a:prstGeom>
            <a:solidFill>
              <a:schemeClr val="bg1"/>
            </a:solidFill>
            <a:ln w="12700">
              <a:solidFill>
                <a:schemeClr val="tx1"/>
              </a:solidFill>
              <a:miter lim="800000"/>
              <a:headEnd/>
              <a:tailEnd/>
            </a:ln>
          </p:spPr>
          <p:txBody>
            <a:bodyPr lIns="86176" tIns="43089" rIns="86176" bIns="43089"/>
            <a:lstStyle/>
            <a:p>
              <a:pPr algn="ctr" defTabSz="874713"/>
              <a:endParaRPr lang="fr-FR" sz="1500"/>
            </a:p>
          </p:txBody>
        </p:sp>
        <p:sp>
          <p:nvSpPr>
            <p:cNvPr id="188431" name="AutoShape 44"/>
            <p:cNvSpPr>
              <a:spLocks noChangeArrowheads="1"/>
            </p:cNvSpPr>
            <p:nvPr/>
          </p:nvSpPr>
          <p:spPr bwMode="auto">
            <a:xfrm>
              <a:off x="2152" y="5815"/>
              <a:ext cx="271" cy="186"/>
            </a:xfrm>
            <a:prstGeom prst="flowChartMultidocument">
              <a:avLst/>
            </a:prstGeom>
            <a:solidFill>
              <a:schemeClr val="bg1"/>
            </a:solidFill>
            <a:ln w="12700">
              <a:solidFill>
                <a:schemeClr val="tx1"/>
              </a:solidFill>
              <a:miter lim="800000"/>
              <a:headEnd/>
              <a:tailEnd/>
            </a:ln>
          </p:spPr>
          <p:txBody>
            <a:bodyPr lIns="86176" tIns="43089" rIns="86176" bIns="43089"/>
            <a:lstStyle/>
            <a:p>
              <a:endParaRPr lang="fr-FR"/>
            </a:p>
          </p:txBody>
        </p:sp>
        <p:sp>
          <p:nvSpPr>
            <p:cNvPr id="188432" name="AutoShape 45"/>
            <p:cNvSpPr>
              <a:spLocks noChangeArrowheads="1"/>
            </p:cNvSpPr>
            <p:nvPr/>
          </p:nvSpPr>
          <p:spPr bwMode="auto">
            <a:xfrm>
              <a:off x="2649" y="5768"/>
              <a:ext cx="271" cy="187"/>
            </a:xfrm>
            <a:prstGeom prst="bevel">
              <a:avLst>
                <a:gd name="adj" fmla="val 12500"/>
              </a:avLst>
            </a:prstGeom>
            <a:solidFill>
              <a:schemeClr val="bg1"/>
            </a:solidFill>
            <a:ln w="12700">
              <a:solidFill>
                <a:schemeClr val="tx1"/>
              </a:solidFill>
              <a:miter lim="800000"/>
              <a:headEnd/>
              <a:tailEnd/>
            </a:ln>
          </p:spPr>
          <p:txBody>
            <a:bodyPr lIns="86176" tIns="43089" rIns="86176" bIns="43089"/>
            <a:lstStyle/>
            <a:p>
              <a:endParaRPr lang="fr-FR"/>
            </a:p>
          </p:txBody>
        </p:sp>
      </p:grpSp>
    </p:spTree>
    <p:extLst>
      <p:ext uri="{BB962C8B-B14F-4D97-AF65-F5344CB8AC3E}">
        <p14:creationId xmlns:p14="http://schemas.microsoft.com/office/powerpoint/2010/main" val="5726603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xfrm>
            <a:off x="3856038" y="9440863"/>
            <a:ext cx="2947987" cy="496887"/>
          </a:xfrm>
          <a:prstGeom prst="rect">
            <a:avLst/>
          </a:prstGeom>
          <a:noFill/>
        </p:spPr>
        <p:txBody>
          <a:bodyPr lIns="91532" tIns="45766" rIns="91532" bIns="45766"/>
          <a:lstStyle/>
          <a:p>
            <a:pPr defTabSz="922338"/>
            <a:fld id="{2A24A34C-7DD7-403A-8652-E7619847BFA6}" type="slidenum">
              <a:rPr lang="fr-FR" smtClean="0"/>
              <a:pPr defTabSz="922338"/>
              <a:t>49</a:t>
            </a:fld>
            <a:endParaRPr lang="fr-FR"/>
          </a:p>
        </p:txBody>
      </p:sp>
      <p:sp>
        <p:nvSpPr>
          <p:cNvPr id="134147" name="Rectangle 2"/>
          <p:cNvSpPr>
            <a:spLocks noGrp="1" noRot="1" noChangeAspect="1" noChangeArrowheads="1" noTextEdit="1"/>
          </p:cNvSpPr>
          <p:nvPr>
            <p:ph type="sldImg"/>
          </p:nvPr>
        </p:nvSpPr>
        <p:spPr>
          <a:xfrm>
            <a:off x="925513" y="752475"/>
            <a:ext cx="4954587" cy="3716338"/>
          </a:xfrm>
          <a:ln/>
        </p:spPr>
      </p:sp>
      <p:sp>
        <p:nvSpPr>
          <p:cNvPr id="134148" name="Rectangle 3"/>
          <p:cNvSpPr>
            <a:spLocks noGrp="1" noChangeArrowheads="1"/>
          </p:cNvSpPr>
          <p:nvPr>
            <p:ph type="body" idx="1"/>
          </p:nvPr>
        </p:nvSpPr>
        <p:spPr>
          <a:noFill/>
          <a:ln/>
        </p:spPr>
        <p:txBody>
          <a:bodyPr/>
          <a:lstStyle/>
          <a:p>
            <a:endParaRPr lang="fr-FR"/>
          </a:p>
        </p:txBody>
      </p:sp>
    </p:spTree>
    <p:extLst>
      <p:ext uri="{BB962C8B-B14F-4D97-AF65-F5344CB8AC3E}">
        <p14:creationId xmlns:p14="http://schemas.microsoft.com/office/powerpoint/2010/main" val="115912650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Espace réservé de l'image des diapositives 1"/>
          <p:cNvSpPr>
            <a:spLocks noGrp="1" noRot="1" noChangeAspect="1" noTextEdit="1"/>
          </p:cNvSpPr>
          <p:nvPr>
            <p:ph type="sldImg"/>
          </p:nvPr>
        </p:nvSpPr>
        <p:spPr>
          <a:ln/>
        </p:spPr>
      </p:sp>
      <p:sp>
        <p:nvSpPr>
          <p:cNvPr id="154627" name="Espace réservé des commentaires 2"/>
          <p:cNvSpPr>
            <a:spLocks noGrp="1"/>
          </p:cNvSpPr>
          <p:nvPr>
            <p:ph type="body" idx="1"/>
          </p:nvPr>
        </p:nvSpPr>
        <p:spPr>
          <a:noFill/>
          <a:ln/>
        </p:spPr>
        <p:txBody>
          <a:bodyPr/>
          <a:lstStyle/>
          <a:p>
            <a:endParaRPr lang="fr-FR"/>
          </a:p>
        </p:txBody>
      </p:sp>
      <p:sp>
        <p:nvSpPr>
          <p:cNvPr id="154628" name="Espace réservé du numéro de diapositive 3"/>
          <p:cNvSpPr>
            <a:spLocks noGrp="1"/>
          </p:cNvSpPr>
          <p:nvPr>
            <p:ph type="sldNum" sz="quarter" idx="5"/>
          </p:nvPr>
        </p:nvSpPr>
        <p:spPr>
          <a:xfrm>
            <a:off x="3854450" y="9440863"/>
            <a:ext cx="2949575" cy="496887"/>
          </a:xfrm>
          <a:prstGeom prst="rect">
            <a:avLst/>
          </a:prstGeom>
          <a:noFill/>
        </p:spPr>
        <p:txBody>
          <a:bodyPr/>
          <a:lstStyle/>
          <a:p>
            <a:pPr defTabSz="922338"/>
            <a:fld id="{EAB667BF-F680-455C-BA41-B74AF636BFC5}" type="slidenum">
              <a:rPr lang="fr-FR" smtClean="0"/>
              <a:pPr defTabSz="922338"/>
              <a:t>50</a:t>
            </a:fld>
            <a:endParaRPr lang="fr-FR"/>
          </a:p>
        </p:txBody>
      </p:sp>
    </p:spTree>
    <p:extLst>
      <p:ext uri="{BB962C8B-B14F-4D97-AF65-F5344CB8AC3E}">
        <p14:creationId xmlns:p14="http://schemas.microsoft.com/office/powerpoint/2010/main" val="80575084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en-US" dirty="0"/>
              <a:t>ID : Comment </a:t>
            </a:r>
            <a:r>
              <a:rPr lang="en-US" dirty="0" err="1"/>
              <a:t>améliorer</a:t>
            </a:r>
            <a:r>
              <a:rPr lang="en-US" dirty="0"/>
              <a:t> la </a:t>
            </a:r>
            <a:r>
              <a:rPr lang="en-US" dirty="0" err="1"/>
              <a:t>conso</a:t>
            </a:r>
            <a:r>
              <a:rPr lang="en-US" dirty="0"/>
              <a:t> de ma </a:t>
            </a:r>
            <a:r>
              <a:rPr lang="en-US" dirty="0" err="1"/>
              <a:t>voiture</a:t>
            </a:r>
            <a:r>
              <a:rPr lang="en-US" baseline="0" dirty="0"/>
              <a:t> ? Comment </a:t>
            </a:r>
            <a:r>
              <a:rPr lang="en-US" baseline="0" dirty="0" err="1"/>
              <a:t>réduire</a:t>
            </a:r>
            <a:r>
              <a:rPr lang="en-US" baseline="0" dirty="0"/>
              <a:t> ma facture de carburant </a:t>
            </a:r>
            <a:r>
              <a:rPr lang="en-US" baseline="0" dirty="0" err="1"/>
              <a:t>voiture</a:t>
            </a:r>
            <a:r>
              <a:rPr lang="en-US" baseline="0" dirty="0"/>
              <a:t> ?</a:t>
            </a:r>
            <a:endParaRPr lang="en-US" dirty="0"/>
          </a:p>
        </p:txBody>
      </p:sp>
      <p:sp>
        <p:nvSpPr>
          <p:cNvPr id="4" name="Espace réservé du numéro de diapositive 3"/>
          <p:cNvSpPr>
            <a:spLocks noGrp="1"/>
          </p:cNvSpPr>
          <p:nvPr>
            <p:ph type="sldNum" sz="quarter" idx="10"/>
          </p:nvPr>
        </p:nvSpPr>
        <p:spPr>
          <a:xfrm>
            <a:off x="3855333" y="9440071"/>
            <a:ext cx="2949099" cy="496967"/>
          </a:xfrm>
          <a:prstGeom prst="rect">
            <a:avLst/>
          </a:prstGeom>
        </p:spPr>
        <p:txBody>
          <a:bodyPr lIns="91550" tIns="45775" rIns="91550" bIns="45775"/>
          <a:lstStyle/>
          <a:p>
            <a:fld id="{9B907C86-C32D-4CA5-8410-AE8A104EBC3A}" type="slidenum">
              <a:rPr lang="fr-FR" smtClean="0"/>
              <a:pPr/>
              <a:t>51</a:t>
            </a:fld>
            <a:endParaRPr lang="fr-FR"/>
          </a:p>
        </p:txBody>
      </p:sp>
    </p:spTree>
    <p:extLst>
      <p:ext uri="{BB962C8B-B14F-4D97-AF65-F5344CB8AC3E}">
        <p14:creationId xmlns:p14="http://schemas.microsoft.com/office/powerpoint/2010/main" val="163262172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6" name="Rectangle 7"/>
          <p:cNvSpPr>
            <a:spLocks noGrp="1" noChangeArrowheads="1"/>
          </p:cNvSpPr>
          <p:nvPr>
            <p:ph type="sldNum" sz="quarter" idx="5"/>
          </p:nvPr>
        </p:nvSpPr>
        <p:spPr>
          <a:xfrm>
            <a:off x="3854450" y="9440865"/>
            <a:ext cx="2949575" cy="496887"/>
          </a:xfrm>
          <a:prstGeom prst="rect">
            <a:avLst/>
          </a:prstGeom>
        </p:spPr>
        <p:txBody>
          <a:bodyPr lIns="88437" tIns="44219" rIns="88437" bIns="44219"/>
          <a:lstStyle/>
          <a:p>
            <a:pPr>
              <a:defRPr/>
            </a:pPr>
            <a:r>
              <a:rPr lang="fr-FR"/>
              <a:t>Page </a:t>
            </a:r>
            <a:fld id="{9FC9B99D-8CF8-42E1-956D-63FDA1772280}" type="slidenum">
              <a:rPr lang="fr-FR"/>
              <a:pPr>
                <a:defRPr/>
              </a:pPr>
              <a:t>52</a:t>
            </a:fld>
            <a:endParaRPr lang="fr-FR"/>
          </a:p>
        </p:txBody>
      </p:sp>
      <p:sp>
        <p:nvSpPr>
          <p:cNvPr id="208899" name="Rectangle 2"/>
          <p:cNvSpPr>
            <a:spLocks noGrp="1" noRot="1" noChangeAspect="1" noChangeArrowheads="1" noTextEdit="1"/>
          </p:cNvSpPr>
          <p:nvPr>
            <p:ph type="sldImg"/>
          </p:nvPr>
        </p:nvSpPr>
        <p:spPr>
          <a:xfrm>
            <a:off x="1084263" y="893763"/>
            <a:ext cx="4643437" cy="3482975"/>
          </a:xfrm>
          <a:ln/>
        </p:spPr>
      </p:sp>
      <p:sp>
        <p:nvSpPr>
          <p:cNvPr id="208900" name="Rectangle 3"/>
          <p:cNvSpPr>
            <a:spLocks noGrp="1" noChangeArrowheads="1"/>
          </p:cNvSpPr>
          <p:nvPr>
            <p:ph type="body" idx="1"/>
          </p:nvPr>
        </p:nvSpPr>
        <p:spPr>
          <a:xfrm>
            <a:off x="903289" y="4746626"/>
            <a:ext cx="4999037" cy="4408488"/>
          </a:xfrm>
          <a:noFill/>
          <a:ln/>
        </p:spPr>
        <p:txBody>
          <a:bodyPr/>
          <a:lstStyle/>
          <a:p>
            <a:r>
              <a:rPr lang="fr-FR" dirty="0">
                <a:latin typeface="Arial" charset="0"/>
              </a:rPr>
              <a:t>Pour classifier les idées, attribuer un </a:t>
            </a:r>
            <a:r>
              <a:rPr lang="fr-FR" dirty="0" err="1">
                <a:latin typeface="Arial" charset="0"/>
              </a:rPr>
              <a:t>nbre</a:t>
            </a:r>
            <a:r>
              <a:rPr lang="fr-FR" dirty="0">
                <a:latin typeface="Arial" charset="0"/>
              </a:rPr>
              <a:t> de point à chacun qu’il réaffecte</a:t>
            </a:r>
            <a:r>
              <a:rPr lang="fr-FR" baseline="0" dirty="0">
                <a:latin typeface="Arial" charset="0"/>
              </a:rPr>
              <a:t> aux idées.</a:t>
            </a:r>
            <a:r>
              <a:rPr lang="fr-FR" sz="1200" dirty="0">
                <a:solidFill>
                  <a:srgbClr val="0070C0"/>
                </a:solidFill>
                <a:latin typeface="Calibri" pitchFamily="34" charset="0"/>
              </a:rPr>
              <a:t> </a:t>
            </a:r>
          </a:p>
          <a:p>
            <a:endParaRPr lang="fr-FR" sz="1200" dirty="0">
              <a:solidFill>
                <a:srgbClr val="0070C0"/>
              </a:solidFill>
              <a:latin typeface="Calibri" pitchFamily="34" charset="0"/>
            </a:endParaRPr>
          </a:p>
          <a:p>
            <a:r>
              <a:rPr lang="fr-FR" sz="1200" dirty="0">
                <a:solidFill>
                  <a:srgbClr val="0070C0"/>
                </a:solidFill>
                <a:latin typeface="Calibri" pitchFamily="34" charset="0"/>
              </a:rPr>
              <a:t>ou </a:t>
            </a:r>
            <a:r>
              <a:rPr lang="fr-FR" sz="1200" dirty="0" err="1">
                <a:solidFill>
                  <a:srgbClr val="0070C0"/>
                </a:solidFill>
                <a:latin typeface="Calibri" pitchFamily="34" charset="0"/>
              </a:rPr>
              <a:t>Metaplan</a:t>
            </a:r>
            <a:r>
              <a:rPr lang="fr-FR" sz="1200" dirty="0">
                <a:latin typeface="Calibri" pitchFamily="34" charset="0"/>
              </a:rPr>
              <a:t> </a:t>
            </a:r>
            <a:endParaRPr lang="fr-FR" dirty="0">
              <a:latin typeface="Arial" charset="0"/>
            </a:endParaRPr>
          </a:p>
        </p:txBody>
      </p:sp>
    </p:spTree>
    <p:extLst>
      <p:ext uri="{BB962C8B-B14F-4D97-AF65-F5344CB8AC3E}">
        <p14:creationId xmlns:p14="http://schemas.microsoft.com/office/powerpoint/2010/main" val="143392585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en-US" dirty="0"/>
              <a:t>Les </a:t>
            </a:r>
            <a:r>
              <a:rPr lang="en-US" dirty="0" err="1"/>
              <a:t>autres</a:t>
            </a:r>
            <a:r>
              <a:rPr lang="en-US" dirty="0"/>
              <a:t> M : maintenance  M management…</a:t>
            </a:r>
          </a:p>
        </p:txBody>
      </p:sp>
      <p:sp>
        <p:nvSpPr>
          <p:cNvPr id="4" name="Espace réservé du numéro de diapositive 3"/>
          <p:cNvSpPr>
            <a:spLocks noGrp="1"/>
          </p:cNvSpPr>
          <p:nvPr>
            <p:ph type="sldNum" sz="quarter" idx="10"/>
          </p:nvPr>
        </p:nvSpPr>
        <p:spPr>
          <a:xfrm>
            <a:off x="3855333" y="9440071"/>
            <a:ext cx="2949099" cy="496967"/>
          </a:xfrm>
          <a:prstGeom prst="rect">
            <a:avLst/>
          </a:prstGeom>
        </p:spPr>
        <p:txBody>
          <a:bodyPr lIns="91550" tIns="45775" rIns="91550" bIns="45775"/>
          <a:lstStyle/>
          <a:p>
            <a:fld id="{9B907C86-C32D-4CA5-8410-AE8A104EBC3A}" type="slidenum">
              <a:rPr lang="fr-FR" smtClean="0"/>
              <a:pPr/>
              <a:t>53</a:t>
            </a:fld>
            <a:endParaRPr lang="fr-FR"/>
          </a:p>
        </p:txBody>
      </p:sp>
    </p:spTree>
    <p:extLst>
      <p:ext uri="{BB962C8B-B14F-4D97-AF65-F5344CB8AC3E}">
        <p14:creationId xmlns:p14="http://schemas.microsoft.com/office/powerpoint/2010/main" val="114161612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Espace réservé de l'image des diapositives 1"/>
          <p:cNvSpPr>
            <a:spLocks noGrp="1" noRot="1" noChangeAspect="1" noTextEdit="1"/>
          </p:cNvSpPr>
          <p:nvPr>
            <p:ph type="sldImg"/>
          </p:nvPr>
        </p:nvSpPr>
        <p:spPr>
          <a:ln/>
        </p:spPr>
      </p:sp>
      <p:sp>
        <p:nvSpPr>
          <p:cNvPr id="155651" name="Espace réservé des commentaires 2"/>
          <p:cNvSpPr>
            <a:spLocks noGrp="1"/>
          </p:cNvSpPr>
          <p:nvPr>
            <p:ph type="body" idx="1"/>
          </p:nvPr>
        </p:nvSpPr>
        <p:spPr>
          <a:noFill/>
          <a:ln/>
        </p:spPr>
        <p:txBody>
          <a:bodyPr/>
          <a:lstStyle/>
          <a:p>
            <a:endParaRPr lang="en-US"/>
          </a:p>
        </p:txBody>
      </p:sp>
      <p:sp>
        <p:nvSpPr>
          <p:cNvPr id="155652" name="Espace réservé du numéro de diapositive 3"/>
          <p:cNvSpPr>
            <a:spLocks noGrp="1"/>
          </p:cNvSpPr>
          <p:nvPr>
            <p:ph type="sldNum" sz="quarter" idx="5"/>
          </p:nvPr>
        </p:nvSpPr>
        <p:spPr>
          <a:xfrm>
            <a:off x="3856038" y="9440863"/>
            <a:ext cx="2947987" cy="496887"/>
          </a:xfrm>
          <a:prstGeom prst="rect">
            <a:avLst/>
          </a:prstGeom>
          <a:noFill/>
        </p:spPr>
        <p:txBody>
          <a:bodyPr lIns="91532" tIns="45766" rIns="91532" bIns="45766"/>
          <a:lstStyle/>
          <a:p>
            <a:pPr defTabSz="922338"/>
            <a:fld id="{34221AC3-92F1-4117-ACDB-353BFAB0DEAD}" type="slidenum">
              <a:rPr lang="fr-FR" smtClean="0"/>
              <a:pPr defTabSz="922338"/>
              <a:t>54</a:t>
            </a:fld>
            <a:endParaRPr lang="fr-FR"/>
          </a:p>
        </p:txBody>
      </p:sp>
    </p:spTree>
    <p:extLst>
      <p:ext uri="{BB962C8B-B14F-4D97-AF65-F5344CB8AC3E}">
        <p14:creationId xmlns:p14="http://schemas.microsoft.com/office/powerpoint/2010/main" val="8435389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Espace réservé de l'image des diapositives 1"/>
          <p:cNvSpPr>
            <a:spLocks noGrp="1" noRot="1" noChangeAspect="1" noTextEdit="1"/>
          </p:cNvSpPr>
          <p:nvPr>
            <p:ph type="sldImg"/>
          </p:nvPr>
        </p:nvSpPr>
        <p:spPr>
          <a:ln/>
        </p:spPr>
      </p:sp>
      <p:sp>
        <p:nvSpPr>
          <p:cNvPr id="158723" name="Espace réservé des commentaires 2"/>
          <p:cNvSpPr>
            <a:spLocks noGrp="1"/>
          </p:cNvSpPr>
          <p:nvPr>
            <p:ph type="body" idx="1"/>
          </p:nvPr>
        </p:nvSpPr>
        <p:spPr>
          <a:noFill/>
          <a:ln/>
        </p:spPr>
        <p:txBody>
          <a:bodyPr/>
          <a:lstStyle/>
          <a:p>
            <a:endParaRPr lang="fr-FR"/>
          </a:p>
        </p:txBody>
      </p:sp>
      <p:sp>
        <p:nvSpPr>
          <p:cNvPr id="158724" name="Espace réservé du numéro de diapositive 3"/>
          <p:cNvSpPr>
            <a:spLocks noGrp="1"/>
          </p:cNvSpPr>
          <p:nvPr>
            <p:ph type="sldNum" sz="quarter" idx="5"/>
          </p:nvPr>
        </p:nvSpPr>
        <p:spPr>
          <a:xfrm>
            <a:off x="3856038" y="9440863"/>
            <a:ext cx="2947987" cy="496887"/>
          </a:xfrm>
          <a:prstGeom prst="rect">
            <a:avLst/>
          </a:prstGeom>
          <a:noFill/>
        </p:spPr>
        <p:txBody>
          <a:bodyPr lIns="91532" tIns="45766" rIns="91532" bIns="45766"/>
          <a:lstStyle/>
          <a:p>
            <a:pPr defTabSz="922338"/>
            <a:fld id="{3161A5F7-9C02-4903-84F8-75A940A2726E}" type="slidenum">
              <a:rPr lang="fr-FR" smtClean="0"/>
              <a:pPr defTabSz="922338"/>
              <a:t>56</a:t>
            </a:fld>
            <a:endParaRPr lang="fr-FR"/>
          </a:p>
        </p:txBody>
      </p:sp>
    </p:spTree>
    <p:extLst>
      <p:ext uri="{BB962C8B-B14F-4D97-AF65-F5344CB8AC3E}">
        <p14:creationId xmlns:p14="http://schemas.microsoft.com/office/powerpoint/2010/main" val="93981958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xfrm>
            <a:off x="3856038" y="9440863"/>
            <a:ext cx="2947987" cy="496887"/>
          </a:xfrm>
          <a:prstGeom prst="rect">
            <a:avLst/>
          </a:prstGeom>
          <a:noFill/>
        </p:spPr>
        <p:txBody>
          <a:bodyPr lIns="91532" tIns="45766" rIns="91532" bIns="45766"/>
          <a:lstStyle/>
          <a:p>
            <a:pPr defTabSz="922338"/>
            <a:fld id="{2A24A34C-7DD7-403A-8652-E7619847BFA6}" type="slidenum">
              <a:rPr lang="fr-FR" smtClean="0"/>
              <a:pPr defTabSz="922338"/>
              <a:t>58</a:t>
            </a:fld>
            <a:endParaRPr lang="fr-FR"/>
          </a:p>
        </p:txBody>
      </p:sp>
      <p:sp>
        <p:nvSpPr>
          <p:cNvPr id="134147" name="Rectangle 2"/>
          <p:cNvSpPr>
            <a:spLocks noGrp="1" noRot="1" noChangeAspect="1" noChangeArrowheads="1" noTextEdit="1"/>
          </p:cNvSpPr>
          <p:nvPr>
            <p:ph type="sldImg"/>
          </p:nvPr>
        </p:nvSpPr>
        <p:spPr>
          <a:xfrm>
            <a:off x="925513" y="752475"/>
            <a:ext cx="4954587" cy="3716338"/>
          </a:xfrm>
          <a:ln/>
        </p:spPr>
      </p:sp>
      <p:sp>
        <p:nvSpPr>
          <p:cNvPr id="134148" name="Rectangle 3"/>
          <p:cNvSpPr>
            <a:spLocks noGrp="1" noChangeArrowheads="1"/>
          </p:cNvSpPr>
          <p:nvPr>
            <p:ph type="body" idx="1"/>
          </p:nvPr>
        </p:nvSpPr>
        <p:spPr>
          <a:noFill/>
          <a:ln/>
        </p:spPr>
        <p:txBody>
          <a:bodyPr/>
          <a:lstStyle/>
          <a:p>
            <a:endParaRPr lang="fr-FR"/>
          </a:p>
        </p:txBody>
      </p:sp>
    </p:spTree>
    <p:extLst>
      <p:ext uri="{BB962C8B-B14F-4D97-AF65-F5344CB8AC3E}">
        <p14:creationId xmlns:p14="http://schemas.microsoft.com/office/powerpoint/2010/main" val="200110054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Espace réservé de l'image des diapositives 1"/>
          <p:cNvSpPr>
            <a:spLocks noGrp="1" noRot="1" noChangeAspect="1" noTextEdit="1"/>
          </p:cNvSpPr>
          <p:nvPr>
            <p:ph type="sldImg"/>
          </p:nvPr>
        </p:nvSpPr>
        <p:spPr>
          <a:ln/>
        </p:spPr>
      </p:sp>
      <p:sp>
        <p:nvSpPr>
          <p:cNvPr id="160771" name="Espace réservé des commentaires 2"/>
          <p:cNvSpPr>
            <a:spLocks noGrp="1"/>
          </p:cNvSpPr>
          <p:nvPr>
            <p:ph type="body" idx="1"/>
          </p:nvPr>
        </p:nvSpPr>
        <p:spPr>
          <a:noFill/>
          <a:ln/>
        </p:spPr>
        <p:txBody>
          <a:bodyPr/>
          <a:lstStyle/>
          <a:p>
            <a:endParaRPr lang="fr-FR"/>
          </a:p>
        </p:txBody>
      </p:sp>
      <p:sp>
        <p:nvSpPr>
          <p:cNvPr id="160772" name="Espace réservé du numéro de diapositive 3"/>
          <p:cNvSpPr>
            <a:spLocks noGrp="1"/>
          </p:cNvSpPr>
          <p:nvPr>
            <p:ph type="sldNum" sz="quarter" idx="5"/>
          </p:nvPr>
        </p:nvSpPr>
        <p:spPr>
          <a:xfrm>
            <a:off x="3854450" y="9440863"/>
            <a:ext cx="2949575" cy="496887"/>
          </a:xfrm>
          <a:prstGeom prst="rect">
            <a:avLst/>
          </a:prstGeom>
          <a:noFill/>
        </p:spPr>
        <p:txBody>
          <a:bodyPr/>
          <a:lstStyle/>
          <a:p>
            <a:pPr defTabSz="922338"/>
            <a:fld id="{3AC855A8-85BF-4F31-974A-AB00FF8719AD}" type="slidenum">
              <a:rPr lang="fr-FR" smtClean="0"/>
              <a:pPr defTabSz="922338"/>
              <a:t>59</a:t>
            </a:fld>
            <a:endParaRPr lang="fr-FR"/>
          </a:p>
        </p:txBody>
      </p:sp>
    </p:spTree>
    <p:extLst>
      <p:ext uri="{BB962C8B-B14F-4D97-AF65-F5344CB8AC3E}">
        <p14:creationId xmlns:p14="http://schemas.microsoft.com/office/powerpoint/2010/main" val="154823336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Espace réservé de l'image des diapositives 1"/>
          <p:cNvSpPr>
            <a:spLocks noGrp="1" noRot="1" noChangeAspect="1" noTextEdit="1"/>
          </p:cNvSpPr>
          <p:nvPr>
            <p:ph type="sldImg"/>
          </p:nvPr>
        </p:nvSpPr>
        <p:spPr>
          <a:solidFill>
            <a:srgbClr val="FFFFFF"/>
          </a:solidFill>
          <a:ln/>
        </p:spPr>
      </p:sp>
      <p:sp>
        <p:nvSpPr>
          <p:cNvPr id="161795" name="Espace réservé des commentaires 2"/>
          <p:cNvSpPr>
            <a:spLocks noGrp="1"/>
          </p:cNvSpPr>
          <p:nvPr>
            <p:ph type="body" idx="1"/>
          </p:nvPr>
        </p:nvSpPr>
        <p:spPr>
          <a:solidFill>
            <a:srgbClr val="FFFFFF"/>
          </a:solidFill>
          <a:ln>
            <a:solidFill>
              <a:srgbClr val="000000"/>
            </a:solidFill>
          </a:ln>
        </p:spPr>
        <p:txBody>
          <a:bodyPr/>
          <a:lstStyle/>
          <a:p>
            <a:r>
              <a:rPr lang="fr-FR" dirty="0"/>
              <a:t>Quand</a:t>
            </a:r>
            <a:r>
              <a:rPr lang="fr-FR" baseline="0" dirty="0"/>
              <a:t> 1 doigt montre celui qui a mal fait, 4 doigts montrent qui a mal expliqué</a:t>
            </a:r>
            <a:endParaRPr lang="fr-FR" dirty="0"/>
          </a:p>
        </p:txBody>
      </p:sp>
      <p:sp>
        <p:nvSpPr>
          <p:cNvPr id="161796" name="Espace réservé du numéro de diapositive 3"/>
          <p:cNvSpPr txBox="1">
            <a:spLocks noGrp="1"/>
          </p:cNvSpPr>
          <p:nvPr/>
        </p:nvSpPr>
        <p:spPr bwMode="auto">
          <a:xfrm>
            <a:off x="3859213" y="9442450"/>
            <a:ext cx="2946400" cy="496888"/>
          </a:xfrm>
          <a:prstGeom prst="rect">
            <a:avLst/>
          </a:prstGeom>
          <a:noFill/>
          <a:ln w="9525">
            <a:noFill/>
            <a:miter lim="800000"/>
            <a:headEnd/>
            <a:tailEnd/>
          </a:ln>
        </p:spPr>
        <p:txBody>
          <a:bodyPr lIns="92229" tIns="46117" rIns="92229" bIns="46117" anchor="b"/>
          <a:lstStyle/>
          <a:p>
            <a:pPr algn="r" defTabSz="922338" eaLnBrk="0" hangingPunct="0"/>
            <a:fld id="{3AC0A1F6-B5B7-488F-8FCB-69FC6894125D}" type="slidenum">
              <a:rPr lang="fr-FR" sz="1200"/>
              <a:pPr algn="r" defTabSz="922338" eaLnBrk="0" hangingPunct="0"/>
              <a:t>60</a:t>
            </a:fld>
            <a:endParaRPr lang="fr-FR" sz="1200"/>
          </a:p>
        </p:txBody>
      </p:sp>
    </p:spTree>
    <p:extLst>
      <p:ext uri="{BB962C8B-B14F-4D97-AF65-F5344CB8AC3E}">
        <p14:creationId xmlns:p14="http://schemas.microsoft.com/office/powerpoint/2010/main" val="61051543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Espace réservé de l'image des diapositives 1"/>
          <p:cNvSpPr>
            <a:spLocks noGrp="1" noRot="1" noChangeAspect="1" noTextEdit="1"/>
          </p:cNvSpPr>
          <p:nvPr>
            <p:ph type="sldImg"/>
          </p:nvPr>
        </p:nvSpPr>
        <p:spPr>
          <a:ln/>
        </p:spPr>
      </p:sp>
      <p:sp>
        <p:nvSpPr>
          <p:cNvPr id="162819" name="Espace réservé des commentaires 2"/>
          <p:cNvSpPr>
            <a:spLocks noGrp="1"/>
          </p:cNvSpPr>
          <p:nvPr>
            <p:ph type="body" idx="1"/>
          </p:nvPr>
        </p:nvSpPr>
        <p:spPr>
          <a:noFill/>
          <a:ln/>
        </p:spPr>
        <p:txBody>
          <a:bodyPr/>
          <a:lstStyle/>
          <a:p>
            <a:endParaRPr lang="fr-FR"/>
          </a:p>
        </p:txBody>
      </p:sp>
      <p:sp>
        <p:nvSpPr>
          <p:cNvPr id="162820" name="Espace réservé du numéro de diapositive 3"/>
          <p:cNvSpPr>
            <a:spLocks noGrp="1"/>
          </p:cNvSpPr>
          <p:nvPr>
            <p:ph type="sldNum" sz="quarter" idx="5"/>
          </p:nvPr>
        </p:nvSpPr>
        <p:spPr>
          <a:xfrm>
            <a:off x="3854450" y="9440863"/>
            <a:ext cx="2949575" cy="496887"/>
          </a:xfrm>
          <a:prstGeom prst="rect">
            <a:avLst/>
          </a:prstGeom>
          <a:noFill/>
        </p:spPr>
        <p:txBody>
          <a:bodyPr/>
          <a:lstStyle/>
          <a:p>
            <a:pPr defTabSz="922338"/>
            <a:fld id="{76D3F1EF-1210-4CF6-A239-824339F78504}" type="slidenum">
              <a:rPr lang="fr-FR" smtClean="0"/>
              <a:pPr defTabSz="922338"/>
              <a:t>61</a:t>
            </a:fld>
            <a:endParaRPr lang="fr-FR"/>
          </a:p>
        </p:txBody>
      </p:sp>
    </p:spTree>
    <p:extLst>
      <p:ext uri="{BB962C8B-B14F-4D97-AF65-F5344CB8AC3E}">
        <p14:creationId xmlns:p14="http://schemas.microsoft.com/office/powerpoint/2010/main" val="1585990364"/>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p:cNvSpPr>
            <a:spLocks noGrp="1" noRot="1" noChangeAspect="1" noChangeArrowheads="1" noTextEdit="1"/>
          </p:cNvSpPr>
          <p:nvPr>
            <p:ph type="sldImg"/>
          </p:nvPr>
        </p:nvSpPr>
        <p:spPr>
          <a:xfrm>
            <a:off x="925513" y="776288"/>
            <a:ext cx="4954587" cy="3717925"/>
          </a:xfrm>
          <a:ln/>
        </p:spPr>
      </p:sp>
      <p:sp>
        <p:nvSpPr>
          <p:cNvPr id="163843" name="Rectangle 3"/>
          <p:cNvSpPr>
            <a:spLocks noGrp="1" noChangeArrowheads="1"/>
          </p:cNvSpPr>
          <p:nvPr>
            <p:ph type="body" idx="1"/>
          </p:nvPr>
        </p:nvSpPr>
        <p:spPr>
          <a:xfrm>
            <a:off x="609600" y="4719638"/>
            <a:ext cx="5648325" cy="4473575"/>
          </a:xfrm>
          <a:noFill/>
          <a:ln/>
        </p:spPr>
        <p:txBody>
          <a:bodyPr lIns="91455" tIns="44925" rIns="91455" bIns="44925"/>
          <a:lstStyle/>
          <a:p>
            <a:endParaRPr lang="fr-FR">
              <a:latin typeface="Arial" pitchFamily="34" charset="0"/>
            </a:endParaRPr>
          </a:p>
        </p:txBody>
      </p:sp>
      <p:grpSp>
        <p:nvGrpSpPr>
          <p:cNvPr id="163844" name="Group 4"/>
          <p:cNvGrpSpPr>
            <a:grpSpLocks/>
          </p:cNvGrpSpPr>
          <p:nvPr/>
        </p:nvGrpSpPr>
        <p:grpSpPr bwMode="auto">
          <a:xfrm>
            <a:off x="609600" y="8467725"/>
            <a:ext cx="5675313" cy="817563"/>
            <a:chOff x="480" y="5535"/>
            <a:chExt cx="3569" cy="513"/>
          </a:xfrm>
        </p:grpSpPr>
        <p:sp>
          <p:nvSpPr>
            <p:cNvPr id="163845" name="Rectangle 5"/>
            <p:cNvSpPr>
              <a:spLocks noChangeArrowheads="1"/>
            </p:cNvSpPr>
            <p:nvPr/>
          </p:nvSpPr>
          <p:spPr bwMode="auto">
            <a:xfrm>
              <a:off x="616" y="5768"/>
              <a:ext cx="226" cy="187"/>
            </a:xfrm>
            <a:prstGeom prst="rect">
              <a:avLst/>
            </a:prstGeom>
            <a:solidFill>
              <a:schemeClr val="bg1"/>
            </a:solidFill>
            <a:ln w="12700">
              <a:solidFill>
                <a:schemeClr val="tx1"/>
              </a:solidFill>
              <a:miter lim="800000"/>
              <a:headEnd/>
              <a:tailEnd/>
            </a:ln>
          </p:spPr>
          <p:txBody>
            <a:bodyPr lIns="86176" tIns="43089" rIns="86176" bIns="43089"/>
            <a:lstStyle/>
            <a:p>
              <a:endParaRPr lang="fr-FR"/>
            </a:p>
          </p:txBody>
        </p:sp>
        <p:sp>
          <p:nvSpPr>
            <p:cNvPr id="163846" name="AutoShape 6"/>
            <p:cNvSpPr>
              <a:spLocks noChangeArrowheads="1"/>
            </p:cNvSpPr>
            <p:nvPr/>
          </p:nvSpPr>
          <p:spPr bwMode="auto">
            <a:xfrm>
              <a:off x="1113" y="5768"/>
              <a:ext cx="316" cy="140"/>
            </a:xfrm>
            <a:prstGeom prst="wedgeRectCallout">
              <a:avLst>
                <a:gd name="adj1" fmla="val -78870"/>
                <a:gd name="adj2" fmla="val 108333"/>
              </a:avLst>
            </a:prstGeom>
            <a:solidFill>
              <a:schemeClr val="bg1"/>
            </a:solidFill>
            <a:ln w="12700">
              <a:solidFill>
                <a:schemeClr val="tx1"/>
              </a:solidFill>
              <a:miter lim="800000"/>
              <a:headEnd/>
              <a:tailEnd/>
            </a:ln>
          </p:spPr>
          <p:txBody>
            <a:bodyPr lIns="86176" tIns="43089" rIns="86176" bIns="43089"/>
            <a:lstStyle/>
            <a:p>
              <a:pPr algn="ctr" defTabSz="873125"/>
              <a:endParaRPr lang="fr-FR" sz="1500"/>
            </a:p>
          </p:txBody>
        </p:sp>
        <p:sp>
          <p:nvSpPr>
            <p:cNvPr id="163847" name="AutoShape 7"/>
            <p:cNvSpPr>
              <a:spLocks noChangeArrowheads="1"/>
            </p:cNvSpPr>
            <p:nvPr/>
          </p:nvSpPr>
          <p:spPr bwMode="auto">
            <a:xfrm>
              <a:off x="2152" y="5861"/>
              <a:ext cx="271" cy="140"/>
            </a:xfrm>
            <a:prstGeom prst="flowChartMultidocument">
              <a:avLst/>
            </a:prstGeom>
            <a:solidFill>
              <a:schemeClr val="bg1"/>
            </a:solidFill>
            <a:ln w="12700">
              <a:solidFill>
                <a:schemeClr val="tx1"/>
              </a:solidFill>
              <a:miter lim="800000"/>
              <a:headEnd/>
              <a:tailEnd/>
            </a:ln>
          </p:spPr>
          <p:txBody>
            <a:bodyPr lIns="86176" tIns="43089" rIns="86176" bIns="43089"/>
            <a:lstStyle/>
            <a:p>
              <a:endParaRPr lang="fr-FR"/>
            </a:p>
          </p:txBody>
        </p:sp>
        <p:sp>
          <p:nvSpPr>
            <p:cNvPr id="163848" name="AutoShape 8"/>
            <p:cNvSpPr>
              <a:spLocks noChangeArrowheads="1"/>
            </p:cNvSpPr>
            <p:nvPr/>
          </p:nvSpPr>
          <p:spPr bwMode="auto">
            <a:xfrm>
              <a:off x="2649" y="5768"/>
              <a:ext cx="271" cy="187"/>
            </a:xfrm>
            <a:prstGeom prst="bevel">
              <a:avLst>
                <a:gd name="adj" fmla="val 12500"/>
              </a:avLst>
            </a:prstGeom>
            <a:solidFill>
              <a:schemeClr val="bg1"/>
            </a:solidFill>
            <a:ln w="12700">
              <a:solidFill>
                <a:schemeClr val="tx1"/>
              </a:solidFill>
              <a:miter lim="800000"/>
              <a:headEnd/>
              <a:tailEnd/>
            </a:ln>
          </p:spPr>
          <p:txBody>
            <a:bodyPr lIns="86176" tIns="43089" rIns="86176" bIns="43089"/>
            <a:lstStyle/>
            <a:p>
              <a:endParaRPr lang="fr-FR"/>
            </a:p>
          </p:txBody>
        </p:sp>
        <p:grpSp>
          <p:nvGrpSpPr>
            <p:cNvPr id="163849" name="Group 9"/>
            <p:cNvGrpSpPr>
              <a:grpSpLocks/>
            </p:cNvGrpSpPr>
            <p:nvPr/>
          </p:nvGrpSpPr>
          <p:grpSpPr bwMode="auto">
            <a:xfrm>
              <a:off x="480" y="5535"/>
              <a:ext cx="3569" cy="513"/>
              <a:chOff x="384" y="5472"/>
              <a:chExt cx="3792" cy="528"/>
            </a:xfrm>
          </p:grpSpPr>
          <p:sp>
            <p:nvSpPr>
              <p:cNvPr id="163865" name="Rectangle 10"/>
              <p:cNvSpPr>
                <a:spLocks noChangeArrowheads="1"/>
              </p:cNvSpPr>
              <p:nvPr/>
            </p:nvSpPr>
            <p:spPr bwMode="auto">
              <a:xfrm>
                <a:off x="3634" y="5472"/>
                <a:ext cx="542" cy="528"/>
              </a:xfrm>
              <a:prstGeom prst="rect">
                <a:avLst/>
              </a:prstGeom>
              <a:noFill/>
              <a:ln w="12700">
                <a:noFill/>
                <a:miter lim="800000"/>
                <a:headEnd/>
                <a:tailEnd/>
              </a:ln>
            </p:spPr>
            <p:txBody>
              <a:bodyPr lIns="86176" tIns="43089" rIns="86176" bIns="43089"/>
              <a:lstStyle/>
              <a:p>
                <a:pPr algn="ctr" defTabSz="873125"/>
                <a:r>
                  <a:rPr lang="en-GB" sz="1200"/>
                  <a:t>Extra Info</a:t>
                </a:r>
              </a:p>
              <a:p>
                <a:pPr algn="ctr" defTabSz="873125"/>
                <a:endParaRPr lang="en-GB" sz="1200"/>
              </a:p>
            </p:txBody>
          </p:sp>
          <p:sp>
            <p:nvSpPr>
              <p:cNvPr id="163866" name="Rectangle 11"/>
              <p:cNvSpPr>
                <a:spLocks noChangeArrowheads="1"/>
              </p:cNvSpPr>
              <p:nvPr/>
            </p:nvSpPr>
            <p:spPr bwMode="auto">
              <a:xfrm>
                <a:off x="3093" y="5472"/>
                <a:ext cx="541" cy="528"/>
              </a:xfrm>
              <a:prstGeom prst="rect">
                <a:avLst/>
              </a:prstGeom>
              <a:noFill/>
              <a:ln w="12700">
                <a:noFill/>
                <a:miter lim="800000"/>
                <a:headEnd/>
                <a:tailEnd/>
              </a:ln>
            </p:spPr>
            <p:txBody>
              <a:bodyPr lIns="86176" tIns="43089" rIns="86176" bIns="43089"/>
              <a:lstStyle/>
              <a:p>
                <a:pPr algn="ctr" defTabSz="873125"/>
                <a:r>
                  <a:rPr lang="en-GB" sz="1200"/>
                  <a:t>FIT Sheet</a:t>
                </a:r>
              </a:p>
            </p:txBody>
          </p:sp>
          <p:sp>
            <p:nvSpPr>
              <p:cNvPr id="163867" name="Rectangle 12"/>
              <p:cNvSpPr>
                <a:spLocks noChangeArrowheads="1"/>
              </p:cNvSpPr>
              <p:nvPr/>
            </p:nvSpPr>
            <p:spPr bwMode="auto">
              <a:xfrm>
                <a:off x="2551" y="5472"/>
                <a:ext cx="542" cy="528"/>
              </a:xfrm>
              <a:prstGeom prst="rect">
                <a:avLst/>
              </a:prstGeom>
              <a:noFill/>
              <a:ln w="12700">
                <a:noFill/>
                <a:miter lim="800000"/>
                <a:headEnd/>
                <a:tailEnd/>
              </a:ln>
            </p:spPr>
            <p:txBody>
              <a:bodyPr lIns="86176" tIns="43089" rIns="86176" bIns="43089"/>
              <a:lstStyle/>
              <a:p>
                <a:pPr algn="ctr" defTabSz="873125"/>
                <a:r>
                  <a:rPr lang="en-GB" sz="1500"/>
                  <a:t>Photo</a:t>
                </a:r>
              </a:p>
            </p:txBody>
          </p:sp>
          <p:sp>
            <p:nvSpPr>
              <p:cNvPr id="163868" name="Rectangle 13"/>
              <p:cNvSpPr>
                <a:spLocks noChangeArrowheads="1"/>
              </p:cNvSpPr>
              <p:nvPr/>
            </p:nvSpPr>
            <p:spPr bwMode="auto">
              <a:xfrm>
                <a:off x="2009" y="5472"/>
                <a:ext cx="542" cy="528"/>
              </a:xfrm>
              <a:prstGeom prst="rect">
                <a:avLst/>
              </a:prstGeom>
              <a:solidFill>
                <a:schemeClr val="bg1"/>
              </a:solidFill>
              <a:ln w="12700">
                <a:noFill/>
                <a:miter lim="800000"/>
                <a:headEnd/>
                <a:tailEnd/>
              </a:ln>
            </p:spPr>
            <p:txBody>
              <a:bodyPr lIns="86176" tIns="43089" rIns="86176" bIns="43089"/>
              <a:lstStyle/>
              <a:p>
                <a:pPr algn="ctr" defTabSz="873125"/>
                <a:r>
                  <a:rPr lang="en-GB" sz="1300"/>
                  <a:t>Training</a:t>
                </a:r>
              </a:p>
              <a:p>
                <a:pPr algn="ctr" defTabSz="873125"/>
                <a:r>
                  <a:rPr lang="en-GB" sz="1300"/>
                  <a:t>Matl.</a:t>
                </a:r>
              </a:p>
            </p:txBody>
          </p:sp>
          <p:sp>
            <p:nvSpPr>
              <p:cNvPr id="163869" name="Rectangle 14"/>
              <p:cNvSpPr>
                <a:spLocks noChangeArrowheads="1"/>
              </p:cNvSpPr>
              <p:nvPr/>
            </p:nvSpPr>
            <p:spPr bwMode="auto">
              <a:xfrm>
                <a:off x="1467" y="5472"/>
                <a:ext cx="542" cy="528"/>
              </a:xfrm>
              <a:prstGeom prst="rect">
                <a:avLst/>
              </a:prstGeom>
              <a:noFill/>
              <a:ln w="12700">
                <a:noFill/>
                <a:miter lim="800000"/>
                <a:headEnd/>
                <a:tailEnd/>
              </a:ln>
            </p:spPr>
            <p:txBody>
              <a:bodyPr lIns="86176" tIns="43089" rIns="86176" bIns="43089"/>
              <a:lstStyle/>
              <a:p>
                <a:pPr algn="ctr" defTabSz="873125"/>
                <a:r>
                  <a:rPr lang="en-GB" sz="1300"/>
                  <a:t>Flip Chart</a:t>
                </a:r>
              </a:p>
            </p:txBody>
          </p:sp>
          <p:sp>
            <p:nvSpPr>
              <p:cNvPr id="163870" name="Rectangle 15"/>
              <p:cNvSpPr>
                <a:spLocks noChangeArrowheads="1"/>
              </p:cNvSpPr>
              <p:nvPr/>
            </p:nvSpPr>
            <p:spPr bwMode="auto">
              <a:xfrm>
                <a:off x="926" y="5472"/>
                <a:ext cx="541" cy="528"/>
              </a:xfrm>
              <a:prstGeom prst="rect">
                <a:avLst/>
              </a:prstGeom>
              <a:solidFill>
                <a:schemeClr val="folHlink"/>
              </a:solidFill>
              <a:ln w="12700">
                <a:noFill/>
                <a:miter lim="800000"/>
                <a:headEnd/>
                <a:tailEnd/>
              </a:ln>
            </p:spPr>
            <p:txBody>
              <a:bodyPr lIns="86176" tIns="43089" rIns="86176" bIns="43089"/>
              <a:lstStyle/>
              <a:p>
                <a:pPr algn="ctr" defTabSz="873125"/>
                <a:r>
                  <a:rPr lang="en-GB" sz="1500"/>
                  <a:t>Verbal</a:t>
                </a:r>
              </a:p>
            </p:txBody>
          </p:sp>
          <p:sp>
            <p:nvSpPr>
              <p:cNvPr id="163871" name="Rectangle 16"/>
              <p:cNvSpPr>
                <a:spLocks noChangeArrowheads="1"/>
              </p:cNvSpPr>
              <p:nvPr/>
            </p:nvSpPr>
            <p:spPr bwMode="auto">
              <a:xfrm>
                <a:off x="384" y="5472"/>
                <a:ext cx="542" cy="528"/>
              </a:xfrm>
              <a:prstGeom prst="rect">
                <a:avLst/>
              </a:prstGeom>
              <a:solidFill>
                <a:schemeClr val="folHlink"/>
              </a:solidFill>
              <a:ln w="12700">
                <a:noFill/>
                <a:miter lim="800000"/>
                <a:headEnd/>
                <a:tailEnd/>
              </a:ln>
            </p:spPr>
            <p:txBody>
              <a:bodyPr lIns="86176" tIns="43089" rIns="86176" bIns="43089"/>
              <a:lstStyle/>
              <a:p>
                <a:pPr algn="ctr" defTabSz="873125"/>
                <a:r>
                  <a:rPr lang="en-GB" sz="1500"/>
                  <a:t>Slide</a:t>
                </a:r>
              </a:p>
            </p:txBody>
          </p:sp>
          <p:sp>
            <p:nvSpPr>
              <p:cNvPr id="163872" name="Line 17"/>
              <p:cNvSpPr>
                <a:spLocks noChangeShapeType="1"/>
              </p:cNvSpPr>
              <p:nvPr/>
            </p:nvSpPr>
            <p:spPr bwMode="auto">
              <a:xfrm>
                <a:off x="384" y="5472"/>
                <a:ext cx="0" cy="528"/>
              </a:xfrm>
              <a:prstGeom prst="line">
                <a:avLst/>
              </a:prstGeom>
              <a:noFill/>
              <a:ln w="38100" cap="sq">
                <a:solidFill>
                  <a:schemeClr val="tx1"/>
                </a:solidFill>
                <a:round/>
                <a:headEnd/>
                <a:tailEnd/>
              </a:ln>
            </p:spPr>
            <p:txBody>
              <a:bodyPr lIns="86176" tIns="43089" rIns="86176" bIns="43089"/>
              <a:lstStyle/>
              <a:p>
                <a:endParaRPr lang="fr-FR"/>
              </a:p>
            </p:txBody>
          </p:sp>
          <p:sp>
            <p:nvSpPr>
              <p:cNvPr id="163873" name="Line 18"/>
              <p:cNvSpPr>
                <a:spLocks noChangeShapeType="1"/>
              </p:cNvSpPr>
              <p:nvPr/>
            </p:nvSpPr>
            <p:spPr bwMode="auto">
              <a:xfrm>
                <a:off x="926" y="5472"/>
                <a:ext cx="0" cy="528"/>
              </a:xfrm>
              <a:prstGeom prst="line">
                <a:avLst/>
              </a:prstGeom>
              <a:noFill/>
              <a:ln w="38100">
                <a:solidFill>
                  <a:schemeClr val="tx1"/>
                </a:solidFill>
                <a:round/>
                <a:headEnd/>
                <a:tailEnd/>
              </a:ln>
            </p:spPr>
            <p:txBody>
              <a:bodyPr lIns="86176" tIns="43089" rIns="86176" bIns="43089"/>
              <a:lstStyle/>
              <a:p>
                <a:endParaRPr lang="fr-FR"/>
              </a:p>
            </p:txBody>
          </p:sp>
          <p:sp>
            <p:nvSpPr>
              <p:cNvPr id="163874" name="Line 19"/>
              <p:cNvSpPr>
                <a:spLocks noChangeShapeType="1"/>
              </p:cNvSpPr>
              <p:nvPr/>
            </p:nvSpPr>
            <p:spPr bwMode="auto">
              <a:xfrm>
                <a:off x="1467" y="5472"/>
                <a:ext cx="0" cy="528"/>
              </a:xfrm>
              <a:prstGeom prst="line">
                <a:avLst/>
              </a:prstGeom>
              <a:noFill/>
              <a:ln w="28575">
                <a:solidFill>
                  <a:schemeClr val="tx1"/>
                </a:solidFill>
                <a:round/>
                <a:headEnd/>
                <a:tailEnd/>
              </a:ln>
            </p:spPr>
            <p:txBody>
              <a:bodyPr lIns="86176" tIns="43089" rIns="86176" bIns="43089"/>
              <a:lstStyle/>
              <a:p>
                <a:endParaRPr lang="fr-FR"/>
              </a:p>
            </p:txBody>
          </p:sp>
          <p:sp>
            <p:nvSpPr>
              <p:cNvPr id="163875" name="Line 20"/>
              <p:cNvSpPr>
                <a:spLocks noChangeShapeType="1"/>
              </p:cNvSpPr>
              <p:nvPr/>
            </p:nvSpPr>
            <p:spPr bwMode="auto">
              <a:xfrm>
                <a:off x="2009" y="5472"/>
                <a:ext cx="0" cy="528"/>
              </a:xfrm>
              <a:prstGeom prst="line">
                <a:avLst/>
              </a:prstGeom>
              <a:noFill/>
              <a:ln w="28575">
                <a:solidFill>
                  <a:schemeClr val="tx1"/>
                </a:solidFill>
                <a:round/>
                <a:headEnd/>
                <a:tailEnd/>
              </a:ln>
            </p:spPr>
            <p:txBody>
              <a:bodyPr lIns="86176" tIns="43089" rIns="86176" bIns="43089"/>
              <a:lstStyle/>
              <a:p>
                <a:endParaRPr lang="fr-FR"/>
              </a:p>
            </p:txBody>
          </p:sp>
          <p:sp>
            <p:nvSpPr>
              <p:cNvPr id="163876" name="Line 21"/>
              <p:cNvSpPr>
                <a:spLocks noChangeShapeType="1"/>
              </p:cNvSpPr>
              <p:nvPr/>
            </p:nvSpPr>
            <p:spPr bwMode="auto">
              <a:xfrm>
                <a:off x="2551" y="5472"/>
                <a:ext cx="0" cy="528"/>
              </a:xfrm>
              <a:prstGeom prst="line">
                <a:avLst/>
              </a:prstGeom>
              <a:noFill/>
              <a:ln w="28575">
                <a:solidFill>
                  <a:schemeClr val="tx1"/>
                </a:solidFill>
                <a:round/>
                <a:headEnd/>
                <a:tailEnd/>
              </a:ln>
            </p:spPr>
            <p:txBody>
              <a:bodyPr lIns="86176" tIns="43089" rIns="86176" bIns="43089"/>
              <a:lstStyle/>
              <a:p>
                <a:endParaRPr lang="fr-FR"/>
              </a:p>
            </p:txBody>
          </p:sp>
          <p:sp>
            <p:nvSpPr>
              <p:cNvPr id="163877" name="Line 22"/>
              <p:cNvSpPr>
                <a:spLocks noChangeShapeType="1"/>
              </p:cNvSpPr>
              <p:nvPr/>
            </p:nvSpPr>
            <p:spPr bwMode="auto">
              <a:xfrm>
                <a:off x="3093" y="5472"/>
                <a:ext cx="0" cy="528"/>
              </a:xfrm>
              <a:prstGeom prst="line">
                <a:avLst/>
              </a:prstGeom>
              <a:noFill/>
              <a:ln w="28575">
                <a:solidFill>
                  <a:schemeClr val="tx1"/>
                </a:solidFill>
                <a:round/>
                <a:headEnd/>
                <a:tailEnd/>
              </a:ln>
            </p:spPr>
            <p:txBody>
              <a:bodyPr lIns="86176" tIns="43089" rIns="86176" bIns="43089"/>
              <a:lstStyle/>
              <a:p>
                <a:endParaRPr lang="fr-FR"/>
              </a:p>
            </p:txBody>
          </p:sp>
          <p:sp>
            <p:nvSpPr>
              <p:cNvPr id="163878" name="Line 23"/>
              <p:cNvSpPr>
                <a:spLocks noChangeShapeType="1"/>
              </p:cNvSpPr>
              <p:nvPr/>
            </p:nvSpPr>
            <p:spPr bwMode="auto">
              <a:xfrm>
                <a:off x="3634" y="5472"/>
                <a:ext cx="0" cy="528"/>
              </a:xfrm>
              <a:prstGeom prst="line">
                <a:avLst/>
              </a:prstGeom>
              <a:noFill/>
              <a:ln w="28575">
                <a:solidFill>
                  <a:schemeClr val="tx1"/>
                </a:solidFill>
                <a:round/>
                <a:headEnd/>
                <a:tailEnd/>
              </a:ln>
            </p:spPr>
            <p:txBody>
              <a:bodyPr lIns="86176" tIns="43089" rIns="86176" bIns="43089"/>
              <a:lstStyle/>
              <a:p>
                <a:endParaRPr lang="fr-FR"/>
              </a:p>
            </p:txBody>
          </p:sp>
          <p:sp>
            <p:nvSpPr>
              <p:cNvPr id="163879" name="Line 24"/>
              <p:cNvSpPr>
                <a:spLocks noChangeShapeType="1"/>
              </p:cNvSpPr>
              <p:nvPr/>
            </p:nvSpPr>
            <p:spPr bwMode="auto">
              <a:xfrm>
                <a:off x="4176" y="5472"/>
                <a:ext cx="0" cy="528"/>
              </a:xfrm>
              <a:prstGeom prst="line">
                <a:avLst/>
              </a:prstGeom>
              <a:noFill/>
              <a:ln w="28575">
                <a:solidFill>
                  <a:schemeClr val="tx1"/>
                </a:solidFill>
                <a:round/>
                <a:headEnd/>
                <a:tailEnd/>
              </a:ln>
            </p:spPr>
            <p:txBody>
              <a:bodyPr lIns="86176" tIns="43089" rIns="86176" bIns="43089"/>
              <a:lstStyle/>
              <a:p>
                <a:endParaRPr lang="fr-FR"/>
              </a:p>
            </p:txBody>
          </p:sp>
          <p:sp>
            <p:nvSpPr>
              <p:cNvPr id="163880" name="Line 25"/>
              <p:cNvSpPr>
                <a:spLocks noChangeShapeType="1"/>
              </p:cNvSpPr>
              <p:nvPr/>
            </p:nvSpPr>
            <p:spPr bwMode="auto">
              <a:xfrm>
                <a:off x="2009" y="5472"/>
                <a:ext cx="1084" cy="0"/>
              </a:xfrm>
              <a:prstGeom prst="line">
                <a:avLst/>
              </a:prstGeom>
              <a:noFill/>
              <a:ln w="38100">
                <a:solidFill>
                  <a:schemeClr val="tx1"/>
                </a:solidFill>
                <a:round/>
                <a:headEnd/>
                <a:tailEnd/>
              </a:ln>
            </p:spPr>
            <p:txBody>
              <a:bodyPr lIns="86176" tIns="43089" rIns="86176" bIns="43089"/>
              <a:lstStyle/>
              <a:p>
                <a:endParaRPr lang="fr-FR"/>
              </a:p>
            </p:txBody>
          </p:sp>
          <p:sp>
            <p:nvSpPr>
              <p:cNvPr id="163881" name="Line 26"/>
              <p:cNvSpPr>
                <a:spLocks noChangeShapeType="1"/>
              </p:cNvSpPr>
              <p:nvPr/>
            </p:nvSpPr>
            <p:spPr bwMode="auto">
              <a:xfrm>
                <a:off x="384" y="5472"/>
                <a:ext cx="542" cy="0"/>
              </a:xfrm>
              <a:prstGeom prst="line">
                <a:avLst/>
              </a:prstGeom>
              <a:noFill/>
              <a:ln w="38100" cap="sq">
                <a:solidFill>
                  <a:schemeClr val="tx1"/>
                </a:solidFill>
                <a:round/>
                <a:headEnd/>
                <a:tailEnd/>
              </a:ln>
            </p:spPr>
            <p:txBody>
              <a:bodyPr lIns="86176" tIns="43089" rIns="86176" bIns="43089"/>
              <a:lstStyle/>
              <a:p>
                <a:endParaRPr lang="fr-FR"/>
              </a:p>
            </p:txBody>
          </p:sp>
          <p:sp>
            <p:nvSpPr>
              <p:cNvPr id="163882" name="Line 27"/>
              <p:cNvSpPr>
                <a:spLocks noChangeShapeType="1"/>
              </p:cNvSpPr>
              <p:nvPr/>
            </p:nvSpPr>
            <p:spPr bwMode="auto">
              <a:xfrm>
                <a:off x="926" y="5472"/>
                <a:ext cx="1083" cy="0"/>
              </a:xfrm>
              <a:prstGeom prst="line">
                <a:avLst/>
              </a:prstGeom>
              <a:noFill/>
              <a:ln w="28575" cap="sq">
                <a:solidFill>
                  <a:schemeClr val="tx1"/>
                </a:solidFill>
                <a:round/>
                <a:headEnd/>
                <a:tailEnd/>
              </a:ln>
            </p:spPr>
            <p:txBody>
              <a:bodyPr lIns="86176" tIns="43089" rIns="86176" bIns="43089"/>
              <a:lstStyle/>
              <a:p>
                <a:endParaRPr lang="fr-FR"/>
              </a:p>
            </p:txBody>
          </p:sp>
          <p:sp>
            <p:nvSpPr>
              <p:cNvPr id="163883" name="Line 28"/>
              <p:cNvSpPr>
                <a:spLocks noChangeShapeType="1"/>
              </p:cNvSpPr>
              <p:nvPr/>
            </p:nvSpPr>
            <p:spPr bwMode="auto">
              <a:xfrm>
                <a:off x="926" y="6000"/>
                <a:ext cx="3250" cy="0"/>
              </a:xfrm>
              <a:prstGeom prst="line">
                <a:avLst/>
              </a:prstGeom>
              <a:noFill/>
              <a:ln w="28575">
                <a:solidFill>
                  <a:schemeClr val="tx1"/>
                </a:solidFill>
                <a:round/>
                <a:headEnd/>
                <a:tailEnd/>
              </a:ln>
            </p:spPr>
            <p:txBody>
              <a:bodyPr lIns="86176" tIns="43089" rIns="86176" bIns="43089"/>
              <a:lstStyle/>
              <a:p>
                <a:endParaRPr lang="fr-FR"/>
              </a:p>
            </p:txBody>
          </p:sp>
          <p:sp>
            <p:nvSpPr>
              <p:cNvPr id="163884" name="Line 29"/>
              <p:cNvSpPr>
                <a:spLocks noChangeShapeType="1"/>
              </p:cNvSpPr>
              <p:nvPr/>
            </p:nvSpPr>
            <p:spPr bwMode="auto">
              <a:xfrm>
                <a:off x="3093" y="5472"/>
                <a:ext cx="1083" cy="0"/>
              </a:xfrm>
              <a:prstGeom prst="line">
                <a:avLst/>
              </a:prstGeom>
              <a:noFill/>
              <a:ln w="28575" cap="sq">
                <a:solidFill>
                  <a:schemeClr val="tx1"/>
                </a:solidFill>
                <a:round/>
                <a:headEnd/>
                <a:tailEnd/>
              </a:ln>
            </p:spPr>
            <p:txBody>
              <a:bodyPr lIns="86176" tIns="43089" rIns="86176" bIns="43089"/>
              <a:lstStyle/>
              <a:p>
                <a:endParaRPr lang="fr-FR"/>
              </a:p>
            </p:txBody>
          </p:sp>
          <p:sp>
            <p:nvSpPr>
              <p:cNvPr id="163885" name="Line 30"/>
              <p:cNvSpPr>
                <a:spLocks noChangeShapeType="1"/>
              </p:cNvSpPr>
              <p:nvPr/>
            </p:nvSpPr>
            <p:spPr bwMode="auto">
              <a:xfrm>
                <a:off x="384" y="6000"/>
                <a:ext cx="542" cy="0"/>
              </a:xfrm>
              <a:prstGeom prst="line">
                <a:avLst/>
              </a:prstGeom>
              <a:noFill/>
              <a:ln w="38100" cap="sq">
                <a:solidFill>
                  <a:schemeClr val="tx1"/>
                </a:solidFill>
                <a:round/>
                <a:headEnd/>
                <a:tailEnd/>
              </a:ln>
            </p:spPr>
            <p:txBody>
              <a:bodyPr lIns="86176" tIns="43089" rIns="86176" bIns="43089"/>
              <a:lstStyle/>
              <a:p>
                <a:endParaRPr lang="fr-FR"/>
              </a:p>
            </p:txBody>
          </p:sp>
        </p:grpSp>
        <p:sp>
          <p:nvSpPr>
            <p:cNvPr id="163850" name="AutoShape 31"/>
            <p:cNvSpPr>
              <a:spLocks noChangeArrowheads="1"/>
            </p:cNvSpPr>
            <p:nvPr/>
          </p:nvSpPr>
          <p:spPr bwMode="auto">
            <a:xfrm>
              <a:off x="571" y="5768"/>
              <a:ext cx="316" cy="233"/>
            </a:xfrm>
            <a:prstGeom prst="foldedCorner">
              <a:avLst>
                <a:gd name="adj" fmla="val 43153"/>
              </a:avLst>
            </a:prstGeom>
            <a:solidFill>
              <a:schemeClr val="bg1"/>
            </a:solidFill>
            <a:ln w="12700">
              <a:solidFill>
                <a:schemeClr val="tx1"/>
              </a:solidFill>
              <a:round/>
              <a:headEnd/>
              <a:tailEnd/>
            </a:ln>
          </p:spPr>
          <p:txBody>
            <a:bodyPr lIns="86176" tIns="43089" rIns="86176" bIns="43089"/>
            <a:lstStyle/>
            <a:p>
              <a:endParaRPr lang="fr-FR"/>
            </a:p>
          </p:txBody>
        </p:sp>
        <p:grpSp>
          <p:nvGrpSpPr>
            <p:cNvPr id="163851" name="Group 32"/>
            <p:cNvGrpSpPr>
              <a:grpSpLocks/>
            </p:cNvGrpSpPr>
            <p:nvPr/>
          </p:nvGrpSpPr>
          <p:grpSpPr bwMode="auto">
            <a:xfrm>
              <a:off x="1700" y="5815"/>
              <a:ext cx="143" cy="215"/>
              <a:chOff x="2832" y="4080"/>
              <a:chExt cx="240" cy="432"/>
            </a:xfrm>
          </p:grpSpPr>
          <p:sp>
            <p:nvSpPr>
              <p:cNvPr id="163862" name="Rectangle 33"/>
              <p:cNvSpPr>
                <a:spLocks noChangeArrowheads="1"/>
              </p:cNvSpPr>
              <p:nvPr/>
            </p:nvSpPr>
            <p:spPr bwMode="auto">
              <a:xfrm>
                <a:off x="2832" y="4080"/>
                <a:ext cx="240" cy="240"/>
              </a:xfrm>
              <a:prstGeom prst="rect">
                <a:avLst/>
              </a:prstGeom>
              <a:solidFill>
                <a:schemeClr val="bg1"/>
              </a:solidFill>
              <a:ln w="19050">
                <a:solidFill>
                  <a:schemeClr val="tx1"/>
                </a:solidFill>
                <a:miter lim="800000"/>
                <a:headEnd/>
                <a:tailEnd/>
              </a:ln>
            </p:spPr>
            <p:txBody>
              <a:bodyPr lIns="86176" tIns="43089" rIns="86176" bIns="43089"/>
              <a:lstStyle/>
              <a:p>
                <a:endParaRPr lang="fr-FR"/>
              </a:p>
            </p:txBody>
          </p:sp>
          <p:sp>
            <p:nvSpPr>
              <p:cNvPr id="163863" name="Line 34"/>
              <p:cNvSpPr>
                <a:spLocks noChangeShapeType="1"/>
              </p:cNvSpPr>
              <p:nvPr/>
            </p:nvSpPr>
            <p:spPr bwMode="auto">
              <a:xfrm>
                <a:off x="3024" y="4320"/>
                <a:ext cx="48" cy="192"/>
              </a:xfrm>
              <a:prstGeom prst="line">
                <a:avLst/>
              </a:prstGeom>
              <a:noFill/>
              <a:ln w="19050">
                <a:solidFill>
                  <a:schemeClr val="tx1"/>
                </a:solidFill>
                <a:round/>
                <a:headEnd/>
                <a:tailEnd/>
              </a:ln>
            </p:spPr>
            <p:txBody>
              <a:bodyPr lIns="86176" tIns="43089" rIns="86176" bIns="43089"/>
              <a:lstStyle/>
              <a:p>
                <a:endParaRPr lang="fr-FR"/>
              </a:p>
            </p:txBody>
          </p:sp>
          <p:sp>
            <p:nvSpPr>
              <p:cNvPr id="163864" name="Line 35"/>
              <p:cNvSpPr>
                <a:spLocks noChangeShapeType="1"/>
              </p:cNvSpPr>
              <p:nvPr/>
            </p:nvSpPr>
            <p:spPr bwMode="auto">
              <a:xfrm flipH="1">
                <a:off x="2832" y="4320"/>
                <a:ext cx="48" cy="192"/>
              </a:xfrm>
              <a:prstGeom prst="line">
                <a:avLst/>
              </a:prstGeom>
              <a:noFill/>
              <a:ln w="19050">
                <a:solidFill>
                  <a:schemeClr val="tx1"/>
                </a:solidFill>
                <a:round/>
                <a:headEnd/>
                <a:tailEnd/>
              </a:ln>
            </p:spPr>
            <p:txBody>
              <a:bodyPr lIns="86176" tIns="43089" rIns="86176" bIns="43089"/>
              <a:lstStyle/>
              <a:p>
                <a:endParaRPr lang="fr-FR"/>
              </a:p>
            </p:txBody>
          </p:sp>
        </p:grpSp>
        <p:grpSp>
          <p:nvGrpSpPr>
            <p:cNvPr id="163852" name="Group 36"/>
            <p:cNvGrpSpPr>
              <a:grpSpLocks/>
            </p:cNvGrpSpPr>
            <p:nvPr/>
          </p:nvGrpSpPr>
          <p:grpSpPr bwMode="auto">
            <a:xfrm>
              <a:off x="3236" y="5815"/>
              <a:ext cx="143" cy="215"/>
              <a:chOff x="3456" y="2880"/>
              <a:chExt cx="560" cy="1086"/>
            </a:xfrm>
          </p:grpSpPr>
          <p:grpSp>
            <p:nvGrpSpPr>
              <p:cNvPr id="163857" name="Group 37"/>
              <p:cNvGrpSpPr>
                <a:grpSpLocks/>
              </p:cNvGrpSpPr>
              <p:nvPr/>
            </p:nvGrpSpPr>
            <p:grpSpPr bwMode="auto">
              <a:xfrm>
                <a:off x="3456" y="2880"/>
                <a:ext cx="560" cy="1086"/>
                <a:chOff x="2832" y="4080"/>
                <a:chExt cx="240" cy="432"/>
              </a:xfrm>
            </p:grpSpPr>
            <p:sp>
              <p:nvSpPr>
                <p:cNvPr id="163859" name="Rectangle 38"/>
                <p:cNvSpPr>
                  <a:spLocks noChangeArrowheads="1"/>
                </p:cNvSpPr>
                <p:nvPr/>
              </p:nvSpPr>
              <p:spPr bwMode="auto">
                <a:xfrm>
                  <a:off x="2832" y="4080"/>
                  <a:ext cx="240" cy="240"/>
                </a:xfrm>
                <a:prstGeom prst="rect">
                  <a:avLst/>
                </a:prstGeom>
                <a:solidFill>
                  <a:schemeClr val="bg1"/>
                </a:solidFill>
                <a:ln w="19050">
                  <a:solidFill>
                    <a:schemeClr val="tx1"/>
                  </a:solidFill>
                  <a:miter lim="800000"/>
                  <a:headEnd/>
                  <a:tailEnd/>
                </a:ln>
              </p:spPr>
              <p:txBody>
                <a:bodyPr lIns="86176" tIns="43089" rIns="86176" bIns="43089"/>
                <a:lstStyle/>
                <a:p>
                  <a:endParaRPr lang="fr-FR"/>
                </a:p>
              </p:txBody>
            </p:sp>
            <p:sp>
              <p:nvSpPr>
                <p:cNvPr id="163860" name="Line 39"/>
                <p:cNvSpPr>
                  <a:spLocks noChangeShapeType="1"/>
                </p:cNvSpPr>
                <p:nvPr/>
              </p:nvSpPr>
              <p:spPr bwMode="auto">
                <a:xfrm>
                  <a:off x="3024" y="4320"/>
                  <a:ext cx="48" cy="192"/>
                </a:xfrm>
                <a:prstGeom prst="line">
                  <a:avLst/>
                </a:prstGeom>
                <a:noFill/>
                <a:ln w="19050">
                  <a:solidFill>
                    <a:schemeClr val="tx1"/>
                  </a:solidFill>
                  <a:round/>
                  <a:headEnd/>
                  <a:tailEnd/>
                </a:ln>
              </p:spPr>
              <p:txBody>
                <a:bodyPr lIns="86176" tIns="43089" rIns="86176" bIns="43089"/>
                <a:lstStyle/>
                <a:p>
                  <a:endParaRPr lang="fr-FR"/>
                </a:p>
              </p:txBody>
            </p:sp>
            <p:sp>
              <p:nvSpPr>
                <p:cNvPr id="163861" name="Line 40"/>
                <p:cNvSpPr>
                  <a:spLocks noChangeShapeType="1"/>
                </p:cNvSpPr>
                <p:nvPr/>
              </p:nvSpPr>
              <p:spPr bwMode="auto">
                <a:xfrm flipH="1">
                  <a:off x="2832" y="4320"/>
                  <a:ext cx="48" cy="192"/>
                </a:xfrm>
                <a:prstGeom prst="line">
                  <a:avLst/>
                </a:prstGeom>
                <a:noFill/>
                <a:ln w="19050">
                  <a:solidFill>
                    <a:schemeClr val="tx1"/>
                  </a:solidFill>
                  <a:round/>
                  <a:headEnd/>
                  <a:tailEnd/>
                </a:ln>
              </p:spPr>
              <p:txBody>
                <a:bodyPr lIns="86176" tIns="43089" rIns="86176" bIns="43089"/>
                <a:lstStyle/>
                <a:p>
                  <a:endParaRPr lang="fr-FR"/>
                </a:p>
              </p:txBody>
            </p:sp>
          </p:grpSp>
          <p:sp>
            <p:nvSpPr>
              <p:cNvPr id="163858" name="AutoShape 41"/>
              <p:cNvSpPr>
                <a:spLocks noChangeArrowheads="1"/>
              </p:cNvSpPr>
              <p:nvPr/>
            </p:nvSpPr>
            <p:spPr bwMode="auto">
              <a:xfrm>
                <a:off x="3552" y="2976"/>
                <a:ext cx="384" cy="384"/>
              </a:xfrm>
              <a:prstGeom prst="smileyFace">
                <a:avLst>
                  <a:gd name="adj" fmla="val 4653"/>
                </a:avLst>
              </a:prstGeom>
              <a:solidFill>
                <a:schemeClr val="bg1"/>
              </a:solidFill>
              <a:ln w="19050">
                <a:solidFill>
                  <a:schemeClr val="tx1"/>
                </a:solidFill>
                <a:round/>
                <a:headEnd/>
                <a:tailEnd/>
              </a:ln>
            </p:spPr>
            <p:txBody>
              <a:bodyPr lIns="86176" tIns="43089" rIns="86176" bIns="43089"/>
              <a:lstStyle/>
              <a:p>
                <a:endParaRPr lang="fr-FR"/>
              </a:p>
            </p:txBody>
          </p:sp>
        </p:grpSp>
        <p:sp>
          <p:nvSpPr>
            <p:cNvPr id="163853" name="AutoShape 42"/>
            <p:cNvSpPr>
              <a:spLocks noChangeArrowheads="1"/>
            </p:cNvSpPr>
            <p:nvPr/>
          </p:nvSpPr>
          <p:spPr bwMode="auto">
            <a:xfrm>
              <a:off x="3688" y="5815"/>
              <a:ext cx="180" cy="186"/>
            </a:xfrm>
            <a:prstGeom prst="plus">
              <a:avLst>
                <a:gd name="adj" fmla="val 36981"/>
              </a:avLst>
            </a:prstGeom>
            <a:solidFill>
              <a:schemeClr val="bg1"/>
            </a:solidFill>
            <a:ln w="12700">
              <a:solidFill>
                <a:schemeClr val="tx1"/>
              </a:solidFill>
              <a:miter lim="800000"/>
              <a:headEnd/>
              <a:tailEnd/>
            </a:ln>
          </p:spPr>
          <p:txBody>
            <a:bodyPr lIns="86176" tIns="43089" rIns="86176" bIns="43089"/>
            <a:lstStyle/>
            <a:p>
              <a:endParaRPr lang="fr-FR"/>
            </a:p>
          </p:txBody>
        </p:sp>
        <p:sp>
          <p:nvSpPr>
            <p:cNvPr id="163854" name="AutoShape 43"/>
            <p:cNvSpPr>
              <a:spLocks noChangeArrowheads="1"/>
            </p:cNvSpPr>
            <p:nvPr/>
          </p:nvSpPr>
          <p:spPr bwMode="auto">
            <a:xfrm>
              <a:off x="1068" y="5722"/>
              <a:ext cx="316" cy="186"/>
            </a:xfrm>
            <a:prstGeom prst="wedgeRectCallout">
              <a:avLst>
                <a:gd name="adj1" fmla="val -43750"/>
                <a:gd name="adj2" fmla="val 70000"/>
              </a:avLst>
            </a:prstGeom>
            <a:solidFill>
              <a:schemeClr val="bg1"/>
            </a:solidFill>
            <a:ln w="12700">
              <a:solidFill>
                <a:schemeClr val="tx1"/>
              </a:solidFill>
              <a:miter lim="800000"/>
              <a:headEnd/>
              <a:tailEnd/>
            </a:ln>
          </p:spPr>
          <p:txBody>
            <a:bodyPr lIns="86176" tIns="43089" rIns="86176" bIns="43089"/>
            <a:lstStyle/>
            <a:p>
              <a:pPr algn="ctr" defTabSz="873125"/>
              <a:endParaRPr lang="fr-FR" sz="1500"/>
            </a:p>
          </p:txBody>
        </p:sp>
        <p:sp>
          <p:nvSpPr>
            <p:cNvPr id="163855" name="AutoShape 44"/>
            <p:cNvSpPr>
              <a:spLocks noChangeArrowheads="1"/>
            </p:cNvSpPr>
            <p:nvPr/>
          </p:nvSpPr>
          <p:spPr bwMode="auto">
            <a:xfrm>
              <a:off x="2152" y="5815"/>
              <a:ext cx="271" cy="186"/>
            </a:xfrm>
            <a:prstGeom prst="flowChartMultidocument">
              <a:avLst/>
            </a:prstGeom>
            <a:solidFill>
              <a:schemeClr val="bg1"/>
            </a:solidFill>
            <a:ln w="12700">
              <a:solidFill>
                <a:schemeClr val="tx1"/>
              </a:solidFill>
              <a:miter lim="800000"/>
              <a:headEnd/>
              <a:tailEnd/>
            </a:ln>
          </p:spPr>
          <p:txBody>
            <a:bodyPr lIns="86176" tIns="43089" rIns="86176" bIns="43089"/>
            <a:lstStyle/>
            <a:p>
              <a:endParaRPr lang="fr-FR"/>
            </a:p>
          </p:txBody>
        </p:sp>
        <p:sp>
          <p:nvSpPr>
            <p:cNvPr id="163856" name="AutoShape 45"/>
            <p:cNvSpPr>
              <a:spLocks noChangeArrowheads="1"/>
            </p:cNvSpPr>
            <p:nvPr/>
          </p:nvSpPr>
          <p:spPr bwMode="auto">
            <a:xfrm>
              <a:off x="2649" y="5768"/>
              <a:ext cx="271" cy="187"/>
            </a:xfrm>
            <a:prstGeom prst="bevel">
              <a:avLst>
                <a:gd name="adj" fmla="val 12500"/>
              </a:avLst>
            </a:prstGeom>
            <a:solidFill>
              <a:schemeClr val="bg1"/>
            </a:solidFill>
            <a:ln w="12700">
              <a:solidFill>
                <a:schemeClr val="tx1"/>
              </a:solidFill>
              <a:miter lim="800000"/>
              <a:headEnd/>
              <a:tailEnd/>
            </a:ln>
          </p:spPr>
          <p:txBody>
            <a:bodyPr lIns="86176" tIns="43089" rIns="86176" bIns="43089"/>
            <a:lstStyle/>
            <a:p>
              <a:endParaRPr lang="fr-FR"/>
            </a:p>
          </p:txBody>
        </p:sp>
      </p:grpSp>
    </p:spTree>
    <p:extLst>
      <p:ext uri="{BB962C8B-B14F-4D97-AF65-F5344CB8AC3E}">
        <p14:creationId xmlns:p14="http://schemas.microsoft.com/office/powerpoint/2010/main" val="137434404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2"/>
          <p:cNvSpPr>
            <a:spLocks noGrp="1" noRot="1" noChangeAspect="1" noChangeArrowheads="1" noTextEdit="1"/>
          </p:cNvSpPr>
          <p:nvPr>
            <p:ph type="sldImg"/>
          </p:nvPr>
        </p:nvSpPr>
        <p:spPr>
          <a:xfrm>
            <a:off x="925513" y="776288"/>
            <a:ext cx="4954587" cy="3717925"/>
          </a:xfrm>
          <a:ln/>
        </p:spPr>
      </p:sp>
      <p:sp>
        <p:nvSpPr>
          <p:cNvPr id="164867" name="Rectangle 3"/>
          <p:cNvSpPr>
            <a:spLocks noGrp="1" noChangeArrowheads="1"/>
          </p:cNvSpPr>
          <p:nvPr>
            <p:ph type="body" idx="1"/>
          </p:nvPr>
        </p:nvSpPr>
        <p:spPr>
          <a:xfrm>
            <a:off x="609600" y="4719638"/>
            <a:ext cx="5648325" cy="4473575"/>
          </a:xfrm>
          <a:noFill/>
          <a:ln/>
        </p:spPr>
        <p:txBody>
          <a:bodyPr lIns="91455" tIns="44925" rIns="91455" bIns="44925"/>
          <a:lstStyle/>
          <a:p>
            <a:endParaRPr lang="fr-FR">
              <a:latin typeface="Arial" pitchFamily="34" charset="0"/>
            </a:endParaRPr>
          </a:p>
        </p:txBody>
      </p:sp>
      <p:grpSp>
        <p:nvGrpSpPr>
          <p:cNvPr id="164868" name="Group 4"/>
          <p:cNvGrpSpPr>
            <a:grpSpLocks/>
          </p:cNvGrpSpPr>
          <p:nvPr/>
        </p:nvGrpSpPr>
        <p:grpSpPr bwMode="auto">
          <a:xfrm>
            <a:off x="609600" y="8467725"/>
            <a:ext cx="5675313" cy="817563"/>
            <a:chOff x="480" y="5535"/>
            <a:chExt cx="3569" cy="513"/>
          </a:xfrm>
        </p:grpSpPr>
        <p:sp>
          <p:nvSpPr>
            <p:cNvPr id="164869" name="Rectangle 5"/>
            <p:cNvSpPr>
              <a:spLocks noChangeArrowheads="1"/>
            </p:cNvSpPr>
            <p:nvPr/>
          </p:nvSpPr>
          <p:spPr bwMode="auto">
            <a:xfrm>
              <a:off x="616" y="5768"/>
              <a:ext cx="226" cy="187"/>
            </a:xfrm>
            <a:prstGeom prst="rect">
              <a:avLst/>
            </a:prstGeom>
            <a:solidFill>
              <a:schemeClr val="bg1"/>
            </a:solidFill>
            <a:ln w="12700">
              <a:solidFill>
                <a:schemeClr val="tx1"/>
              </a:solidFill>
              <a:miter lim="800000"/>
              <a:headEnd/>
              <a:tailEnd/>
            </a:ln>
          </p:spPr>
          <p:txBody>
            <a:bodyPr lIns="86176" tIns="43089" rIns="86176" bIns="43089"/>
            <a:lstStyle/>
            <a:p>
              <a:endParaRPr lang="fr-FR"/>
            </a:p>
          </p:txBody>
        </p:sp>
        <p:sp>
          <p:nvSpPr>
            <p:cNvPr id="164870" name="AutoShape 6"/>
            <p:cNvSpPr>
              <a:spLocks noChangeArrowheads="1"/>
            </p:cNvSpPr>
            <p:nvPr/>
          </p:nvSpPr>
          <p:spPr bwMode="auto">
            <a:xfrm>
              <a:off x="1113" y="5768"/>
              <a:ext cx="316" cy="140"/>
            </a:xfrm>
            <a:prstGeom prst="wedgeRectCallout">
              <a:avLst>
                <a:gd name="adj1" fmla="val -78870"/>
                <a:gd name="adj2" fmla="val 108333"/>
              </a:avLst>
            </a:prstGeom>
            <a:solidFill>
              <a:schemeClr val="bg1"/>
            </a:solidFill>
            <a:ln w="12700">
              <a:solidFill>
                <a:schemeClr val="tx1"/>
              </a:solidFill>
              <a:miter lim="800000"/>
              <a:headEnd/>
              <a:tailEnd/>
            </a:ln>
          </p:spPr>
          <p:txBody>
            <a:bodyPr lIns="86176" tIns="43089" rIns="86176" bIns="43089"/>
            <a:lstStyle/>
            <a:p>
              <a:pPr algn="ctr" defTabSz="873125"/>
              <a:endParaRPr lang="fr-FR" sz="1500"/>
            </a:p>
          </p:txBody>
        </p:sp>
        <p:sp>
          <p:nvSpPr>
            <p:cNvPr id="164871" name="AutoShape 7"/>
            <p:cNvSpPr>
              <a:spLocks noChangeArrowheads="1"/>
            </p:cNvSpPr>
            <p:nvPr/>
          </p:nvSpPr>
          <p:spPr bwMode="auto">
            <a:xfrm>
              <a:off x="2152" y="5861"/>
              <a:ext cx="271" cy="140"/>
            </a:xfrm>
            <a:prstGeom prst="flowChartMultidocument">
              <a:avLst/>
            </a:prstGeom>
            <a:solidFill>
              <a:schemeClr val="bg1"/>
            </a:solidFill>
            <a:ln w="12700">
              <a:solidFill>
                <a:schemeClr val="tx1"/>
              </a:solidFill>
              <a:miter lim="800000"/>
              <a:headEnd/>
              <a:tailEnd/>
            </a:ln>
          </p:spPr>
          <p:txBody>
            <a:bodyPr lIns="86176" tIns="43089" rIns="86176" bIns="43089"/>
            <a:lstStyle/>
            <a:p>
              <a:endParaRPr lang="fr-FR"/>
            </a:p>
          </p:txBody>
        </p:sp>
        <p:sp>
          <p:nvSpPr>
            <p:cNvPr id="164872" name="AutoShape 8"/>
            <p:cNvSpPr>
              <a:spLocks noChangeArrowheads="1"/>
            </p:cNvSpPr>
            <p:nvPr/>
          </p:nvSpPr>
          <p:spPr bwMode="auto">
            <a:xfrm>
              <a:off x="2649" y="5768"/>
              <a:ext cx="271" cy="187"/>
            </a:xfrm>
            <a:prstGeom prst="bevel">
              <a:avLst>
                <a:gd name="adj" fmla="val 12500"/>
              </a:avLst>
            </a:prstGeom>
            <a:solidFill>
              <a:schemeClr val="bg1"/>
            </a:solidFill>
            <a:ln w="12700">
              <a:solidFill>
                <a:schemeClr val="tx1"/>
              </a:solidFill>
              <a:miter lim="800000"/>
              <a:headEnd/>
              <a:tailEnd/>
            </a:ln>
          </p:spPr>
          <p:txBody>
            <a:bodyPr lIns="86176" tIns="43089" rIns="86176" bIns="43089"/>
            <a:lstStyle/>
            <a:p>
              <a:endParaRPr lang="fr-FR"/>
            </a:p>
          </p:txBody>
        </p:sp>
        <p:grpSp>
          <p:nvGrpSpPr>
            <p:cNvPr id="164873" name="Group 9"/>
            <p:cNvGrpSpPr>
              <a:grpSpLocks/>
            </p:cNvGrpSpPr>
            <p:nvPr/>
          </p:nvGrpSpPr>
          <p:grpSpPr bwMode="auto">
            <a:xfrm>
              <a:off x="480" y="5535"/>
              <a:ext cx="3569" cy="513"/>
              <a:chOff x="384" y="5472"/>
              <a:chExt cx="3792" cy="528"/>
            </a:xfrm>
          </p:grpSpPr>
          <p:sp>
            <p:nvSpPr>
              <p:cNvPr id="164889" name="Rectangle 10"/>
              <p:cNvSpPr>
                <a:spLocks noChangeArrowheads="1"/>
              </p:cNvSpPr>
              <p:nvPr/>
            </p:nvSpPr>
            <p:spPr bwMode="auto">
              <a:xfrm>
                <a:off x="3634" y="5472"/>
                <a:ext cx="542" cy="528"/>
              </a:xfrm>
              <a:prstGeom prst="rect">
                <a:avLst/>
              </a:prstGeom>
              <a:noFill/>
              <a:ln w="12700">
                <a:noFill/>
                <a:miter lim="800000"/>
                <a:headEnd/>
                <a:tailEnd/>
              </a:ln>
            </p:spPr>
            <p:txBody>
              <a:bodyPr lIns="86176" tIns="43089" rIns="86176" bIns="43089"/>
              <a:lstStyle/>
              <a:p>
                <a:pPr algn="ctr" defTabSz="873125"/>
                <a:r>
                  <a:rPr lang="en-GB" sz="1200"/>
                  <a:t>Extra Info</a:t>
                </a:r>
              </a:p>
              <a:p>
                <a:pPr algn="ctr" defTabSz="873125"/>
                <a:endParaRPr lang="en-GB" sz="1200"/>
              </a:p>
            </p:txBody>
          </p:sp>
          <p:sp>
            <p:nvSpPr>
              <p:cNvPr id="164890" name="Rectangle 11"/>
              <p:cNvSpPr>
                <a:spLocks noChangeArrowheads="1"/>
              </p:cNvSpPr>
              <p:nvPr/>
            </p:nvSpPr>
            <p:spPr bwMode="auto">
              <a:xfrm>
                <a:off x="3093" y="5472"/>
                <a:ext cx="541" cy="528"/>
              </a:xfrm>
              <a:prstGeom prst="rect">
                <a:avLst/>
              </a:prstGeom>
              <a:noFill/>
              <a:ln w="12700">
                <a:noFill/>
                <a:miter lim="800000"/>
                <a:headEnd/>
                <a:tailEnd/>
              </a:ln>
            </p:spPr>
            <p:txBody>
              <a:bodyPr lIns="86176" tIns="43089" rIns="86176" bIns="43089"/>
              <a:lstStyle/>
              <a:p>
                <a:pPr algn="ctr" defTabSz="873125"/>
                <a:r>
                  <a:rPr lang="en-GB" sz="1200"/>
                  <a:t>FIT Sheet</a:t>
                </a:r>
              </a:p>
            </p:txBody>
          </p:sp>
          <p:sp>
            <p:nvSpPr>
              <p:cNvPr id="164891" name="Rectangle 12"/>
              <p:cNvSpPr>
                <a:spLocks noChangeArrowheads="1"/>
              </p:cNvSpPr>
              <p:nvPr/>
            </p:nvSpPr>
            <p:spPr bwMode="auto">
              <a:xfrm>
                <a:off x="2551" y="5472"/>
                <a:ext cx="542" cy="528"/>
              </a:xfrm>
              <a:prstGeom prst="rect">
                <a:avLst/>
              </a:prstGeom>
              <a:noFill/>
              <a:ln w="12700">
                <a:noFill/>
                <a:miter lim="800000"/>
                <a:headEnd/>
                <a:tailEnd/>
              </a:ln>
            </p:spPr>
            <p:txBody>
              <a:bodyPr lIns="86176" tIns="43089" rIns="86176" bIns="43089"/>
              <a:lstStyle/>
              <a:p>
                <a:pPr algn="ctr" defTabSz="873125"/>
                <a:r>
                  <a:rPr lang="en-GB" sz="1500"/>
                  <a:t>Photo</a:t>
                </a:r>
              </a:p>
            </p:txBody>
          </p:sp>
          <p:sp>
            <p:nvSpPr>
              <p:cNvPr id="164892" name="Rectangle 13"/>
              <p:cNvSpPr>
                <a:spLocks noChangeArrowheads="1"/>
              </p:cNvSpPr>
              <p:nvPr/>
            </p:nvSpPr>
            <p:spPr bwMode="auto">
              <a:xfrm>
                <a:off x="2009" y="5472"/>
                <a:ext cx="542" cy="528"/>
              </a:xfrm>
              <a:prstGeom prst="rect">
                <a:avLst/>
              </a:prstGeom>
              <a:solidFill>
                <a:schemeClr val="bg1"/>
              </a:solidFill>
              <a:ln w="12700">
                <a:noFill/>
                <a:miter lim="800000"/>
                <a:headEnd/>
                <a:tailEnd/>
              </a:ln>
            </p:spPr>
            <p:txBody>
              <a:bodyPr lIns="86176" tIns="43089" rIns="86176" bIns="43089"/>
              <a:lstStyle/>
              <a:p>
                <a:pPr algn="ctr" defTabSz="873125"/>
                <a:r>
                  <a:rPr lang="en-GB" sz="1300"/>
                  <a:t>Training</a:t>
                </a:r>
              </a:p>
              <a:p>
                <a:pPr algn="ctr" defTabSz="873125"/>
                <a:r>
                  <a:rPr lang="en-GB" sz="1300"/>
                  <a:t>Matl.</a:t>
                </a:r>
              </a:p>
            </p:txBody>
          </p:sp>
          <p:sp>
            <p:nvSpPr>
              <p:cNvPr id="164893" name="Rectangle 14"/>
              <p:cNvSpPr>
                <a:spLocks noChangeArrowheads="1"/>
              </p:cNvSpPr>
              <p:nvPr/>
            </p:nvSpPr>
            <p:spPr bwMode="auto">
              <a:xfrm>
                <a:off x="1467" y="5472"/>
                <a:ext cx="542" cy="528"/>
              </a:xfrm>
              <a:prstGeom prst="rect">
                <a:avLst/>
              </a:prstGeom>
              <a:noFill/>
              <a:ln w="12700">
                <a:noFill/>
                <a:miter lim="800000"/>
                <a:headEnd/>
                <a:tailEnd/>
              </a:ln>
            </p:spPr>
            <p:txBody>
              <a:bodyPr lIns="86176" tIns="43089" rIns="86176" bIns="43089"/>
              <a:lstStyle/>
              <a:p>
                <a:pPr algn="ctr" defTabSz="873125"/>
                <a:r>
                  <a:rPr lang="en-GB" sz="1300"/>
                  <a:t>Flip Chart</a:t>
                </a:r>
              </a:p>
            </p:txBody>
          </p:sp>
          <p:sp>
            <p:nvSpPr>
              <p:cNvPr id="164894" name="Rectangle 15"/>
              <p:cNvSpPr>
                <a:spLocks noChangeArrowheads="1"/>
              </p:cNvSpPr>
              <p:nvPr/>
            </p:nvSpPr>
            <p:spPr bwMode="auto">
              <a:xfrm>
                <a:off x="926" y="5472"/>
                <a:ext cx="541" cy="528"/>
              </a:xfrm>
              <a:prstGeom prst="rect">
                <a:avLst/>
              </a:prstGeom>
              <a:solidFill>
                <a:schemeClr val="folHlink"/>
              </a:solidFill>
              <a:ln w="12700">
                <a:noFill/>
                <a:miter lim="800000"/>
                <a:headEnd/>
                <a:tailEnd/>
              </a:ln>
            </p:spPr>
            <p:txBody>
              <a:bodyPr lIns="86176" tIns="43089" rIns="86176" bIns="43089"/>
              <a:lstStyle/>
              <a:p>
                <a:pPr algn="ctr" defTabSz="873125"/>
                <a:r>
                  <a:rPr lang="en-GB" sz="1500"/>
                  <a:t>Verbal</a:t>
                </a:r>
              </a:p>
            </p:txBody>
          </p:sp>
          <p:sp>
            <p:nvSpPr>
              <p:cNvPr id="164895" name="Rectangle 16"/>
              <p:cNvSpPr>
                <a:spLocks noChangeArrowheads="1"/>
              </p:cNvSpPr>
              <p:nvPr/>
            </p:nvSpPr>
            <p:spPr bwMode="auto">
              <a:xfrm>
                <a:off x="384" y="5472"/>
                <a:ext cx="542" cy="528"/>
              </a:xfrm>
              <a:prstGeom prst="rect">
                <a:avLst/>
              </a:prstGeom>
              <a:solidFill>
                <a:schemeClr val="folHlink"/>
              </a:solidFill>
              <a:ln w="12700">
                <a:noFill/>
                <a:miter lim="800000"/>
                <a:headEnd/>
                <a:tailEnd/>
              </a:ln>
            </p:spPr>
            <p:txBody>
              <a:bodyPr lIns="86176" tIns="43089" rIns="86176" bIns="43089"/>
              <a:lstStyle/>
              <a:p>
                <a:pPr algn="ctr" defTabSz="873125"/>
                <a:r>
                  <a:rPr lang="en-GB" sz="1500"/>
                  <a:t>Slide</a:t>
                </a:r>
              </a:p>
            </p:txBody>
          </p:sp>
          <p:sp>
            <p:nvSpPr>
              <p:cNvPr id="164896" name="Line 17"/>
              <p:cNvSpPr>
                <a:spLocks noChangeShapeType="1"/>
              </p:cNvSpPr>
              <p:nvPr/>
            </p:nvSpPr>
            <p:spPr bwMode="auto">
              <a:xfrm>
                <a:off x="384" y="5472"/>
                <a:ext cx="0" cy="528"/>
              </a:xfrm>
              <a:prstGeom prst="line">
                <a:avLst/>
              </a:prstGeom>
              <a:noFill/>
              <a:ln w="38100" cap="sq">
                <a:solidFill>
                  <a:schemeClr val="tx1"/>
                </a:solidFill>
                <a:round/>
                <a:headEnd/>
                <a:tailEnd/>
              </a:ln>
            </p:spPr>
            <p:txBody>
              <a:bodyPr lIns="86176" tIns="43089" rIns="86176" bIns="43089"/>
              <a:lstStyle/>
              <a:p>
                <a:endParaRPr lang="fr-FR"/>
              </a:p>
            </p:txBody>
          </p:sp>
          <p:sp>
            <p:nvSpPr>
              <p:cNvPr id="164897" name="Line 18"/>
              <p:cNvSpPr>
                <a:spLocks noChangeShapeType="1"/>
              </p:cNvSpPr>
              <p:nvPr/>
            </p:nvSpPr>
            <p:spPr bwMode="auto">
              <a:xfrm>
                <a:off x="926" y="5472"/>
                <a:ext cx="0" cy="528"/>
              </a:xfrm>
              <a:prstGeom prst="line">
                <a:avLst/>
              </a:prstGeom>
              <a:noFill/>
              <a:ln w="38100">
                <a:solidFill>
                  <a:schemeClr val="tx1"/>
                </a:solidFill>
                <a:round/>
                <a:headEnd/>
                <a:tailEnd/>
              </a:ln>
            </p:spPr>
            <p:txBody>
              <a:bodyPr lIns="86176" tIns="43089" rIns="86176" bIns="43089"/>
              <a:lstStyle/>
              <a:p>
                <a:endParaRPr lang="fr-FR"/>
              </a:p>
            </p:txBody>
          </p:sp>
          <p:sp>
            <p:nvSpPr>
              <p:cNvPr id="164898" name="Line 19"/>
              <p:cNvSpPr>
                <a:spLocks noChangeShapeType="1"/>
              </p:cNvSpPr>
              <p:nvPr/>
            </p:nvSpPr>
            <p:spPr bwMode="auto">
              <a:xfrm>
                <a:off x="1467" y="5472"/>
                <a:ext cx="0" cy="528"/>
              </a:xfrm>
              <a:prstGeom prst="line">
                <a:avLst/>
              </a:prstGeom>
              <a:noFill/>
              <a:ln w="28575">
                <a:solidFill>
                  <a:schemeClr val="tx1"/>
                </a:solidFill>
                <a:round/>
                <a:headEnd/>
                <a:tailEnd/>
              </a:ln>
            </p:spPr>
            <p:txBody>
              <a:bodyPr lIns="86176" tIns="43089" rIns="86176" bIns="43089"/>
              <a:lstStyle/>
              <a:p>
                <a:endParaRPr lang="fr-FR"/>
              </a:p>
            </p:txBody>
          </p:sp>
          <p:sp>
            <p:nvSpPr>
              <p:cNvPr id="164899" name="Line 20"/>
              <p:cNvSpPr>
                <a:spLocks noChangeShapeType="1"/>
              </p:cNvSpPr>
              <p:nvPr/>
            </p:nvSpPr>
            <p:spPr bwMode="auto">
              <a:xfrm>
                <a:off x="2009" y="5472"/>
                <a:ext cx="0" cy="528"/>
              </a:xfrm>
              <a:prstGeom prst="line">
                <a:avLst/>
              </a:prstGeom>
              <a:noFill/>
              <a:ln w="28575">
                <a:solidFill>
                  <a:schemeClr val="tx1"/>
                </a:solidFill>
                <a:round/>
                <a:headEnd/>
                <a:tailEnd/>
              </a:ln>
            </p:spPr>
            <p:txBody>
              <a:bodyPr lIns="86176" tIns="43089" rIns="86176" bIns="43089"/>
              <a:lstStyle/>
              <a:p>
                <a:endParaRPr lang="fr-FR"/>
              </a:p>
            </p:txBody>
          </p:sp>
          <p:sp>
            <p:nvSpPr>
              <p:cNvPr id="164900" name="Line 21"/>
              <p:cNvSpPr>
                <a:spLocks noChangeShapeType="1"/>
              </p:cNvSpPr>
              <p:nvPr/>
            </p:nvSpPr>
            <p:spPr bwMode="auto">
              <a:xfrm>
                <a:off x="2551" y="5472"/>
                <a:ext cx="0" cy="528"/>
              </a:xfrm>
              <a:prstGeom prst="line">
                <a:avLst/>
              </a:prstGeom>
              <a:noFill/>
              <a:ln w="28575">
                <a:solidFill>
                  <a:schemeClr val="tx1"/>
                </a:solidFill>
                <a:round/>
                <a:headEnd/>
                <a:tailEnd/>
              </a:ln>
            </p:spPr>
            <p:txBody>
              <a:bodyPr lIns="86176" tIns="43089" rIns="86176" bIns="43089"/>
              <a:lstStyle/>
              <a:p>
                <a:endParaRPr lang="fr-FR"/>
              </a:p>
            </p:txBody>
          </p:sp>
          <p:sp>
            <p:nvSpPr>
              <p:cNvPr id="164901" name="Line 22"/>
              <p:cNvSpPr>
                <a:spLocks noChangeShapeType="1"/>
              </p:cNvSpPr>
              <p:nvPr/>
            </p:nvSpPr>
            <p:spPr bwMode="auto">
              <a:xfrm>
                <a:off x="3093" y="5472"/>
                <a:ext cx="0" cy="528"/>
              </a:xfrm>
              <a:prstGeom prst="line">
                <a:avLst/>
              </a:prstGeom>
              <a:noFill/>
              <a:ln w="28575">
                <a:solidFill>
                  <a:schemeClr val="tx1"/>
                </a:solidFill>
                <a:round/>
                <a:headEnd/>
                <a:tailEnd/>
              </a:ln>
            </p:spPr>
            <p:txBody>
              <a:bodyPr lIns="86176" tIns="43089" rIns="86176" bIns="43089"/>
              <a:lstStyle/>
              <a:p>
                <a:endParaRPr lang="fr-FR"/>
              </a:p>
            </p:txBody>
          </p:sp>
          <p:sp>
            <p:nvSpPr>
              <p:cNvPr id="164902" name="Line 23"/>
              <p:cNvSpPr>
                <a:spLocks noChangeShapeType="1"/>
              </p:cNvSpPr>
              <p:nvPr/>
            </p:nvSpPr>
            <p:spPr bwMode="auto">
              <a:xfrm>
                <a:off x="3634" y="5472"/>
                <a:ext cx="0" cy="528"/>
              </a:xfrm>
              <a:prstGeom prst="line">
                <a:avLst/>
              </a:prstGeom>
              <a:noFill/>
              <a:ln w="28575">
                <a:solidFill>
                  <a:schemeClr val="tx1"/>
                </a:solidFill>
                <a:round/>
                <a:headEnd/>
                <a:tailEnd/>
              </a:ln>
            </p:spPr>
            <p:txBody>
              <a:bodyPr lIns="86176" tIns="43089" rIns="86176" bIns="43089"/>
              <a:lstStyle/>
              <a:p>
                <a:endParaRPr lang="fr-FR"/>
              </a:p>
            </p:txBody>
          </p:sp>
          <p:sp>
            <p:nvSpPr>
              <p:cNvPr id="164903" name="Line 24"/>
              <p:cNvSpPr>
                <a:spLocks noChangeShapeType="1"/>
              </p:cNvSpPr>
              <p:nvPr/>
            </p:nvSpPr>
            <p:spPr bwMode="auto">
              <a:xfrm>
                <a:off x="4176" y="5472"/>
                <a:ext cx="0" cy="528"/>
              </a:xfrm>
              <a:prstGeom prst="line">
                <a:avLst/>
              </a:prstGeom>
              <a:noFill/>
              <a:ln w="28575">
                <a:solidFill>
                  <a:schemeClr val="tx1"/>
                </a:solidFill>
                <a:round/>
                <a:headEnd/>
                <a:tailEnd/>
              </a:ln>
            </p:spPr>
            <p:txBody>
              <a:bodyPr lIns="86176" tIns="43089" rIns="86176" bIns="43089"/>
              <a:lstStyle/>
              <a:p>
                <a:endParaRPr lang="fr-FR"/>
              </a:p>
            </p:txBody>
          </p:sp>
          <p:sp>
            <p:nvSpPr>
              <p:cNvPr id="164904" name="Line 25"/>
              <p:cNvSpPr>
                <a:spLocks noChangeShapeType="1"/>
              </p:cNvSpPr>
              <p:nvPr/>
            </p:nvSpPr>
            <p:spPr bwMode="auto">
              <a:xfrm>
                <a:off x="2009" y="5472"/>
                <a:ext cx="1084" cy="0"/>
              </a:xfrm>
              <a:prstGeom prst="line">
                <a:avLst/>
              </a:prstGeom>
              <a:noFill/>
              <a:ln w="38100">
                <a:solidFill>
                  <a:schemeClr val="tx1"/>
                </a:solidFill>
                <a:round/>
                <a:headEnd/>
                <a:tailEnd/>
              </a:ln>
            </p:spPr>
            <p:txBody>
              <a:bodyPr lIns="86176" tIns="43089" rIns="86176" bIns="43089"/>
              <a:lstStyle/>
              <a:p>
                <a:endParaRPr lang="fr-FR"/>
              </a:p>
            </p:txBody>
          </p:sp>
          <p:sp>
            <p:nvSpPr>
              <p:cNvPr id="164905" name="Line 26"/>
              <p:cNvSpPr>
                <a:spLocks noChangeShapeType="1"/>
              </p:cNvSpPr>
              <p:nvPr/>
            </p:nvSpPr>
            <p:spPr bwMode="auto">
              <a:xfrm>
                <a:off x="384" y="5472"/>
                <a:ext cx="542" cy="0"/>
              </a:xfrm>
              <a:prstGeom prst="line">
                <a:avLst/>
              </a:prstGeom>
              <a:noFill/>
              <a:ln w="38100" cap="sq">
                <a:solidFill>
                  <a:schemeClr val="tx1"/>
                </a:solidFill>
                <a:round/>
                <a:headEnd/>
                <a:tailEnd/>
              </a:ln>
            </p:spPr>
            <p:txBody>
              <a:bodyPr lIns="86176" tIns="43089" rIns="86176" bIns="43089"/>
              <a:lstStyle/>
              <a:p>
                <a:endParaRPr lang="fr-FR"/>
              </a:p>
            </p:txBody>
          </p:sp>
          <p:sp>
            <p:nvSpPr>
              <p:cNvPr id="164906" name="Line 27"/>
              <p:cNvSpPr>
                <a:spLocks noChangeShapeType="1"/>
              </p:cNvSpPr>
              <p:nvPr/>
            </p:nvSpPr>
            <p:spPr bwMode="auto">
              <a:xfrm>
                <a:off x="926" y="5472"/>
                <a:ext cx="1083" cy="0"/>
              </a:xfrm>
              <a:prstGeom prst="line">
                <a:avLst/>
              </a:prstGeom>
              <a:noFill/>
              <a:ln w="28575" cap="sq">
                <a:solidFill>
                  <a:schemeClr val="tx1"/>
                </a:solidFill>
                <a:round/>
                <a:headEnd/>
                <a:tailEnd/>
              </a:ln>
            </p:spPr>
            <p:txBody>
              <a:bodyPr lIns="86176" tIns="43089" rIns="86176" bIns="43089"/>
              <a:lstStyle/>
              <a:p>
                <a:endParaRPr lang="fr-FR"/>
              </a:p>
            </p:txBody>
          </p:sp>
          <p:sp>
            <p:nvSpPr>
              <p:cNvPr id="164907" name="Line 28"/>
              <p:cNvSpPr>
                <a:spLocks noChangeShapeType="1"/>
              </p:cNvSpPr>
              <p:nvPr/>
            </p:nvSpPr>
            <p:spPr bwMode="auto">
              <a:xfrm>
                <a:off x="926" y="6000"/>
                <a:ext cx="3250" cy="0"/>
              </a:xfrm>
              <a:prstGeom prst="line">
                <a:avLst/>
              </a:prstGeom>
              <a:noFill/>
              <a:ln w="28575">
                <a:solidFill>
                  <a:schemeClr val="tx1"/>
                </a:solidFill>
                <a:round/>
                <a:headEnd/>
                <a:tailEnd/>
              </a:ln>
            </p:spPr>
            <p:txBody>
              <a:bodyPr lIns="86176" tIns="43089" rIns="86176" bIns="43089"/>
              <a:lstStyle/>
              <a:p>
                <a:endParaRPr lang="fr-FR"/>
              </a:p>
            </p:txBody>
          </p:sp>
          <p:sp>
            <p:nvSpPr>
              <p:cNvPr id="164908" name="Line 29"/>
              <p:cNvSpPr>
                <a:spLocks noChangeShapeType="1"/>
              </p:cNvSpPr>
              <p:nvPr/>
            </p:nvSpPr>
            <p:spPr bwMode="auto">
              <a:xfrm>
                <a:off x="3093" y="5472"/>
                <a:ext cx="1083" cy="0"/>
              </a:xfrm>
              <a:prstGeom prst="line">
                <a:avLst/>
              </a:prstGeom>
              <a:noFill/>
              <a:ln w="28575" cap="sq">
                <a:solidFill>
                  <a:schemeClr val="tx1"/>
                </a:solidFill>
                <a:round/>
                <a:headEnd/>
                <a:tailEnd/>
              </a:ln>
            </p:spPr>
            <p:txBody>
              <a:bodyPr lIns="86176" tIns="43089" rIns="86176" bIns="43089"/>
              <a:lstStyle/>
              <a:p>
                <a:endParaRPr lang="fr-FR"/>
              </a:p>
            </p:txBody>
          </p:sp>
          <p:sp>
            <p:nvSpPr>
              <p:cNvPr id="164909" name="Line 30"/>
              <p:cNvSpPr>
                <a:spLocks noChangeShapeType="1"/>
              </p:cNvSpPr>
              <p:nvPr/>
            </p:nvSpPr>
            <p:spPr bwMode="auto">
              <a:xfrm>
                <a:off x="384" y="6000"/>
                <a:ext cx="542" cy="0"/>
              </a:xfrm>
              <a:prstGeom prst="line">
                <a:avLst/>
              </a:prstGeom>
              <a:noFill/>
              <a:ln w="38100" cap="sq">
                <a:solidFill>
                  <a:schemeClr val="tx1"/>
                </a:solidFill>
                <a:round/>
                <a:headEnd/>
                <a:tailEnd/>
              </a:ln>
            </p:spPr>
            <p:txBody>
              <a:bodyPr lIns="86176" tIns="43089" rIns="86176" bIns="43089"/>
              <a:lstStyle/>
              <a:p>
                <a:endParaRPr lang="fr-FR"/>
              </a:p>
            </p:txBody>
          </p:sp>
        </p:grpSp>
        <p:sp>
          <p:nvSpPr>
            <p:cNvPr id="164874" name="AutoShape 31"/>
            <p:cNvSpPr>
              <a:spLocks noChangeArrowheads="1"/>
            </p:cNvSpPr>
            <p:nvPr/>
          </p:nvSpPr>
          <p:spPr bwMode="auto">
            <a:xfrm>
              <a:off x="571" y="5768"/>
              <a:ext cx="316" cy="233"/>
            </a:xfrm>
            <a:prstGeom prst="foldedCorner">
              <a:avLst>
                <a:gd name="adj" fmla="val 43153"/>
              </a:avLst>
            </a:prstGeom>
            <a:solidFill>
              <a:schemeClr val="bg1"/>
            </a:solidFill>
            <a:ln w="12700">
              <a:solidFill>
                <a:schemeClr val="tx1"/>
              </a:solidFill>
              <a:round/>
              <a:headEnd/>
              <a:tailEnd/>
            </a:ln>
          </p:spPr>
          <p:txBody>
            <a:bodyPr lIns="86176" tIns="43089" rIns="86176" bIns="43089"/>
            <a:lstStyle/>
            <a:p>
              <a:endParaRPr lang="fr-FR"/>
            </a:p>
          </p:txBody>
        </p:sp>
        <p:grpSp>
          <p:nvGrpSpPr>
            <p:cNvPr id="164875" name="Group 32"/>
            <p:cNvGrpSpPr>
              <a:grpSpLocks/>
            </p:cNvGrpSpPr>
            <p:nvPr/>
          </p:nvGrpSpPr>
          <p:grpSpPr bwMode="auto">
            <a:xfrm>
              <a:off x="1700" y="5815"/>
              <a:ext cx="143" cy="215"/>
              <a:chOff x="2832" y="4080"/>
              <a:chExt cx="240" cy="432"/>
            </a:xfrm>
          </p:grpSpPr>
          <p:sp>
            <p:nvSpPr>
              <p:cNvPr id="164886" name="Rectangle 33"/>
              <p:cNvSpPr>
                <a:spLocks noChangeArrowheads="1"/>
              </p:cNvSpPr>
              <p:nvPr/>
            </p:nvSpPr>
            <p:spPr bwMode="auto">
              <a:xfrm>
                <a:off x="2832" y="4080"/>
                <a:ext cx="240" cy="240"/>
              </a:xfrm>
              <a:prstGeom prst="rect">
                <a:avLst/>
              </a:prstGeom>
              <a:solidFill>
                <a:schemeClr val="bg1"/>
              </a:solidFill>
              <a:ln w="19050">
                <a:solidFill>
                  <a:schemeClr val="tx1"/>
                </a:solidFill>
                <a:miter lim="800000"/>
                <a:headEnd/>
                <a:tailEnd/>
              </a:ln>
            </p:spPr>
            <p:txBody>
              <a:bodyPr lIns="86176" tIns="43089" rIns="86176" bIns="43089"/>
              <a:lstStyle/>
              <a:p>
                <a:endParaRPr lang="fr-FR"/>
              </a:p>
            </p:txBody>
          </p:sp>
          <p:sp>
            <p:nvSpPr>
              <p:cNvPr id="164887" name="Line 34"/>
              <p:cNvSpPr>
                <a:spLocks noChangeShapeType="1"/>
              </p:cNvSpPr>
              <p:nvPr/>
            </p:nvSpPr>
            <p:spPr bwMode="auto">
              <a:xfrm>
                <a:off x="3024" y="4320"/>
                <a:ext cx="48" cy="192"/>
              </a:xfrm>
              <a:prstGeom prst="line">
                <a:avLst/>
              </a:prstGeom>
              <a:noFill/>
              <a:ln w="19050">
                <a:solidFill>
                  <a:schemeClr val="tx1"/>
                </a:solidFill>
                <a:round/>
                <a:headEnd/>
                <a:tailEnd/>
              </a:ln>
            </p:spPr>
            <p:txBody>
              <a:bodyPr lIns="86176" tIns="43089" rIns="86176" bIns="43089"/>
              <a:lstStyle/>
              <a:p>
                <a:endParaRPr lang="fr-FR"/>
              </a:p>
            </p:txBody>
          </p:sp>
          <p:sp>
            <p:nvSpPr>
              <p:cNvPr id="164888" name="Line 35"/>
              <p:cNvSpPr>
                <a:spLocks noChangeShapeType="1"/>
              </p:cNvSpPr>
              <p:nvPr/>
            </p:nvSpPr>
            <p:spPr bwMode="auto">
              <a:xfrm flipH="1">
                <a:off x="2832" y="4320"/>
                <a:ext cx="48" cy="192"/>
              </a:xfrm>
              <a:prstGeom prst="line">
                <a:avLst/>
              </a:prstGeom>
              <a:noFill/>
              <a:ln w="19050">
                <a:solidFill>
                  <a:schemeClr val="tx1"/>
                </a:solidFill>
                <a:round/>
                <a:headEnd/>
                <a:tailEnd/>
              </a:ln>
            </p:spPr>
            <p:txBody>
              <a:bodyPr lIns="86176" tIns="43089" rIns="86176" bIns="43089"/>
              <a:lstStyle/>
              <a:p>
                <a:endParaRPr lang="fr-FR"/>
              </a:p>
            </p:txBody>
          </p:sp>
        </p:grpSp>
        <p:grpSp>
          <p:nvGrpSpPr>
            <p:cNvPr id="164876" name="Group 36"/>
            <p:cNvGrpSpPr>
              <a:grpSpLocks/>
            </p:cNvGrpSpPr>
            <p:nvPr/>
          </p:nvGrpSpPr>
          <p:grpSpPr bwMode="auto">
            <a:xfrm>
              <a:off x="3236" y="5815"/>
              <a:ext cx="143" cy="215"/>
              <a:chOff x="3456" y="2880"/>
              <a:chExt cx="560" cy="1086"/>
            </a:xfrm>
          </p:grpSpPr>
          <p:grpSp>
            <p:nvGrpSpPr>
              <p:cNvPr id="164881" name="Group 37"/>
              <p:cNvGrpSpPr>
                <a:grpSpLocks/>
              </p:cNvGrpSpPr>
              <p:nvPr/>
            </p:nvGrpSpPr>
            <p:grpSpPr bwMode="auto">
              <a:xfrm>
                <a:off x="3456" y="2880"/>
                <a:ext cx="560" cy="1086"/>
                <a:chOff x="2832" y="4080"/>
                <a:chExt cx="240" cy="432"/>
              </a:xfrm>
            </p:grpSpPr>
            <p:sp>
              <p:nvSpPr>
                <p:cNvPr id="164883" name="Rectangle 38"/>
                <p:cNvSpPr>
                  <a:spLocks noChangeArrowheads="1"/>
                </p:cNvSpPr>
                <p:nvPr/>
              </p:nvSpPr>
              <p:spPr bwMode="auto">
                <a:xfrm>
                  <a:off x="2832" y="4080"/>
                  <a:ext cx="240" cy="240"/>
                </a:xfrm>
                <a:prstGeom prst="rect">
                  <a:avLst/>
                </a:prstGeom>
                <a:solidFill>
                  <a:schemeClr val="bg1"/>
                </a:solidFill>
                <a:ln w="19050">
                  <a:solidFill>
                    <a:schemeClr val="tx1"/>
                  </a:solidFill>
                  <a:miter lim="800000"/>
                  <a:headEnd/>
                  <a:tailEnd/>
                </a:ln>
              </p:spPr>
              <p:txBody>
                <a:bodyPr lIns="86176" tIns="43089" rIns="86176" bIns="43089"/>
                <a:lstStyle/>
                <a:p>
                  <a:endParaRPr lang="fr-FR"/>
                </a:p>
              </p:txBody>
            </p:sp>
            <p:sp>
              <p:nvSpPr>
                <p:cNvPr id="164884" name="Line 39"/>
                <p:cNvSpPr>
                  <a:spLocks noChangeShapeType="1"/>
                </p:cNvSpPr>
                <p:nvPr/>
              </p:nvSpPr>
              <p:spPr bwMode="auto">
                <a:xfrm>
                  <a:off x="3024" y="4320"/>
                  <a:ext cx="48" cy="192"/>
                </a:xfrm>
                <a:prstGeom prst="line">
                  <a:avLst/>
                </a:prstGeom>
                <a:noFill/>
                <a:ln w="19050">
                  <a:solidFill>
                    <a:schemeClr val="tx1"/>
                  </a:solidFill>
                  <a:round/>
                  <a:headEnd/>
                  <a:tailEnd/>
                </a:ln>
              </p:spPr>
              <p:txBody>
                <a:bodyPr lIns="86176" tIns="43089" rIns="86176" bIns="43089"/>
                <a:lstStyle/>
                <a:p>
                  <a:endParaRPr lang="fr-FR"/>
                </a:p>
              </p:txBody>
            </p:sp>
            <p:sp>
              <p:nvSpPr>
                <p:cNvPr id="164885" name="Line 40"/>
                <p:cNvSpPr>
                  <a:spLocks noChangeShapeType="1"/>
                </p:cNvSpPr>
                <p:nvPr/>
              </p:nvSpPr>
              <p:spPr bwMode="auto">
                <a:xfrm flipH="1">
                  <a:off x="2832" y="4320"/>
                  <a:ext cx="48" cy="192"/>
                </a:xfrm>
                <a:prstGeom prst="line">
                  <a:avLst/>
                </a:prstGeom>
                <a:noFill/>
                <a:ln w="19050">
                  <a:solidFill>
                    <a:schemeClr val="tx1"/>
                  </a:solidFill>
                  <a:round/>
                  <a:headEnd/>
                  <a:tailEnd/>
                </a:ln>
              </p:spPr>
              <p:txBody>
                <a:bodyPr lIns="86176" tIns="43089" rIns="86176" bIns="43089"/>
                <a:lstStyle/>
                <a:p>
                  <a:endParaRPr lang="fr-FR"/>
                </a:p>
              </p:txBody>
            </p:sp>
          </p:grpSp>
          <p:sp>
            <p:nvSpPr>
              <p:cNvPr id="164882" name="AutoShape 41"/>
              <p:cNvSpPr>
                <a:spLocks noChangeArrowheads="1"/>
              </p:cNvSpPr>
              <p:nvPr/>
            </p:nvSpPr>
            <p:spPr bwMode="auto">
              <a:xfrm>
                <a:off x="3552" y="2976"/>
                <a:ext cx="384" cy="384"/>
              </a:xfrm>
              <a:prstGeom prst="smileyFace">
                <a:avLst>
                  <a:gd name="adj" fmla="val 4653"/>
                </a:avLst>
              </a:prstGeom>
              <a:solidFill>
                <a:schemeClr val="bg1"/>
              </a:solidFill>
              <a:ln w="19050">
                <a:solidFill>
                  <a:schemeClr val="tx1"/>
                </a:solidFill>
                <a:round/>
                <a:headEnd/>
                <a:tailEnd/>
              </a:ln>
            </p:spPr>
            <p:txBody>
              <a:bodyPr lIns="86176" tIns="43089" rIns="86176" bIns="43089"/>
              <a:lstStyle/>
              <a:p>
                <a:endParaRPr lang="fr-FR"/>
              </a:p>
            </p:txBody>
          </p:sp>
        </p:grpSp>
        <p:sp>
          <p:nvSpPr>
            <p:cNvPr id="164877" name="AutoShape 42"/>
            <p:cNvSpPr>
              <a:spLocks noChangeArrowheads="1"/>
            </p:cNvSpPr>
            <p:nvPr/>
          </p:nvSpPr>
          <p:spPr bwMode="auto">
            <a:xfrm>
              <a:off x="3688" y="5815"/>
              <a:ext cx="180" cy="186"/>
            </a:xfrm>
            <a:prstGeom prst="plus">
              <a:avLst>
                <a:gd name="adj" fmla="val 36981"/>
              </a:avLst>
            </a:prstGeom>
            <a:solidFill>
              <a:schemeClr val="bg1"/>
            </a:solidFill>
            <a:ln w="12700">
              <a:solidFill>
                <a:schemeClr val="tx1"/>
              </a:solidFill>
              <a:miter lim="800000"/>
              <a:headEnd/>
              <a:tailEnd/>
            </a:ln>
          </p:spPr>
          <p:txBody>
            <a:bodyPr lIns="86176" tIns="43089" rIns="86176" bIns="43089"/>
            <a:lstStyle/>
            <a:p>
              <a:endParaRPr lang="fr-FR"/>
            </a:p>
          </p:txBody>
        </p:sp>
        <p:sp>
          <p:nvSpPr>
            <p:cNvPr id="164878" name="AutoShape 43"/>
            <p:cNvSpPr>
              <a:spLocks noChangeArrowheads="1"/>
            </p:cNvSpPr>
            <p:nvPr/>
          </p:nvSpPr>
          <p:spPr bwMode="auto">
            <a:xfrm>
              <a:off x="1068" y="5722"/>
              <a:ext cx="316" cy="186"/>
            </a:xfrm>
            <a:prstGeom prst="wedgeRectCallout">
              <a:avLst>
                <a:gd name="adj1" fmla="val -43750"/>
                <a:gd name="adj2" fmla="val 70000"/>
              </a:avLst>
            </a:prstGeom>
            <a:solidFill>
              <a:schemeClr val="bg1"/>
            </a:solidFill>
            <a:ln w="12700">
              <a:solidFill>
                <a:schemeClr val="tx1"/>
              </a:solidFill>
              <a:miter lim="800000"/>
              <a:headEnd/>
              <a:tailEnd/>
            </a:ln>
          </p:spPr>
          <p:txBody>
            <a:bodyPr lIns="86176" tIns="43089" rIns="86176" bIns="43089"/>
            <a:lstStyle/>
            <a:p>
              <a:pPr algn="ctr" defTabSz="873125"/>
              <a:endParaRPr lang="fr-FR" sz="1500"/>
            </a:p>
          </p:txBody>
        </p:sp>
        <p:sp>
          <p:nvSpPr>
            <p:cNvPr id="164879" name="AutoShape 44"/>
            <p:cNvSpPr>
              <a:spLocks noChangeArrowheads="1"/>
            </p:cNvSpPr>
            <p:nvPr/>
          </p:nvSpPr>
          <p:spPr bwMode="auto">
            <a:xfrm>
              <a:off x="2152" y="5815"/>
              <a:ext cx="271" cy="186"/>
            </a:xfrm>
            <a:prstGeom prst="flowChartMultidocument">
              <a:avLst/>
            </a:prstGeom>
            <a:solidFill>
              <a:schemeClr val="bg1"/>
            </a:solidFill>
            <a:ln w="12700">
              <a:solidFill>
                <a:schemeClr val="tx1"/>
              </a:solidFill>
              <a:miter lim="800000"/>
              <a:headEnd/>
              <a:tailEnd/>
            </a:ln>
          </p:spPr>
          <p:txBody>
            <a:bodyPr lIns="86176" tIns="43089" rIns="86176" bIns="43089"/>
            <a:lstStyle/>
            <a:p>
              <a:endParaRPr lang="fr-FR"/>
            </a:p>
          </p:txBody>
        </p:sp>
        <p:sp>
          <p:nvSpPr>
            <p:cNvPr id="164880" name="AutoShape 45"/>
            <p:cNvSpPr>
              <a:spLocks noChangeArrowheads="1"/>
            </p:cNvSpPr>
            <p:nvPr/>
          </p:nvSpPr>
          <p:spPr bwMode="auto">
            <a:xfrm>
              <a:off x="2649" y="5768"/>
              <a:ext cx="271" cy="187"/>
            </a:xfrm>
            <a:prstGeom prst="bevel">
              <a:avLst>
                <a:gd name="adj" fmla="val 12500"/>
              </a:avLst>
            </a:prstGeom>
            <a:solidFill>
              <a:schemeClr val="bg1"/>
            </a:solidFill>
            <a:ln w="12700">
              <a:solidFill>
                <a:schemeClr val="tx1"/>
              </a:solidFill>
              <a:miter lim="800000"/>
              <a:headEnd/>
              <a:tailEnd/>
            </a:ln>
          </p:spPr>
          <p:txBody>
            <a:bodyPr lIns="86176" tIns="43089" rIns="86176" bIns="43089"/>
            <a:lstStyle/>
            <a:p>
              <a:endParaRPr lang="fr-FR"/>
            </a:p>
          </p:txBody>
        </p:sp>
      </p:grpSp>
    </p:spTree>
    <p:extLst>
      <p:ext uri="{BB962C8B-B14F-4D97-AF65-F5344CB8AC3E}">
        <p14:creationId xmlns:p14="http://schemas.microsoft.com/office/powerpoint/2010/main" val="76031375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8" name="Espace réservé de l'image des diapositives 1"/>
          <p:cNvSpPr>
            <a:spLocks noGrp="1" noRot="1" noChangeAspect="1" noTextEdit="1"/>
          </p:cNvSpPr>
          <p:nvPr>
            <p:ph type="sldImg"/>
          </p:nvPr>
        </p:nvSpPr>
        <p:spPr>
          <a:ln/>
        </p:spPr>
      </p:sp>
      <p:sp>
        <p:nvSpPr>
          <p:cNvPr id="167939" name="Espace réservé des commentaires 2"/>
          <p:cNvSpPr>
            <a:spLocks noGrp="1"/>
          </p:cNvSpPr>
          <p:nvPr>
            <p:ph type="body" idx="1"/>
          </p:nvPr>
        </p:nvSpPr>
        <p:spPr>
          <a:noFill/>
          <a:ln/>
        </p:spPr>
        <p:txBody>
          <a:bodyPr/>
          <a:lstStyle/>
          <a:p>
            <a:endParaRPr lang="fr-FR"/>
          </a:p>
        </p:txBody>
      </p:sp>
      <p:sp>
        <p:nvSpPr>
          <p:cNvPr id="167940" name="Espace réservé du numéro de diapositive 3"/>
          <p:cNvSpPr>
            <a:spLocks noGrp="1"/>
          </p:cNvSpPr>
          <p:nvPr>
            <p:ph type="sldNum" sz="quarter" idx="5"/>
          </p:nvPr>
        </p:nvSpPr>
        <p:spPr>
          <a:xfrm>
            <a:off x="3854450" y="9440863"/>
            <a:ext cx="2949575" cy="496887"/>
          </a:xfrm>
          <a:prstGeom prst="rect">
            <a:avLst/>
          </a:prstGeom>
          <a:noFill/>
        </p:spPr>
        <p:txBody>
          <a:bodyPr/>
          <a:lstStyle/>
          <a:p>
            <a:pPr defTabSz="922338"/>
            <a:fld id="{981FD793-101C-43A3-86B2-587D00BB24D7}" type="slidenum">
              <a:rPr lang="fr-FR" smtClean="0"/>
              <a:pPr defTabSz="922338"/>
              <a:t>64</a:t>
            </a:fld>
            <a:endParaRPr lang="fr-FR"/>
          </a:p>
        </p:txBody>
      </p:sp>
    </p:spTree>
    <p:extLst>
      <p:ext uri="{BB962C8B-B14F-4D97-AF65-F5344CB8AC3E}">
        <p14:creationId xmlns:p14="http://schemas.microsoft.com/office/powerpoint/2010/main" val="147717108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Rot="1" noChangeAspect="1" noChangeArrowheads="1" noTextEdit="1"/>
          </p:cNvSpPr>
          <p:nvPr>
            <p:ph type="sldImg"/>
          </p:nvPr>
        </p:nvSpPr>
        <p:spPr>
          <a:xfrm>
            <a:off x="920750" y="747713"/>
            <a:ext cx="4965700" cy="3725862"/>
          </a:xfrm>
          <a:solidFill>
            <a:srgbClr val="FFFFFF"/>
          </a:solidFill>
          <a:ln/>
        </p:spPr>
      </p:sp>
      <p:sp>
        <p:nvSpPr>
          <p:cNvPr id="172035" name="Rectangle 3"/>
          <p:cNvSpPr>
            <a:spLocks noGrp="1" noChangeArrowheads="1"/>
          </p:cNvSpPr>
          <p:nvPr>
            <p:ph type="body" idx="1"/>
          </p:nvPr>
        </p:nvSpPr>
        <p:spPr>
          <a:xfrm>
            <a:off x="909638" y="4721225"/>
            <a:ext cx="5064125" cy="4470400"/>
          </a:xfrm>
          <a:solidFill>
            <a:srgbClr val="FFFFFF"/>
          </a:solidFill>
          <a:ln>
            <a:solidFill>
              <a:srgbClr val="000000"/>
            </a:solidFill>
          </a:ln>
        </p:spPr>
        <p:txBody>
          <a:bodyPr lIns="92806" tIns="46403" rIns="92806" bIns="46403"/>
          <a:lstStyle/>
          <a:p>
            <a:endParaRPr lang="fr-FR"/>
          </a:p>
        </p:txBody>
      </p:sp>
    </p:spTree>
    <p:extLst>
      <p:ext uri="{BB962C8B-B14F-4D97-AF65-F5344CB8AC3E}">
        <p14:creationId xmlns:p14="http://schemas.microsoft.com/office/powerpoint/2010/main" val="94511727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Rot="1" noChangeAspect="1" noChangeArrowheads="1" noTextEdit="1"/>
          </p:cNvSpPr>
          <p:nvPr>
            <p:ph type="sldImg"/>
          </p:nvPr>
        </p:nvSpPr>
        <p:spPr>
          <a:xfrm>
            <a:off x="920750" y="747713"/>
            <a:ext cx="4965700" cy="3725862"/>
          </a:xfrm>
          <a:solidFill>
            <a:srgbClr val="FFFFFF"/>
          </a:solidFill>
          <a:ln/>
        </p:spPr>
      </p:sp>
      <p:sp>
        <p:nvSpPr>
          <p:cNvPr id="173059" name="Rectangle 3"/>
          <p:cNvSpPr>
            <a:spLocks noGrp="1" noChangeArrowheads="1"/>
          </p:cNvSpPr>
          <p:nvPr>
            <p:ph type="body" idx="1"/>
          </p:nvPr>
        </p:nvSpPr>
        <p:spPr>
          <a:xfrm>
            <a:off x="909638" y="4721225"/>
            <a:ext cx="5064125" cy="4470400"/>
          </a:xfrm>
          <a:solidFill>
            <a:srgbClr val="FFFFFF"/>
          </a:solidFill>
          <a:ln>
            <a:solidFill>
              <a:srgbClr val="000000"/>
            </a:solidFill>
          </a:ln>
        </p:spPr>
        <p:txBody>
          <a:bodyPr lIns="92806" tIns="46403" rIns="92806" bIns="46403"/>
          <a:lstStyle/>
          <a:p>
            <a:endParaRPr lang="fr-FR"/>
          </a:p>
        </p:txBody>
      </p:sp>
    </p:spTree>
    <p:extLst>
      <p:ext uri="{BB962C8B-B14F-4D97-AF65-F5344CB8AC3E}">
        <p14:creationId xmlns:p14="http://schemas.microsoft.com/office/powerpoint/2010/main" val="188994717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Rot="1" noChangeAspect="1" noChangeArrowheads="1" noTextEdit="1"/>
          </p:cNvSpPr>
          <p:nvPr>
            <p:ph type="sldImg"/>
          </p:nvPr>
        </p:nvSpPr>
        <p:spPr>
          <a:xfrm>
            <a:off x="920750" y="747713"/>
            <a:ext cx="4965700" cy="3725862"/>
          </a:xfrm>
          <a:solidFill>
            <a:srgbClr val="FFFFFF"/>
          </a:solidFill>
          <a:ln/>
        </p:spPr>
      </p:sp>
      <p:sp>
        <p:nvSpPr>
          <p:cNvPr id="173059" name="Rectangle 3"/>
          <p:cNvSpPr>
            <a:spLocks noGrp="1" noChangeArrowheads="1"/>
          </p:cNvSpPr>
          <p:nvPr>
            <p:ph type="body" idx="1"/>
          </p:nvPr>
        </p:nvSpPr>
        <p:spPr>
          <a:xfrm>
            <a:off x="909638" y="4721225"/>
            <a:ext cx="5064125" cy="4470400"/>
          </a:xfrm>
          <a:solidFill>
            <a:srgbClr val="FFFFFF"/>
          </a:solidFill>
          <a:ln>
            <a:solidFill>
              <a:srgbClr val="000000"/>
            </a:solidFill>
          </a:ln>
        </p:spPr>
        <p:txBody>
          <a:bodyPr lIns="92806" tIns="46403" rIns="92806" bIns="46403"/>
          <a:lstStyle/>
          <a:p>
            <a:endParaRPr lang="fr-FR"/>
          </a:p>
        </p:txBody>
      </p:sp>
    </p:spTree>
    <p:extLst>
      <p:ext uri="{BB962C8B-B14F-4D97-AF65-F5344CB8AC3E}">
        <p14:creationId xmlns:p14="http://schemas.microsoft.com/office/powerpoint/2010/main" val="188994717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Grp="1" noRot="1" noChangeAspect="1" noChangeArrowheads="1" noTextEdit="1"/>
          </p:cNvSpPr>
          <p:nvPr>
            <p:ph type="sldImg"/>
          </p:nvPr>
        </p:nvSpPr>
        <p:spPr>
          <a:xfrm>
            <a:off x="920750" y="747713"/>
            <a:ext cx="4965700" cy="3725862"/>
          </a:xfrm>
          <a:solidFill>
            <a:srgbClr val="FFFFFF"/>
          </a:solidFill>
          <a:ln/>
        </p:spPr>
      </p:sp>
      <p:sp>
        <p:nvSpPr>
          <p:cNvPr id="173059" name="Rectangle 3"/>
          <p:cNvSpPr>
            <a:spLocks noGrp="1" noChangeArrowheads="1"/>
          </p:cNvSpPr>
          <p:nvPr>
            <p:ph type="body" idx="1"/>
          </p:nvPr>
        </p:nvSpPr>
        <p:spPr>
          <a:xfrm>
            <a:off x="909638" y="4721225"/>
            <a:ext cx="5064125" cy="4470400"/>
          </a:xfrm>
          <a:solidFill>
            <a:srgbClr val="FFFFFF"/>
          </a:solidFill>
          <a:ln>
            <a:solidFill>
              <a:srgbClr val="000000"/>
            </a:solidFill>
          </a:ln>
        </p:spPr>
        <p:txBody>
          <a:bodyPr lIns="92806" tIns="46403" rIns="92806" bIns="46403"/>
          <a:lstStyle/>
          <a:p>
            <a:endParaRPr lang="fr-FR"/>
          </a:p>
        </p:txBody>
      </p:sp>
    </p:spTree>
    <p:extLst>
      <p:ext uri="{BB962C8B-B14F-4D97-AF65-F5344CB8AC3E}">
        <p14:creationId xmlns:p14="http://schemas.microsoft.com/office/powerpoint/2010/main" val="188994717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Espace réservé de l'image des diapositives 1"/>
          <p:cNvSpPr>
            <a:spLocks noGrp="1" noRot="1" noChangeAspect="1" noTextEdit="1"/>
          </p:cNvSpPr>
          <p:nvPr>
            <p:ph type="sldImg"/>
          </p:nvPr>
        </p:nvSpPr>
        <p:spPr>
          <a:ln/>
        </p:spPr>
      </p:sp>
      <p:sp>
        <p:nvSpPr>
          <p:cNvPr id="181251" name="Espace réservé des commentaires 2"/>
          <p:cNvSpPr>
            <a:spLocks noGrp="1"/>
          </p:cNvSpPr>
          <p:nvPr>
            <p:ph type="body" idx="1"/>
          </p:nvPr>
        </p:nvSpPr>
        <p:spPr>
          <a:noFill/>
          <a:ln/>
        </p:spPr>
        <p:txBody>
          <a:bodyPr/>
          <a:lstStyle/>
          <a:p>
            <a:endParaRPr lang="fr-FR"/>
          </a:p>
        </p:txBody>
      </p:sp>
      <p:sp>
        <p:nvSpPr>
          <p:cNvPr id="181252" name="Espace réservé du numéro de diapositive 3"/>
          <p:cNvSpPr>
            <a:spLocks noGrp="1"/>
          </p:cNvSpPr>
          <p:nvPr>
            <p:ph type="sldNum" sz="quarter" idx="5"/>
          </p:nvPr>
        </p:nvSpPr>
        <p:spPr>
          <a:xfrm>
            <a:off x="3854450" y="9440863"/>
            <a:ext cx="2949575" cy="496887"/>
          </a:xfrm>
          <a:prstGeom prst="rect">
            <a:avLst/>
          </a:prstGeom>
          <a:noFill/>
        </p:spPr>
        <p:txBody>
          <a:bodyPr/>
          <a:lstStyle/>
          <a:p>
            <a:pPr defTabSz="922338"/>
            <a:fld id="{E72A54C0-5E55-4CC9-B767-1310583BC9C2}" type="slidenum">
              <a:rPr lang="fr-FR" smtClean="0"/>
              <a:pPr defTabSz="922338"/>
              <a:t>78</a:t>
            </a:fld>
            <a:endParaRPr lang="fr-FR"/>
          </a:p>
        </p:txBody>
      </p:sp>
    </p:spTree>
    <p:extLst>
      <p:ext uri="{BB962C8B-B14F-4D97-AF65-F5344CB8AC3E}">
        <p14:creationId xmlns:p14="http://schemas.microsoft.com/office/powerpoint/2010/main" val="178069578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9" name="Rectangle 2"/>
          <p:cNvSpPr>
            <a:spLocks noGrp="1" noRot="1" noChangeAspect="1" noChangeArrowheads="1" noTextEdit="1"/>
          </p:cNvSpPr>
          <p:nvPr>
            <p:ph type="sldImg"/>
          </p:nvPr>
        </p:nvSpPr>
        <p:spPr>
          <a:xfrm>
            <a:off x="915988" y="763588"/>
            <a:ext cx="4883150" cy="3662362"/>
          </a:xfrm>
          <a:ln w="12700" cap="flat">
            <a:solidFill>
              <a:schemeClr val="tx1"/>
            </a:solidFill>
          </a:ln>
        </p:spPr>
      </p:sp>
      <p:sp>
        <p:nvSpPr>
          <p:cNvPr id="116740" name="Rectangle 3"/>
          <p:cNvSpPr>
            <a:spLocks noGrp="1" noChangeArrowheads="1"/>
          </p:cNvSpPr>
          <p:nvPr>
            <p:ph type="body" idx="1"/>
          </p:nvPr>
        </p:nvSpPr>
        <p:spPr>
          <a:xfrm>
            <a:off x="731838" y="4805363"/>
            <a:ext cx="5448300" cy="3587750"/>
          </a:xfrm>
          <a:noFill/>
          <a:ln/>
        </p:spPr>
        <p:txBody>
          <a:bodyPr lIns="92320" tIns="46160" rIns="92320" bIns="46160"/>
          <a:lstStyle/>
          <a:p>
            <a:r>
              <a:rPr lang="en-GB">
                <a:latin typeface="Arial" charset="0"/>
              </a:rPr>
              <a:t>Example each                   moves the example along to the next stage</a:t>
            </a:r>
          </a:p>
          <a:p>
            <a:endParaRPr lang="en-GB">
              <a:latin typeface="Arial" charset="0"/>
            </a:endParaRPr>
          </a:p>
          <a:p>
            <a:endParaRPr lang="en-GB">
              <a:latin typeface="Arial" charset="0"/>
            </a:endParaRPr>
          </a:p>
          <a:p>
            <a:endParaRPr lang="en-GB">
              <a:latin typeface="Arial" charset="0"/>
            </a:endParaRPr>
          </a:p>
          <a:p>
            <a:r>
              <a:rPr lang="en-GB">
                <a:latin typeface="Arial" charset="0"/>
              </a:rPr>
              <a:t>Talk around the steps.. </a:t>
            </a:r>
          </a:p>
        </p:txBody>
      </p:sp>
      <p:graphicFrame>
        <p:nvGraphicFramePr>
          <p:cNvPr id="116738" name="Object 2"/>
          <p:cNvGraphicFramePr>
            <a:graphicFrameLocks noChangeAspect="1"/>
          </p:cNvGraphicFramePr>
          <p:nvPr/>
        </p:nvGraphicFramePr>
        <p:xfrm flipV="1">
          <a:off x="1828800" y="4805363"/>
          <a:ext cx="561975" cy="227012"/>
        </p:xfrm>
        <a:graphic>
          <a:graphicData uri="http://schemas.openxmlformats.org/presentationml/2006/ole">
            <mc:AlternateContent xmlns:mc="http://schemas.openxmlformats.org/markup-compatibility/2006">
              <mc:Choice xmlns:v="urn:schemas-microsoft-com:vml" Requires="v">
                <p:oleObj name="Clip" r:id="rId3" imgW="6689520" imgH="2690640" progId="">
                  <p:embed/>
                </p:oleObj>
              </mc:Choice>
              <mc:Fallback>
                <p:oleObj name="Clip" r:id="rId3" imgW="6689520" imgH="2690640" progId="">
                  <p:embed/>
                  <p:pic>
                    <p:nvPicPr>
                      <p:cNvPr id="11673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V="1">
                        <a:off x="1828800" y="4805363"/>
                        <a:ext cx="561975" cy="227012"/>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709393584"/>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7" name="Rectangle 2"/>
          <p:cNvSpPr>
            <a:spLocks noGrp="1" noRot="1" noChangeAspect="1" noChangeArrowheads="1" noTextEdit="1"/>
          </p:cNvSpPr>
          <p:nvPr>
            <p:ph type="sldImg"/>
          </p:nvPr>
        </p:nvSpPr>
        <p:spPr>
          <a:xfrm>
            <a:off x="993775" y="687388"/>
            <a:ext cx="4424363" cy="3317875"/>
          </a:xfrm>
          <a:ln w="12700" cap="flat">
            <a:solidFill>
              <a:schemeClr val="tx1"/>
            </a:solidFill>
          </a:ln>
        </p:spPr>
      </p:sp>
      <p:sp>
        <p:nvSpPr>
          <p:cNvPr id="118788" name="Rectangle 3"/>
          <p:cNvSpPr>
            <a:spLocks noGrp="1" noChangeArrowheads="1"/>
          </p:cNvSpPr>
          <p:nvPr>
            <p:ph type="body" idx="1"/>
          </p:nvPr>
        </p:nvSpPr>
        <p:spPr>
          <a:xfrm>
            <a:off x="579438" y="4578350"/>
            <a:ext cx="5600700" cy="3890963"/>
          </a:xfrm>
          <a:noFill/>
          <a:ln/>
        </p:spPr>
        <p:txBody>
          <a:bodyPr lIns="92320" tIns="46160" rIns="92320" bIns="46160"/>
          <a:lstStyle/>
          <a:p>
            <a:r>
              <a:rPr lang="en-GB">
                <a:latin typeface="Arial" charset="0"/>
              </a:rPr>
              <a:t>Example when the 5th why has been exposed the next                    highlights </a:t>
            </a:r>
          </a:p>
          <a:p>
            <a:endParaRPr lang="en-GB">
              <a:latin typeface="Arial" charset="0"/>
            </a:endParaRPr>
          </a:p>
          <a:p>
            <a:r>
              <a:rPr lang="en-GB">
                <a:latin typeface="Arial" charset="0"/>
              </a:rPr>
              <a:t>the root cause.</a:t>
            </a:r>
          </a:p>
          <a:p>
            <a:endParaRPr lang="en-GB">
              <a:latin typeface="Arial" charset="0"/>
            </a:endParaRPr>
          </a:p>
          <a:p>
            <a:r>
              <a:rPr lang="en-GB">
                <a:latin typeface="Arial" charset="0"/>
              </a:rPr>
              <a:t>An example may be to take the root cause back up to the the effect to ensure that it flows.</a:t>
            </a:r>
          </a:p>
        </p:txBody>
      </p:sp>
      <p:graphicFrame>
        <p:nvGraphicFramePr>
          <p:cNvPr id="118786" name="Object 2"/>
          <p:cNvGraphicFramePr>
            <a:graphicFrameLocks noChangeAspect="1"/>
          </p:cNvGraphicFramePr>
          <p:nvPr/>
        </p:nvGraphicFramePr>
        <p:xfrm flipV="1">
          <a:off x="4505325" y="4578350"/>
          <a:ext cx="555625" cy="222250"/>
        </p:xfrm>
        <a:graphic>
          <a:graphicData uri="http://schemas.openxmlformats.org/presentationml/2006/ole">
            <mc:AlternateContent xmlns:mc="http://schemas.openxmlformats.org/markup-compatibility/2006">
              <mc:Choice xmlns:v="urn:schemas-microsoft-com:vml" Requires="v">
                <p:oleObj name="Clip" r:id="rId3" imgW="6689520" imgH="2690640" progId="">
                  <p:embed/>
                </p:oleObj>
              </mc:Choice>
              <mc:Fallback>
                <p:oleObj name="Clip" r:id="rId3" imgW="6689520" imgH="2690640" progId="">
                  <p:embed/>
                  <p:pic>
                    <p:nvPicPr>
                      <p:cNvPr id="11878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V="1">
                        <a:off x="4505325" y="4578350"/>
                        <a:ext cx="555625" cy="22225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9170540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a:xfrm>
            <a:off x="3855333" y="9440071"/>
            <a:ext cx="2949099" cy="496967"/>
          </a:xfrm>
          <a:prstGeom prst="rect">
            <a:avLst/>
          </a:prstGeom>
        </p:spPr>
        <p:txBody>
          <a:bodyPr lIns="91550" tIns="45775" rIns="91550" bIns="45775"/>
          <a:lstStyle/>
          <a:p>
            <a:fld id="{9B907C86-C32D-4CA5-8410-AE8A104EBC3A}" type="slidenum">
              <a:rPr lang="fr-FR" smtClean="0"/>
              <a:pPr/>
              <a:t>81</a:t>
            </a:fld>
            <a:endParaRPr lang="fr-FR"/>
          </a:p>
        </p:txBody>
      </p:sp>
    </p:spTree>
    <p:extLst>
      <p:ext uri="{BB962C8B-B14F-4D97-AF65-F5344CB8AC3E}">
        <p14:creationId xmlns:p14="http://schemas.microsoft.com/office/powerpoint/2010/main" val="75239275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2" name="Espace réservé de l'image des diapositives 1"/>
          <p:cNvSpPr>
            <a:spLocks noGrp="1" noRot="1" noChangeAspect="1" noTextEdit="1"/>
          </p:cNvSpPr>
          <p:nvPr>
            <p:ph type="sldImg"/>
          </p:nvPr>
        </p:nvSpPr>
        <p:spPr>
          <a:ln/>
        </p:spPr>
      </p:sp>
      <p:sp>
        <p:nvSpPr>
          <p:cNvPr id="184323" name="Espace réservé des commentaires 2"/>
          <p:cNvSpPr>
            <a:spLocks noGrp="1"/>
          </p:cNvSpPr>
          <p:nvPr>
            <p:ph type="body" idx="1"/>
          </p:nvPr>
        </p:nvSpPr>
        <p:spPr>
          <a:noFill/>
          <a:ln/>
        </p:spPr>
        <p:txBody>
          <a:bodyPr/>
          <a:lstStyle/>
          <a:p>
            <a:endParaRPr lang="en-US"/>
          </a:p>
        </p:txBody>
      </p:sp>
      <p:sp>
        <p:nvSpPr>
          <p:cNvPr id="184324" name="Espace réservé du numéro de diapositive 3"/>
          <p:cNvSpPr>
            <a:spLocks noGrp="1"/>
          </p:cNvSpPr>
          <p:nvPr>
            <p:ph type="sldNum" sz="quarter" idx="5"/>
          </p:nvPr>
        </p:nvSpPr>
        <p:spPr>
          <a:xfrm>
            <a:off x="3856038" y="9440863"/>
            <a:ext cx="2947987" cy="496887"/>
          </a:xfrm>
          <a:prstGeom prst="rect">
            <a:avLst/>
          </a:prstGeom>
          <a:noFill/>
        </p:spPr>
        <p:txBody>
          <a:bodyPr lIns="91532" tIns="45766" rIns="91532" bIns="45766"/>
          <a:lstStyle/>
          <a:p>
            <a:pPr defTabSz="922338"/>
            <a:fld id="{E76F2270-7F99-40D1-AEB4-7130150F1ED4}" type="slidenum">
              <a:rPr lang="fr-FR" smtClean="0"/>
              <a:pPr defTabSz="922338"/>
              <a:t>82</a:t>
            </a:fld>
            <a:endParaRPr lang="fr-FR"/>
          </a:p>
        </p:txBody>
      </p:sp>
    </p:spTree>
    <p:extLst>
      <p:ext uri="{BB962C8B-B14F-4D97-AF65-F5344CB8AC3E}">
        <p14:creationId xmlns:p14="http://schemas.microsoft.com/office/powerpoint/2010/main" val="205399993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a:xfrm>
            <a:off x="3855333" y="9440071"/>
            <a:ext cx="2949099" cy="496967"/>
          </a:xfrm>
          <a:prstGeom prst="rect">
            <a:avLst/>
          </a:prstGeom>
        </p:spPr>
        <p:txBody>
          <a:bodyPr lIns="91550" tIns="45775" rIns="91550" bIns="45775"/>
          <a:lstStyle/>
          <a:p>
            <a:fld id="{9B907C86-C32D-4CA5-8410-AE8A104EBC3A}" type="slidenum">
              <a:rPr lang="fr-FR" smtClean="0"/>
              <a:pPr/>
              <a:t>83</a:t>
            </a:fld>
            <a:endParaRPr lang="fr-FR"/>
          </a:p>
        </p:txBody>
      </p:sp>
    </p:spTree>
    <p:extLst>
      <p:ext uri="{BB962C8B-B14F-4D97-AF65-F5344CB8AC3E}">
        <p14:creationId xmlns:p14="http://schemas.microsoft.com/office/powerpoint/2010/main" val="126409506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en-US"/>
          </a:p>
        </p:txBody>
      </p:sp>
      <p:sp>
        <p:nvSpPr>
          <p:cNvPr id="4" name="Espace réservé du numéro de diapositive 3"/>
          <p:cNvSpPr>
            <a:spLocks noGrp="1"/>
          </p:cNvSpPr>
          <p:nvPr>
            <p:ph type="sldNum" sz="quarter" idx="10"/>
          </p:nvPr>
        </p:nvSpPr>
        <p:spPr>
          <a:xfrm>
            <a:off x="3855333" y="9440071"/>
            <a:ext cx="2949099" cy="496967"/>
          </a:xfrm>
          <a:prstGeom prst="rect">
            <a:avLst/>
          </a:prstGeom>
        </p:spPr>
        <p:txBody>
          <a:bodyPr lIns="91550" tIns="45775" rIns="91550" bIns="45775"/>
          <a:lstStyle/>
          <a:p>
            <a:fld id="{9B907C86-C32D-4CA5-8410-AE8A104EBC3A}" type="slidenum">
              <a:rPr lang="fr-FR" smtClean="0"/>
              <a:pPr/>
              <a:t>84</a:t>
            </a:fld>
            <a:endParaRPr lang="fr-FR"/>
          </a:p>
        </p:txBody>
      </p:sp>
    </p:spTree>
    <p:extLst>
      <p:ext uri="{BB962C8B-B14F-4D97-AF65-F5344CB8AC3E}">
        <p14:creationId xmlns:p14="http://schemas.microsoft.com/office/powerpoint/2010/main" val="73305314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en-US"/>
          </a:p>
        </p:txBody>
      </p:sp>
      <p:sp>
        <p:nvSpPr>
          <p:cNvPr id="4" name="Espace réservé du numéro de diapositive 3"/>
          <p:cNvSpPr>
            <a:spLocks noGrp="1"/>
          </p:cNvSpPr>
          <p:nvPr>
            <p:ph type="sldNum" sz="quarter" idx="10"/>
          </p:nvPr>
        </p:nvSpPr>
        <p:spPr>
          <a:xfrm>
            <a:off x="3855333" y="9440071"/>
            <a:ext cx="2949099" cy="496967"/>
          </a:xfrm>
          <a:prstGeom prst="rect">
            <a:avLst/>
          </a:prstGeom>
        </p:spPr>
        <p:txBody>
          <a:bodyPr lIns="91550" tIns="45775" rIns="91550" bIns="45775"/>
          <a:lstStyle/>
          <a:p>
            <a:fld id="{9B907C86-C32D-4CA5-8410-AE8A104EBC3A}" type="slidenum">
              <a:rPr lang="fr-FR" smtClean="0"/>
              <a:pPr/>
              <a:t>85</a:t>
            </a:fld>
            <a:endParaRPr lang="fr-FR"/>
          </a:p>
        </p:txBody>
      </p:sp>
    </p:spTree>
    <p:extLst>
      <p:ext uri="{BB962C8B-B14F-4D97-AF65-F5344CB8AC3E}">
        <p14:creationId xmlns:p14="http://schemas.microsoft.com/office/powerpoint/2010/main" val="184399336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xfrm>
            <a:off x="3856038" y="9440863"/>
            <a:ext cx="2947987" cy="496887"/>
          </a:xfrm>
          <a:prstGeom prst="rect">
            <a:avLst/>
          </a:prstGeom>
          <a:noFill/>
        </p:spPr>
        <p:txBody>
          <a:bodyPr lIns="91532" tIns="45766" rIns="91532" bIns="45766"/>
          <a:lstStyle/>
          <a:p>
            <a:pPr defTabSz="922338"/>
            <a:fld id="{2A24A34C-7DD7-403A-8652-E7619847BFA6}" type="slidenum">
              <a:rPr lang="fr-FR" smtClean="0"/>
              <a:pPr defTabSz="922338"/>
              <a:t>86</a:t>
            </a:fld>
            <a:endParaRPr lang="fr-FR"/>
          </a:p>
        </p:txBody>
      </p:sp>
      <p:sp>
        <p:nvSpPr>
          <p:cNvPr id="134147" name="Rectangle 2"/>
          <p:cNvSpPr>
            <a:spLocks noGrp="1" noRot="1" noChangeAspect="1" noChangeArrowheads="1" noTextEdit="1"/>
          </p:cNvSpPr>
          <p:nvPr>
            <p:ph type="sldImg"/>
          </p:nvPr>
        </p:nvSpPr>
        <p:spPr>
          <a:xfrm>
            <a:off x="925513" y="752475"/>
            <a:ext cx="4954587" cy="3716338"/>
          </a:xfrm>
          <a:ln/>
        </p:spPr>
      </p:sp>
      <p:sp>
        <p:nvSpPr>
          <p:cNvPr id="134148" name="Rectangle 3"/>
          <p:cNvSpPr>
            <a:spLocks noGrp="1" noChangeArrowheads="1"/>
          </p:cNvSpPr>
          <p:nvPr>
            <p:ph type="body" idx="1"/>
          </p:nvPr>
        </p:nvSpPr>
        <p:spPr>
          <a:noFill/>
          <a:ln/>
        </p:spPr>
        <p:txBody>
          <a:bodyPr/>
          <a:lstStyle/>
          <a:p>
            <a:endParaRPr lang="fr-FR"/>
          </a:p>
        </p:txBody>
      </p:sp>
    </p:spTree>
    <p:extLst>
      <p:ext uri="{BB962C8B-B14F-4D97-AF65-F5344CB8AC3E}">
        <p14:creationId xmlns:p14="http://schemas.microsoft.com/office/powerpoint/2010/main" val="94394773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en-US" dirty="0"/>
              <a:t>On arrive avec 2 valises de plan </a:t>
            </a:r>
            <a:r>
              <a:rPr lang="en-US" dirty="0" err="1"/>
              <a:t>d’actions</a:t>
            </a:r>
            <a:r>
              <a:rPr lang="en-US" baseline="0" dirty="0"/>
              <a:t> et on </a:t>
            </a:r>
            <a:r>
              <a:rPr lang="en-US" baseline="0" dirty="0" err="1"/>
              <a:t>passe</a:t>
            </a:r>
            <a:r>
              <a:rPr lang="en-US" baseline="0" dirty="0"/>
              <a:t> son temps à les reporter.</a:t>
            </a:r>
            <a:endParaRPr lang="en-US" dirty="0"/>
          </a:p>
        </p:txBody>
      </p:sp>
      <p:sp>
        <p:nvSpPr>
          <p:cNvPr id="4" name="Espace réservé du numéro de diapositive 3"/>
          <p:cNvSpPr>
            <a:spLocks noGrp="1"/>
          </p:cNvSpPr>
          <p:nvPr>
            <p:ph type="sldNum" sz="quarter" idx="10"/>
          </p:nvPr>
        </p:nvSpPr>
        <p:spPr>
          <a:xfrm>
            <a:off x="3855333" y="9440071"/>
            <a:ext cx="2949099" cy="496967"/>
          </a:xfrm>
          <a:prstGeom prst="rect">
            <a:avLst/>
          </a:prstGeom>
        </p:spPr>
        <p:txBody>
          <a:bodyPr lIns="91550" tIns="45775" rIns="91550" bIns="45775"/>
          <a:lstStyle/>
          <a:p>
            <a:fld id="{9B907C86-C32D-4CA5-8410-AE8A104EBC3A}" type="slidenum">
              <a:rPr lang="fr-FR" smtClean="0"/>
              <a:pPr/>
              <a:t>87</a:t>
            </a:fld>
            <a:endParaRPr lang="fr-FR"/>
          </a:p>
        </p:txBody>
      </p:sp>
    </p:spTree>
    <p:extLst>
      <p:ext uri="{BB962C8B-B14F-4D97-AF65-F5344CB8AC3E}">
        <p14:creationId xmlns:p14="http://schemas.microsoft.com/office/powerpoint/2010/main" val="85563622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xfrm>
            <a:off x="3856038" y="9440863"/>
            <a:ext cx="2947987" cy="496887"/>
          </a:xfrm>
          <a:prstGeom prst="rect">
            <a:avLst/>
          </a:prstGeom>
          <a:noFill/>
        </p:spPr>
        <p:txBody>
          <a:bodyPr lIns="91532" tIns="45766" rIns="91532" bIns="45766"/>
          <a:lstStyle/>
          <a:p>
            <a:pPr defTabSz="922338"/>
            <a:fld id="{2A24A34C-7DD7-403A-8652-E7619847BFA6}" type="slidenum">
              <a:rPr lang="fr-FR" smtClean="0"/>
              <a:pPr defTabSz="922338"/>
              <a:t>88</a:t>
            </a:fld>
            <a:endParaRPr lang="fr-FR"/>
          </a:p>
        </p:txBody>
      </p:sp>
      <p:sp>
        <p:nvSpPr>
          <p:cNvPr id="134147" name="Rectangle 2"/>
          <p:cNvSpPr>
            <a:spLocks noGrp="1" noRot="1" noChangeAspect="1" noChangeArrowheads="1" noTextEdit="1"/>
          </p:cNvSpPr>
          <p:nvPr>
            <p:ph type="sldImg"/>
          </p:nvPr>
        </p:nvSpPr>
        <p:spPr>
          <a:xfrm>
            <a:off x="925513" y="752475"/>
            <a:ext cx="4954587" cy="3716338"/>
          </a:xfrm>
          <a:ln/>
        </p:spPr>
      </p:sp>
      <p:sp>
        <p:nvSpPr>
          <p:cNvPr id="134148" name="Rectangle 3"/>
          <p:cNvSpPr>
            <a:spLocks noGrp="1" noChangeArrowheads="1"/>
          </p:cNvSpPr>
          <p:nvPr>
            <p:ph type="body" idx="1"/>
          </p:nvPr>
        </p:nvSpPr>
        <p:spPr>
          <a:noFill/>
          <a:ln/>
        </p:spPr>
        <p:txBody>
          <a:bodyPr/>
          <a:lstStyle/>
          <a:p>
            <a:endParaRPr lang="fr-FR"/>
          </a:p>
        </p:txBody>
      </p:sp>
    </p:spTree>
    <p:extLst>
      <p:ext uri="{BB962C8B-B14F-4D97-AF65-F5344CB8AC3E}">
        <p14:creationId xmlns:p14="http://schemas.microsoft.com/office/powerpoint/2010/main" val="146934809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en-US"/>
          </a:p>
        </p:txBody>
      </p:sp>
      <p:sp>
        <p:nvSpPr>
          <p:cNvPr id="4" name="Espace réservé du numéro de diapositive 3"/>
          <p:cNvSpPr>
            <a:spLocks noGrp="1"/>
          </p:cNvSpPr>
          <p:nvPr>
            <p:ph type="sldNum" sz="quarter" idx="10"/>
          </p:nvPr>
        </p:nvSpPr>
        <p:spPr>
          <a:xfrm>
            <a:off x="3855333" y="9440071"/>
            <a:ext cx="2949099" cy="496967"/>
          </a:xfrm>
          <a:prstGeom prst="rect">
            <a:avLst/>
          </a:prstGeom>
        </p:spPr>
        <p:txBody>
          <a:bodyPr lIns="91550" tIns="45775" rIns="91550" bIns="45775"/>
          <a:lstStyle/>
          <a:p>
            <a:fld id="{9B907C86-C32D-4CA5-8410-AE8A104EBC3A}" type="slidenum">
              <a:rPr lang="fr-FR" smtClean="0"/>
              <a:pPr/>
              <a:t>89</a:t>
            </a:fld>
            <a:endParaRPr lang="fr-FR"/>
          </a:p>
        </p:txBody>
      </p:sp>
    </p:spTree>
    <p:extLst>
      <p:ext uri="{BB962C8B-B14F-4D97-AF65-F5344CB8AC3E}">
        <p14:creationId xmlns:p14="http://schemas.microsoft.com/office/powerpoint/2010/main" val="1956297539"/>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xfrm>
            <a:off x="3855333" y="9440071"/>
            <a:ext cx="2949099" cy="496967"/>
          </a:xfrm>
          <a:prstGeom prst="rect">
            <a:avLst/>
          </a:prstGeom>
          <a:ln/>
        </p:spPr>
        <p:txBody>
          <a:bodyPr lIns="91550" tIns="45775" rIns="91550" bIns="45775"/>
          <a:lstStyle/>
          <a:p>
            <a:fld id="{94F62E2D-DA59-4B07-B6BF-FE16393A3792}" type="slidenum">
              <a:rPr lang="fr-FR"/>
              <a:pPr/>
              <a:t>90</a:t>
            </a:fld>
            <a:endParaRPr lang="fr-FR"/>
          </a:p>
        </p:txBody>
      </p:sp>
      <p:sp>
        <p:nvSpPr>
          <p:cNvPr id="120834" name="Rectangle 2"/>
          <p:cNvSpPr>
            <a:spLocks noGrp="1" noRot="1" noChangeAspect="1" noChangeArrowheads="1" noTextEdit="1"/>
          </p:cNvSpPr>
          <p:nvPr>
            <p:ph type="sldImg"/>
          </p:nvPr>
        </p:nvSpPr>
        <p:spPr>
          <a:xfrm>
            <a:off x="927100" y="752475"/>
            <a:ext cx="4951413" cy="3714750"/>
          </a:xfrm>
          <a:ln/>
        </p:spPr>
      </p:sp>
      <p:sp>
        <p:nvSpPr>
          <p:cNvPr id="120835" name="Rectangle 3"/>
          <p:cNvSpPr>
            <a:spLocks noGrp="1" noChangeArrowheads="1"/>
          </p:cNvSpPr>
          <p:nvPr>
            <p:ph type="body" idx="1"/>
          </p:nvPr>
        </p:nvSpPr>
        <p:spPr/>
        <p:txBody>
          <a:bodyPr/>
          <a:lstStyle/>
          <a:p>
            <a:endParaRPr lang="fr-FR"/>
          </a:p>
        </p:txBody>
      </p:sp>
    </p:spTree>
    <p:extLst>
      <p:ext uri="{BB962C8B-B14F-4D97-AF65-F5344CB8AC3E}">
        <p14:creationId xmlns:p14="http://schemas.microsoft.com/office/powerpoint/2010/main" val="463480570"/>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xfrm>
            <a:off x="3856038" y="9440863"/>
            <a:ext cx="2947987" cy="496887"/>
          </a:xfrm>
          <a:prstGeom prst="rect">
            <a:avLst/>
          </a:prstGeom>
          <a:noFill/>
        </p:spPr>
        <p:txBody>
          <a:bodyPr lIns="91532" tIns="45766" rIns="91532" bIns="45766"/>
          <a:lstStyle/>
          <a:p>
            <a:pPr defTabSz="922338"/>
            <a:fld id="{2A24A34C-7DD7-403A-8652-E7619847BFA6}" type="slidenum">
              <a:rPr lang="fr-FR" smtClean="0"/>
              <a:pPr defTabSz="922338"/>
              <a:t>91</a:t>
            </a:fld>
            <a:endParaRPr lang="fr-FR"/>
          </a:p>
        </p:txBody>
      </p:sp>
      <p:sp>
        <p:nvSpPr>
          <p:cNvPr id="134147" name="Rectangle 2"/>
          <p:cNvSpPr>
            <a:spLocks noGrp="1" noRot="1" noChangeAspect="1" noChangeArrowheads="1" noTextEdit="1"/>
          </p:cNvSpPr>
          <p:nvPr>
            <p:ph type="sldImg"/>
          </p:nvPr>
        </p:nvSpPr>
        <p:spPr>
          <a:xfrm>
            <a:off x="925513" y="752475"/>
            <a:ext cx="4954587" cy="3716338"/>
          </a:xfrm>
          <a:ln/>
        </p:spPr>
      </p:sp>
      <p:sp>
        <p:nvSpPr>
          <p:cNvPr id="134148" name="Rectangle 3"/>
          <p:cNvSpPr>
            <a:spLocks noGrp="1" noChangeArrowheads="1"/>
          </p:cNvSpPr>
          <p:nvPr>
            <p:ph type="body" idx="1"/>
          </p:nvPr>
        </p:nvSpPr>
        <p:spPr>
          <a:noFill/>
          <a:ln/>
        </p:spPr>
        <p:txBody>
          <a:bodyPr/>
          <a:lstStyle/>
          <a:p>
            <a:endParaRPr lang="fr-FR"/>
          </a:p>
        </p:txBody>
      </p:sp>
    </p:spTree>
    <p:extLst>
      <p:ext uri="{BB962C8B-B14F-4D97-AF65-F5344CB8AC3E}">
        <p14:creationId xmlns:p14="http://schemas.microsoft.com/office/powerpoint/2010/main" val="204065143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r>
              <a:rPr lang="fr-FR" dirty="0"/>
              <a:t>Important d’étendre au reste du processus.</a:t>
            </a:r>
          </a:p>
          <a:p>
            <a:endParaRPr lang="fr-FR" dirty="0"/>
          </a:p>
          <a:p>
            <a:r>
              <a:rPr lang="fr-FR" dirty="0"/>
              <a:t>Lors de l’étude de cas,</a:t>
            </a:r>
            <a:r>
              <a:rPr lang="fr-FR" baseline="0" dirty="0"/>
              <a:t> les 3 causes sont : </a:t>
            </a:r>
          </a:p>
          <a:p>
            <a:r>
              <a:rPr lang="fr-FR" baseline="0" dirty="0" err="1"/>
              <a:t>Defauts</a:t>
            </a:r>
            <a:r>
              <a:rPr lang="fr-FR" baseline="0" dirty="0"/>
              <a:t> de fermeture sur la ligne 3 qui fait augmenter la température</a:t>
            </a:r>
          </a:p>
          <a:p>
            <a:r>
              <a:rPr lang="fr-FR" baseline="0" dirty="0"/>
              <a:t>Méthode de contrôle des trou </a:t>
            </a:r>
            <a:r>
              <a:rPr lang="fr-FR" baseline="0" dirty="0" err="1"/>
              <a:t>tridim</a:t>
            </a:r>
            <a:r>
              <a:rPr lang="fr-FR" baseline="0" dirty="0"/>
              <a:t> et tampon</a:t>
            </a:r>
          </a:p>
          <a:p>
            <a:r>
              <a:rPr lang="fr-FR" baseline="0" dirty="0"/>
              <a:t>Moule </a:t>
            </a:r>
            <a:r>
              <a:rPr lang="fr-FR" baseline="0" dirty="0" err="1"/>
              <a:t>deformé</a:t>
            </a:r>
            <a:r>
              <a:rPr lang="fr-FR" baseline="0" dirty="0"/>
              <a:t> car non pas de </a:t>
            </a:r>
            <a:r>
              <a:rPr lang="fr-FR" baseline="0"/>
              <a:t>maintenance dessus. </a:t>
            </a:r>
            <a:endParaRPr lang="fr-FR" dirty="0"/>
          </a:p>
        </p:txBody>
      </p:sp>
      <p:sp>
        <p:nvSpPr>
          <p:cNvPr id="4" name="Espace réservé du numéro de diapositive 3"/>
          <p:cNvSpPr>
            <a:spLocks noGrp="1"/>
          </p:cNvSpPr>
          <p:nvPr>
            <p:ph type="sldNum" sz="quarter" idx="10"/>
          </p:nvPr>
        </p:nvSpPr>
        <p:spPr>
          <a:xfrm>
            <a:off x="3855333" y="9440071"/>
            <a:ext cx="2949099" cy="496967"/>
          </a:xfrm>
          <a:prstGeom prst="rect">
            <a:avLst/>
          </a:prstGeom>
        </p:spPr>
        <p:txBody>
          <a:bodyPr lIns="91550" tIns="45775" rIns="91550" bIns="45775"/>
          <a:lstStyle/>
          <a:p>
            <a:fld id="{9B907C86-C32D-4CA5-8410-AE8A104EBC3A}" type="slidenum">
              <a:rPr lang="fr-FR" smtClean="0"/>
              <a:pPr/>
              <a:t>92</a:t>
            </a:fld>
            <a:endParaRPr lang="fr-FR"/>
          </a:p>
        </p:txBody>
      </p:sp>
    </p:spTree>
    <p:extLst>
      <p:ext uri="{BB962C8B-B14F-4D97-AF65-F5344CB8AC3E}">
        <p14:creationId xmlns:p14="http://schemas.microsoft.com/office/powerpoint/2010/main" val="197596037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normAutofit/>
          </a:bodyPr>
          <a:lstStyle/>
          <a:p>
            <a:endParaRPr lang="fr-FR"/>
          </a:p>
        </p:txBody>
      </p:sp>
      <p:sp>
        <p:nvSpPr>
          <p:cNvPr id="4" name="Espace réservé du numéro de diapositive 3"/>
          <p:cNvSpPr>
            <a:spLocks noGrp="1"/>
          </p:cNvSpPr>
          <p:nvPr>
            <p:ph type="sldNum" sz="quarter" idx="10"/>
          </p:nvPr>
        </p:nvSpPr>
        <p:spPr>
          <a:xfrm>
            <a:off x="3855333" y="9440071"/>
            <a:ext cx="2949099" cy="496967"/>
          </a:xfrm>
          <a:prstGeom prst="rect">
            <a:avLst/>
          </a:prstGeom>
        </p:spPr>
        <p:txBody>
          <a:bodyPr lIns="91550" tIns="45775" rIns="91550" bIns="45775"/>
          <a:lstStyle/>
          <a:p>
            <a:fld id="{9B907C86-C32D-4CA5-8410-AE8A104EBC3A}" type="slidenum">
              <a:rPr lang="fr-FR" smtClean="0"/>
              <a:pPr/>
              <a:t>93</a:t>
            </a:fld>
            <a:endParaRPr lang="fr-FR"/>
          </a:p>
        </p:txBody>
      </p:sp>
    </p:spTree>
    <p:extLst>
      <p:ext uri="{BB962C8B-B14F-4D97-AF65-F5344CB8AC3E}">
        <p14:creationId xmlns:p14="http://schemas.microsoft.com/office/powerpoint/2010/main" val="92761290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6" name="Rectangle 7"/>
          <p:cNvSpPr>
            <a:spLocks noGrp="1" noChangeArrowheads="1"/>
          </p:cNvSpPr>
          <p:nvPr>
            <p:ph type="sldNum" sz="quarter" idx="5"/>
          </p:nvPr>
        </p:nvSpPr>
        <p:spPr>
          <a:xfrm>
            <a:off x="3854451" y="9440863"/>
            <a:ext cx="2949575" cy="496887"/>
          </a:xfrm>
          <a:prstGeom prst="rect">
            <a:avLst/>
          </a:prstGeom>
        </p:spPr>
        <p:txBody>
          <a:bodyPr lIns="88322" tIns="44162" rIns="88322" bIns="44162"/>
          <a:lstStyle/>
          <a:p>
            <a:pPr>
              <a:defRPr/>
            </a:pPr>
            <a:r>
              <a:rPr lang="fr-FR"/>
              <a:t>Page </a:t>
            </a:r>
            <a:fld id="{850C5529-891E-40B3-B5DC-685856F7DF8A}" type="slidenum">
              <a:rPr lang="fr-FR"/>
              <a:pPr>
                <a:defRPr/>
              </a:pPr>
              <a:t>94</a:t>
            </a:fld>
            <a:endParaRPr lang="fr-FR"/>
          </a:p>
        </p:txBody>
      </p:sp>
      <p:sp>
        <p:nvSpPr>
          <p:cNvPr id="279555" name="Rectangle 2"/>
          <p:cNvSpPr>
            <a:spLocks noGrp="1" noRot="1" noChangeAspect="1" noChangeArrowheads="1" noTextEdit="1"/>
          </p:cNvSpPr>
          <p:nvPr>
            <p:ph type="sldImg"/>
          </p:nvPr>
        </p:nvSpPr>
        <p:spPr>
          <a:xfrm>
            <a:off x="1084263" y="893763"/>
            <a:ext cx="4643437" cy="3482975"/>
          </a:xfrm>
          <a:ln/>
        </p:spPr>
      </p:sp>
      <p:sp>
        <p:nvSpPr>
          <p:cNvPr id="279556" name="Rectangle 3"/>
          <p:cNvSpPr>
            <a:spLocks noGrp="1" noChangeArrowheads="1"/>
          </p:cNvSpPr>
          <p:nvPr>
            <p:ph type="body" idx="1"/>
          </p:nvPr>
        </p:nvSpPr>
        <p:spPr>
          <a:xfrm>
            <a:off x="903289" y="4746625"/>
            <a:ext cx="4999037" cy="4408488"/>
          </a:xfrm>
          <a:noFill/>
          <a:ln/>
        </p:spPr>
        <p:txBody>
          <a:bodyPr/>
          <a:lstStyle/>
          <a:p>
            <a:endParaRPr lang="fr-FR">
              <a:latin typeface="Arial" charset="0"/>
            </a:endParaRPr>
          </a:p>
        </p:txBody>
      </p:sp>
    </p:spTree>
    <p:extLst>
      <p:ext uri="{BB962C8B-B14F-4D97-AF65-F5344CB8AC3E}">
        <p14:creationId xmlns:p14="http://schemas.microsoft.com/office/powerpoint/2010/main" val="1330573317"/>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2"/>
          <p:cNvSpPr>
            <a:spLocks noGrp="1" noRot="1" noChangeAspect="1" noChangeArrowheads="1" noTextEdit="1"/>
          </p:cNvSpPr>
          <p:nvPr>
            <p:ph type="sldImg"/>
          </p:nvPr>
        </p:nvSpPr>
        <p:spPr>
          <a:xfrm>
            <a:off x="923925" y="774700"/>
            <a:ext cx="4959350" cy="3719513"/>
          </a:xfrm>
          <a:ln/>
        </p:spPr>
      </p:sp>
      <p:sp>
        <p:nvSpPr>
          <p:cNvPr id="281603" name="Rectangle 3"/>
          <p:cNvSpPr>
            <a:spLocks noGrp="1" noChangeArrowheads="1"/>
          </p:cNvSpPr>
          <p:nvPr>
            <p:ph type="body" idx="1"/>
          </p:nvPr>
        </p:nvSpPr>
        <p:spPr>
          <a:xfrm>
            <a:off x="561976" y="4864101"/>
            <a:ext cx="5681663" cy="4341813"/>
          </a:xfrm>
          <a:noFill/>
          <a:ln/>
        </p:spPr>
        <p:txBody>
          <a:bodyPr lIns="90936" tIns="45468" rIns="90936" bIns="45468"/>
          <a:lstStyle/>
          <a:p>
            <a:r>
              <a:rPr lang="en-GB">
                <a:latin typeface="Arial" charset="0"/>
              </a:rPr>
              <a:t>Talk around and through the slide,</a:t>
            </a:r>
          </a:p>
          <a:p>
            <a:endParaRPr lang="en-GB">
              <a:latin typeface="Arial" charset="0"/>
            </a:endParaRPr>
          </a:p>
          <a:p>
            <a:r>
              <a:rPr lang="en-GB">
                <a:latin typeface="Arial" charset="0"/>
              </a:rPr>
              <a:t>Ask if they have used 5 why’s before and if so expand upon this.</a:t>
            </a:r>
          </a:p>
          <a:p>
            <a:endParaRPr lang="en-GB">
              <a:latin typeface="Arial" charset="0"/>
            </a:endParaRPr>
          </a:p>
          <a:p>
            <a:r>
              <a:rPr lang="en-GB">
                <a:latin typeface="Arial" charset="0"/>
              </a:rPr>
              <a:t>Fault tree is a flow chart diagram</a:t>
            </a:r>
          </a:p>
        </p:txBody>
      </p:sp>
    </p:spTree>
    <p:extLst>
      <p:ext uri="{BB962C8B-B14F-4D97-AF65-F5344CB8AC3E}">
        <p14:creationId xmlns:p14="http://schemas.microsoft.com/office/powerpoint/2010/main" val="168792665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7"/>
          <p:cNvSpPr>
            <a:spLocks noGrp="1" noChangeArrowheads="1"/>
          </p:cNvSpPr>
          <p:nvPr>
            <p:ph type="sldNum" sz="quarter" idx="5"/>
          </p:nvPr>
        </p:nvSpPr>
        <p:spPr>
          <a:xfrm>
            <a:off x="3854450" y="9440863"/>
            <a:ext cx="2949575" cy="496887"/>
          </a:xfrm>
          <a:prstGeom prst="rect">
            <a:avLst/>
          </a:prstGeom>
          <a:noFill/>
        </p:spPr>
        <p:txBody>
          <a:bodyPr lIns="88304" tIns="44153" rIns="88304" bIns="44153"/>
          <a:lstStyle/>
          <a:p>
            <a:pPr defTabSz="922338"/>
            <a:r>
              <a:rPr lang="fr-FR"/>
              <a:t>Page </a:t>
            </a:r>
            <a:fld id="{A822BAC3-10D4-491A-9051-71F206D3D2FE}" type="slidenum">
              <a:rPr lang="fr-FR" smtClean="0"/>
              <a:pPr defTabSz="922338"/>
              <a:t>96</a:t>
            </a:fld>
            <a:endParaRPr lang="fr-FR"/>
          </a:p>
        </p:txBody>
      </p:sp>
      <p:sp>
        <p:nvSpPr>
          <p:cNvPr id="201731" name="Rectangle 2"/>
          <p:cNvSpPr>
            <a:spLocks noGrp="1" noRot="1" noChangeAspect="1" noChangeArrowheads="1" noTextEdit="1"/>
          </p:cNvSpPr>
          <p:nvPr>
            <p:ph type="sldImg"/>
          </p:nvPr>
        </p:nvSpPr>
        <p:spPr>
          <a:xfrm>
            <a:off x="1084263" y="893763"/>
            <a:ext cx="4643437" cy="3484562"/>
          </a:xfrm>
          <a:ln/>
        </p:spPr>
      </p:sp>
      <p:sp>
        <p:nvSpPr>
          <p:cNvPr id="201732" name="Rectangle 3"/>
          <p:cNvSpPr>
            <a:spLocks noGrp="1" noChangeArrowheads="1"/>
          </p:cNvSpPr>
          <p:nvPr>
            <p:ph type="body" idx="1"/>
          </p:nvPr>
        </p:nvSpPr>
        <p:spPr>
          <a:xfrm>
            <a:off x="903288" y="4746625"/>
            <a:ext cx="4999037" cy="4408488"/>
          </a:xfrm>
          <a:noFill/>
          <a:ln/>
        </p:spPr>
        <p:txBody>
          <a:bodyPr/>
          <a:lstStyle/>
          <a:p>
            <a:endParaRPr lang="fr-FR">
              <a:latin typeface="Arial" pitchFamily="34" charset="0"/>
            </a:endParaRPr>
          </a:p>
        </p:txBody>
      </p:sp>
    </p:spTree>
    <p:extLst>
      <p:ext uri="{BB962C8B-B14F-4D97-AF65-F5344CB8AC3E}">
        <p14:creationId xmlns:p14="http://schemas.microsoft.com/office/powerpoint/2010/main" val="6602607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Master" Target="../slideMasters/slideMaster1.xml"/><Relationship Id="rId5" Type="http://schemas.openxmlformats.org/officeDocument/2006/relationships/image" Target="../media/image6.pn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2.jpe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3.jpe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6.jpeg"/><Relationship Id="rId1" Type="http://schemas.openxmlformats.org/officeDocument/2006/relationships/slideMaster" Target="../slideMasters/slideMaster1.xml"/><Relationship Id="rId4" Type="http://schemas.openxmlformats.org/officeDocument/2006/relationships/image" Target="../media/image15.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Master" Target="../slideMasters/slideMaster1.xml"/><Relationship Id="rId4" Type="http://schemas.openxmlformats.org/officeDocument/2006/relationships/image" Target="../media/image17.jpe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0.jpe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21.jpeg"/><Relationship Id="rId1" Type="http://schemas.openxmlformats.org/officeDocument/2006/relationships/slideMaster" Target="../slideMasters/slideMaster1.xml"/><Relationship Id="rId4" Type="http://schemas.openxmlformats.org/officeDocument/2006/relationships/image" Target="../media/image19.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4.jpeg"/><Relationship Id="rId1" Type="http://schemas.openxmlformats.org/officeDocument/2006/relationships/slideMaster" Target="../slideMasters/slideMaster1.xml"/><Relationship Id="rId4" Type="http://schemas.openxmlformats.org/officeDocument/2006/relationships/image" Target="../media/image23.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5.jpeg"/><Relationship Id="rId1" Type="http://schemas.openxmlformats.org/officeDocument/2006/relationships/slideMaster" Target="../slideMasters/slideMaster1.xml"/><Relationship Id="rId4" Type="http://schemas.openxmlformats.org/officeDocument/2006/relationships/image" Target="../media/image2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8.jpg"/><Relationship Id="rId1" Type="http://schemas.openxmlformats.org/officeDocument/2006/relationships/slideMaster" Target="../slideMasters/slideMaster1.xml"/><Relationship Id="rId4" Type="http://schemas.openxmlformats.org/officeDocument/2006/relationships/image" Target="../media/image27.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9.jpeg"/><Relationship Id="rId1" Type="http://schemas.openxmlformats.org/officeDocument/2006/relationships/slideMaster" Target="../slideMasters/slideMaster1.xml"/><Relationship Id="rId4" Type="http://schemas.openxmlformats.org/officeDocument/2006/relationships/image" Target="../media/image27.png"/></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iapositive de titre">
    <p:spTree>
      <p:nvGrpSpPr>
        <p:cNvPr id="1" name=""/>
        <p:cNvGrpSpPr/>
        <p:nvPr/>
      </p:nvGrpSpPr>
      <p:grpSpPr>
        <a:xfrm>
          <a:off x="0" y="0"/>
          <a:ext cx="0" cy="0"/>
          <a:chOff x="0" y="0"/>
          <a:chExt cx="0" cy="0"/>
        </a:xfrm>
      </p:grpSpPr>
      <p:sp>
        <p:nvSpPr>
          <p:cNvPr id="12" name="Rectangle 11"/>
          <p:cNvSpPr/>
          <p:nvPr/>
        </p:nvSpPr>
        <p:spPr>
          <a:xfrm>
            <a:off x="-98227" y="-114300"/>
            <a:ext cx="9242227" cy="6972300"/>
          </a:xfrm>
          <a:prstGeom prst="rect">
            <a:avLst/>
          </a:prstGeom>
          <a:solidFill>
            <a:srgbClr val="4A586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pic>
        <p:nvPicPr>
          <p:cNvPr id="13" name="Image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817239" y="1139062"/>
            <a:ext cx="3411294" cy="1734313"/>
          </a:xfrm>
          <a:prstGeom prst="rect">
            <a:avLst/>
          </a:prstGeom>
        </p:spPr>
      </p:pic>
      <p:sp>
        <p:nvSpPr>
          <p:cNvPr id="14" name="Moins 13"/>
          <p:cNvSpPr/>
          <p:nvPr/>
        </p:nvSpPr>
        <p:spPr>
          <a:xfrm>
            <a:off x="3803650" y="3539067"/>
            <a:ext cx="1384301" cy="330200"/>
          </a:xfrm>
          <a:prstGeom prst="mathMinus">
            <a:avLst/>
          </a:prstGeom>
          <a:solidFill>
            <a:srgbClr val="AFCB08"/>
          </a:solidFill>
          <a:ln>
            <a:solidFill>
              <a:srgbClr val="AFCB0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4" name="Espace réservé du texte 3"/>
          <p:cNvSpPr>
            <a:spLocks noGrp="1"/>
          </p:cNvSpPr>
          <p:nvPr>
            <p:ph type="body" sz="quarter" idx="10" hasCustomPrompt="1"/>
          </p:nvPr>
        </p:nvSpPr>
        <p:spPr>
          <a:xfrm>
            <a:off x="2260402" y="6017498"/>
            <a:ext cx="4470797" cy="466725"/>
          </a:xfrm>
          <a:prstGeom prst="rect">
            <a:avLst/>
          </a:prstGeom>
        </p:spPr>
        <p:txBody>
          <a:bodyPr/>
          <a:lstStyle>
            <a:lvl1pPr marL="0" indent="0" algn="ctr">
              <a:buNone/>
              <a:defRPr b="1">
                <a:solidFill>
                  <a:schemeClr val="accent6"/>
                </a:solidFill>
              </a:defRPr>
            </a:lvl1pPr>
            <a:lvl2pPr marL="342900" indent="0">
              <a:buNone/>
              <a:defRPr>
                <a:solidFill>
                  <a:schemeClr val="bg1"/>
                </a:solidFill>
              </a:defRPr>
            </a:lvl2pPr>
            <a:lvl3pPr marL="685800" indent="0">
              <a:buNone/>
              <a:defRPr>
                <a:solidFill>
                  <a:schemeClr val="bg1"/>
                </a:solidFill>
              </a:defRPr>
            </a:lvl3pPr>
            <a:lvl4pPr marL="1028700" indent="0">
              <a:buNone/>
              <a:defRPr>
                <a:solidFill>
                  <a:schemeClr val="bg1"/>
                </a:solidFill>
              </a:defRPr>
            </a:lvl4pPr>
            <a:lvl5pPr marL="1371600" indent="0">
              <a:buNone/>
              <a:defRPr>
                <a:solidFill>
                  <a:schemeClr val="bg1"/>
                </a:solidFill>
              </a:defRPr>
            </a:lvl5pPr>
          </a:lstStyle>
          <a:p>
            <a:pPr lvl="0"/>
            <a:r>
              <a:rPr lang="fr-FR" dirty="0"/>
              <a:t>DATE</a:t>
            </a:r>
          </a:p>
        </p:txBody>
      </p:sp>
      <p:sp>
        <p:nvSpPr>
          <p:cNvPr id="5" name="Titre 4"/>
          <p:cNvSpPr>
            <a:spLocks noGrp="1"/>
          </p:cNvSpPr>
          <p:nvPr>
            <p:ph type="title"/>
          </p:nvPr>
        </p:nvSpPr>
        <p:spPr>
          <a:xfrm>
            <a:off x="655544" y="4278173"/>
            <a:ext cx="7886700" cy="1325563"/>
          </a:xfrm>
          <a:prstGeom prst="rect">
            <a:avLst/>
          </a:prstGeom>
        </p:spPr>
        <p:txBody>
          <a:bodyPr/>
          <a:lstStyle>
            <a:lvl1pPr algn="ctr">
              <a:defRPr>
                <a:solidFill>
                  <a:schemeClr val="bg1"/>
                </a:solidFill>
              </a:defRPr>
            </a:lvl1pPr>
          </a:lstStyle>
          <a:p>
            <a:r>
              <a:rPr lang="fr-FR"/>
              <a:t>Modifiez le style du titre</a:t>
            </a:r>
            <a:endParaRPr lang="fr-FR" dirty="0"/>
          </a:p>
        </p:txBody>
      </p:sp>
    </p:spTree>
    <p:extLst>
      <p:ext uri="{BB962C8B-B14F-4D97-AF65-F5344CB8AC3E}">
        <p14:creationId xmlns:p14="http://schemas.microsoft.com/office/powerpoint/2010/main" val="39990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sp>
        <p:nvSpPr>
          <p:cNvPr id="12" name="Rectangle 11"/>
          <p:cNvSpPr/>
          <p:nvPr/>
        </p:nvSpPr>
        <p:spPr>
          <a:xfrm>
            <a:off x="-98227" y="-114300"/>
            <a:ext cx="9242227" cy="6972300"/>
          </a:xfrm>
          <a:prstGeom prst="rect">
            <a:avLst/>
          </a:prstGeom>
          <a:solidFill>
            <a:srgbClr val="AFCB08"/>
          </a:solidFill>
          <a:ln>
            <a:solidFill>
              <a:srgbClr val="AFCB0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pic>
        <p:nvPicPr>
          <p:cNvPr id="10" name="Image 9"/>
          <p:cNvPicPr>
            <a:picLocks noChangeAspect="1"/>
          </p:cNvPicPr>
          <p:nvPr/>
        </p:nvPicPr>
        <p:blipFill rotWithShape="1">
          <a:blip r:embed="rId2" cstate="print">
            <a:extLst>
              <a:ext uri="{28A0092B-C50C-407E-A947-70E740481C1C}">
                <a14:useLocalDpi xmlns:a14="http://schemas.microsoft.com/office/drawing/2010/main" val="0"/>
              </a:ext>
            </a:extLst>
          </a:blip>
          <a:srcRect l="29373" t="33502" r="28267" b="32365"/>
          <a:stretch/>
        </p:blipFill>
        <p:spPr>
          <a:xfrm>
            <a:off x="7091461" y="4620491"/>
            <a:ext cx="1887975" cy="2626749"/>
          </a:xfrm>
          <a:prstGeom prst="rect">
            <a:avLst/>
          </a:prstGeom>
        </p:spPr>
      </p:pic>
      <p:grpSp>
        <p:nvGrpSpPr>
          <p:cNvPr id="16" name="Groupe 15"/>
          <p:cNvGrpSpPr/>
          <p:nvPr/>
        </p:nvGrpSpPr>
        <p:grpSpPr>
          <a:xfrm>
            <a:off x="150662" y="6433981"/>
            <a:ext cx="8972550" cy="698499"/>
            <a:chOff x="200883" y="6433980"/>
            <a:chExt cx="11963400" cy="698499"/>
          </a:xfrm>
        </p:grpSpPr>
        <p:sp>
          <p:nvSpPr>
            <p:cNvPr id="9" name="Moins 8"/>
            <p:cNvSpPr/>
            <p:nvPr/>
          </p:nvSpPr>
          <p:spPr>
            <a:xfrm>
              <a:off x="200883" y="6433980"/>
              <a:ext cx="11963400" cy="698499"/>
            </a:xfrm>
            <a:prstGeom prst="mathMinus">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200" dirty="0"/>
            </a:p>
          </p:txBody>
        </p:sp>
        <p:pic>
          <p:nvPicPr>
            <p:cNvPr id="15" name="Image 14"/>
            <p:cNvPicPr>
              <a:picLocks noChangeAspect="1"/>
            </p:cNvPicPr>
            <p:nvPr userDrawn="1"/>
          </p:nvPicPr>
          <p:blipFill rotWithShape="1">
            <a:blip r:embed="rId3" cstate="print">
              <a:extLst>
                <a:ext uri="{28A0092B-C50C-407E-A947-70E740481C1C}">
                  <a14:useLocalDpi xmlns:a14="http://schemas.microsoft.com/office/drawing/2010/main" val="0"/>
                </a:ext>
              </a:extLst>
            </a:blip>
            <a:srcRect b="19008"/>
            <a:stretch/>
          </p:blipFill>
          <p:spPr>
            <a:xfrm>
              <a:off x="275603" y="6514735"/>
              <a:ext cx="1111528" cy="343265"/>
            </a:xfrm>
            <a:prstGeom prst="rect">
              <a:avLst/>
            </a:prstGeom>
          </p:spPr>
        </p:pic>
      </p:grpSp>
      <p:sp>
        <p:nvSpPr>
          <p:cNvPr id="4" name="Titre 3"/>
          <p:cNvSpPr>
            <a:spLocks noGrp="1"/>
          </p:cNvSpPr>
          <p:nvPr>
            <p:ph type="title"/>
          </p:nvPr>
        </p:nvSpPr>
        <p:spPr>
          <a:xfrm>
            <a:off x="725054" y="5006896"/>
            <a:ext cx="7894205" cy="1325563"/>
          </a:xfrm>
          <a:prstGeom prst="rect">
            <a:avLst/>
          </a:prstGeom>
        </p:spPr>
        <p:txBody>
          <a:bodyPr/>
          <a:lstStyle>
            <a:lvl1pPr>
              <a:defRPr sz="2100" b="1">
                <a:solidFill>
                  <a:schemeClr val="bg1"/>
                </a:solidFill>
              </a:defRPr>
            </a:lvl1pPr>
          </a:lstStyle>
          <a:p>
            <a:r>
              <a:rPr lang="fr-FR"/>
              <a:t>Modifiez le style du titre</a:t>
            </a:r>
            <a:endParaRPr lang="fr-FR" dirty="0"/>
          </a:p>
        </p:txBody>
      </p:sp>
      <p:sp>
        <p:nvSpPr>
          <p:cNvPr id="6" name="Espace réservé du contenu 5"/>
          <p:cNvSpPr>
            <a:spLocks noGrp="1"/>
          </p:cNvSpPr>
          <p:nvPr>
            <p:ph sz="quarter" idx="10" hasCustomPrompt="1"/>
          </p:nvPr>
        </p:nvSpPr>
        <p:spPr>
          <a:xfrm>
            <a:off x="725054" y="4423891"/>
            <a:ext cx="1359240" cy="389802"/>
          </a:xfrm>
          <a:prstGeom prst="rect">
            <a:avLst/>
          </a:prstGeom>
          <a:solidFill>
            <a:schemeClr val="bg1"/>
          </a:solidFill>
        </p:spPr>
        <p:txBody>
          <a:bodyPr/>
          <a:lstStyle>
            <a:lvl1pPr marL="0" indent="0">
              <a:buNone/>
              <a:defRPr sz="1800" b="1">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stStyle>
          <a:p>
            <a:pPr lvl="0"/>
            <a:r>
              <a:rPr lang="fr-FR" dirty="0"/>
              <a:t>TITRE</a:t>
            </a:r>
          </a:p>
        </p:txBody>
      </p:sp>
    </p:spTree>
    <p:extLst>
      <p:ext uri="{BB962C8B-B14F-4D97-AF65-F5344CB8AC3E}">
        <p14:creationId xmlns:p14="http://schemas.microsoft.com/office/powerpoint/2010/main" val="2744217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8_Comparaison">
    <p:spTree>
      <p:nvGrpSpPr>
        <p:cNvPr id="1" name=""/>
        <p:cNvGrpSpPr/>
        <p:nvPr/>
      </p:nvGrpSpPr>
      <p:grpSpPr>
        <a:xfrm>
          <a:off x="0" y="0"/>
          <a:ext cx="0" cy="0"/>
          <a:chOff x="0" y="0"/>
          <a:chExt cx="0" cy="0"/>
        </a:xfrm>
      </p:grpSpPr>
      <p:grpSp>
        <p:nvGrpSpPr>
          <p:cNvPr id="15" name="Groupe 14"/>
          <p:cNvGrpSpPr/>
          <p:nvPr/>
        </p:nvGrpSpPr>
        <p:grpSpPr>
          <a:xfrm>
            <a:off x="1" y="5734902"/>
            <a:ext cx="9834995" cy="1353415"/>
            <a:chOff x="0" y="5734901"/>
            <a:chExt cx="13113327" cy="1353415"/>
          </a:xfrm>
        </p:grpSpPr>
        <p:sp>
          <p:nvSpPr>
            <p:cNvPr id="16" name="Moins 15"/>
            <p:cNvSpPr/>
            <p:nvPr/>
          </p:nvSpPr>
          <p:spPr>
            <a:xfrm>
              <a:off x="0" y="6615542"/>
              <a:ext cx="13113327" cy="394855"/>
            </a:xfrm>
            <a:prstGeom prst="mathMinus">
              <a:avLst/>
            </a:prstGeom>
            <a:solidFill>
              <a:srgbClr val="AFCB08"/>
            </a:solidFill>
            <a:ln>
              <a:solidFill>
                <a:srgbClr val="AFCB0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200" dirty="0"/>
            </a:p>
          </p:txBody>
        </p:sp>
        <p:pic>
          <p:nvPicPr>
            <p:cNvPr id="17" name="Image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06200" y="5734901"/>
              <a:ext cx="1141019" cy="1353415"/>
            </a:xfrm>
            <a:prstGeom prst="rect">
              <a:avLst/>
            </a:prstGeom>
          </p:spPr>
        </p:pic>
        <p:pic>
          <p:nvPicPr>
            <p:cNvPr id="18" name="Image 17"/>
            <p:cNvPicPr>
              <a:picLocks noChangeAspect="1"/>
            </p:cNvPicPr>
            <p:nvPr/>
          </p:nvPicPr>
          <p:blipFill rotWithShape="1">
            <a:blip r:embed="rId3" cstate="print">
              <a:extLst>
                <a:ext uri="{28A0092B-C50C-407E-A947-70E740481C1C}">
                  <a14:useLocalDpi xmlns:a14="http://schemas.microsoft.com/office/drawing/2010/main" val="0"/>
                </a:ext>
              </a:extLst>
            </a:blip>
            <a:srcRect b="18425"/>
            <a:stretch/>
          </p:blipFill>
          <p:spPr>
            <a:xfrm>
              <a:off x="364067" y="6549768"/>
              <a:ext cx="1039349" cy="323204"/>
            </a:xfrm>
            <a:prstGeom prst="rect">
              <a:avLst/>
            </a:prstGeom>
          </p:spPr>
        </p:pic>
      </p:grpSp>
      <p:sp>
        <p:nvSpPr>
          <p:cNvPr id="8" name="Titre 3"/>
          <p:cNvSpPr>
            <a:spLocks noGrp="1"/>
          </p:cNvSpPr>
          <p:nvPr>
            <p:ph type="title"/>
          </p:nvPr>
        </p:nvSpPr>
        <p:spPr>
          <a:xfrm>
            <a:off x="273049" y="784519"/>
            <a:ext cx="8596631" cy="687439"/>
          </a:xfrm>
          <a:prstGeom prst="rect">
            <a:avLst/>
          </a:prstGeom>
        </p:spPr>
        <p:txBody>
          <a:bodyPr/>
          <a:lstStyle>
            <a:lvl1pPr>
              <a:defRPr sz="2100" b="1">
                <a:solidFill>
                  <a:schemeClr val="tx1"/>
                </a:solidFill>
              </a:defRPr>
            </a:lvl1pPr>
          </a:lstStyle>
          <a:p>
            <a:r>
              <a:rPr lang="fr-FR"/>
              <a:t>Modifiez le style du titre</a:t>
            </a:r>
            <a:endParaRPr lang="fr-FR" dirty="0"/>
          </a:p>
        </p:txBody>
      </p:sp>
      <p:sp>
        <p:nvSpPr>
          <p:cNvPr id="9" name="Espace réservé du contenu 5"/>
          <p:cNvSpPr>
            <a:spLocks noGrp="1"/>
          </p:cNvSpPr>
          <p:nvPr>
            <p:ph sz="quarter" idx="10" hasCustomPrompt="1"/>
          </p:nvPr>
        </p:nvSpPr>
        <p:spPr>
          <a:xfrm>
            <a:off x="273050" y="201514"/>
            <a:ext cx="1428003" cy="389802"/>
          </a:xfrm>
          <a:prstGeom prst="rect">
            <a:avLst/>
          </a:prstGeom>
          <a:solidFill>
            <a:schemeClr val="accent6"/>
          </a:solidFill>
        </p:spPr>
        <p:txBody>
          <a:bodyPr/>
          <a:lstStyle>
            <a:lvl1pPr marL="0" indent="0">
              <a:buNone/>
              <a:defRPr sz="1800" b="1">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stStyle>
          <a:p>
            <a:pPr lvl="0"/>
            <a:r>
              <a:rPr lang="fr-FR" dirty="0"/>
              <a:t>TITRE</a:t>
            </a:r>
          </a:p>
        </p:txBody>
      </p:sp>
      <p:sp>
        <p:nvSpPr>
          <p:cNvPr id="3" name="Espace réservé du contenu 2"/>
          <p:cNvSpPr>
            <a:spLocks noGrp="1"/>
          </p:cNvSpPr>
          <p:nvPr>
            <p:ph sz="quarter" idx="11"/>
          </p:nvPr>
        </p:nvSpPr>
        <p:spPr>
          <a:xfrm>
            <a:off x="273050" y="1866601"/>
            <a:ext cx="8618693" cy="4222750"/>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37354567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7_Comparaison">
    <p:spTree>
      <p:nvGrpSpPr>
        <p:cNvPr id="1" name=""/>
        <p:cNvGrpSpPr/>
        <p:nvPr/>
      </p:nvGrpSpPr>
      <p:grpSpPr>
        <a:xfrm>
          <a:off x="0" y="0"/>
          <a:ext cx="0" cy="0"/>
          <a:chOff x="0" y="0"/>
          <a:chExt cx="0" cy="0"/>
        </a:xfrm>
      </p:grpSpPr>
      <p:pic>
        <p:nvPicPr>
          <p:cNvPr id="12" name="Image 11"/>
          <p:cNvPicPr>
            <a:picLocks noChangeAspect="1"/>
          </p:cNvPicPr>
          <p:nvPr/>
        </p:nvPicPr>
        <p:blipFill rotWithShape="1">
          <a:blip r:embed="rId2" cstate="print">
            <a:extLst>
              <a:ext uri="{28A0092B-C50C-407E-A947-70E740481C1C}">
                <a14:useLocalDpi xmlns:a14="http://schemas.microsoft.com/office/drawing/2010/main" val="0"/>
              </a:ext>
            </a:extLst>
          </a:blip>
          <a:srcRect l="-89" t="16268" r="89" b="53779"/>
          <a:stretch/>
        </p:blipFill>
        <p:spPr>
          <a:xfrm>
            <a:off x="-8991" y="0"/>
            <a:ext cx="9152991" cy="2427514"/>
          </a:xfrm>
          <a:prstGeom prst="rect">
            <a:avLst/>
          </a:prstGeom>
        </p:spPr>
      </p:pic>
      <p:grpSp>
        <p:nvGrpSpPr>
          <p:cNvPr id="13" name="Groupe 12"/>
          <p:cNvGrpSpPr/>
          <p:nvPr/>
        </p:nvGrpSpPr>
        <p:grpSpPr>
          <a:xfrm>
            <a:off x="1" y="5734902"/>
            <a:ext cx="9834995" cy="1353415"/>
            <a:chOff x="0" y="5734901"/>
            <a:chExt cx="13113327" cy="1353415"/>
          </a:xfrm>
        </p:grpSpPr>
        <p:sp>
          <p:nvSpPr>
            <p:cNvPr id="14" name="Moins 13"/>
            <p:cNvSpPr/>
            <p:nvPr/>
          </p:nvSpPr>
          <p:spPr>
            <a:xfrm>
              <a:off x="0" y="6615542"/>
              <a:ext cx="13113327" cy="394855"/>
            </a:xfrm>
            <a:prstGeom prst="mathMinus">
              <a:avLst/>
            </a:prstGeom>
            <a:solidFill>
              <a:srgbClr val="AFCB08"/>
            </a:solidFill>
            <a:ln>
              <a:solidFill>
                <a:srgbClr val="AFCB0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200" dirty="0"/>
            </a:p>
          </p:txBody>
        </p:sp>
        <p:pic>
          <p:nvPicPr>
            <p:cNvPr id="15" name="Imag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06200" y="5734901"/>
              <a:ext cx="1141019" cy="1353415"/>
            </a:xfrm>
            <a:prstGeom prst="rect">
              <a:avLst/>
            </a:prstGeom>
          </p:spPr>
        </p:pic>
        <p:pic>
          <p:nvPicPr>
            <p:cNvPr id="16" name="Image 15"/>
            <p:cNvPicPr>
              <a:picLocks noChangeAspect="1"/>
            </p:cNvPicPr>
            <p:nvPr/>
          </p:nvPicPr>
          <p:blipFill rotWithShape="1">
            <a:blip r:embed="rId4" cstate="print">
              <a:extLst>
                <a:ext uri="{28A0092B-C50C-407E-A947-70E740481C1C}">
                  <a14:useLocalDpi xmlns:a14="http://schemas.microsoft.com/office/drawing/2010/main" val="0"/>
                </a:ext>
              </a:extLst>
            </a:blip>
            <a:srcRect b="18425"/>
            <a:stretch/>
          </p:blipFill>
          <p:spPr>
            <a:xfrm>
              <a:off x="364067" y="6549768"/>
              <a:ext cx="1039349" cy="323204"/>
            </a:xfrm>
            <a:prstGeom prst="rect">
              <a:avLst/>
            </a:prstGeom>
          </p:spPr>
        </p:pic>
      </p:grpSp>
      <p:sp>
        <p:nvSpPr>
          <p:cNvPr id="9" name="Titre 3"/>
          <p:cNvSpPr>
            <a:spLocks noGrp="1"/>
          </p:cNvSpPr>
          <p:nvPr>
            <p:ph type="title"/>
          </p:nvPr>
        </p:nvSpPr>
        <p:spPr>
          <a:xfrm>
            <a:off x="273050" y="3258778"/>
            <a:ext cx="8602345" cy="687439"/>
          </a:xfrm>
          <a:prstGeom prst="rect">
            <a:avLst/>
          </a:prstGeom>
        </p:spPr>
        <p:txBody>
          <a:bodyPr/>
          <a:lstStyle>
            <a:lvl1pPr>
              <a:defRPr sz="2100" b="1">
                <a:solidFill>
                  <a:schemeClr val="tx1"/>
                </a:solidFill>
              </a:defRPr>
            </a:lvl1pPr>
          </a:lstStyle>
          <a:p>
            <a:r>
              <a:rPr lang="fr-FR"/>
              <a:t>Modifiez le style du titre</a:t>
            </a:r>
            <a:endParaRPr lang="fr-FR" dirty="0"/>
          </a:p>
        </p:txBody>
      </p:sp>
      <p:sp>
        <p:nvSpPr>
          <p:cNvPr id="10" name="Espace réservé du contenu 5"/>
          <p:cNvSpPr>
            <a:spLocks noGrp="1"/>
          </p:cNvSpPr>
          <p:nvPr>
            <p:ph sz="quarter" idx="10" hasCustomPrompt="1"/>
          </p:nvPr>
        </p:nvSpPr>
        <p:spPr>
          <a:xfrm>
            <a:off x="273050" y="2675773"/>
            <a:ext cx="1428003" cy="389802"/>
          </a:xfrm>
          <a:prstGeom prst="rect">
            <a:avLst/>
          </a:prstGeom>
          <a:solidFill>
            <a:schemeClr val="accent6"/>
          </a:solidFill>
        </p:spPr>
        <p:txBody>
          <a:bodyPr/>
          <a:lstStyle>
            <a:lvl1pPr marL="0" indent="0">
              <a:buNone/>
              <a:defRPr sz="1800" b="1">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stStyle>
          <a:p>
            <a:pPr lvl="0"/>
            <a:r>
              <a:rPr lang="fr-FR" dirty="0"/>
              <a:t>TITRE</a:t>
            </a:r>
          </a:p>
        </p:txBody>
      </p:sp>
      <p:sp>
        <p:nvSpPr>
          <p:cNvPr id="11" name="Espace réservé du contenu 2"/>
          <p:cNvSpPr>
            <a:spLocks noGrp="1"/>
          </p:cNvSpPr>
          <p:nvPr>
            <p:ph sz="quarter" idx="11"/>
          </p:nvPr>
        </p:nvSpPr>
        <p:spPr>
          <a:xfrm>
            <a:off x="273051" y="4139418"/>
            <a:ext cx="8624422" cy="2204472"/>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26368848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1_Comparaison">
    <p:spTree>
      <p:nvGrpSpPr>
        <p:cNvPr id="1" name=""/>
        <p:cNvGrpSpPr/>
        <p:nvPr/>
      </p:nvGrpSpPr>
      <p:grpSpPr>
        <a:xfrm>
          <a:off x="0" y="0"/>
          <a:ext cx="0" cy="0"/>
          <a:chOff x="0" y="0"/>
          <a:chExt cx="0" cy="0"/>
        </a:xfrm>
      </p:grpSpPr>
      <p:grpSp>
        <p:nvGrpSpPr>
          <p:cNvPr id="6" name="Groupe 5"/>
          <p:cNvGrpSpPr/>
          <p:nvPr/>
        </p:nvGrpSpPr>
        <p:grpSpPr>
          <a:xfrm>
            <a:off x="131623" y="245816"/>
            <a:ext cx="3646320" cy="6147562"/>
            <a:chOff x="175497" y="245816"/>
            <a:chExt cx="4861760" cy="6147562"/>
          </a:xfrm>
        </p:grpSpPr>
        <p:pic>
          <p:nvPicPr>
            <p:cNvPr id="20" name="Image 19"/>
            <p:cNvPicPr>
              <a:picLocks noChangeAspect="1"/>
            </p:cNvPicPr>
            <p:nvPr userDrawn="1"/>
          </p:nvPicPr>
          <p:blipFill rotWithShape="1">
            <a:blip r:embed="rId2" cstate="print">
              <a:extLst>
                <a:ext uri="{28A0092B-C50C-407E-A947-70E740481C1C}">
                  <a14:useLocalDpi xmlns:a14="http://schemas.microsoft.com/office/drawing/2010/main" val="0"/>
                </a:ext>
              </a:extLst>
            </a:blip>
            <a:srcRect l="12623" t="3508" r="34"/>
            <a:stretch/>
          </p:blipFill>
          <p:spPr>
            <a:xfrm>
              <a:off x="175497" y="3372101"/>
              <a:ext cx="4861760" cy="3021277"/>
            </a:xfrm>
            <a:prstGeom prst="rect">
              <a:avLst/>
            </a:prstGeom>
          </p:spPr>
        </p:pic>
        <p:pic>
          <p:nvPicPr>
            <p:cNvPr id="3" name="Image 2"/>
            <p:cNvPicPr>
              <a:picLocks noChangeAspect="1"/>
            </p:cNvPicPr>
            <p:nvPr userDrawn="1"/>
          </p:nvPicPr>
          <p:blipFill rotWithShape="1">
            <a:blip r:embed="rId3" cstate="print">
              <a:extLst>
                <a:ext uri="{28A0092B-C50C-407E-A947-70E740481C1C}">
                  <a14:useLocalDpi xmlns:a14="http://schemas.microsoft.com/office/drawing/2010/main" val="0"/>
                </a:ext>
              </a:extLst>
            </a:blip>
            <a:srcRect t="2714" b="3613"/>
            <a:stretch/>
          </p:blipFill>
          <p:spPr>
            <a:xfrm>
              <a:off x="175497" y="245816"/>
              <a:ext cx="4861760" cy="3030662"/>
            </a:xfrm>
            <a:prstGeom prst="rect">
              <a:avLst/>
            </a:prstGeom>
          </p:spPr>
        </p:pic>
      </p:grpSp>
      <p:grpSp>
        <p:nvGrpSpPr>
          <p:cNvPr id="26" name="Groupe 25"/>
          <p:cNvGrpSpPr/>
          <p:nvPr/>
        </p:nvGrpSpPr>
        <p:grpSpPr>
          <a:xfrm>
            <a:off x="1" y="5734902"/>
            <a:ext cx="9834995" cy="1353415"/>
            <a:chOff x="0" y="5734901"/>
            <a:chExt cx="13113327" cy="1353415"/>
          </a:xfrm>
        </p:grpSpPr>
        <p:sp>
          <p:nvSpPr>
            <p:cNvPr id="27" name="Moins 26"/>
            <p:cNvSpPr/>
            <p:nvPr/>
          </p:nvSpPr>
          <p:spPr>
            <a:xfrm>
              <a:off x="0" y="6615542"/>
              <a:ext cx="13113327" cy="394855"/>
            </a:xfrm>
            <a:prstGeom prst="mathMinus">
              <a:avLst/>
            </a:prstGeom>
            <a:solidFill>
              <a:srgbClr val="AFCB08"/>
            </a:solidFill>
            <a:ln>
              <a:solidFill>
                <a:srgbClr val="AFCB0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200" dirty="0"/>
            </a:p>
          </p:txBody>
        </p:sp>
        <p:pic>
          <p:nvPicPr>
            <p:cNvPr id="28" name="Image 2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906200" y="5734901"/>
              <a:ext cx="1141019" cy="1353415"/>
            </a:xfrm>
            <a:prstGeom prst="rect">
              <a:avLst/>
            </a:prstGeom>
          </p:spPr>
        </p:pic>
        <p:pic>
          <p:nvPicPr>
            <p:cNvPr id="29" name="Image 28"/>
            <p:cNvPicPr>
              <a:picLocks noChangeAspect="1"/>
            </p:cNvPicPr>
            <p:nvPr/>
          </p:nvPicPr>
          <p:blipFill rotWithShape="1">
            <a:blip r:embed="rId5" cstate="print">
              <a:extLst>
                <a:ext uri="{28A0092B-C50C-407E-A947-70E740481C1C}">
                  <a14:useLocalDpi xmlns:a14="http://schemas.microsoft.com/office/drawing/2010/main" val="0"/>
                </a:ext>
              </a:extLst>
            </a:blip>
            <a:srcRect b="18425"/>
            <a:stretch/>
          </p:blipFill>
          <p:spPr>
            <a:xfrm>
              <a:off x="364067" y="6549768"/>
              <a:ext cx="1039349" cy="323204"/>
            </a:xfrm>
            <a:prstGeom prst="rect">
              <a:avLst/>
            </a:prstGeom>
          </p:spPr>
        </p:pic>
      </p:grpSp>
      <p:sp>
        <p:nvSpPr>
          <p:cNvPr id="13" name="Titre 3"/>
          <p:cNvSpPr>
            <a:spLocks noGrp="1"/>
          </p:cNvSpPr>
          <p:nvPr>
            <p:ph type="title"/>
          </p:nvPr>
        </p:nvSpPr>
        <p:spPr>
          <a:xfrm>
            <a:off x="3950821" y="832260"/>
            <a:ext cx="4985361" cy="687439"/>
          </a:xfrm>
          <a:prstGeom prst="rect">
            <a:avLst/>
          </a:prstGeom>
        </p:spPr>
        <p:txBody>
          <a:bodyPr/>
          <a:lstStyle>
            <a:lvl1pPr>
              <a:defRPr sz="2100" b="1">
                <a:solidFill>
                  <a:schemeClr val="tx1"/>
                </a:solidFill>
              </a:defRPr>
            </a:lvl1pPr>
          </a:lstStyle>
          <a:p>
            <a:r>
              <a:rPr lang="fr-FR"/>
              <a:t>Modifiez le style du titre</a:t>
            </a:r>
            <a:endParaRPr lang="fr-FR" dirty="0"/>
          </a:p>
        </p:txBody>
      </p:sp>
      <p:sp>
        <p:nvSpPr>
          <p:cNvPr id="14" name="Espace réservé du contenu 5"/>
          <p:cNvSpPr>
            <a:spLocks noGrp="1"/>
          </p:cNvSpPr>
          <p:nvPr>
            <p:ph sz="quarter" idx="10" hasCustomPrompt="1"/>
          </p:nvPr>
        </p:nvSpPr>
        <p:spPr>
          <a:xfrm>
            <a:off x="3950821" y="249255"/>
            <a:ext cx="1051485" cy="389802"/>
          </a:xfrm>
          <a:prstGeom prst="rect">
            <a:avLst/>
          </a:prstGeom>
          <a:solidFill>
            <a:schemeClr val="accent6"/>
          </a:solidFill>
        </p:spPr>
        <p:txBody>
          <a:bodyPr/>
          <a:lstStyle>
            <a:lvl1pPr marL="0" indent="0">
              <a:buNone/>
              <a:defRPr sz="1800" b="1">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stStyle>
          <a:p>
            <a:pPr lvl="0"/>
            <a:r>
              <a:rPr lang="fr-FR" dirty="0"/>
              <a:t>TITRE</a:t>
            </a:r>
          </a:p>
        </p:txBody>
      </p:sp>
      <p:sp>
        <p:nvSpPr>
          <p:cNvPr id="15" name="Espace réservé du contenu 2"/>
          <p:cNvSpPr>
            <a:spLocks noGrp="1"/>
          </p:cNvSpPr>
          <p:nvPr>
            <p:ph sz="quarter" idx="11"/>
          </p:nvPr>
        </p:nvSpPr>
        <p:spPr>
          <a:xfrm>
            <a:off x="3950821" y="1712900"/>
            <a:ext cx="4998155" cy="4661380"/>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9180852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5_Titre et contenu">
    <p:spTree>
      <p:nvGrpSpPr>
        <p:cNvPr id="1" name=""/>
        <p:cNvGrpSpPr/>
        <p:nvPr/>
      </p:nvGrpSpPr>
      <p:grpSpPr>
        <a:xfrm>
          <a:off x="0" y="0"/>
          <a:ext cx="0" cy="0"/>
          <a:chOff x="0" y="0"/>
          <a:chExt cx="0" cy="0"/>
        </a:xfrm>
      </p:grpSpPr>
      <p:sp>
        <p:nvSpPr>
          <p:cNvPr id="12" name="Rectangle 11"/>
          <p:cNvSpPr/>
          <p:nvPr/>
        </p:nvSpPr>
        <p:spPr>
          <a:xfrm>
            <a:off x="-98227" y="-114300"/>
            <a:ext cx="9242227" cy="6972300"/>
          </a:xfrm>
          <a:prstGeom prst="rect">
            <a:avLst/>
          </a:prstGeom>
          <a:solidFill>
            <a:schemeClr val="accent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pic>
        <p:nvPicPr>
          <p:cNvPr id="10" name="Image 9"/>
          <p:cNvPicPr>
            <a:picLocks noChangeAspect="1"/>
          </p:cNvPicPr>
          <p:nvPr/>
        </p:nvPicPr>
        <p:blipFill rotWithShape="1">
          <a:blip r:embed="rId2" cstate="print">
            <a:extLst>
              <a:ext uri="{28A0092B-C50C-407E-A947-70E740481C1C}">
                <a14:useLocalDpi xmlns:a14="http://schemas.microsoft.com/office/drawing/2010/main" val="0"/>
              </a:ext>
            </a:extLst>
          </a:blip>
          <a:srcRect l="29373" t="33502" r="28267" b="32365"/>
          <a:stretch/>
        </p:blipFill>
        <p:spPr>
          <a:xfrm>
            <a:off x="7091461" y="4620491"/>
            <a:ext cx="1887975" cy="2626749"/>
          </a:xfrm>
          <a:prstGeom prst="rect">
            <a:avLst/>
          </a:prstGeom>
        </p:spPr>
      </p:pic>
      <p:grpSp>
        <p:nvGrpSpPr>
          <p:cNvPr id="16" name="Groupe 15"/>
          <p:cNvGrpSpPr/>
          <p:nvPr/>
        </p:nvGrpSpPr>
        <p:grpSpPr>
          <a:xfrm>
            <a:off x="150662" y="6433981"/>
            <a:ext cx="8972550" cy="698499"/>
            <a:chOff x="200883" y="6433980"/>
            <a:chExt cx="11963400" cy="698499"/>
          </a:xfrm>
        </p:grpSpPr>
        <p:sp>
          <p:nvSpPr>
            <p:cNvPr id="9" name="Moins 8"/>
            <p:cNvSpPr/>
            <p:nvPr/>
          </p:nvSpPr>
          <p:spPr>
            <a:xfrm>
              <a:off x="200883" y="6433980"/>
              <a:ext cx="11963400" cy="698499"/>
            </a:xfrm>
            <a:prstGeom prst="mathMinus">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200" dirty="0"/>
            </a:p>
          </p:txBody>
        </p:sp>
        <p:pic>
          <p:nvPicPr>
            <p:cNvPr id="15" name="Image 14"/>
            <p:cNvPicPr>
              <a:picLocks noChangeAspect="1"/>
            </p:cNvPicPr>
            <p:nvPr userDrawn="1"/>
          </p:nvPicPr>
          <p:blipFill rotWithShape="1">
            <a:blip r:embed="rId3" cstate="print">
              <a:extLst>
                <a:ext uri="{28A0092B-C50C-407E-A947-70E740481C1C}">
                  <a14:useLocalDpi xmlns:a14="http://schemas.microsoft.com/office/drawing/2010/main" val="0"/>
                </a:ext>
              </a:extLst>
            </a:blip>
            <a:srcRect b="19008"/>
            <a:stretch/>
          </p:blipFill>
          <p:spPr>
            <a:xfrm>
              <a:off x="275603" y="6514735"/>
              <a:ext cx="1111528" cy="343265"/>
            </a:xfrm>
            <a:prstGeom prst="rect">
              <a:avLst/>
            </a:prstGeom>
          </p:spPr>
        </p:pic>
      </p:grpSp>
      <p:sp>
        <p:nvSpPr>
          <p:cNvPr id="4" name="Titre 3"/>
          <p:cNvSpPr>
            <a:spLocks noGrp="1"/>
          </p:cNvSpPr>
          <p:nvPr>
            <p:ph type="title"/>
          </p:nvPr>
        </p:nvSpPr>
        <p:spPr>
          <a:xfrm>
            <a:off x="725054" y="5006896"/>
            <a:ext cx="7894205" cy="1325563"/>
          </a:xfrm>
          <a:prstGeom prst="rect">
            <a:avLst/>
          </a:prstGeom>
        </p:spPr>
        <p:txBody>
          <a:bodyPr/>
          <a:lstStyle>
            <a:lvl1pPr>
              <a:defRPr sz="2100" b="1">
                <a:solidFill>
                  <a:schemeClr val="bg1"/>
                </a:solidFill>
              </a:defRPr>
            </a:lvl1pPr>
          </a:lstStyle>
          <a:p>
            <a:r>
              <a:rPr lang="fr-FR"/>
              <a:t>Modifiez le style du titre</a:t>
            </a:r>
            <a:endParaRPr lang="fr-FR" dirty="0"/>
          </a:p>
        </p:txBody>
      </p:sp>
      <p:sp>
        <p:nvSpPr>
          <p:cNvPr id="6" name="Espace réservé du contenu 5"/>
          <p:cNvSpPr>
            <a:spLocks noGrp="1"/>
          </p:cNvSpPr>
          <p:nvPr>
            <p:ph sz="quarter" idx="10" hasCustomPrompt="1"/>
          </p:nvPr>
        </p:nvSpPr>
        <p:spPr>
          <a:xfrm>
            <a:off x="725054" y="4423891"/>
            <a:ext cx="1359240" cy="389802"/>
          </a:xfrm>
          <a:prstGeom prst="rect">
            <a:avLst/>
          </a:prstGeom>
          <a:solidFill>
            <a:schemeClr val="bg1"/>
          </a:solidFill>
        </p:spPr>
        <p:txBody>
          <a:bodyPr/>
          <a:lstStyle>
            <a:lvl1pPr marL="0" indent="0">
              <a:buNone/>
              <a:defRPr sz="1800" b="1">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stStyle>
          <a:p>
            <a:pPr lvl="0"/>
            <a:r>
              <a:rPr lang="fr-FR" dirty="0"/>
              <a:t>TITRE</a:t>
            </a:r>
          </a:p>
        </p:txBody>
      </p:sp>
    </p:spTree>
    <p:extLst>
      <p:ext uri="{BB962C8B-B14F-4D97-AF65-F5344CB8AC3E}">
        <p14:creationId xmlns:p14="http://schemas.microsoft.com/office/powerpoint/2010/main" val="37091992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9_Comparaison">
    <p:spTree>
      <p:nvGrpSpPr>
        <p:cNvPr id="1" name=""/>
        <p:cNvGrpSpPr/>
        <p:nvPr/>
      </p:nvGrpSpPr>
      <p:grpSpPr>
        <a:xfrm>
          <a:off x="0" y="0"/>
          <a:ext cx="0" cy="0"/>
          <a:chOff x="0" y="0"/>
          <a:chExt cx="0" cy="0"/>
        </a:xfrm>
      </p:grpSpPr>
      <p:grpSp>
        <p:nvGrpSpPr>
          <p:cNvPr id="8" name="Groupe 7"/>
          <p:cNvGrpSpPr/>
          <p:nvPr/>
        </p:nvGrpSpPr>
        <p:grpSpPr>
          <a:xfrm>
            <a:off x="1" y="5535846"/>
            <a:ext cx="9834995" cy="1883660"/>
            <a:chOff x="0" y="5535846"/>
            <a:chExt cx="13113327" cy="1883660"/>
          </a:xfrm>
        </p:grpSpPr>
        <p:sp>
          <p:nvSpPr>
            <p:cNvPr id="9" name="Moins 8"/>
            <p:cNvSpPr/>
            <p:nvPr/>
          </p:nvSpPr>
          <p:spPr>
            <a:xfrm>
              <a:off x="0" y="6597748"/>
              <a:ext cx="13113327" cy="442543"/>
            </a:xfrm>
            <a:prstGeom prst="mathMinus">
              <a:avLst/>
            </a:prstGeom>
            <a:solidFill>
              <a:srgbClr val="41ACB1"/>
            </a:solidFill>
            <a:ln>
              <a:solidFill>
                <a:srgbClr val="41ACB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200" dirty="0"/>
            </a:p>
          </p:txBody>
        </p:sp>
        <p:pic>
          <p:nvPicPr>
            <p:cNvPr id="10" name="Image 9"/>
            <p:cNvPicPr>
              <a:picLocks noChangeAspect="1"/>
            </p:cNvPicPr>
            <p:nvPr/>
          </p:nvPicPr>
          <p:blipFill rotWithShape="1">
            <a:blip r:embed="rId2" cstate="print">
              <a:extLst>
                <a:ext uri="{28A0092B-C50C-407E-A947-70E740481C1C}">
                  <a14:useLocalDpi xmlns:a14="http://schemas.microsoft.com/office/drawing/2010/main" val="0"/>
                </a:ext>
              </a:extLst>
            </a:blip>
            <a:srcRect t="9783" b="16803"/>
            <a:stretch/>
          </p:blipFill>
          <p:spPr>
            <a:xfrm>
              <a:off x="169537" y="6502399"/>
              <a:ext cx="1400183" cy="355601"/>
            </a:xfrm>
            <a:prstGeom prst="rect">
              <a:avLst/>
            </a:prstGeom>
          </p:spPr>
        </p:pic>
        <p:pic>
          <p:nvPicPr>
            <p:cNvPr id="11" name="Image 10"/>
            <p:cNvPicPr>
              <a:picLocks noChangeAspect="1"/>
            </p:cNvPicPr>
            <p:nvPr/>
          </p:nvPicPr>
          <p:blipFill rotWithShape="1">
            <a:blip r:embed="rId3" cstate="print">
              <a:extLst>
                <a:ext uri="{28A0092B-C50C-407E-A947-70E740481C1C}">
                  <a14:useLocalDpi xmlns:a14="http://schemas.microsoft.com/office/drawing/2010/main" val="0"/>
                </a:ext>
              </a:extLst>
            </a:blip>
            <a:srcRect l="43694" t="38333" r="35182" b="45000"/>
            <a:stretch/>
          </p:blipFill>
          <p:spPr>
            <a:xfrm>
              <a:off x="10639768" y="5535846"/>
              <a:ext cx="1682737" cy="1883660"/>
            </a:xfrm>
            <a:prstGeom prst="rect">
              <a:avLst/>
            </a:prstGeom>
          </p:spPr>
        </p:pic>
      </p:grpSp>
      <p:sp>
        <p:nvSpPr>
          <p:cNvPr id="12" name="Titre 3"/>
          <p:cNvSpPr>
            <a:spLocks noGrp="1"/>
          </p:cNvSpPr>
          <p:nvPr>
            <p:ph type="title"/>
          </p:nvPr>
        </p:nvSpPr>
        <p:spPr>
          <a:xfrm>
            <a:off x="273050" y="784519"/>
            <a:ext cx="8605982" cy="687439"/>
          </a:xfrm>
          <a:prstGeom prst="rect">
            <a:avLst/>
          </a:prstGeom>
        </p:spPr>
        <p:txBody>
          <a:bodyPr/>
          <a:lstStyle>
            <a:lvl1pPr>
              <a:defRPr sz="2100" b="1">
                <a:solidFill>
                  <a:schemeClr val="tx1"/>
                </a:solidFill>
              </a:defRPr>
            </a:lvl1pPr>
          </a:lstStyle>
          <a:p>
            <a:r>
              <a:rPr lang="fr-FR"/>
              <a:t>Modifiez le style du titre</a:t>
            </a:r>
            <a:endParaRPr lang="fr-FR" dirty="0"/>
          </a:p>
        </p:txBody>
      </p:sp>
      <p:sp>
        <p:nvSpPr>
          <p:cNvPr id="15" name="Espace réservé du contenu 5"/>
          <p:cNvSpPr>
            <a:spLocks noGrp="1"/>
          </p:cNvSpPr>
          <p:nvPr>
            <p:ph sz="quarter" idx="10" hasCustomPrompt="1"/>
          </p:nvPr>
        </p:nvSpPr>
        <p:spPr>
          <a:xfrm>
            <a:off x="273050" y="201514"/>
            <a:ext cx="1428003" cy="389802"/>
          </a:xfrm>
          <a:prstGeom prst="rect">
            <a:avLst/>
          </a:prstGeom>
          <a:solidFill>
            <a:srgbClr val="41ACB1"/>
          </a:solidFill>
          <a:ln>
            <a:solidFill>
              <a:srgbClr val="41ACB1"/>
            </a:solidFill>
          </a:ln>
        </p:spPr>
        <p:txBody>
          <a:bodyPr/>
          <a:lstStyle>
            <a:lvl1pPr marL="0" indent="0">
              <a:buNone/>
              <a:defRPr sz="1800" b="1">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stStyle>
          <a:p>
            <a:pPr lvl="0"/>
            <a:r>
              <a:rPr lang="fr-FR" dirty="0"/>
              <a:t>TITRE</a:t>
            </a:r>
          </a:p>
        </p:txBody>
      </p:sp>
      <p:sp>
        <p:nvSpPr>
          <p:cNvPr id="16" name="Espace réservé du contenu 2"/>
          <p:cNvSpPr>
            <a:spLocks noGrp="1"/>
          </p:cNvSpPr>
          <p:nvPr>
            <p:ph sz="quarter" idx="11"/>
          </p:nvPr>
        </p:nvSpPr>
        <p:spPr>
          <a:xfrm>
            <a:off x="273051" y="1866601"/>
            <a:ext cx="8628068" cy="4222750"/>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4294275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6_Comparaison">
    <p:spTree>
      <p:nvGrpSpPr>
        <p:cNvPr id="1" name=""/>
        <p:cNvGrpSpPr/>
        <p:nvPr/>
      </p:nvGrpSpPr>
      <p:grpSpPr>
        <a:xfrm>
          <a:off x="0" y="0"/>
          <a:ext cx="0" cy="0"/>
          <a:chOff x="0" y="0"/>
          <a:chExt cx="0" cy="0"/>
        </a:xfrm>
      </p:grpSpPr>
      <p:grpSp>
        <p:nvGrpSpPr>
          <p:cNvPr id="13" name="Groupe 12"/>
          <p:cNvGrpSpPr/>
          <p:nvPr/>
        </p:nvGrpSpPr>
        <p:grpSpPr>
          <a:xfrm>
            <a:off x="1" y="5535846"/>
            <a:ext cx="9834995" cy="1883660"/>
            <a:chOff x="0" y="5535846"/>
            <a:chExt cx="13113327" cy="1883660"/>
          </a:xfrm>
        </p:grpSpPr>
        <p:sp>
          <p:nvSpPr>
            <p:cNvPr id="14" name="Moins 13"/>
            <p:cNvSpPr/>
            <p:nvPr/>
          </p:nvSpPr>
          <p:spPr>
            <a:xfrm>
              <a:off x="0" y="6597748"/>
              <a:ext cx="13113327" cy="442543"/>
            </a:xfrm>
            <a:prstGeom prst="mathMinus">
              <a:avLst/>
            </a:prstGeom>
            <a:solidFill>
              <a:srgbClr val="41ACB1"/>
            </a:solidFill>
            <a:ln>
              <a:solidFill>
                <a:srgbClr val="41ACB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200" dirty="0"/>
            </a:p>
          </p:txBody>
        </p:sp>
        <p:pic>
          <p:nvPicPr>
            <p:cNvPr id="15" name="Image 14"/>
            <p:cNvPicPr>
              <a:picLocks noChangeAspect="1"/>
            </p:cNvPicPr>
            <p:nvPr/>
          </p:nvPicPr>
          <p:blipFill rotWithShape="1">
            <a:blip r:embed="rId2" cstate="print">
              <a:extLst>
                <a:ext uri="{28A0092B-C50C-407E-A947-70E740481C1C}">
                  <a14:useLocalDpi xmlns:a14="http://schemas.microsoft.com/office/drawing/2010/main" val="0"/>
                </a:ext>
              </a:extLst>
            </a:blip>
            <a:srcRect t="9783" b="16803"/>
            <a:stretch/>
          </p:blipFill>
          <p:spPr>
            <a:xfrm>
              <a:off x="169537" y="6502399"/>
              <a:ext cx="1400183" cy="355601"/>
            </a:xfrm>
            <a:prstGeom prst="rect">
              <a:avLst/>
            </a:prstGeom>
          </p:spPr>
        </p:pic>
        <p:pic>
          <p:nvPicPr>
            <p:cNvPr id="16" name="Image 15"/>
            <p:cNvPicPr>
              <a:picLocks noChangeAspect="1"/>
            </p:cNvPicPr>
            <p:nvPr/>
          </p:nvPicPr>
          <p:blipFill rotWithShape="1">
            <a:blip r:embed="rId3" cstate="print">
              <a:extLst>
                <a:ext uri="{28A0092B-C50C-407E-A947-70E740481C1C}">
                  <a14:useLocalDpi xmlns:a14="http://schemas.microsoft.com/office/drawing/2010/main" val="0"/>
                </a:ext>
              </a:extLst>
            </a:blip>
            <a:srcRect l="43694" t="38333" r="35182" b="45000"/>
            <a:stretch/>
          </p:blipFill>
          <p:spPr>
            <a:xfrm>
              <a:off x="10639768" y="5535846"/>
              <a:ext cx="1682737" cy="1883660"/>
            </a:xfrm>
            <a:prstGeom prst="rect">
              <a:avLst/>
            </a:prstGeom>
          </p:spPr>
        </p:pic>
      </p:grpSp>
      <p:sp>
        <p:nvSpPr>
          <p:cNvPr id="9" name="Titre 3"/>
          <p:cNvSpPr>
            <a:spLocks noGrp="1"/>
          </p:cNvSpPr>
          <p:nvPr>
            <p:ph type="title"/>
          </p:nvPr>
        </p:nvSpPr>
        <p:spPr>
          <a:xfrm>
            <a:off x="273050" y="3258778"/>
            <a:ext cx="8600786" cy="687439"/>
          </a:xfrm>
          <a:prstGeom prst="rect">
            <a:avLst/>
          </a:prstGeom>
        </p:spPr>
        <p:txBody>
          <a:bodyPr/>
          <a:lstStyle>
            <a:lvl1pPr>
              <a:defRPr sz="2100" b="1">
                <a:solidFill>
                  <a:schemeClr val="tx1"/>
                </a:solidFill>
              </a:defRPr>
            </a:lvl1pPr>
          </a:lstStyle>
          <a:p>
            <a:r>
              <a:rPr lang="fr-FR"/>
              <a:t>Modifiez le style du titre</a:t>
            </a:r>
            <a:endParaRPr lang="fr-FR" dirty="0"/>
          </a:p>
        </p:txBody>
      </p:sp>
      <p:sp>
        <p:nvSpPr>
          <p:cNvPr id="10" name="Espace réservé du contenu 5"/>
          <p:cNvSpPr>
            <a:spLocks noGrp="1"/>
          </p:cNvSpPr>
          <p:nvPr>
            <p:ph sz="quarter" idx="10" hasCustomPrompt="1"/>
          </p:nvPr>
        </p:nvSpPr>
        <p:spPr>
          <a:xfrm>
            <a:off x="273050" y="2675773"/>
            <a:ext cx="1428003" cy="389802"/>
          </a:xfrm>
          <a:prstGeom prst="rect">
            <a:avLst/>
          </a:prstGeom>
          <a:solidFill>
            <a:schemeClr val="accent1"/>
          </a:solidFill>
          <a:ln>
            <a:solidFill>
              <a:schemeClr val="accent1"/>
            </a:solidFill>
          </a:ln>
        </p:spPr>
        <p:txBody>
          <a:bodyPr/>
          <a:lstStyle>
            <a:lvl1pPr marL="0" indent="0">
              <a:buNone/>
              <a:defRPr sz="1800" b="1">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stStyle>
          <a:p>
            <a:pPr lvl="0"/>
            <a:r>
              <a:rPr lang="fr-FR" dirty="0"/>
              <a:t>TITRE</a:t>
            </a:r>
          </a:p>
        </p:txBody>
      </p:sp>
      <p:sp>
        <p:nvSpPr>
          <p:cNvPr id="11" name="Espace réservé du contenu 2"/>
          <p:cNvSpPr>
            <a:spLocks noGrp="1"/>
          </p:cNvSpPr>
          <p:nvPr>
            <p:ph sz="quarter" idx="11"/>
          </p:nvPr>
        </p:nvSpPr>
        <p:spPr>
          <a:xfrm>
            <a:off x="273051" y="4139418"/>
            <a:ext cx="8622859" cy="2204472"/>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pic>
        <p:nvPicPr>
          <p:cNvPr id="12" name="Image 11"/>
          <p:cNvPicPr>
            <a:picLocks noChangeAspect="1"/>
          </p:cNvPicPr>
          <p:nvPr/>
        </p:nvPicPr>
        <p:blipFill rotWithShape="1">
          <a:blip r:embed="rId4" cstate="print">
            <a:extLst>
              <a:ext uri="{28A0092B-C50C-407E-A947-70E740481C1C}">
                <a14:useLocalDpi xmlns:a14="http://schemas.microsoft.com/office/drawing/2010/main" val="0"/>
              </a:ext>
            </a:extLst>
          </a:blip>
          <a:srcRect t="23244" r="1031" b="46958"/>
          <a:stretch/>
        </p:blipFill>
        <p:spPr>
          <a:xfrm>
            <a:off x="0" y="1"/>
            <a:ext cx="9144000" cy="2448659"/>
          </a:xfrm>
          <a:prstGeom prst="rect">
            <a:avLst/>
          </a:prstGeom>
        </p:spPr>
      </p:pic>
    </p:spTree>
    <p:extLst>
      <p:ext uri="{BB962C8B-B14F-4D97-AF65-F5344CB8AC3E}">
        <p14:creationId xmlns:p14="http://schemas.microsoft.com/office/powerpoint/2010/main" val="1138831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1_Deux contenus">
    <p:spTree>
      <p:nvGrpSpPr>
        <p:cNvPr id="1" name=""/>
        <p:cNvGrpSpPr/>
        <p:nvPr/>
      </p:nvGrpSpPr>
      <p:grpSpPr>
        <a:xfrm>
          <a:off x="0" y="0"/>
          <a:ext cx="0" cy="0"/>
          <a:chOff x="0" y="0"/>
          <a:chExt cx="0" cy="0"/>
        </a:xfrm>
      </p:grpSpPr>
      <p:grpSp>
        <p:nvGrpSpPr>
          <p:cNvPr id="18" name="Groupe 17"/>
          <p:cNvGrpSpPr/>
          <p:nvPr/>
        </p:nvGrpSpPr>
        <p:grpSpPr>
          <a:xfrm>
            <a:off x="1" y="5535846"/>
            <a:ext cx="9834995" cy="1883660"/>
            <a:chOff x="0" y="5535846"/>
            <a:chExt cx="13113327" cy="1883660"/>
          </a:xfrm>
        </p:grpSpPr>
        <p:sp>
          <p:nvSpPr>
            <p:cNvPr id="19" name="Moins 18"/>
            <p:cNvSpPr/>
            <p:nvPr/>
          </p:nvSpPr>
          <p:spPr>
            <a:xfrm>
              <a:off x="0" y="6597748"/>
              <a:ext cx="13113327" cy="442543"/>
            </a:xfrm>
            <a:prstGeom prst="mathMinus">
              <a:avLst/>
            </a:prstGeom>
            <a:solidFill>
              <a:srgbClr val="41ACB1"/>
            </a:solidFill>
            <a:ln>
              <a:solidFill>
                <a:srgbClr val="41ACB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200" dirty="0"/>
            </a:p>
          </p:txBody>
        </p:sp>
        <p:pic>
          <p:nvPicPr>
            <p:cNvPr id="20" name="Image 19"/>
            <p:cNvPicPr>
              <a:picLocks noChangeAspect="1"/>
            </p:cNvPicPr>
            <p:nvPr/>
          </p:nvPicPr>
          <p:blipFill rotWithShape="1">
            <a:blip r:embed="rId2" cstate="print">
              <a:extLst>
                <a:ext uri="{28A0092B-C50C-407E-A947-70E740481C1C}">
                  <a14:useLocalDpi xmlns:a14="http://schemas.microsoft.com/office/drawing/2010/main" val="0"/>
                </a:ext>
              </a:extLst>
            </a:blip>
            <a:srcRect t="9783" b="16803"/>
            <a:stretch/>
          </p:blipFill>
          <p:spPr>
            <a:xfrm>
              <a:off x="169537" y="6502399"/>
              <a:ext cx="1400183" cy="355601"/>
            </a:xfrm>
            <a:prstGeom prst="rect">
              <a:avLst/>
            </a:prstGeom>
          </p:spPr>
        </p:pic>
        <p:pic>
          <p:nvPicPr>
            <p:cNvPr id="21" name="Image 20"/>
            <p:cNvPicPr>
              <a:picLocks noChangeAspect="1"/>
            </p:cNvPicPr>
            <p:nvPr/>
          </p:nvPicPr>
          <p:blipFill rotWithShape="1">
            <a:blip r:embed="rId3" cstate="print">
              <a:extLst>
                <a:ext uri="{28A0092B-C50C-407E-A947-70E740481C1C}">
                  <a14:useLocalDpi xmlns:a14="http://schemas.microsoft.com/office/drawing/2010/main" val="0"/>
                </a:ext>
              </a:extLst>
            </a:blip>
            <a:srcRect l="43694" t="38333" r="35182" b="45000"/>
            <a:stretch/>
          </p:blipFill>
          <p:spPr>
            <a:xfrm>
              <a:off x="10639768" y="5535846"/>
              <a:ext cx="1682737" cy="1883660"/>
            </a:xfrm>
            <a:prstGeom prst="rect">
              <a:avLst/>
            </a:prstGeom>
          </p:spPr>
        </p:pic>
      </p:grpSp>
      <p:sp>
        <p:nvSpPr>
          <p:cNvPr id="13" name="Titre 3"/>
          <p:cNvSpPr>
            <a:spLocks noGrp="1"/>
          </p:cNvSpPr>
          <p:nvPr>
            <p:ph type="title"/>
          </p:nvPr>
        </p:nvSpPr>
        <p:spPr>
          <a:xfrm>
            <a:off x="3950821" y="832260"/>
            <a:ext cx="4985361" cy="687439"/>
          </a:xfrm>
          <a:prstGeom prst="rect">
            <a:avLst/>
          </a:prstGeom>
        </p:spPr>
        <p:txBody>
          <a:bodyPr/>
          <a:lstStyle>
            <a:lvl1pPr>
              <a:defRPr sz="2100" b="1">
                <a:solidFill>
                  <a:schemeClr val="tx2"/>
                </a:solidFill>
              </a:defRPr>
            </a:lvl1pPr>
          </a:lstStyle>
          <a:p>
            <a:r>
              <a:rPr lang="fr-FR"/>
              <a:t>Modifiez le style du titre</a:t>
            </a:r>
            <a:endParaRPr lang="fr-FR" dirty="0"/>
          </a:p>
        </p:txBody>
      </p:sp>
      <p:sp>
        <p:nvSpPr>
          <p:cNvPr id="23" name="Espace réservé du contenu 5"/>
          <p:cNvSpPr>
            <a:spLocks noGrp="1"/>
          </p:cNvSpPr>
          <p:nvPr>
            <p:ph sz="quarter" idx="10" hasCustomPrompt="1"/>
          </p:nvPr>
        </p:nvSpPr>
        <p:spPr>
          <a:xfrm>
            <a:off x="3950821" y="249255"/>
            <a:ext cx="1051485" cy="389802"/>
          </a:xfrm>
          <a:prstGeom prst="rect">
            <a:avLst/>
          </a:prstGeom>
          <a:solidFill>
            <a:srgbClr val="41ACB1"/>
          </a:solidFill>
          <a:ln>
            <a:solidFill>
              <a:schemeClr val="accent1"/>
            </a:solidFill>
          </a:ln>
        </p:spPr>
        <p:txBody>
          <a:bodyPr/>
          <a:lstStyle>
            <a:lvl1pPr marL="0" indent="0">
              <a:buNone/>
              <a:defRPr sz="1800" b="1">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stStyle>
          <a:p>
            <a:pPr lvl="0"/>
            <a:r>
              <a:rPr lang="fr-FR" dirty="0"/>
              <a:t>TITRE</a:t>
            </a:r>
          </a:p>
        </p:txBody>
      </p:sp>
      <p:sp>
        <p:nvSpPr>
          <p:cNvPr id="24" name="Espace réservé du contenu 2"/>
          <p:cNvSpPr>
            <a:spLocks noGrp="1"/>
          </p:cNvSpPr>
          <p:nvPr>
            <p:ph sz="quarter" idx="11"/>
          </p:nvPr>
        </p:nvSpPr>
        <p:spPr>
          <a:xfrm>
            <a:off x="3950821" y="1712900"/>
            <a:ext cx="4998155" cy="4661380"/>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pic>
        <p:nvPicPr>
          <p:cNvPr id="3" name="Image 2"/>
          <p:cNvPicPr>
            <a:picLocks noChangeAspect="1"/>
          </p:cNvPicPr>
          <p:nvPr/>
        </p:nvPicPr>
        <p:blipFill rotWithShape="1">
          <a:blip r:embed="rId4" cstate="print">
            <a:extLst>
              <a:ext uri="{28A0092B-C50C-407E-A947-70E740481C1C}">
                <a14:useLocalDpi xmlns:a14="http://schemas.microsoft.com/office/drawing/2010/main" val="0"/>
              </a:ext>
            </a:extLst>
          </a:blip>
          <a:srcRect l="24524" t="-249" r="24012" b="249"/>
          <a:stretch/>
        </p:blipFill>
        <p:spPr>
          <a:xfrm>
            <a:off x="151447" y="249254"/>
            <a:ext cx="3546159" cy="6125026"/>
          </a:xfrm>
          <a:prstGeom prst="rect">
            <a:avLst/>
          </a:prstGeom>
        </p:spPr>
      </p:pic>
    </p:spTree>
    <p:extLst>
      <p:ext uri="{BB962C8B-B14F-4D97-AF65-F5344CB8AC3E}">
        <p14:creationId xmlns:p14="http://schemas.microsoft.com/office/powerpoint/2010/main" val="2538695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1_Titre et contenu">
    <p:spTree>
      <p:nvGrpSpPr>
        <p:cNvPr id="1" name=""/>
        <p:cNvGrpSpPr/>
        <p:nvPr/>
      </p:nvGrpSpPr>
      <p:grpSpPr>
        <a:xfrm>
          <a:off x="0" y="0"/>
          <a:ext cx="0" cy="0"/>
          <a:chOff x="0" y="0"/>
          <a:chExt cx="0" cy="0"/>
        </a:xfrm>
      </p:grpSpPr>
      <p:sp>
        <p:nvSpPr>
          <p:cNvPr id="12" name="Rectangle 11"/>
          <p:cNvSpPr/>
          <p:nvPr/>
        </p:nvSpPr>
        <p:spPr>
          <a:xfrm>
            <a:off x="-98227" y="-114300"/>
            <a:ext cx="9242227" cy="6972300"/>
          </a:xfrm>
          <a:prstGeom prst="rect">
            <a:avLst/>
          </a:prstGeom>
          <a:solidFill>
            <a:schemeClr val="accent3"/>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pic>
        <p:nvPicPr>
          <p:cNvPr id="10" name="Image 9"/>
          <p:cNvPicPr>
            <a:picLocks noChangeAspect="1"/>
          </p:cNvPicPr>
          <p:nvPr/>
        </p:nvPicPr>
        <p:blipFill rotWithShape="1">
          <a:blip r:embed="rId2" cstate="print">
            <a:extLst>
              <a:ext uri="{28A0092B-C50C-407E-A947-70E740481C1C}">
                <a14:useLocalDpi xmlns:a14="http://schemas.microsoft.com/office/drawing/2010/main" val="0"/>
              </a:ext>
            </a:extLst>
          </a:blip>
          <a:srcRect l="29373" t="33502" r="28267" b="32365"/>
          <a:stretch/>
        </p:blipFill>
        <p:spPr>
          <a:xfrm>
            <a:off x="7091461" y="4620491"/>
            <a:ext cx="1887975" cy="2626749"/>
          </a:xfrm>
          <a:prstGeom prst="rect">
            <a:avLst/>
          </a:prstGeom>
        </p:spPr>
      </p:pic>
      <p:grpSp>
        <p:nvGrpSpPr>
          <p:cNvPr id="16" name="Groupe 15"/>
          <p:cNvGrpSpPr/>
          <p:nvPr/>
        </p:nvGrpSpPr>
        <p:grpSpPr>
          <a:xfrm>
            <a:off x="150662" y="6433981"/>
            <a:ext cx="8972550" cy="698499"/>
            <a:chOff x="200883" y="6433980"/>
            <a:chExt cx="11963400" cy="698499"/>
          </a:xfrm>
        </p:grpSpPr>
        <p:sp>
          <p:nvSpPr>
            <p:cNvPr id="9" name="Moins 8"/>
            <p:cNvSpPr/>
            <p:nvPr/>
          </p:nvSpPr>
          <p:spPr>
            <a:xfrm>
              <a:off x="200883" y="6433980"/>
              <a:ext cx="11963400" cy="698499"/>
            </a:xfrm>
            <a:prstGeom prst="mathMinus">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200" dirty="0"/>
            </a:p>
          </p:txBody>
        </p:sp>
        <p:pic>
          <p:nvPicPr>
            <p:cNvPr id="15" name="Image 14"/>
            <p:cNvPicPr>
              <a:picLocks noChangeAspect="1"/>
            </p:cNvPicPr>
            <p:nvPr userDrawn="1"/>
          </p:nvPicPr>
          <p:blipFill rotWithShape="1">
            <a:blip r:embed="rId3" cstate="print">
              <a:extLst>
                <a:ext uri="{28A0092B-C50C-407E-A947-70E740481C1C}">
                  <a14:useLocalDpi xmlns:a14="http://schemas.microsoft.com/office/drawing/2010/main" val="0"/>
                </a:ext>
              </a:extLst>
            </a:blip>
            <a:srcRect b="19008"/>
            <a:stretch/>
          </p:blipFill>
          <p:spPr>
            <a:xfrm>
              <a:off x="275603" y="6514735"/>
              <a:ext cx="1111528" cy="343265"/>
            </a:xfrm>
            <a:prstGeom prst="rect">
              <a:avLst/>
            </a:prstGeom>
          </p:spPr>
        </p:pic>
      </p:grpSp>
      <p:sp>
        <p:nvSpPr>
          <p:cNvPr id="4" name="Titre 3"/>
          <p:cNvSpPr>
            <a:spLocks noGrp="1"/>
          </p:cNvSpPr>
          <p:nvPr>
            <p:ph type="title"/>
          </p:nvPr>
        </p:nvSpPr>
        <p:spPr>
          <a:xfrm>
            <a:off x="725054" y="5006896"/>
            <a:ext cx="7894205" cy="1325563"/>
          </a:xfrm>
          <a:prstGeom prst="rect">
            <a:avLst/>
          </a:prstGeom>
        </p:spPr>
        <p:txBody>
          <a:bodyPr/>
          <a:lstStyle>
            <a:lvl1pPr>
              <a:defRPr sz="2100" b="1">
                <a:solidFill>
                  <a:schemeClr val="bg1"/>
                </a:solidFill>
              </a:defRPr>
            </a:lvl1pPr>
          </a:lstStyle>
          <a:p>
            <a:r>
              <a:rPr lang="fr-FR"/>
              <a:t>Modifiez le style du titre</a:t>
            </a:r>
            <a:endParaRPr lang="fr-FR" dirty="0"/>
          </a:p>
        </p:txBody>
      </p:sp>
      <p:sp>
        <p:nvSpPr>
          <p:cNvPr id="6" name="Espace réservé du contenu 5"/>
          <p:cNvSpPr>
            <a:spLocks noGrp="1"/>
          </p:cNvSpPr>
          <p:nvPr>
            <p:ph sz="quarter" idx="10" hasCustomPrompt="1"/>
          </p:nvPr>
        </p:nvSpPr>
        <p:spPr>
          <a:xfrm>
            <a:off x="725054" y="4423891"/>
            <a:ext cx="1359240" cy="389802"/>
          </a:xfrm>
          <a:prstGeom prst="rect">
            <a:avLst/>
          </a:prstGeom>
          <a:solidFill>
            <a:schemeClr val="bg1"/>
          </a:solidFill>
        </p:spPr>
        <p:txBody>
          <a:bodyPr/>
          <a:lstStyle>
            <a:lvl1pPr marL="0" indent="0">
              <a:buNone/>
              <a:defRPr sz="1800" b="1">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stStyle>
          <a:p>
            <a:pPr lvl="0"/>
            <a:r>
              <a:rPr lang="fr-FR" dirty="0"/>
              <a:t>TITRE</a:t>
            </a:r>
          </a:p>
        </p:txBody>
      </p:sp>
    </p:spTree>
    <p:extLst>
      <p:ext uri="{BB962C8B-B14F-4D97-AF65-F5344CB8AC3E}">
        <p14:creationId xmlns:p14="http://schemas.microsoft.com/office/powerpoint/2010/main" val="19672056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0_Comparaison">
    <p:spTree>
      <p:nvGrpSpPr>
        <p:cNvPr id="1" name=""/>
        <p:cNvGrpSpPr/>
        <p:nvPr/>
      </p:nvGrpSpPr>
      <p:grpSpPr>
        <a:xfrm>
          <a:off x="0" y="0"/>
          <a:ext cx="0" cy="0"/>
          <a:chOff x="0" y="0"/>
          <a:chExt cx="0" cy="0"/>
        </a:xfrm>
      </p:grpSpPr>
      <p:grpSp>
        <p:nvGrpSpPr>
          <p:cNvPr id="4" name="Groupe 3"/>
          <p:cNvGrpSpPr/>
          <p:nvPr/>
        </p:nvGrpSpPr>
        <p:grpSpPr>
          <a:xfrm>
            <a:off x="1" y="5600700"/>
            <a:ext cx="9834995" cy="1606731"/>
            <a:chOff x="0" y="5600699"/>
            <a:chExt cx="13113327" cy="1606731"/>
          </a:xfrm>
        </p:grpSpPr>
        <p:pic>
          <p:nvPicPr>
            <p:cNvPr id="2" name="Image 1"/>
            <p:cNvPicPr>
              <a:picLocks noChangeAspect="1"/>
            </p:cNvPicPr>
            <p:nvPr userDrawn="1"/>
          </p:nvPicPr>
          <p:blipFill rotWithShape="1">
            <a:blip r:embed="rId2" cstate="print">
              <a:extLst>
                <a:ext uri="{28A0092B-C50C-407E-A947-70E740481C1C}">
                  <a14:useLocalDpi xmlns:a14="http://schemas.microsoft.com/office/drawing/2010/main" val="0"/>
                </a:ext>
              </a:extLst>
            </a:blip>
            <a:srcRect l="42749" t="39111" r="42906" b="47222"/>
            <a:stretch/>
          </p:blipFill>
          <p:spPr>
            <a:xfrm>
              <a:off x="10940116" y="5600699"/>
              <a:ext cx="1188720" cy="1606731"/>
            </a:xfrm>
            <a:prstGeom prst="rect">
              <a:avLst/>
            </a:prstGeom>
          </p:spPr>
        </p:pic>
        <p:sp>
          <p:nvSpPr>
            <p:cNvPr id="9" name="Moins 8"/>
            <p:cNvSpPr/>
            <p:nvPr/>
          </p:nvSpPr>
          <p:spPr>
            <a:xfrm>
              <a:off x="0" y="6597748"/>
              <a:ext cx="13113327" cy="442543"/>
            </a:xfrm>
            <a:prstGeom prst="mathMinus">
              <a:avLst/>
            </a:prstGeom>
            <a:solidFill>
              <a:srgbClr val="A50B6D"/>
            </a:solidFill>
            <a:ln>
              <a:solidFill>
                <a:srgbClr val="A50B6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200" dirty="0"/>
            </a:p>
          </p:txBody>
        </p:sp>
        <p:pic>
          <p:nvPicPr>
            <p:cNvPr id="3" name="Image 2"/>
            <p:cNvPicPr>
              <a:picLocks noChangeAspect="1"/>
            </p:cNvPicPr>
            <p:nvPr userDrawn="1"/>
          </p:nvPicPr>
          <p:blipFill rotWithShape="1">
            <a:blip r:embed="rId3" cstate="print">
              <a:extLst>
                <a:ext uri="{28A0092B-C50C-407E-A947-70E740481C1C}">
                  <a14:useLocalDpi xmlns:a14="http://schemas.microsoft.com/office/drawing/2010/main" val="0"/>
                </a:ext>
              </a:extLst>
            </a:blip>
            <a:srcRect b="16558"/>
            <a:stretch/>
          </p:blipFill>
          <p:spPr>
            <a:xfrm>
              <a:off x="177157" y="6430609"/>
              <a:ext cx="1400183" cy="404172"/>
            </a:xfrm>
            <a:prstGeom prst="rect">
              <a:avLst/>
            </a:prstGeom>
          </p:spPr>
        </p:pic>
      </p:grpSp>
      <p:sp>
        <p:nvSpPr>
          <p:cNvPr id="8" name="Titre 3"/>
          <p:cNvSpPr>
            <a:spLocks noGrp="1"/>
          </p:cNvSpPr>
          <p:nvPr>
            <p:ph type="title"/>
          </p:nvPr>
        </p:nvSpPr>
        <p:spPr>
          <a:xfrm>
            <a:off x="273050" y="784519"/>
            <a:ext cx="8600786" cy="687439"/>
          </a:xfrm>
          <a:prstGeom prst="rect">
            <a:avLst/>
          </a:prstGeom>
        </p:spPr>
        <p:txBody>
          <a:bodyPr/>
          <a:lstStyle>
            <a:lvl1pPr>
              <a:defRPr sz="2100" b="1">
                <a:solidFill>
                  <a:schemeClr val="tx1"/>
                </a:solidFill>
              </a:defRPr>
            </a:lvl1pPr>
          </a:lstStyle>
          <a:p>
            <a:r>
              <a:rPr lang="fr-FR"/>
              <a:t>Modifiez le style du titre</a:t>
            </a:r>
            <a:endParaRPr lang="fr-FR" dirty="0"/>
          </a:p>
        </p:txBody>
      </p:sp>
      <p:sp>
        <p:nvSpPr>
          <p:cNvPr id="10" name="Espace réservé du contenu 5"/>
          <p:cNvSpPr>
            <a:spLocks noGrp="1"/>
          </p:cNvSpPr>
          <p:nvPr>
            <p:ph sz="quarter" idx="10" hasCustomPrompt="1"/>
          </p:nvPr>
        </p:nvSpPr>
        <p:spPr>
          <a:xfrm>
            <a:off x="273050" y="201514"/>
            <a:ext cx="1428003" cy="389802"/>
          </a:xfrm>
          <a:prstGeom prst="rect">
            <a:avLst/>
          </a:prstGeom>
          <a:solidFill>
            <a:srgbClr val="A50B6D"/>
          </a:solidFill>
          <a:ln>
            <a:solidFill>
              <a:srgbClr val="A50B6D"/>
            </a:solidFill>
          </a:ln>
        </p:spPr>
        <p:txBody>
          <a:bodyPr/>
          <a:lstStyle>
            <a:lvl1pPr marL="0" indent="0">
              <a:buNone/>
              <a:defRPr sz="1800" b="1">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stStyle>
          <a:p>
            <a:pPr lvl="0"/>
            <a:r>
              <a:rPr lang="fr-FR" dirty="0"/>
              <a:t>TITRE</a:t>
            </a:r>
          </a:p>
        </p:txBody>
      </p:sp>
      <p:sp>
        <p:nvSpPr>
          <p:cNvPr id="11" name="Espace réservé du contenu 2"/>
          <p:cNvSpPr>
            <a:spLocks noGrp="1"/>
          </p:cNvSpPr>
          <p:nvPr>
            <p:ph sz="quarter" idx="11"/>
          </p:nvPr>
        </p:nvSpPr>
        <p:spPr>
          <a:xfrm>
            <a:off x="273051" y="1866601"/>
            <a:ext cx="8622859" cy="4222750"/>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6471851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5_Comparaison">
    <p:spTree>
      <p:nvGrpSpPr>
        <p:cNvPr id="1" name=""/>
        <p:cNvGrpSpPr/>
        <p:nvPr/>
      </p:nvGrpSpPr>
      <p:grpSpPr>
        <a:xfrm>
          <a:off x="0" y="0"/>
          <a:ext cx="0" cy="0"/>
          <a:chOff x="0" y="0"/>
          <a:chExt cx="0" cy="0"/>
        </a:xfrm>
      </p:grpSpPr>
      <p:pic>
        <p:nvPicPr>
          <p:cNvPr id="4" name="Image 3"/>
          <p:cNvPicPr>
            <a:picLocks noChangeAspect="1"/>
          </p:cNvPicPr>
          <p:nvPr/>
        </p:nvPicPr>
        <p:blipFill rotWithShape="1">
          <a:blip r:embed="rId2" cstate="print">
            <a:extLst>
              <a:ext uri="{28A0092B-C50C-407E-A947-70E740481C1C}">
                <a14:useLocalDpi xmlns:a14="http://schemas.microsoft.com/office/drawing/2010/main" val="0"/>
              </a:ext>
            </a:extLst>
          </a:blip>
          <a:srcRect l="-65" t="15230" r="65" b="54813"/>
          <a:stretch/>
        </p:blipFill>
        <p:spPr>
          <a:xfrm>
            <a:off x="0" y="1912"/>
            <a:ext cx="9144000" cy="2436488"/>
          </a:xfrm>
          <a:prstGeom prst="rect">
            <a:avLst/>
          </a:prstGeom>
        </p:spPr>
      </p:pic>
      <p:grpSp>
        <p:nvGrpSpPr>
          <p:cNvPr id="13" name="Groupe 12"/>
          <p:cNvGrpSpPr/>
          <p:nvPr/>
        </p:nvGrpSpPr>
        <p:grpSpPr>
          <a:xfrm>
            <a:off x="1" y="5600700"/>
            <a:ext cx="9834995" cy="1606731"/>
            <a:chOff x="0" y="5600699"/>
            <a:chExt cx="13113327" cy="1606731"/>
          </a:xfrm>
        </p:grpSpPr>
        <p:pic>
          <p:nvPicPr>
            <p:cNvPr id="14" name="Imag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2749" t="39111" r="42906" b="47222"/>
            <a:stretch/>
          </p:blipFill>
          <p:spPr>
            <a:xfrm>
              <a:off x="10940116" y="5600699"/>
              <a:ext cx="1188720" cy="1606731"/>
            </a:xfrm>
            <a:prstGeom prst="rect">
              <a:avLst/>
            </a:prstGeom>
          </p:spPr>
        </p:pic>
        <p:sp>
          <p:nvSpPr>
            <p:cNvPr id="15" name="Moins 14"/>
            <p:cNvSpPr/>
            <p:nvPr/>
          </p:nvSpPr>
          <p:spPr>
            <a:xfrm>
              <a:off x="0" y="6597748"/>
              <a:ext cx="13113327" cy="442543"/>
            </a:xfrm>
            <a:prstGeom prst="mathMinus">
              <a:avLst/>
            </a:prstGeom>
            <a:solidFill>
              <a:srgbClr val="A50B6D"/>
            </a:solidFill>
            <a:ln>
              <a:solidFill>
                <a:srgbClr val="A50B6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200" dirty="0"/>
            </a:p>
          </p:txBody>
        </p:sp>
        <p:pic>
          <p:nvPicPr>
            <p:cNvPr id="16" name="Image 15"/>
            <p:cNvPicPr>
              <a:picLocks noChangeAspect="1"/>
            </p:cNvPicPr>
            <p:nvPr userDrawn="1"/>
          </p:nvPicPr>
          <p:blipFill rotWithShape="1">
            <a:blip r:embed="rId4" cstate="print">
              <a:extLst>
                <a:ext uri="{28A0092B-C50C-407E-A947-70E740481C1C}">
                  <a14:useLocalDpi xmlns:a14="http://schemas.microsoft.com/office/drawing/2010/main" val="0"/>
                </a:ext>
              </a:extLst>
            </a:blip>
            <a:srcRect b="16558"/>
            <a:stretch/>
          </p:blipFill>
          <p:spPr>
            <a:xfrm>
              <a:off x="177157" y="6430609"/>
              <a:ext cx="1400183" cy="404172"/>
            </a:xfrm>
            <a:prstGeom prst="rect">
              <a:avLst/>
            </a:prstGeom>
          </p:spPr>
        </p:pic>
      </p:grpSp>
      <p:sp>
        <p:nvSpPr>
          <p:cNvPr id="9" name="Titre 3"/>
          <p:cNvSpPr>
            <a:spLocks noGrp="1"/>
          </p:cNvSpPr>
          <p:nvPr>
            <p:ph type="title"/>
          </p:nvPr>
        </p:nvSpPr>
        <p:spPr>
          <a:xfrm>
            <a:off x="273050" y="3258778"/>
            <a:ext cx="8605982" cy="687439"/>
          </a:xfrm>
          <a:prstGeom prst="rect">
            <a:avLst/>
          </a:prstGeom>
        </p:spPr>
        <p:txBody>
          <a:bodyPr/>
          <a:lstStyle>
            <a:lvl1pPr>
              <a:defRPr sz="2100" b="1">
                <a:solidFill>
                  <a:schemeClr val="tx1"/>
                </a:solidFill>
              </a:defRPr>
            </a:lvl1pPr>
          </a:lstStyle>
          <a:p>
            <a:r>
              <a:rPr lang="fr-FR"/>
              <a:t>Modifiez le style du titre</a:t>
            </a:r>
            <a:endParaRPr lang="fr-FR" dirty="0"/>
          </a:p>
        </p:txBody>
      </p:sp>
      <p:sp>
        <p:nvSpPr>
          <p:cNvPr id="10" name="Espace réservé du contenu 5"/>
          <p:cNvSpPr>
            <a:spLocks noGrp="1"/>
          </p:cNvSpPr>
          <p:nvPr>
            <p:ph sz="quarter" idx="10" hasCustomPrompt="1"/>
          </p:nvPr>
        </p:nvSpPr>
        <p:spPr>
          <a:xfrm>
            <a:off x="273050" y="2675773"/>
            <a:ext cx="1428003" cy="389802"/>
          </a:xfrm>
          <a:prstGeom prst="rect">
            <a:avLst/>
          </a:prstGeom>
          <a:solidFill>
            <a:schemeClr val="accent3"/>
          </a:solidFill>
          <a:ln>
            <a:solidFill>
              <a:schemeClr val="accent3"/>
            </a:solidFill>
          </a:ln>
        </p:spPr>
        <p:txBody>
          <a:bodyPr/>
          <a:lstStyle>
            <a:lvl1pPr marL="0" indent="0">
              <a:buNone/>
              <a:defRPr sz="1800" b="1">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stStyle>
          <a:p>
            <a:pPr lvl="0"/>
            <a:r>
              <a:rPr lang="fr-FR" dirty="0"/>
              <a:t>TITRE</a:t>
            </a:r>
          </a:p>
        </p:txBody>
      </p:sp>
      <p:sp>
        <p:nvSpPr>
          <p:cNvPr id="11" name="Espace réservé du contenu 2"/>
          <p:cNvSpPr>
            <a:spLocks noGrp="1"/>
          </p:cNvSpPr>
          <p:nvPr>
            <p:ph sz="quarter" idx="11"/>
          </p:nvPr>
        </p:nvSpPr>
        <p:spPr>
          <a:xfrm>
            <a:off x="273050" y="4139418"/>
            <a:ext cx="8628068" cy="2204472"/>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12830664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itre de section">
    <p:spTree>
      <p:nvGrpSpPr>
        <p:cNvPr id="1" name=""/>
        <p:cNvGrpSpPr/>
        <p:nvPr/>
      </p:nvGrpSpPr>
      <p:grpSpPr>
        <a:xfrm>
          <a:off x="0" y="0"/>
          <a:ext cx="0" cy="0"/>
          <a:chOff x="0" y="0"/>
          <a:chExt cx="0" cy="0"/>
        </a:xfrm>
      </p:grpSpPr>
      <p:grpSp>
        <p:nvGrpSpPr>
          <p:cNvPr id="21" name="Groupe 20"/>
          <p:cNvGrpSpPr/>
          <p:nvPr/>
        </p:nvGrpSpPr>
        <p:grpSpPr>
          <a:xfrm>
            <a:off x="1" y="5600700"/>
            <a:ext cx="9834995" cy="1606731"/>
            <a:chOff x="0" y="5600699"/>
            <a:chExt cx="13113327" cy="1606731"/>
          </a:xfrm>
        </p:grpSpPr>
        <p:pic>
          <p:nvPicPr>
            <p:cNvPr id="22" name="Image 21"/>
            <p:cNvPicPr>
              <a:picLocks noChangeAspect="1"/>
            </p:cNvPicPr>
            <p:nvPr userDrawn="1"/>
          </p:nvPicPr>
          <p:blipFill rotWithShape="1">
            <a:blip r:embed="rId2" cstate="print">
              <a:extLst>
                <a:ext uri="{28A0092B-C50C-407E-A947-70E740481C1C}">
                  <a14:useLocalDpi xmlns:a14="http://schemas.microsoft.com/office/drawing/2010/main" val="0"/>
                </a:ext>
              </a:extLst>
            </a:blip>
            <a:srcRect l="42749" t="39111" r="42906" b="47222"/>
            <a:stretch/>
          </p:blipFill>
          <p:spPr>
            <a:xfrm>
              <a:off x="10940116" y="5600699"/>
              <a:ext cx="1188720" cy="1606731"/>
            </a:xfrm>
            <a:prstGeom prst="rect">
              <a:avLst/>
            </a:prstGeom>
          </p:spPr>
        </p:pic>
        <p:sp>
          <p:nvSpPr>
            <p:cNvPr id="23" name="Moins 22"/>
            <p:cNvSpPr/>
            <p:nvPr/>
          </p:nvSpPr>
          <p:spPr>
            <a:xfrm>
              <a:off x="0" y="6597748"/>
              <a:ext cx="13113327" cy="442543"/>
            </a:xfrm>
            <a:prstGeom prst="mathMinus">
              <a:avLst/>
            </a:prstGeom>
            <a:solidFill>
              <a:srgbClr val="A50B6D"/>
            </a:solidFill>
            <a:ln>
              <a:solidFill>
                <a:srgbClr val="A50B6D"/>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200" dirty="0"/>
            </a:p>
          </p:txBody>
        </p:sp>
        <p:pic>
          <p:nvPicPr>
            <p:cNvPr id="24" name="Image 23"/>
            <p:cNvPicPr>
              <a:picLocks noChangeAspect="1"/>
            </p:cNvPicPr>
            <p:nvPr userDrawn="1"/>
          </p:nvPicPr>
          <p:blipFill rotWithShape="1">
            <a:blip r:embed="rId3" cstate="print">
              <a:extLst>
                <a:ext uri="{28A0092B-C50C-407E-A947-70E740481C1C}">
                  <a14:useLocalDpi xmlns:a14="http://schemas.microsoft.com/office/drawing/2010/main" val="0"/>
                </a:ext>
              </a:extLst>
            </a:blip>
            <a:srcRect b="16558"/>
            <a:stretch/>
          </p:blipFill>
          <p:spPr>
            <a:xfrm>
              <a:off x="177157" y="6430609"/>
              <a:ext cx="1400183" cy="404172"/>
            </a:xfrm>
            <a:prstGeom prst="rect">
              <a:avLst/>
            </a:prstGeom>
          </p:spPr>
        </p:pic>
      </p:grpSp>
      <p:sp>
        <p:nvSpPr>
          <p:cNvPr id="17" name="Titre 3"/>
          <p:cNvSpPr>
            <a:spLocks noGrp="1"/>
          </p:cNvSpPr>
          <p:nvPr>
            <p:ph type="title"/>
          </p:nvPr>
        </p:nvSpPr>
        <p:spPr>
          <a:xfrm>
            <a:off x="3950821" y="832260"/>
            <a:ext cx="4974971" cy="687439"/>
          </a:xfrm>
          <a:prstGeom prst="rect">
            <a:avLst/>
          </a:prstGeom>
        </p:spPr>
        <p:txBody>
          <a:bodyPr/>
          <a:lstStyle>
            <a:lvl1pPr>
              <a:defRPr sz="2100" b="1">
                <a:solidFill>
                  <a:schemeClr val="tx1"/>
                </a:solidFill>
              </a:defRPr>
            </a:lvl1pPr>
          </a:lstStyle>
          <a:p>
            <a:r>
              <a:rPr lang="fr-FR"/>
              <a:t>Modifiez le style du titre</a:t>
            </a:r>
            <a:endParaRPr lang="fr-FR" dirty="0"/>
          </a:p>
        </p:txBody>
      </p:sp>
      <p:sp>
        <p:nvSpPr>
          <p:cNvPr id="18" name="Espace réservé du contenu 5"/>
          <p:cNvSpPr>
            <a:spLocks noGrp="1"/>
          </p:cNvSpPr>
          <p:nvPr>
            <p:ph sz="quarter" idx="10" hasCustomPrompt="1"/>
          </p:nvPr>
        </p:nvSpPr>
        <p:spPr>
          <a:xfrm>
            <a:off x="3950821" y="249255"/>
            <a:ext cx="1051485" cy="389802"/>
          </a:xfrm>
          <a:prstGeom prst="rect">
            <a:avLst/>
          </a:prstGeom>
          <a:solidFill>
            <a:srgbClr val="A50B6D"/>
          </a:solidFill>
          <a:ln>
            <a:solidFill>
              <a:srgbClr val="A50B6D"/>
            </a:solidFill>
          </a:ln>
        </p:spPr>
        <p:txBody>
          <a:bodyPr/>
          <a:lstStyle>
            <a:lvl1pPr marL="0" indent="0">
              <a:buNone/>
              <a:defRPr sz="1800" b="1">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stStyle>
          <a:p>
            <a:pPr lvl="0"/>
            <a:r>
              <a:rPr lang="fr-FR" dirty="0"/>
              <a:t>TITRE</a:t>
            </a:r>
          </a:p>
        </p:txBody>
      </p:sp>
      <p:sp>
        <p:nvSpPr>
          <p:cNvPr id="19" name="Espace réservé du contenu 2"/>
          <p:cNvSpPr>
            <a:spLocks noGrp="1"/>
          </p:cNvSpPr>
          <p:nvPr>
            <p:ph sz="quarter" idx="11"/>
          </p:nvPr>
        </p:nvSpPr>
        <p:spPr>
          <a:xfrm>
            <a:off x="3950821" y="1712900"/>
            <a:ext cx="4987738" cy="4661380"/>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pic>
        <p:nvPicPr>
          <p:cNvPr id="8" name="Image 7"/>
          <p:cNvPicPr>
            <a:picLocks noChangeAspect="1"/>
          </p:cNvPicPr>
          <p:nvPr/>
        </p:nvPicPr>
        <p:blipFill rotWithShape="1">
          <a:blip r:embed="rId4" cstate="print">
            <a:extLst>
              <a:ext uri="{28A0092B-C50C-407E-A947-70E740481C1C}">
                <a14:useLocalDpi xmlns:a14="http://schemas.microsoft.com/office/drawing/2010/main" val="0"/>
              </a:ext>
            </a:extLst>
          </a:blip>
          <a:srcRect l="19249" t="-113" r="34569" b="113"/>
          <a:stretch/>
        </p:blipFill>
        <p:spPr>
          <a:xfrm>
            <a:off x="132868" y="249255"/>
            <a:ext cx="3571491" cy="6122263"/>
          </a:xfrm>
          <a:prstGeom prst="rect">
            <a:avLst/>
          </a:prstGeom>
        </p:spPr>
      </p:pic>
    </p:spTree>
    <p:extLst>
      <p:ext uri="{BB962C8B-B14F-4D97-AF65-F5344CB8AC3E}">
        <p14:creationId xmlns:p14="http://schemas.microsoft.com/office/powerpoint/2010/main" val="2893244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6_Titre et contenu">
    <p:spTree>
      <p:nvGrpSpPr>
        <p:cNvPr id="1" name=""/>
        <p:cNvGrpSpPr/>
        <p:nvPr/>
      </p:nvGrpSpPr>
      <p:grpSpPr>
        <a:xfrm>
          <a:off x="0" y="0"/>
          <a:ext cx="0" cy="0"/>
          <a:chOff x="0" y="0"/>
          <a:chExt cx="0" cy="0"/>
        </a:xfrm>
      </p:grpSpPr>
      <p:sp>
        <p:nvSpPr>
          <p:cNvPr id="12" name="Rectangle 11"/>
          <p:cNvSpPr/>
          <p:nvPr/>
        </p:nvSpPr>
        <p:spPr>
          <a:xfrm>
            <a:off x="-98227" y="-114300"/>
            <a:ext cx="9242227" cy="6972300"/>
          </a:xfrm>
          <a:prstGeom prst="rect">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pic>
        <p:nvPicPr>
          <p:cNvPr id="10" name="Image 9"/>
          <p:cNvPicPr>
            <a:picLocks noChangeAspect="1"/>
          </p:cNvPicPr>
          <p:nvPr/>
        </p:nvPicPr>
        <p:blipFill rotWithShape="1">
          <a:blip r:embed="rId2" cstate="print">
            <a:extLst>
              <a:ext uri="{28A0092B-C50C-407E-A947-70E740481C1C}">
                <a14:useLocalDpi xmlns:a14="http://schemas.microsoft.com/office/drawing/2010/main" val="0"/>
              </a:ext>
            </a:extLst>
          </a:blip>
          <a:srcRect l="29373" t="33502" r="28267" b="32365"/>
          <a:stretch/>
        </p:blipFill>
        <p:spPr>
          <a:xfrm>
            <a:off x="7091461" y="4620491"/>
            <a:ext cx="1887975" cy="2626749"/>
          </a:xfrm>
          <a:prstGeom prst="rect">
            <a:avLst/>
          </a:prstGeom>
        </p:spPr>
      </p:pic>
      <p:grpSp>
        <p:nvGrpSpPr>
          <p:cNvPr id="16" name="Groupe 15"/>
          <p:cNvGrpSpPr/>
          <p:nvPr/>
        </p:nvGrpSpPr>
        <p:grpSpPr>
          <a:xfrm>
            <a:off x="150662" y="6433981"/>
            <a:ext cx="8972550" cy="698499"/>
            <a:chOff x="200883" y="6433980"/>
            <a:chExt cx="11963400" cy="698499"/>
          </a:xfrm>
        </p:grpSpPr>
        <p:sp>
          <p:nvSpPr>
            <p:cNvPr id="9" name="Moins 8"/>
            <p:cNvSpPr/>
            <p:nvPr/>
          </p:nvSpPr>
          <p:spPr>
            <a:xfrm>
              <a:off x="200883" y="6433980"/>
              <a:ext cx="11963400" cy="698499"/>
            </a:xfrm>
            <a:prstGeom prst="mathMinus">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200" dirty="0"/>
            </a:p>
          </p:txBody>
        </p:sp>
        <p:pic>
          <p:nvPicPr>
            <p:cNvPr id="15" name="Image 14"/>
            <p:cNvPicPr>
              <a:picLocks noChangeAspect="1"/>
            </p:cNvPicPr>
            <p:nvPr userDrawn="1"/>
          </p:nvPicPr>
          <p:blipFill rotWithShape="1">
            <a:blip r:embed="rId3" cstate="print">
              <a:extLst>
                <a:ext uri="{28A0092B-C50C-407E-A947-70E740481C1C}">
                  <a14:useLocalDpi xmlns:a14="http://schemas.microsoft.com/office/drawing/2010/main" val="0"/>
                </a:ext>
              </a:extLst>
            </a:blip>
            <a:srcRect b="19008"/>
            <a:stretch/>
          </p:blipFill>
          <p:spPr>
            <a:xfrm>
              <a:off x="275603" y="6514735"/>
              <a:ext cx="1111528" cy="343265"/>
            </a:xfrm>
            <a:prstGeom prst="rect">
              <a:avLst/>
            </a:prstGeom>
          </p:spPr>
        </p:pic>
      </p:grpSp>
      <p:sp>
        <p:nvSpPr>
          <p:cNvPr id="4" name="Titre 3"/>
          <p:cNvSpPr>
            <a:spLocks noGrp="1"/>
          </p:cNvSpPr>
          <p:nvPr>
            <p:ph type="title"/>
          </p:nvPr>
        </p:nvSpPr>
        <p:spPr>
          <a:xfrm>
            <a:off x="725054" y="5006896"/>
            <a:ext cx="7894205" cy="1325563"/>
          </a:xfrm>
          <a:prstGeom prst="rect">
            <a:avLst/>
          </a:prstGeom>
        </p:spPr>
        <p:txBody>
          <a:bodyPr/>
          <a:lstStyle>
            <a:lvl1pPr>
              <a:defRPr sz="2100" b="1">
                <a:solidFill>
                  <a:schemeClr val="bg1"/>
                </a:solidFill>
              </a:defRPr>
            </a:lvl1pPr>
          </a:lstStyle>
          <a:p>
            <a:r>
              <a:rPr lang="fr-FR"/>
              <a:t>Modifiez le style du titre</a:t>
            </a:r>
            <a:endParaRPr lang="fr-FR" dirty="0"/>
          </a:p>
        </p:txBody>
      </p:sp>
      <p:sp>
        <p:nvSpPr>
          <p:cNvPr id="6" name="Espace réservé du contenu 5"/>
          <p:cNvSpPr>
            <a:spLocks noGrp="1"/>
          </p:cNvSpPr>
          <p:nvPr>
            <p:ph sz="quarter" idx="10" hasCustomPrompt="1"/>
          </p:nvPr>
        </p:nvSpPr>
        <p:spPr>
          <a:xfrm>
            <a:off x="725054" y="4423891"/>
            <a:ext cx="1359240" cy="389802"/>
          </a:xfrm>
          <a:prstGeom prst="rect">
            <a:avLst/>
          </a:prstGeom>
          <a:solidFill>
            <a:schemeClr val="bg1"/>
          </a:solidFill>
        </p:spPr>
        <p:txBody>
          <a:bodyPr/>
          <a:lstStyle>
            <a:lvl1pPr marL="0" indent="0">
              <a:buNone/>
              <a:defRPr sz="1800" b="1">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stStyle>
          <a:p>
            <a:pPr lvl="0"/>
            <a:r>
              <a:rPr lang="fr-FR" dirty="0"/>
              <a:t>TITRE</a:t>
            </a:r>
          </a:p>
        </p:txBody>
      </p:sp>
    </p:spTree>
    <p:extLst>
      <p:ext uri="{BB962C8B-B14F-4D97-AF65-F5344CB8AC3E}">
        <p14:creationId xmlns:p14="http://schemas.microsoft.com/office/powerpoint/2010/main" val="38131214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1_Comparaison">
    <p:spTree>
      <p:nvGrpSpPr>
        <p:cNvPr id="1" name=""/>
        <p:cNvGrpSpPr/>
        <p:nvPr/>
      </p:nvGrpSpPr>
      <p:grpSpPr>
        <a:xfrm>
          <a:off x="0" y="0"/>
          <a:ext cx="0" cy="0"/>
          <a:chOff x="0" y="0"/>
          <a:chExt cx="0" cy="0"/>
        </a:xfrm>
      </p:grpSpPr>
      <p:grpSp>
        <p:nvGrpSpPr>
          <p:cNvPr id="7" name="Groupe 6"/>
          <p:cNvGrpSpPr/>
          <p:nvPr/>
        </p:nvGrpSpPr>
        <p:grpSpPr>
          <a:xfrm>
            <a:off x="1" y="5710297"/>
            <a:ext cx="9834995" cy="1387535"/>
            <a:chOff x="0" y="5710296"/>
            <a:chExt cx="13113327" cy="1387535"/>
          </a:xfrm>
        </p:grpSpPr>
        <p:pic>
          <p:nvPicPr>
            <p:cNvPr id="6" name="Image 5"/>
            <p:cNvPicPr>
              <a:picLocks noChangeAspect="1"/>
            </p:cNvPicPr>
            <p:nvPr userDrawn="1"/>
          </p:nvPicPr>
          <p:blipFill rotWithShape="1">
            <a:blip r:embed="rId2" cstate="print">
              <a:extLst>
                <a:ext uri="{28A0092B-C50C-407E-A947-70E740481C1C}">
                  <a14:useLocalDpi xmlns:a14="http://schemas.microsoft.com/office/drawing/2010/main" val="0"/>
                </a:ext>
              </a:extLst>
            </a:blip>
            <a:srcRect l="42118" t="50370" r="42512" b="37778"/>
            <a:stretch/>
          </p:blipFill>
          <p:spPr>
            <a:xfrm>
              <a:off x="10900329" y="5710296"/>
              <a:ext cx="1268294" cy="1387535"/>
            </a:xfrm>
            <a:prstGeom prst="rect">
              <a:avLst/>
            </a:prstGeom>
          </p:spPr>
        </p:pic>
        <p:sp>
          <p:nvSpPr>
            <p:cNvPr id="9" name="Moins 8"/>
            <p:cNvSpPr/>
            <p:nvPr/>
          </p:nvSpPr>
          <p:spPr>
            <a:xfrm>
              <a:off x="0" y="6597748"/>
              <a:ext cx="13113327" cy="442543"/>
            </a:xfrm>
            <a:prstGeom prst="mathMinus">
              <a:avLst/>
            </a:prstGeom>
            <a:solidFill>
              <a:srgbClr val="E5314C"/>
            </a:solidFill>
            <a:ln>
              <a:solidFill>
                <a:srgbClr val="E531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200" dirty="0"/>
            </a:p>
          </p:txBody>
        </p:sp>
        <p:pic>
          <p:nvPicPr>
            <p:cNvPr id="5" name="Image 4"/>
            <p:cNvPicPr>
              <a:picLocks noChangeAspect="1"/>
            </p:cNvPicPr>
            <p:nvPr userDrawn="1"/>
          </p:nvPicPr>
          <p:blipFill rotWithShape="1">
            <a:blip r:embed="rId3" cstate="print">
              <a:extLst>
                <a:ext uri="{28A0092B-C50C-407E-A947-70E740481C1C}">
                  <a14:useLocalDpi xmlns:a14="http://schemas.microsoft.com/office/drawing/2010/main" val="0"/>
                </a:ext>
              </a:extLst>
            </a:blip>
            <a:srcRect b="16558"/>
            <a:stretch/>
          </p:blipFill>
          <p:spPr>
            <a:xfrm>
              <a:off x="183507" y="6430609"/>
              <a:ext cx="1400183" cy="404172"/>
            </a:xfrm>
            <a:prstGeom prst="rect">
              <a:avLst/>
            </a:prstGeom>
          </p:spPr>
        </p:pic>
      </p:grpSp>
      <p:sp>
        <p:nvSpPr>
          <p:cNvPr id="8" name="Titre 3"/>
          <p:cNvSpPr>
            <a:spLocks noGrp="1"/>
          </p:cNvSpPr>
          <p:nvPr>
            <p:ph type="title"/>
          </p:nvPr>
        </p:nvSpPr>
        <p:spPr>
          <a:xfrm>
            <a:off x="273050" y="784519"/>
            <a:ext cx="8335818" cy="687439"/>
          </a:xfrm>
          <a:prstGeom prst="rect">
            <a:avLst/>
          </a:prstGeom>
        </p:spPr>
        <p:txBody>
          <a:bodyPr/>
          <a:lstStyle>
            <a:lvl1pPr>
              <a:defRPr sz="2100" b="1">
                <a:solidFill>
                  <a:schemeClr val="tx1"/>
                </a:solidFill>
              </a:defRPr>
            </a:lvl1pPr>
          </a:lstStyle>
          <a:p>
            <a:r>
              <a:rPr lang="fr-FR"/>
              <a:t>Modifiez le style du titre</a:t>
            </a:r>
            <a:endParaRPr lang="fr-FR" dirty="0"/>
          </a:p>
        </p:txBody>
      </p:sp>
      <p:sp>
        <p:nvSpPr>
          <p:cNvPr id="10" name="Espace réservé du contenu 5"/>
          <p:cNvSpPr>
            <a:spLocks noGrp="1"/>
          </p:cNvSpPr>
          <p:nvPr>
            <p:ph sz="quarter" idx="10" hasCustomPrompt="1"/>
          </p:nvPr>
        </p:nvSpPr>
        <p:spPr>
          <a:xfrm>
            <a:off x="273050" y="201514"/>
            <a:ext cx="1428003" cy="389802"/>
          </a:xfrm>
          <a:prstGeom prst="rect">
            <a:avLst/>
          </a:prstGeom>
          <a:solidFill>
            <a:srgbClr val="E5314C"/>
          </a:solidFill>
          <a:ln>
            <a:solidFill>
              <a:srgbClr val="E5314C"/>
            </a:solidFill>
          </a:ln>
        </p:spPr>
        <p:txBody>
          <a:bodyPr/>
          <a:lstStyle>
            <a:lvl1pPr marL="0" indent="0">
              <a:buNone/>
              <a:defRPr sz="1800" b="1">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stStyle>
          <a:p>
            <a:pPr lvl="0"/>
            <a:r>
              <a:rPr lang="fr-FR" dirty="0"/>
              <a:t>TITRE</a:t>
            </a:r>
          </a:p>
        </p:txBody>
      </p:sp>
      <p:sp>
        <p:nvSpPr>
          <p:cNvPr id="11" name="Espace réservé du contenu 2"/>
          <p:cNvSpPr>
            <a:spLocks noGrp="1"/>
          </p:cNvSpPr>
          <p:nvPr>
            <p:ph sz="quarter" idx="11"/>
          </p:nvPr>
        </p:nvSpPr>
        <p:spPr>
          <a:xfrm>
            <a:off x="273050" y="1866601"/>
            <a:ext cx="8357211" cy="4222750"/>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1048833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4_Comparaison">
    <p:spTree>
      <p:nvGrpSpPr>
        <p:cNvPr id="1" name=""/>
        <p:cNvGrpSpPr/>
        <p:nvPr/>
      </p:nvGrpSpPr>
      <p:grpSpPr>
        <a:xfrm>
          <a:off x="0" y="0"/>
          <a:ext cx="0" cy="0"/>
          <a:chOff x="0" y="0"/>
          <a:chExt cx="0" cy="0"/>
        </a:xfrm>
      </p:grpSpPr>
      <p:pic>
        <p:nvPicPr>
          <p:cNvPr id="3" name="Image 2"/>
          <p:cNvPicPr>
            <a:picLocks noChangeAspect="1"/>
          </p:cNvPicPr>
          <p:nvPr/>
        </p:nvPicPr>
        <p:blipFill rotWithShape="1">
          <a:blip r:embed="rId2" cstate="print">
            <a:extLst>
              <a:ext uri="{28A0092B-C50C-407E-A947-70E740481C1C}">
                <a14:useLocalDpi xmlns:a14="http://schemas.microsoft.com/office/drawing/2010/main" val="0"/>
              </a:ext>
            </a:extLst>
          </a:blip>
          <a:srcRect t="33831" b="36189"/>
          <a:stretch/>
        </p:blipFill>
        <p:spPr>
          <a:xfrm>
            <a:off x="0" y="-1"/>
            <a:ext cx="9144000" cy="2438401"/>
          </a:xfrm>
          <a:prstGeom prst="rect">
            <a:avLst/>
          </a:prstGeom>
        </p:spPr>
      </p:pic>
      <p:grpSp>
        <p:nvGrpSpPr>
          <p:cNvPr id="13" name="Groupe 12"/>
          <p:cNvGrpSpPr/>
          <p:nvPr/>
        </p:nvGrpSpPr>
        <p:grpSpPr>
          <a:xfrm>
            <a:off x="1" y="5710297"/>
            <a:ext cx="9834995" cy="1387535"/>
            <a:chOff x="0" y="5710296"/>
            <a:chExt cx="13113327" cy="1387535"/>
          </a:xfrm>
        </p:grpSpPr>
        <p:pic>
          <p:nvPicPr>
            <p:cNvPr id="14" name="Imag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2118" t="50370" r="42512" b="37778"/>
            <a:stretch/>
          </p:blipFill>
          <p:spPr>
            <a:xfrm>
              <a:off x="10900329" y="5710296"/>
              <a:ext cx="1268294" cy="1387535"/>
            </a:xfrm>
            <a:prstGeom prst="rect">
              <a:avLst/>
            </a:prstGeom>
          </p:spPr>
        </p:pic>
        <p:sp>
          <p:nvSpPr>
            <p:cNvPr id="15" name="Moins 14"/>
            <p:cNvSpPr/>
            <p:nvPr/>
          </p:nvSpPr>
          <p:spPr>
            <a:xfrm>
              <a:off x="0" y="6597748"/>
              <a:ext cx="13113327" cy="442543"/>
            </a:xfrm>
            <a:prstGeom prst="mathMinus">
              <a:avLst/>
            </a:prstGeom>
            <a:solidFill>
              <a:srgbClr val="E5314C"/>
            </a:solidFill>
            <a:ln>
              <a:solidFill>
                <a:srgbClr val="E531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200" dirty="0"/>
            </a:p>
          </p:txBody>
        </p:sp>
        <p:pic>
          <p:nvPicPr>
            <p:cNvPr id="16" name="Image 15"/>
            <p:cNvPicPr>
              <a:picLocks noChangeAspect="1"/>
            </p:cNvPicPr>
            <p:nvPr userDrawn="1"/>
          </p:nvPicPr>
          <p:blipFill rotWithShape="1">
            <a:blip r:embed="rId4" cstate="print">
              <a:extLst>
                <a:ext uri="{28A0092B-C50C-407E-A947-70E740481C1C}">
                  <a14:useLocalDpi xmlns:a14="http://schemas.microsoft.com/office/drawing/2010/main" val="0"/>
                </a:ext>
              </a:extLst>
            </a:blip>
            <a:srcRect b="16558"/>
            <a:stretch/>
          </p:blipFill>
          <p:spPr>
            <a:xfrm>
              <a:off x="183507" y="6430609"/>
              <a:ext cx="1400183" cy="404172"/>
            </a:xfrm>
            <a:prstGeom prst="rect">
              <a:avLst/>
            </a:prstGeom>
          </p:spPr>
        </p:pic>
      </p:grpSp>
      <p:sp>
        <p:nvSpPr>
          <p:cNvPr id="9" name="Titre 3"/>
          <p:cNvSpPr>
            <a:spLocks noGrp="1"/>
          </p:cNvSpPr>
          <p:nvPr>
            <p:ph type="title"/>
          </p:nvPr>
        </p:nvSpPr>
        <p:spPr>
          <a:xfrm>
            <a:off x="273050" y="3258778"/>
            <a:ext cx="8335818" cy="687439"/>
          </a:xfrm>
          <a:prstGeom prst="rect">
            <a:avLst/>
          </a:prstGeom>
        </p:spPr>
        <p:txBody>
          <a:bodyPr/>
          <a:lstStyle>
            <a:lvl1pPr>
              <a:defRPr sz="2100" b="1">
                <a:solidFill>
                  <a:schemeClr val="tx1"/>
                </a:solidFill>
              </a:defRPr>
            </a:lvl1pPr>
          </a:lstStyle>
          <a:p>
            <a:r>
              <a:rPr lang="fr-FR"/>
              <a:t>Modifiez le style du titre</a:t>
            </a:r>
            <a:endParaRPr lang="fr-FR" dirty="0"/>
          </a:p>
        </p:txBody>
      </p:sp>
      <p:sp>
        <p:nvSpPr>
          <p:cNvPr id="10" name="Espace réservé du contenu 5"/>
          <p:cNvSpPr>
            <a:spLocks noGrp="1"/>
          </p:cNvSpPr>
          <p:nvPr>
            <p:ph sz="quarter" idx="10" hasCustomPrompt="1"/>
          </p:nvPr>
        </p:nvSpPr>
        <p:spPr>
          <a:xfrm>
            <a:off x="273050" y="2675773"/>
            <a:ext cx="1428003" cy="389802"/>
          </a:xfrm>
          <a:prstGeom prst="rect">
            <a:avLst/>
          </a:prstGeom>
          <a:solidFill>
            <a:schemeClr val="accent5"/>
          </a:solidFill>
          <a:ln>
            <a:solidFill>
              <a:schemeClr val="accent5"/>
            </a:solidFill>
          </a:ln>
        </p:spPr>
        <p:txBody>
          <a:bodyPr/>
          <a:lstStyle>
            <a:lvl1pPr marL="0" indent="0">
              <a:buNone/>
              <a:defRPr sz="1800" b="1">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stStyle>
          <a:p>
            <a:pPr lvl="0"/>
            <a:r>
              <a:rPr lang="fr-FR" dirty="0"/>
              <a:t>TITRE</a:t>
            </a:r>
          </a:p>
        </p:txBody>
      </p:sp>
      <p:sp>
        <p:nvSpPr>
          <p:cNvPr id="11" name="Espace réservé du contenu 2"/>
          <p:cNvSpPr>
            <a:spLocks noGrp="1"/>
          </p:cNvSpPr>
          <p:nvPr>
            <p:ph sz="quarter" idx="11"/>
          </p:nvPr>
        </p:nvSpPr>
        <p:spPr>
          <a:xfrm>
            <a:off x="273050" y="4139418"/>
            <a:ext cx="8357211" cy="2204472"/>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1184699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re seul">
    <p:spTree>
      <p:nvGrpSpPr>
        <p:cNvPr id="1" name=""/>
        <p:cNvGrpSpPr/>
        <p:nvPr/>
      </p:nvGrpSpPr>
      <p:grpSpPr>
        <a:xfrm>
          <a:off x="0" y="0"/>
          <a:ext cx="0" cy="0"/>
          <a:chOff x="0" y="0"/>
          <a:chExt cx="0" cy="0"/>
        </a:xfrm>
      </p:grpSpPr>
      <p:pic>
        <p:nvPicPr>
          <p:cNvPr id="13" name="Image 12"/>
          <p:cNvPicPr>
            <a:picLocks noChangeAspect="1"/>
          </p:cNvPicPr>
          <p:nvPr/>
        </p:nvPicPr>
        <p:blipFill rotWithShape="1">
          <a:blip r:embed="rId2" cstate="print">
            <a:extLst>
              <a:ext uri="{28A0092B-C50C-407E-A947-70E740481C1C}">
                <a14:useLocalDpi xmlns:a14="http://schemas.microsoft.com/office/drawing/2010/main" val="0"/>
              </a:ext>
            </a:extLst>
          </a:blip>
          <a:srcRect l="16149" r="32541"/>
          <a:stretch/>
        </p:blipFill>
        <p:spPr>
          <a:xfrm>
            <a:off x="137630" y="249255"/>
            <a:ext cx="3556338" cy="6160984"/>
          </a:xfrm>
          <a:prstGeom prst="rect">
            <a:avLst/>
          </a:prstGeom>
        </p:spPr>
      </p:pic>
      <p:grpSp>
        <p:nvGrpSpPr>
          <p:cNvPr id="20" name="Groupe 19"/>
          <p:cNvGrpSpPr/>
          <p:nvPr/>
        </p:nvGrpSpPr>
        <p:grpSpPr>
          <a:xfrm>
            <a:off x="1" y="5710297"/>
            <a:ext cx="9834995" cy="1387535"/>
            <a:chOff x="0" y="5710296"/>
            <a:chExt cx="13113327" cy="1387535"/>
          </a:xfrm>
        </p:grpSpPr>
        <p:pic>
          <p:nvPicPr>
            <p:cNvPr id="21" name="Image 20"/>
            <p:cNvPicPr>
              <a:picLocks noChangeAspect="1"/>
            </p:cNvPicPr>
            <p:nvPr userDrawn="1"/>
          </p:nvPicPr>
          <p:blipFill rotWithShape="1">
            <a:blip r:embed="rId3" cstate="print">
              <a:extLst>
                <a:ext uri="{28A0092B-C50C-407E-A947-70E740481C1C}">
                  <a14:useLocalDpi xmlns:a14="http://schemas.microsoft.com/office/drawing/2010/main" val="0"/>
                </a:ext>
              </a:extLst>
            </a:blip>
            <a:srcRect l="42118" t="50370" r="42512" b="37778"/>
            <a:stretch/>
          </p:blipFill>
          <p:spPr>
            <a:xfrm>
              <a:off x="10900329" y="5710296"/>
              <a:ext cx="1268294" cy="1387535"/>
            </a:xfrm>
            <a:prstGeom prst="rect">
              <a:avLst/>
            </a:prstGeom>
          </p:spPr>
        </p:pic>
        <p:sp>
          <p:nvSpPr>
            <p:cNvPr id="22" name="Moins 21"/>
            <p:cNvSpPr/>
            <p:nvPr/>
          </p:nvSpPr>
          <p:spPr>
            <a:xfrm>
              <a:off x="0" y="6597748"/>
              <a:ext cx="13113327" cy="442543"/>
            </a:xfrm>
            <a:prstGeom prst="mathMinus">
              <a:avLst/>
            </a:prstGeom>
            <a:solidFill>
              <a:srgbClr val="E5314C"/>
            </a:solidFill>
            <a:ln>
              <a:solidFill>
                <a:srgbClr val="E5314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200" dirty="0"/>
            </a:p>
          </p:txBody>
        </p:sp>
        <p:pic>
          <p:nvPicPr>
            <p:cNvPr id="23" name="Image 22"/>
            <p:cNvPicPr>
              <a:picLocks noChangeAspect="1"/>
            </p:cNvPicPr>
            <p:nvPr userDrawn="1"/>
          </p:nvPicPr>
          <p:blipFill rotWithShape="1">
            <a:blip r:embed="rId4" cstate="print">
              <a:extLst>
                <a:ext uri="{28A0092B-C50C-407E-A947-70E740481C1C}">
                  <a14:useLocalDpi xmlns:a14="http://schemas.microsoft.com/office/drawing/2010/main" val="0"/>
                </a:ext>
              </a:extLst>
            </a:blip>
            <a:srcRect b="16558"/>
            <a:stretch/>
          </p:blipFill>
          <p:spPr>
            <a:xfrm>
              <a:off x="183507" y="6430609"/>
              <a:ext cx="1400183" cy="404172"/>
            </a:xfrm>
            <a:prstGeom prst="rect">
              <a:avLst/>
            </a:prstGeom>
          </p:spPr>
        </p:pic>
      </p:grpSp>
      <p:sp>
        <p:nvSpPr>
          <p:cNvPr id="16" name="Titre 3"/>
          <p:cNvSpPr>
            <a:spLocks noGrp="1"/>
          </p:cNvSpPr>
          <p:nvPr>
            <p:ph type="title"/>
          </p:nvPr>
        </p:nvSpPr>
        <p:spPr>
          <a:xfrm>
            <a:off x="3950820" y="832260"/>
            <a:ext cx="4990556" cy="687439"/>
          </a:xfrm>
          <a:prstGeom prst="rect">
            <a:avLst/>
          </a:prstGeom>
        </p:spPr>
        <p:txBody>
          <a:bodyPr/>
          <a:lstStyle>
            <a:lvl1pPr>
              <a:defRPr sz="2100" b="1">
                <a:solidFill>
                  <a:schemeClr val="tx1"/>
                </a:solidFill>
              </a:defRPr>
            </a:lvl1pPr>
          </a:lstStyle>
          <a:p>
            <a:r>
              <a:rPr lang="fr-FR"/>
              <a:t>Modifiez le style du titre</a:t>
            </a:r>
            <a:endParaRPr lang="fr-FR" dirty="0"/>
          </a:p>
        </p:txBody>
      </p:sp>
      <p:sp>
        <p:nvSpPr>
          <p:cNvPr id="17" name="Espace réservé du contenu 5"/>
          <p:cNvSpPr>
            <a:spLocks noGrp="1"/>
          </p:cNvSpPr>
          <p:nvPr>
            <p:ph sz="quarter" idx="10" hasCustomPrompt="1"/>
          </p:nvPr>
        </p:nvSpPr>
        <p:spPr>
          <a:xfrm>
            <a:off x="3950821" y="249255"/>
            <a:ext cx="1051485" cy="389802"/>
          </a:xfrm>
          <a:prstGeom prst="rect">
            <a:avLst/>
          </a:prstGeom>
          <a:solidFill>
            <a:srgbClr val="E5314C"/>
          </a:solidFill>
          <a:ln>
            <a:solidFill>
              <a:srgbClr val="E5314C"/>
            </a:solidFill>
          </a:ln>
        </p:spPr>
        <p:txBody>
          <a:bodyPr/>
          <a:lstStyle>
            <a:lvl1pPr marL="0" indent="0">
              <a:buNone/>
              <a:defRPr sz="1800" b="1">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stStyle>
          <a:p>
            <a:pPr lvl="0"/>
            <a:r>
              <a:rPr lang="fr-FR" dirty="0"/>
              <a:t>TITRE</a:t>
            </a:r>
          </a:p>
        </p:txBody>
      </p:sp>
      <p:sp>
        <p:nvSpPr>
          <p:cNvPr id="18" name="Espace réservé du contenu 2"/>
          <p:cNvSpPr>
            <a:spLocks noGrp="1"/>
          </p:cNvSpPr>
          <p:nvPr>
            <p:ph sz="quarter" idx="11"/>
          </p:nvPr>
        </p:nvSpPr>
        <p:spPr>
          <a:xfrm>
            <a:off x="3950821" y="1712900"/>
            <a:ext cx="5003364" cy="4661380"/>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16036381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2_Titre et contenu">
    <p:spTree>
      <p:nvGrpSpPr>
        <p:cNvPr id="1" name=""/>
        <p:cNvGrpSpPr/>
        <p:nvPr/>
      </p:nvGrpSpPr>
      <p:grpSpPr>
        <a:xfrm>
          <a:off x="0" y="0"/>
          <a:ext cx="0" cy="0"/>
          <a:chOff x="0" y="0"/>
          <a:chExt cx="0" cy="0"/>
        </a:xfrm>
      </p:grpSpPr>
      <p:sp>
        <p:nvSpPr>
          <p:cNvPr id="12" name="Rectangle 11"/>
          <p:cNvSpPr/>
          <p:nvPr/>
        </p:nvSpPr>
        <p:spPr>
          <a:xfrm>
            <a:off x="-98227" y="-114300"/>
            <a:ext cx="9242227" cy="6972300"/>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pic>
        <p:nvPicPr>
          <p:cNvPr id="10" name="Image 9"/>
          <p:cNvPicPr>
            <a:picLocks noChangeAspect="1"/>
          </p:cNvPicPr>
          <p:nvPr/>
        </p:nvPicPr>
        <p:blipFill rotWithShape="1">
          <a:blip r:embed="rId2" cstate="print">
            <a:extLst>
              <a:ext uri="{28A0092B-C50C-407E-A947-70E740481C1C}">
                <a14:useLocalDpi xmlns:a14="http://schemas.microsoft.com/office/drawing/2010/main" val="0"/>
              </a:ext>
            </a:extLst>
          </a:blip>
          <a:srcRect l="29373" t="33502" r="28267" b="32365"/>
          <a:stretch/>
        </p:blipFill>
        <p:spPr>
          <a:xfrm>
            <a:off x="7091461" y="4620491"/>
            <a:ext cx="1887975" cy="2626749"/>
          </a:xfrm>
          <a:prstGeom prst="rect">
            <a:avLst/>
          </a:prstGeom>
        </p:spPr>
      </p:pic>
      <p:grpSp>
        <p:nvGrpSpPr>
          <p:cNvPr id="16" name="Groupe 15"/>
          <p:cNvGrpSpPr/>
          <p:nvPr/>
        </p:nvGrpSpPr>
        <p:grpSpPr>
          <a:xfrm>
            <a:off x="150662" y="6433981"/>
            <a:ext cx="8972550" cy="698499"/>
            <a:chOff x="200883" y="6433980"/>
            <a:chExt cx="11963400" cy="698499"/>
          </a:xfrm>
        </p:grpSpPr>
        <p:sp>
          <p:nvSpPr>
            <p:cNvPr id="9" name="Moins 8"/>
            <p:cNvSpPr/>
            <p:nvPr/>
          </p:nvSpPr>
          <p:spPr>
            <a:xfrm>
              <a:off x="200883" y="6433980"/>
              <a:ext cx="11963400" cy="698499"/>
            </a:xfrm>
            <a:prstGeom prst="mathMinus">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200" dirty="0"/>
            </a:p>
          </p:txBody>
        </p:sp>
        <p:pic>
          <p:nvPicPr>
            <p:cNvPr id="15" name="Image 14"/>
            <p:cNvPicPr>
              <a:picLocks noChangeAspect="1"/>
            </p:cNvPicPr>
            <p:nvPr userDrawn="1"/>
          </p:nvPicPr>
          <p:blipFill rotWithShape="1">
            <a:blip r:embed="rId3" cstate="print">
              <a:extLst>
                <a:ext uri="{28A0092B-C50C-407E-A947-70E740481C1C}">
                  <a14:useLocalDpi xmlns:a14="http://schemas.microsoft.com/office/drawing/2010/main" val="0"/>
                </a:ext>
              </a:extLst>
            </a:blip>
            <a:srcRect b="19008"/>
            <a:stretch/>
          </p:blipFill>
          <p:spPr>
            <a:xfrm>
              <a:off x="275603" y="6514735"/>
              <a:ext cx="1111528" cy="343265"/>
            </a:xfrm>
            <a:prstGeom prst="rect">
              <a:avLst/>
            </a:prstGeom>
          </p:spPr>
        </p:pic>
      </p:grpSp>
      <p:sp>
        <p:nvSpPr>
          <p:cNvPr id="4" name="Titre 3"/>
          <p:cNvSpPr>
            <a:spLocks noGrp="1"/>
          </p:cNvSpPr>
          <p:nvPr>
            <p:ph type="title"/>
          </p:nvPr>
        </p:nvSpPr>
        <p:spPr>
          <a:xfrm>
            <a:off x="725054" y="5006896"/>
            <a:ext cx="7894205" cy="1325563"/>
          </a:xfrm>
          <a:prstGeom prst="rect">
            <a:avLst/>
          </a:prstGeom>
        </p:spPr>
        <p:txBody>
          <a:bodyPr/>
          <a:lstStyle>
            <a:lvl1pPr>
              <a:defRPr sz="2100" b="1">
                <a:solidFill>
                  <a:schemeClr val="bg1"/>
                </a:solidFill>
              </a:defRPr>
            </a:lvl1pPr>
          </a:lstStyle>
          <a:p>
            <a:r>
              <a:rPr lang="fr-FR"/>
              <a:t>Modifiez le style du titre</a:t>
            </a:r>
            <a:endParaRPr lang="fr-FR" dirty="0"/>
          </a:p>
        </p:txBody>
      </p:sp>
      <p:sp>
        <p:nvSpPr>
          <p:cNvPr id="6" name="Espace réservé du contenu 5"/>
          <p:cNvSpPr>
            <a:spLocks noGrp="1"/>
          </p:cNvSpPr>
          <p:nvPr>
            <p:ph sz="quarter" idx="10" hasCustomPrompt="1"/>
          </p:nvPr>
        </p:nvSpPr>
        <p:spPr>
          <a:xfrm>
            <a:off x="725054" y="4423891"/>
            <a:ext cx="1359240" cy="389802"/>
          </a:xfrm>
          <a:prstGeom prst="rect">
            <a:avLst/>
          </a:prstGeom>
          <a:solidFill>
            <a:schemeClr val="bg1"/>
          </a:solidFill>
        </p:spPr>
        <p:txBody>
          <a:bodyPr/>
          <a:lstStyle>
            <a:lvl1pPr marL="0" indent="0">
              <a:buNone/>
              <a:defRPr sz="1800" b="1">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stStyle>
          <a:p>
            <a:pPr lvl="0"/>
            <a:r>
              <a:rPr lang="fr-FR" dirty="0"/>
              <a:t>TITRE</a:t>
            </a:r>
          </a:p>
        </p:txBody>
      </p:sp>
    </p:spTree>
    <p:extLst>
      <p:ext uri="{BB962C8B-B14F-4D97-AF65-F5344CB8AC3E}">
        <p14:creationId xmlns:p14="http://schemas.microsoft.com/office/powerpoint/2010/main" val="5116946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12_Comparaison">
    <p:spTree>
      <p:nvGrpSpPr>
        <p:cNvPr id="1" name=""/>
        <p:cNvGrpSpPr/>
        <p:nvPr/>
      </p:nvGrpSpPr>
      <p:grpSpPr>
        <a:xfrm>
          <a:off x="0" y="0"/>
          <a:ext cx="0" cy="0"/>
          <a:chOff x="0" y="0"/>
          <a:chExt cx="0" cy="0"/>
        </a:xfrm>
      </p:grpSpPr>
      <p:grpSp>
        <p:nvGrpSpPr>
          <p:cNvPr id="4" name="Groupe 3"/>
          <p:cNvGrpSpPr/>
          <p:nvPr/>
        </p:nvGrpSpPr>
        <p:grpSpPr>
          <a:xfrm>
            <a:off x="1" y="5664201"/>
            <a:ext cx="9834995" cy="1497633"/>
            <a:chOff x="0" y="5664200"/>
            <a:chExt cx="13113327" cy="1497633"/>
          </a:xfrm>
        </p:grpSpPr>
        <p:pic>
          <p:nvPicPr>
            <p:cNvPr id="2" name="Image 1"/>
            <p:cNvPicPr>
              <a:picLocks noChangeAspect="1"/>
            </p:cNvPicPr>
            <p:nvPr userDrawn="1"/>
          </p:nvPicPr>
          <p:blipFill rotWithShape="1">
            <a:blip r:embed="rId2" cstate="print">
              <a:extLst>
                <a:ext uri="{28A0092B-C50C-407E-A947-70E740481C1C}">
                  <a14:useLocalDpi xmlns:a14="http://schemas.microsoft.com/office/drawing/2010/main" val="0"/>
                </a:ext>
              </a:extLst>
            </a:blip>
            <a:srcRect l="46847" t="50092" r="38046" b="37315"/>
            <a:stretch/>
          </p:blipFill>
          <p:spPr>
            <a:xfrm>
              <a:off x="10922170" y="5664200"/>
              <a:ext cx="1266381" cy="1497633"/>
            </a:xfrm>
            <a:prstGeom prst="rect">
              <a:avLst/>
            </a:prstGeom>
          </p:spPr>
        </p:pic>
        <p:sp>
          <p:nvSpPr>
            <p:cNvPr id="9" name="Moins 8"/>
            <p:cNvSpPr/>
            <p:nvPr/>
          </p:nvSpPr>
          <p:spPr>
            <a:xfrm>
              <a:off x="0" y="6597748"/>
              <a:ext cx="13113327" cy="442543"/>
            </a:xfrm>
            <a:prstGeom prst="mathMinus">
              <a:avLst/>
            </a:prstGeom>
            <a:solidFill>
              <a:srgbClr val="F6A924"/>
            </a:solidFill>
            <a:ln>
              <a:solidFill>
                <a:srgbClr val="F6A9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200" dirty="0"/>
            </a:p>
          </p:txBody>
        </p:sp>
        <p:pic>
          <p:nvPicPr>
            <p:cNvPr id="3" name="Image 2"/>
            <p:cNvPicPr>
              <a:picLocks noChangeAspect="1"/>
            </p:cNvPicPr>
            <p:nvPr userDrawn="1"/>
          </p:nvPicPr>
          <p:blipFill rotWithShape="1">
            <a:blip r:embed="rId3" cstate="print">
              <a:extLst>
                <a:ext uri="{28A0092B-C50C-407E-A947-70E740481C1C}">
                  <a14:useLocalDpi xmlns:a14="http://schemas.microsoft.com/office/drawing/2010/main" val="0"/>
                </a:ext>
              </a:extLst>
            </a:blip>
            <a:srcRect b="19472"/>
            <a:stretch/>
          </p:blipFill>
          <p:spPr>
            <a:xfrm>
              <a:off x="364067" y="6536915"/>
              <a:ext cx="1050107" cy="321085"/>
            </a:xfrm>
            <a:prstGeom prst="rect">
              <a:avLst/>
            </a:prstGeom>
          </p:spPr>
        </p:pic>
      </p:grpSp>
      <p:sp>
        <p:nvSpPr>
          <p:cNvPr id="8" name="Titre 3"/>
          <p:cNvSpPr>
            <a:spLocks noGrp="1"/>
          </p:cNvSpPr>
          <p:nvPr>
            <p:ph type="title"/>
          </p:nvPr>
        </p:nvSpPr>
        <p:spPr>
          <a:xfrm>
            <a:off x="273050" y="784519"/>
            <a:ext cx="8341013" cy="687439"/>
          </a:xfrm>
          <a:prstGeom prst="rect">
            <a:avLst/>
          </a:prstGeom>
        </p:spPr>
        <p:txBody>
          <a:bodyPr/>
          <a:lstStyle>
            <a:lvl1pPr>
              <a:defRPr sz="2100" b="1">
                <a:solidFill>
                  <a:schemeClr val="tx1"/>
                </a:solidFill>
              </a:defRPr>
            </a:lvl1pPr>
          </a:lstStyle>
          <a:p>
            <a:r>
              <a:rPr lang="fr-FR"/>
              <a:t>Modifiez le style du titre</a:t>
            </a:r>
            <a:endParaRPr lang="fr-FR" dirty="0"/>
          </a:p>
        </p:txBody>
      </p:sp>
      <p:sp>
        <p:nvSpPr>
          <p:cNvPr id="10" name="Espace réservé du contenu 5"/>
          <p:cNvSpPr>
            <a:spLocks noGrp="1"/>
          </p:cNvSpPr>
          <p:nvPr>
            <p:ph sz="quarter" idx="10" hasCustomPrompt="1"/>
          </p:nvPr>
        </p:nvSpPr>
        <p:spPr>
          <a:xfrm>
            <a:off x="273050" y="201514"/>
            <a:ext cx="1428003" cy="389802"/>
          </a:xfrm>
          <a:prstGeom prst="rect">
            <a:avLst/>
          </a:prstGeom>
          <a:solidFill>
            <a:srgbClr val="F6A924"/>
          </a:solidFill>
          <a:ln>
            <a:solidFill>
              <a:srgbClr val="F6A924"/>
            </a:solidFill>
          </a:ln>
        </p:spPr>
        <p:txBody>
          <a:bodyPr/>
          <a:lstStyle>
            <a:lvl1pPr marL="0" indent="0">
              <a:buNone/>
              <a:defRPr sz="1800" b="1">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stStyle>
          <a:p>
            <a:pPr lvl="0"/>
            <a:r>
              <a:rPr lang="fr-FR" dirty="0"/>
              <a:t>TITRE</a:t>
            </a:r>
          </a:p>
        </p:txBody>
      </p:sp>
      <p:sp>
        <p:nvSpPr>
          <p:cNvPr id="11" name="Espace réservé du contenu 2"/>
          <p:cNvSpPr>
            <a:spLocks noGrp="1"/>
          </p:cNvSpPr>
          <p:nvPr>
            <p:ph sz="quarter" idx="11"/>
          </p:nvPr>
        </p:nvSpPr>
        <p:spPr>
          <a:xfrm>
            <a:off x="273051" y="1866601"/>
            <a:ext cx="8362420" cy="4222750"/>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281160405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3_Comparaison">
    <p:spTree>
      <p:nvGrpSpPr>
        <p:cNvPr id="1" name=""/>
        <p:cNvGrpSpPr/>
        <p:nvPr/>
      </p:nvGrpSpPr>
      <p:grpSpPr>
        <a:xfrm>
          <a:off x="0" y="0"/>
          <a:ext cx="0" cy="0"/>
          <a:chOff x="0" y="0"/>
          <a:chExt cx="0" cy="0"/>
        </a:xfrm>
      </p:grpSpPr>
      <p:pic>
        <p:nvPicPr>
          <p:cNvPr id="6" name="Image 5"/>
          <p:cNvPicPr>
            <a:picLocks noChangeAspect="1"/>
          </p:cNvPicPr>
          <p:nvPr/>
        </p:nvPicPr>
        <p:blipFill rotWithShape="1">
          <a:blip r:embed="rId2" cstate="print">
            <a:extLst>
              <a:ext uri="{28A0092B-C50C-407E-A947-70E740481C1C}">
                <a14:useLocalDpi xmlns:a14="http://schemas.microsoft.com/office/drawing/2010/main" val="0"/>
              </a:ext>
            </a:extLst>
          </a:blip>
          <a:srcRect l="89" t="21312" r="-89" b="47811"/>
          <a:stretch/>
        </p:blipFill>
        <p:spPr>
          <a:xfrm>
            <a:off x="-2587" y="-344"/>
            <a:ext cx="9146587" cy="2444606"/>
          </a:xfrm>
          <a:prstGeom prst="rect">
            <a:avLst/>
          </a:prstGeom>
        </p:spPr>
      </p:pic>
      <p:grpSp>
        <p:nvGrpSpPr>
          <p:cNvPr id="13" name="Groupe 12"/>
          <p:cNvGrpSpPr/>
          <p:nvPr/>
        </p:nvGrpSpPr>
        <p:grpSpPr>
          <a:xfrm>
            <a:off x="1" y="5664201"/>
            <a:ext cx="9834995" cy="1497633"/>
            <a:chOff x="0" y="5664200"/>
            <a:chExt cx="13113327" cy="1497633"/>
          </a:xfrm>
        </p:grpSpPr>
        <p:pic>
          <p:nvPicPr>
            <p:cNvPr id="14" name="Image 13"/>
            <p:cNvPicPr>
              <a:picLocks noChangeAspect="1"/>
            </p:cNvPicPr>
            <p:nvPr userDrawn="1"/>
          </p:nvPicPr>
          <p:blipFill rotWithShape="1">
            <a:blip r:embed="rId3" cstate="print">
              <a:extLst>
                <a:ext uri="{28A0092B-C50C-407E-A947-70E740481C1C}">
                  <a14:useLocalDpi xmlns:a14="http://schemas.microsoft.com/office/drawing/2010/main" val="0"/>
                </a:ext>
              </a:extLst>
            </a:blip>
            <a:srcRect l="46847" t="50092" r="38046" b="37315"/>
            <a:stretch/>
          </p:blipFill>
          <p:spPr>
            <a:xfrm>
              <a:off x="10922170" y="5664200"/>
              <a:ext cx="1266381" cy="1497633"/>
            </a:xfrm>
            <a:prstGeom prst="rect">
              <a:avLst/>
            </a:prstGeom>
          </p:spPr>
        </p:pic>
        <p:sp>
          <p:nvSpPr>
            <p:cNvPr id="15" name="Moins 14"/>
            <p:cNvSpPr/>
            <p:nvPr/>
          </p:nvSpPr>
          <p:spPr>
            <a:xfrm>
              <a:off x="0" y="6597748"/>
              <a:ext cx="13113327" cy="442543"/>
            </a:xfrm>
            <a:prstGeom prst="mathMinus">
              <a:avLst/>
            </a:prstGeom>
            <a:solidFill>
              <a:srgbClr val="F6A924"/>
            </a:solidFill>
            <a:ln>
              <a:solidFill>
                <a:srgbClr val="F6A9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200" dirty="0"/>
            </a:p>
          </p:txBody>
        </p:sp>
        <p:pic>
          <p:nvPicPr>
            <p:cNvPr id="16" name="Image 15"/>
            <p:cNvPicPr>
              <a:picLocks noChangeAspect="1"/>
            </p:cNvPicPr>
            <p:nvPr userDrawn="1"/>
          </p:nvPicPr>
          <p:blipFill rotWithShape="1">
            <a:blip r:embed="rId4" cstate="print">
              <a:extLst>
                <a:ext uri="{28A0092B-C50C-407E-A947-70E740481C1C}">
                  <a14:useLocalDpi xmlns:a14="http://schemas.microsoft.com/office/drawing/2010/main" val="0"/>
                </a:ext>
              </a:extLst>
            </a:blip>
            <a:srcRect b="19472"/>
            <a:stretch/>
          </p:blipFill>
          <p:spPr>
            <a:xfrm>
              <a:off x="364067" y="6536915"/>
              <a:ext cx="1050107" cy="321085"/>
            </a:xfrm>
            <a:prstGeom prst="rect">
              <a:avLst/>
            </a:prstGeom>
          </p:spPr>
        </p:pic>
      </p:grpSp>
      <p:sp>
        <p:nvSpPr>
          <p:cNvPr id="9" name="Titre 3"/>
          <p:cNvSpPr>
            <a:spLocks noGrp="1"/>
          </p:cNvSpPr>
          <p:nvPr>
            <p:ph type="title"/>
          </p:nvPr>
        </p:nvSpPr>
        <p:spPr>
          <a:xfrm>
            <a:off x="273050" y="3258778"/>
            <a:ext cx="8335818" cy="687439"/>
          </a:xfrm>
          <a:prstGeom prst="rect">
            <a:avLst/>
          </a:prstGeom>
        </p:spPr>
        <p:txBody>
          <a:bodyPr/>
          <a:lstStyle>
            <a:lvl1pPr>
              <a:defRPr sz="2100" b="1">
                <a:solidFill>
                  <a:schemeClr val="tx1"/>
                </a:solidFill>
              </a:defRPr>
            </a:lvl1pPr>
          </a:lstStyle>
          <a:p>
            <a:r>
              <a:rPr lang="fr-FR"/>
              <a:t>Modifiez le style du titre</a:t>
            </a:r>
            <a:endParaRPr lang="fr-FR" dirty="0"/>
          </a:p>
        </p:txBody>
      </p:sp>
      <p:sp>
        <p:nvSpPr>
          <p:cNvPr id="10" name="Espace réservé du contenu 5"/>
          <p:cNvSpPr>
            <a:spLocks noGrp="1"/>
          </p:cNvSpPr>
          <p:nvPr>
            <p:ph sz="quarter" idx="10" hasCustomPrompt="1"/>
          </p:nvPr>
        </p:nvSpPr>
        <p:spPr>
          <a:xfrm>
            <a:off x="273050" y="2675773"/>
            <a:ext cx="1428003" cy="389802"/>
          </a:xfrm>
          <a:prstGeom prst="rect">
            <a:avLst/>
          </a:prstGeom>
          <a:solidFill>
            <a:schemeClr val="accent2"/>
          </a:solidFill>
          <a:ln>
            <a:solidFill>
              <a:schemeClr val="accent2"/>
            </a:solidFill>
          </a:ln>
        </p:spPr>
        <p:txBody>
          <a:bodyPr/>
          <a:lstStyle>
            <a:lvl1pPr marL="0" indent="0">
              <a:buNone/>
              <a:defRPr sz="1800" b="1">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stStyle>
          <a:p>
            <a:pPr lvl="0"/>
            <a:r>
              <a:rPr lang="fr-FR" dirty="0"/>
              <a:t>TITRE</a:t>
            </a:r>
          </a:p>
        </p:txBody>
      </p:sp>
      <p:sp>
        <p:nvSpPr>
          <p:cNvPr id="11" name="Espace réservé du contenu 2"/>
          <p:cNvSpPr>
            <a:spLocks noGrp="1"/>
          </p:cNvSpPr>
          <p:nvPr>
            <p:ph sz="quarter" idx="11"/>
          </p:nvPr>
        </p:nvSpPr>
        <p:spPr>
          <a:xfrm>
            <a:off x="273050" y="4139418"/>
            <a:ext cx="8357211" cy="2204472"/>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53621628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Vide">
    <p:spTree>
      <p:nvGrpSpPr>
        <p:cNvPr id="1" name=""/>
        <p:cNvGrpSpPr/>
        <p:nvPr/>
      </p:nvGrpSpPr>
      <p:grpSpPr>
        <a:xfrm>
          <a:off x="0" y="0"/>
          <a:ext cx="0" cy="0"/>
          <a:chOff x="0" y="0"/>
          <a:chExt cx="0" cy="0"/>
        </a:xfrm>
      </p:grpSpPr>
      <p:pic>
        <p:nvPicPr>
          <p:cNvPr id="11" name="Image 10"/>
          <p:cNvPicPr>
            <a:picLocks noChangeAspect="1"/>
          </p:cNvPicPr>
          <p:nvPr/>
        </p:nvPicPr>
        <p:blipFill rotWithShape="1">
          <a:blip r:embed="rId2" cstate="print">
            <a:extLst>
              <a:ext uri="{28A0092B-C50C-407E-A947-70E740481C1C}">
                <a14:useLocalDpi xmlns:a14="http://schemas.microsoft.com/office/drawing/2010/main" val="0"/>
              </a:ext>
            </a:extLst>
          </a:blip>
          <a:srcRect l="33120" t="199" r="20243" b="10089"/>
          <a:stretch/>
        </p:blipFill>
        <p:spPr>
          <a:xfrm>
            <a:off x="131860" y="223876"/>
            <a:ext cx="3594657" cy="6150404"/>
          </a:xfrm>
          <a:prstGeom prst="rect">
            <a:avLst/>
          </a:prstGeom>
        </p:spPr>
      </p:pic>
      <p:grpSp>
        <p:nvGrpSpPr>
          <p:cNvPr id="19" name="Groupe 18"/>
          <p:cNvGrpSpPr/>
          <p:nvPr/>
        </p:nvGrpSpPr>
        <p:grpSpPr>
          <a:xfrm>
            <a:off x="1" y="5664201"/>
            <a:ext cx="9834995" cy="1497633"/>
            <a:chOff x="0" y="5664200"/>
            <a:chExt cx="13113327" cy="1497633"/>
          </a:xfrm>
        </p:grpSpPr>
        <p:pic>
          <p:nvPicPr>
            <p:cNvPr id="20" name="Image 19"/>
            <p:cNvPicPr>
              <a:picLocks noChangeAspect="1"/>
            </p:cNvPicPr>
            <p:nvPr userDrawn="1"/>
          </p:nvPicPr>
          <p:blipFill rotWithShape="1">
            <a:blip r:embed="rId3" cstate="print">
              <a:extLst>
                <a:ext uri="{28A0092B-C50C-407E-A947-70E740481C1C}">
                  <a14:useLocalDpi xmlns:a14="http://schemas.microsoft.com/office/drawing/2010/main" val="0"/>
                </a:ext>
              </a:extLst>
            </a:blip>
            <a:srcRect l="46847" t="50092" r="38046" b="37315"/>
            <a:stretch/>
          </p:blipFill>
          <p:spPr>
            <a:xfrm>
              <a:off x="10922170" y="5664200"/>
              <a:ext cx="1266381" cy="1497633"/>
            </a:xfrm>
            <a:prstGeom prst="rect">
              <a:avLst/>
            </a:prstGeom>
          </p:spPr>
        </p:pic>
        <p:sp>
          <p:nvSpPr>
            <p:cNvPr id="21" name="Moins 20"/>
            <p:cNvSpPr/>
            <p:nvPr/>
          </p:nvSpPr>
          <p:spPr>
            <a:xfrm>
              <a:off x="0" y="6597748"/>
              <a:ext cx="13113327" cy="442543"/>
            </a:xfrm>
            <a:prstGeom prst="mathMinus">
              <a:avLst/>
            </a:prstGeom>
            <a:solidFill>
              <a:srgbClr val="F6A924"/>
            </a:solidFill>
            <a:ln>
              <a:solidFill>
                <a:srgbClr val="F6A92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200" dirty="0"/>
            </a:p>
          </p:txBody>
        </p:sp>
        <p:pic>
          <p:nvPicPr>
            <p:cNvPr id="22" name="Image 21"/>
            <p:cNvPicPr>
              <a:picLocks noChangeAspect="1"/>
            </p:cNvPicPr>
            <p:nvPr userDrawn="1"/>
          </p:nvPicPr>
          <p:blipFill rotWithShape="1">
            <a:blip r:embed="rId4" cstate="print">
              <a:extLst>
                <a:ext uri="{28A0092B-C50C-407E-A947-70E740481C1C}">
                  <a14:useLocalDpi xmlns:a14="http://schemas.microsoft.com/office/drawing/2010/main" val="0"/>
                </a:ext>
              </a:extLst>
            </a:blip>
            <a:srcRect b="19472"/>
            <a:stretch/>
          </p:blipFill>
          <p:spPr>
            <a:xfrm>
              <a:off x="364067" y="6536915"/>
              <a:ext cx="1050107" cy="321085"/>
            </a:xfrm>
            <a:prstGeom prst="rect">
              <a:avLst/>
            </a:prstGeom>
          </p:spPr>
        </p:pic>
      </p:grpSp>
      <p:sp>
        <p:nvSpPr>
          <p:cNvPr id="15" name="Titre 3"/>
          <p:cNvSpPr>
            <a:spLocks noGrp="1"/>
          </p:cNvSpPr>
          <p:nvPr>
            <p:ph type="title"/>
          </p:nvPr>
        </p:nvSpPr>
        <p:spPr>
          <a:xfrm>
            <a:off x="3950821" y="832260"/>
            <a:ext cx="4969775" cy="687439"/>
          </a:xfrm>
          <a:prstGeom prst="rect">
            <a:avLst/>
          </a:prstGeom>
        </p:spPr>
        <p:txBody>
          <a:bodyPr/>
          <a:lstStyle>
            <a:lvl1pPr>
              <a:defRPr sz="2100" b="1">
                <a:solidFill>
                  <a:schemeClr val="tx1"/>
                </a:solidFill>
              </a:defRPr>
            </a:lvl1pPr>
          </a:lstStyle>
          <a:p>
            <a:r>
              <a:rPr lang="fr-FR"/>
              <a:t>Modifiez le style du titre</a:t>
            </a:r>
            <a:endParaRPr lang="fr-FR" dirty="0"/>
          </a:p>
        </p:txBody>
      </p:sp>
      <p:sp>
        <p:nvSpPr>
          <p:cNvPr id="16" name="Espace réservé du contenu 5"/>
          <p:cNvSpPr>
            <a:spLocks noGrp="1"/>
          </p:cNvSpPr>
          <p:nvPr>
            <p:ph sz="quarter" idx="10" hasCustomPrompt="1"/>
          </p:nvPr>
        </p:nvSpPr>
        <p:spPr>
          <a:xfrm>
            <a:off x="3950821" y="249255"/>
            <a:ext cx="1051485" cy="389802"/>
          </a:xfrm>
          <a:prstGeom prst="rect">
            <a:avLst/>
          </a:prstGeom>
          <a:solidFill>
            <a:srgbClr val="F6A924"/>
          </a:solidFill>
          <a:ln>
            <a:solidFill>
              <a:srgbClr val="F6A924"/>
            </a:solidFill>
          </a:ln>
        </p:spPr>
        <p:txBody>
          <a:bodyPr/>
          <a:lstStyle>
            <a:lvl1pPr marL="0" indent="0">
              <a:buNone/>
              <a:defRPr sz="1800" b="1">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stStyle>
          <a:p>
            <a:pPr lvl="0"/>
            <a:r>
              <a:rPr lang="fr-FR" dirty="0"/>
              <a:t>TITRE</a:t>
            </a:r>
          </a:p>
        </p:txBody>
      </p:sp>
      <p:sp>
        <p:nvSpPr>
          <p:cNvPr id="17" name="Espace réservé du contenu 2"/>
          <p:cNvSpPr>
            <a:spLocks noGrp="1"/>
          </p:cNvSpPr>
          <p:nvPr>
            <p:ph sz="quarter" idx="11"/>
          </p:nvPr>
        </p:nvSpPr>
        <p:spPr>
          <a:xfrm>
            <a:off x="3950822" y="1712900"/>
            <a:ext cx="4982529" cy="4661380"/>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69052904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3_Titre et contenu">
    <p:spTree>
      <p:nvGrpSpPr>
        <p:cNvPr id="1" name=""/>
        <p:cNvGrpSpPr/>
        <p:nvPr/>
      </p:nvGrpSpPr>
      <p:grpSpPr>
        <a:xfrm>
          <a:off x="0" y="0"/>
          <a:ext cx="0" cy="0"/>
          <a:chOff x="0" y="0"/>
          <a:chExt cx="0" cy="0"/>
        </a:xfrm>
      </p:grpSpPr>
      <p:sp>
        <p:nvSpPr>
          <p:cNvPr id="12" name="Rectangle 11"/>
          <p:cNvSpPr/>
          <p:nvPr/>
        </p:nvSpPr>
        <p:spPr>
          <a:xfrm>
            <a:off x="-98227" y="-114300"/>
            <a:ext cx="9242227" cy="6972300"/>
          </a:xfrm>
          <a:prstGeom prst="rect">
            <a:avLst/>
          </a:pr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pic>
        <p:nvPicPr>
          <p:cNvPr id="10" name="Image 9"/>
          <p:cNvPicPr>
            <a:picLocks noChangeAspect="1"/>
          </p:cNvPicPr>
          <p:nvPr/>
        </p:nvPicPr>
        <p:blipFill rotWithShape="1">
          <a:blip r:embed="rId2" cstate="print">
            <a:extLst>
              <a:ext uri="{28A0092B-C50C-407E-A947-70E740481C1C}">
                <a14:useLocalDpi xmlns:a14="http://schemas.microsoft.com/office/drawing/2010/main" val="0"/>
              </a:ext>
            </a:extLst>
          </a:blip>
          <a:srcRect l="29373" t="33502" r="28267" b="32365"/>
          <a:stretch/>
        </p:blipFill>
        <p:spPr>
          <a:xfrm>
            <a:off x="7091461" y="4620491"/>
            <a:ext cx="1887975" cy="2626749"/>
          </a:xfrm>
          <a:prstGeom prst="rect">
            <a:avLst/>
          </a:prstGeom>
        </p:spPr>
      </p:pic>
      <p:grpSp>
        <p:nvGrpSpPr>
          <p:cNvPr id="16" name="Groupe 15"/>
          <p:cNvGrpSpPr/>
          <p:nvPr/>
        </p:nvGrpSpPr>
        <p:grpSpPr>
          <a:xfrm>
            <a:off x="150662" y="6433981"/>
            <a:ext cx="8972550" cy="698499"/>
            <a:chOff x="200883" y="6433980"/>
            <a:chExt cx="11963400" cy="698499"/>
          </a:xfrm>
        </p:grpSpPr>
        <p:sp>
          <p:nvSpPr>
            <p:cNvPr id="9" name="Moins 8"/>
            <p:cNvSpPr/>
            <p:nvPr/>
          </p:nvSpPr>
          <p:spPr>
            <a:xfrm>
              <a:off x="200883" y="6433980"/>
              <a:ext cx="11963400" cy="698499"/>
            </a:xfrm>
            <a:prstGeom prst="mathMinus">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200" dirty="0"/>
            </a:p>
          </p:txBody>
        </p:sp>
        <p:pic>
          <p:nvPicPr>
            <p:cNvPr id="15" name="Image 14"/>
            <p:cNvPicPr>
              <a:picLocks noChangeAspect="1"/>
            </p:cNvPicPr>
            <p:nvPr userDrawn="1"/>
          </p:nvPicPr>
          <p:blipFill rotWithShape="1">
            <a:blip r:embed="rId3" cstate="print">
              <a:extLst>
                <a:ext uri="{28A0092B-C50C-407E-A947-70E740481C1C}">
                  <a14:useLocalDpi xmlns:a14="http://schemas.microsoft.com/office/drawing/2010/main" val="0"/>
                </a:ext>
              </a:extLst>
            </a:blip>
            <a:srcRect b="19008"/>
            <a:stretch/>
          </p:blipFill>
          <p:spPr>
            <a:xfrm>
              <a:off x="275603" y="6514735"/>
              <a:ext cx="1111528" cy="343265"/>
            </a:xfrm>
            <a:prstGeom prst="rect">
              <a:avLst/>
            </a:prstGeom>
          </p:spPr>
        </p:pic>
      </p:grpSp>
      <p:sp>
        <p:nvSpPr>
          <p:cNvPr id="4" name="Titre 3"/>
          <p:cNvSpPr>
            <a:spLocks noGrp="1"/>
          </p:cNvSpPr>
          <p:nvPr>
            <p:ph type="title"/>
          </p:nvPr>
        </p:nvSpPr>
        <p:spPr>
          <a:xfrm>
            <a:off x="725054" y="5006896"/>
            <a:ext cx="7894205" cy="1325563"/>
          </a:xfrm>
          <a:prstGeom prst="rect">
            <a:avLst/>
          </a:prstGeom>
        </p:spPr>
        <p:txBody>
          <a:bodyPr/>
          <a:lstStyle>
            <a:lvl1pPr>
              <a:defRPr sz="2100" b="1">
                <a:solidFill>
                  <a:schemeClr val="bg1"/>
                </a:solidFill>
              </a:defRPr>
            </a:lvl1pPr>
          </a:lstStyle>
          <a:p>
            <a:r>
              <a:rPr lang="fr-FR"/>
              <a:t>Modifiez le style du titre</a:t>
            </a:r>
            <a:endParaRPr lang="fr-FR" dirty="0"/>
          </a:p>
        </p:txBody>
      </p:sp>
      <p:sp>
        <p:nvSpPr>
          <p:cNvPr id="6" name="Espace réservé du contenu 5"/>
          <p:cNvSpPr>
            <a:spLocks noGrp="1"/>
          </p:cNvSpPr>
          <p:nvPr>
            <p:ph sz="quarter" idx="10" hasCustomPrompt="1"/>
          </p:nvPr>
        </p:nvSpPr>
        <p:spPr>
          <a:xfrm>
            <a:off x="725054" y="4423891"/>
            <a:ext cx="1359240" cy="389802"/>
          </a:xfrm>
          <a:prstGeom prst="rect">
            <a:avLst/>
          </a:prstGeom>
          <a:solidFill>
            <a:schemeClr val="bg1"/>
          </a:solidFill>
        </p:spPr>
        <p:txBody>
          <a:bodyPr/>
          <a:lstStyle>
            <a:lvl1pPr marL="0" indent="0">
              <a:buNone/>
              <a:defRPr sz="1800" b="1">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stStyle>
          <a:p>
            <a:pPr lvl="0"/>
            <a:r>
              <a:rPr lang="fr-FR" dirty="0"/>
              <a:t>TITRE</a:t>
            </a:r>
          </a:p>
        </p:txBody>
      </p:sp>
    </p:spTree>
    <p:extLst>
      <p:ext uri="{BB962C8B-B14F-4D97-AF65-F5344CB8AC3E}">
        <p14:creationId xmlns:p14="http://schemas.microsoft.com/office/powerpoint/2010/main" val="139604650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3_Comparaison">
    <p:spTree>
      <p:nvGrpSpPr>
        <p:cNvPr id="1" name=""/>
        <p:cNvGrpSpPr/>
        <p:nvPr/>
      </p:nvGrpSpPr>
      <p:grpSpPr>
        <a:xfrm>
          <a:off x="0" y="0"/>
          <a:ext cx="0" cy="0"/>
          <a:chOff x="0" y="0"/>
          <a:chExt cx="0" cy="0"/>
        </a:xfrm>
      </p:grpSpPr>
      <p:grpSp>
        <p:nvGrpSpPr>
          <p:cNvPr id="8" name="Groupe 7"/>
          <p:cNvGrpSpPr/>
          <p:nvPr/>
        </p:nvGrpSpPr>
        <p:grpSpPr>
          <a:xfrm>
            <a:off x="1" y="5352941"/>
            <a:ext cx="9834995" cy="2070540"/>
            <a:chOff x="0" y="5352941"/>
            <a:chExt cx="13113327" cy="2070540"/>
          </a:xfrm>
        </p:grpSpPr>
        <p:pic>
          <p:nvPicPr>
            <p:cNvPr id="10" name="Image 9"/>
            <p:cNvPicPr>
              <a:picLocks noChangeAspect="1"/>
            </p:cNvPicPr>
            <p:nvPr userDrawn="1"/>
          </p:nvPicPr>
          <p:blipFill rotWithShape="1">
            <a:blip r:embed="rId2" cstate="print">
              <a:extLst>
                <a:ext uri="{28A0092B-C50C-407E-A947-70E740481C1C}">
                  <a14:useLocalDpi xmlns:a14="http://schemas.microsoft.com/office/drawing/2010/main" val="0"/>
                </a:ext>
              </a:extLst>
            </a:blip>
            <a:srcRect b="16830"/>
            <a:stretch/>
          </p:blipFill>
          <p:spPr>
            <a:xfrm>
              <a:off x="169537" y="6455787"/>
              <a:ext cx="1397951" cy="402213"/>
            </a:xfrm>
            <a:prstGeom prst="rect">
              <a:avLst/>
            </a:prstGeom>
          </p:spPr>
        </p:pic>
        <p:sp>
          <p:nvSpPr>
            <p:cNvPr id="11" name="Moins 10"/>
            <p:cNvSpPr/>
            <p:nvPr/>
          </p:nvSpPr>
          <p:spPr>
            <a:xfrm>
              <a:off x="0" y="6597748"/>
              <a:ext cx="13113327" cy="442543"/>
            </a:xfrm>
            <a:prstGeom prst="mathMinus">
              <a:avLst/>
            </a:prstGeom>
            <a:solidFill>
              <a:srgbClr val="EED500"/>
            </a:solidFill>
            <a:ln>
              <a:solidFill>
                <a:srgbClr val="EED5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200" dirty="0"/>
            </a:p>
          </p:txBody>
        </p:sp>
        <p:pic>
          <p:nvPicPr>
            <p:cNvPr id="12" name="Image 11"/>
            <p:cNvPicPr>
              <a:picLocks noChangeAspect="1"/>
            </p:cNvPicPr>
            <p:nvPr userDrawn="1"/>
          </p:nvPicPr>
          <p:blipFill rotWithShape="1">
            <a:blip r:embed="rId3" cstate="print">
              <a:extLst>
                <a:ext uri="{28A0092B-C50C-407E-A947-70E740481C1C}">
                  <a14:useLocalDpi xmlns:a14="http://schemas.microsoft.com/office/drawing/2010/main" val="0"/>
                </a:ext>
              </a:extLst>
            </a:blip>
            <a:srcRect l="45096" t="37037" r="38089" b="45185"/>
            <a:stretch/>
          </p:blipFill>
          <p:spPr>
            <a:xfrm>
              <a:off x="10748975" y="5352941"/>
              <a:ext cx="1380360" cy="2070540"/>
            </a:xfrm>
            <a:prstGeom prst="rect">
              <a:avLst/>
            </a:prstGeom>
          </p:spPr>
        </p:pic>
      </p:grpSp>
      <p:sp>
        <p:nvSpPr>
          <p:cNvPr id="9" name="Titre 3"/>
          <p:cNvSpPr>
            <a:spLocks noGrp="1"/>
          </p:cNvSpPr>
          <p:nvPr>
            <p:ph type="title"/>
          </p:nvPr>
        </p:nvSpPr>
        <p:spPr>
          <a:xfrm>
            <a:off x="273050" y="784519"/>
            <a:ext cx="8335818" cy="687439"/>
          </a:xfrm>
          <a:prstGeom prst="rect">
            <a:avLst/>
          </a:prstGeom>
        </p:spPr>
        <p:txBody>
          <a:bodyPr/>
          <a:lstStyle>
            <a:lvl1pPr>
              <a:defRPr sz="2100" b="1">
                <a:solidFill>
                  <a:schemeClr val="tx1"/>
                </a:solidFill>
              </a:defRPr>
            </a:lvl1pPr>
          </a:lstStyle>
          <a:p>
            <a:r>
              <a:rPr lang="fr-FR"/>
              <a:t>Modifiez le style du titre</a:t>
            </a:r>
            <a:endParaRPr lang="fr-FR" dirty="0"/>
          </a:p>
        </p:txBody>
      </p:sp>
      <p:sp>
        <p:nvSpPr>
          <p:cNvPr id="15" name="Espace réservé du contenu 5"/>
          <p:cNvSpPr>
            <a:spLocks noGrp="1"/>
          </p:cNvSpPr>
          <p:nvPr>
            <p:ph sz="quarter" idx="10" hasCustomPrompt="1"/>
          </p:nvPr>
        </p:nvSpPr>
        <p:spPr>
          <a:xfrm>
            <a:off x="273050" y="201514"/>
            <a:ext cx="1428003" cy="389802"/>
          </a:xfrm>
          <a:prstGeom prst="rect">
            <a:avLst/>
          </a:prstGeom>
          <a:solidFill>
            <a:schemeClr val="accent4"/>
          </a:solidFill>
          <a:ln>
            <a:solidFill>
              <a:schemeClr val="accent4"/>
            </a:solidFill>
          </a:ln>
        </p:spPr>
        <p:txBody>
          <a:bodyPr/>
          <a:lstStyle>
            <a:lvl1pPr marL="0" indent="0">
              <a:buNone/>
              <a:defRPr sz="1800" b="1">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stStyle>
          <a:p>
            <a:pPr lvl="0"/>
            <a:r>
              <a:rPr lang="fr-FR" dirty="0"/>
              <a:t>TITRE</a:t>
            </a:r>
          </a:p>
        </p:txBody>
      </p:sp>
      <p:sp>
        <p:nvSpPr>
          <p:cNvPr id="16" name="Espace réservé du contenu 2"/>
          <p:cNvSpPr>
            <a:spLocks noGrp="1"/>
          </p:cNvSpPr>
          <p:nvPr>
            <p:ph sz="quarter" idx="11"/>
          </p:nvPr>
        </p:nvSpPr>
        <p:spPr>
          <a:xfrm>
            <a:off x="273050" y="1866601"/>
            <a:ext cx="8357211" cy="4222750"/>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35478507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2_Comparaison">
    <p:spTree>
      <p:nvGrpSpPr>
        <p:cNvPr id="1" name=""/>
        <p:cNvGrpSpPr/>
        <p:nvPr/>
      </p:nvGrpSpPr>
      <p:grpSpPr>
        <a:xfrm>
          <a:off x="0" y="0"/>
          <a:ext cx="0" cy="0"/>
          <a:chOff x="0" y="0"/>
          <a:chExt cx="0" cy="0"/>
        </a:xfrm>
      </p:grpSpPr>
      <p:pic>
        <p:nvPicPr>
          <p:cNvPr id="8" name="Image 7"/>
          <p:cNvPicPr>
            <a:picLocks noChangeAspect="1"/>
          </p:cNvPicPr>
          <p:nvPr/>
        </p:nvPicPr>
        <p:blipFill rotWithShape="1">
          <a:blip r:embed="rId2">
            <a:extLst>
              <a:ext uri="{28A0092B-C50C-407E-A947-70E740481C1C}">
                <a14:useLocalDpi xmlns:a14="http://schemas.microsoft.com/office/drawing/2010/main" val="0"/>
              </a:ext>
            </a:extLst>
          </a:blip>
          <a:srcRect l="1727" t="10025" r="2177" b="39947"/>
          <a:stretch/>
        </p:blipFill>
        <p:spPr>
          <a:xfrm>
            <a:off x="0" y="-33551"/>
            <a:ext cx="9144000" cy="2424326"/>
          </a:xfrm>
          <a:prstGeom prst="rect">
            <a:avLst/>
          </a:prstGeom>
        </p:spPr>
      </p:pic>
      <p:grpSp>
        <p:nvGrpSpPr>
          <p:cNvPr id="9" name="Groupe 8"/>
          <p:cNvGrpSpPr/>
          <p:nvPr/>
        </p:nvGrpSpPr>
        <p:grpSpPr>
          <a:xfrm>
            <a:off x="1" y="5352941"/>
            <a:ext cx="9834995" cy="2070540"/>
            <a:chOff x="0" y="5352941"/>
            <a:chExt cx="13113327" cy="2070540"/>
          </a:xfrm>
        </p:grpSpPr>
        <p:pic>
          <p:nvPicPr>
            <p:cNvPr id="10" name="Image 9"/>
            <p:cNvPicPr>
              <a:picLocks noChangeAspect="1"/>
            </p:cNvPicPr>
            <p:nvPr userDrawn="1"/>
          </p:nvPicPr>
          <p:blipFill rotWithShape="1">
            <a:blip r:embed="rId3" cstate="print">
              <a:extLst>
                <a:ext uri="{28A0092B-C50C-407E-A947-70E740481C1C}">
                  <a14:useLocalDpi xmlns:a14="http://schemas.microsoft.com/office/drawing/2010/main" val="0"/>
                </a:ext>
              </a:extLst>
            </a:blip>
            <a:srcRect b="16830"/>
            <a:stretch/>
          </p:blipFill>
          <p:spPr>
            <a:xfrm>
              <a:off x="169537" y="6455787"/>
              <a:ext cx="1397951" cy="402213"/>
            </a:xfrm>
            <a:prstGeom prst="rect">
              <a:avLst/>
            </a:prstGeom>
          </p:spPr>
        </p:pic>
        <p:sp>
          <p:nvSpPr>
            <p:cNvPr id="11" name="Moins 10"/>
            <p:cNvSpPr/>
            <p:nvPr/>
          </p:nvSpPr>
          <p:spPr>
            <a:xfrm>
              <a:off x="0" y="6597748"/>
              <a:ext cx="13113327" cy="442543"/>
            </a:xfrm>
            <a:prstGeom prst="mathMinus">
              <a:avLst/>
            </a:prstGeom>
            <a:solidFill>
              <a:srgbClr val="EED500"/>
            </a:solidFill>
            <a:ln>
              <a:solidFill>
                <a:srgbClr val="EED5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200" dirty="0"/>
            </a:p>
          </p:txBody>
        </p:sp>
        <p:pic>
          <p:nvPicPr>
            <p:cNvPr id="12" name="Image 11"/>
            <p:cNvPicPr>
              <a:picLocks noChangeAspect="1"/>
            </p:cNvPicPr>
            <p:nvPr userDrawn="1"/>
          </p:nvPicPr>
          <p:blipFill rotWithShape="1">
            <a:blip r:embed="rId4" cstate="print">
              <a:extLst>
                <a:ext uri="{28A0092B-C50C-407E-A947-70E740481C1C}">
                  <a14:useLocalDpi xmlns:a14="http://schemas.microsoft.com/office/drawing/2010/main" val="0"/>
                </a:ext>
              </a:extLst>
            </a:blip>
            <a:srcRect l="45096" t="37037" r="38089" b="45185"/>
            <a:stretch/>
          </p:blipFill>
          <p:spPr>
            <a:xfrm>
              <a:off x="10748975" y="5352941"/>
              <a:ext cx="1380360" cy="2070540"/>
            </a:xfrm>
            <a:prstGeom prst="rect">
              <a:avLst/>
            </a:prstGeom>
          </p:spPr>
        </p:pic>
      </p:grpSp>
      <p:sp>
        <p:nvSpPr>
          <p:cNvPr id="13" name="Titre 3"/>
          <p:cNvSpPr>
            <a:spLocks noGrp="1"/>
          </p:cNvSpPr>
          <p:nvPr>
            <p:ph type="title"/>
          </p:nvPr>
        </p:nvSpPr>
        <p:spPr>
          <a:xfrm>
            <a:off x="273050" y="3258778"/>
            <a:ext cx="8335818" cy="687439"/>
          </a:xfrm>
          <a:prstGeom prst="rect">
            <a:avLst/>
          </a:prstGeom>
        </p:spPr>
        <p:txBody>
          <a:bodyPr/>
          <a:lstStyle>
            <a:lvl1pPr>
              <a:defRPr sz="2100" b="1">
                <a:solidFill>
                  <a:schemeClr val="tx1"/>
                </a:solidFill>
              </a:defRPr>
            </a:lvl1pPr>
          </a:lstStyle>
          <a:p>
            <a:r>
              <a:rPr lang="fr-FR"/>
              <a:t>Modifiez le style du titre</a:t>
            </a:r>
            <a:endParaRPr lang="fr-FR" dirty="0"/>
          </a:p>
        </p:txBody>
      </p:sp>
      <p:sp>
        <p:nvSpPr>
          <p:cNvPr id="14" name="Espace réservé du contenu 5"/>
          <p:cNvSpPr>
            <a:spLocks noGrp="1"/>
          </p:cNvSpPr>
          <p:nvPr>
            <p:ph sz="quarter" idx="10" hasCustomPrompt="1"/>
          </p:nvPr>
        </p:nvSpPr>
        <p:spPr>
          <a:xfrm>
            <a:off x="273050" y="2675773"/>
            <a:ext cx="1428003" cy="389802"/>
          </a:xfrm>
          <a:prstGeom prst="rect">
            <a:avLst/>
          </a:prstGeom>
          <a:solidFill>
            <a:schemeClr val="accent4"/>
          </a:solidFill>
          <a:ln>
            <a:solidFill>
              <a:schemeClr val="accent4"/>
            </a:solidFill>
          </a:ln>
        </p:spPr>
        <p:txBody>
          <a:bodyPr/>
          <a:lstStyle>
            <a:lvl1pPr marL="0" indent="0">
              <a:buNone/>
              <a:defRPr sz="1800" b="1">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stStyle>
          <a:p>
            <a:pPr lvl="0"/>
            <a:r>
              <a:rPr lang="fr-FR" dirty="0"/>
              <a:t>TITRE</a:t>
            </a:r>
          </a:p>
        </p:txBody>
      </p:sp>
      <p:sp>
        <p:nvSpPr>
          <p:cNvPr id="15" name="Espace réservé du contenu 2"/>
          <p:cNvSpPr>
            <a:spLocks noGrp="1"/>
          </p:cNvSpPr>
          <p:nvPr>
            <p:ph sz="quarter" idx="11"/>
          </p:nvPr>
        </p:nvSpPr>
        <p:spPr>
          <a:xfrm>
            <a:off x="273050" y="4139418"/>
            <a:ext cx="8357211" cy="2204472"/>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74338320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u avec légende">
    <p:spTree>
      <p:nvGrpSpPr>
        <p:cNvPr id="1" name=""/>
        <p:cNvGrpSpPr/>
        <p:nvPr/>
      </p:nvGrpSpPr>
      <p:grpSpPr>
        <a:xfrm>
          <a:off x="0" y="0"/>
          <a:ext cx="0" cy="0"/>
          <a:chOff x="0" y="0"/>
          <a:chExt cx="0" cy="0"/>
        </a:xfrm>
      </p:grpSpPr>
      <p:pic>
        <p:nvPicPr>
          <p:cNvPr id="14" name="Image 13"/>
          <p:cNvPicPr>
            <a:picLocks noChangeAspect="1"/>
          </p:cNvPicPr>
          <p:nvPr/>
        </p:nvPicPr>
        <p:blipFill rotWithShape="1">
          <a:blip r:embed="rId2" cstate="print">
            <a:extLst>
              <a:ext uri="{28A0092B-C50C-407E-A947-70E740481C1C}">
                <a14:useLocalDpi xmlns:a14="http://schemas.microsoft.com/office/drawing/2010/main" val="0"/>
              </a:ext>
            </a:extLst>
          </a:blip>
          <a:srcRect r="48611" b="1210"/>
          <a:stretch/>
        </p:blipFill>
        <p:spPr>
          <a:xfrm>
            <a:off x="127152" y="249255"/>
            <a:ext cx="3579656" cy="6125025"/>
          </a:xfrm>
          <a:prstGeom prst="rect">
            <a:avLst/>
          </a:prstGeom>
        </p:spPr>
      </p:pic>
      <p:grpSp>
        <p:nvGrpSpPr>
          <p:cNvPr id="24" name="Groupe 23"/>
          <p:cNvGrpSpPr/>
          <p:nvPr/>
        </p:nvGrpSpPr>
        <p:grpSpPr>
          <a:xfrm>
            <a:off x="1" y="5352941"/>
            <a:ext cx="9834995" cy="2070540"/>
            <a:chOff x="0" y="5352941"/>
            <a:chExt cx="13113327" cy="2070540"/>
          </a:xfrm>
        </p:grpSpPr>
        <p:pic>
          <p:nvPicPr>
            <p:cNvPr id="23" name="Image 22"/>
            <p:cNvPicPr>
              <a:picLocks noChangeAspect="1"/>
            </p:cNvPicPr>
            <p:nvPr userDrawn="1"/>
          </p:nvPicPr>
          <p:blipFill rotWithShape="1">
            <a:blip r:embed="rId3" cstate="print">
              <a:extLst>
                <a:ext uri="{28A0092B-C50C-407E-A947-70E740481C1C}">
                  <a14:useLocalDpi xmlns:a14="http://schemas.microsoft.com/office/drawing/2010/main" val="0"/>
                </a:ext>
              </a:extLst>
            </a:blip>
            <a:srcRect b="16830"/>
            <a:stretch/>
          </p:blipFill>
          <p:spPr>
            <a:xfrm>
              <a:off x="169537" y="6455787"/>
              <a:ext cx="1397951" cy="402213"/>
            </a:xfrm>
            <a:prstGeom prst="rect">
              <a:avLst/>
            </a:prstGeom>
          </p:spPr>
        </p:pic>
        <p:sp>
          <p:nvSpPr>
            <p:cNvPr id="19" name="Moins 18"/>
            <p:cNvSpPr/>
            <p:nvPr/>
          </p:nvSpPr>
          <p:spPr>
            <a:xfrm>
              <a:off x="0" y="6597748"/>
              <a:ext cx="13113327" cy="442543"/>
            </a:xfrm>
            <a:prstGeom prst="mathMinus">
              <a:avLst/>
            </a:prstGeom>
            <a:solidFill>
              <a:srgbClr val="EED500"/>
            </a:solidFill>
            <a:ln>
              <a:solidFill>
                <a:srgbClr val="EED5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fr-FR" sz="1200" dirty="0"/>
            </a:p>
          </p:txBody>
        </p:sp>
        <p:pic>
          <p:nvPicPr>
            <p:cNvPr id="22" name="Image 21"/>
            <p:cNvPicPr>
              <a:picLocks noChangeAspect="1"/>
            </p:cNvPicPr>
            <p:nvPr userDrawn="1"/>
          </p:nvPicPr>
          <p:blipFill rotWithShape="1">
            <a:blip r:embed="rId4" cstate="print">
              <a:extLst>
                <a:ext uri="{28A0092B-C50C-407E-A947-70E740481C1C}">
                  <a14:useLocalDpi xmlns:a14="http://schemas.microsoft.com/office/drawing/2010/main" val="0"/>
                </a:ext>
              </a:extLst>
            </a:blip>
            <a:srcRect l="45096" t="37037" r="38089" b="45185"/>
            <a:stretch/>
          </p:blipFill>
          <p:spPr>
            <a:xfrm>
              <a:off x="10748975" y="5352941"/>
              <a:ext cx="1380360" cy="2070540"/>
            </a:xfrm>
            <a:prstGeom prst="rect">
              <a:avLst/>
            </a:prstGeom>
          </p:spPr>
        </p:pic>
      </p:grpSp>
      <p:sp>
        <p:nvSpPr>
          <p:cNvPr id="13" name="Titre 3"/>
          <p:cNvSpPr>
            <a:spLocks noGrp="1"/>
          </p:cNvSpPr>
          <p:nvPr>
            <p:ph type="title"/>
          </p:nvPr>
        </p:nvSpPr>
        <p:spPr>
          <a:xfrm>
            <a:off x="3950821" y="832260"/>
            <a:ext cx="4980166" cy="687439"/>
          </a:xfrm>
          <a:prstGeom prst="rect">
            <a:avLst/>
          </a:prstGeom>
        </p:spPr>
        <p:txBody>
          <a:bodyPr/>
          <a:lstStyle>
            <a:lvl1pPr>
              <a:defRPr sz="2100" b="1">
                <a:solidFill>
                  <a:schemeClr val="tx1"/>
                </a:solidFill>
              </a:defRPr>
            </a:lvl1pPr>
          </a:lstStyle>
          <a:p>
            <a:r>
              <a:rPr lang="fr-FR"/>
              <a:t>Modifiez le style du titre</a:t>
            </a:r>
            <a:endParaRPr lang="fr-FR" dirty="0"/>
          </a:p>
        </p:txBody>
      </p:sp>
      <p:sp>
        <p:nvSpPr>
          <p:cNvPr id="18" name="Espace réservé du contenu 5"/>
          <p:cNvSpPr>
            <a:spLocks noGrp="1"/>
          </p:cNvSpPr>
          <p:nvPr>
            <p:ph sz="quarter" idx="10" hasCustomPrompt="1"/>
          </p:nvPr>
        </p:nvSpPr>
        <p:spPr>
          <a:xfrm>
            <a:off x="3950821" y="249255"/>
            <a:ext cx="1051485" cy="389802"/>
          </a:xfrm>
          <a:prstGeom prst="rect">
            <a:avLst/>
          </a:prstGeom>
          <a:solidFill>
            <a:srgbClr val="EED500"/>
          </a:solidFill>
          <a:ln>
            <a:solidFill>
              <a:srgbClr val="EED500"/>
            </a:solidFill>
          </a:ln>
        </p:spPr>
        <p:txBody>
          <a:bodyPr/>
          <a:lstStyle>
            <a:lvl1pPr marL="0" indent="0">
              <a:buNone/>
              <a:defRPr sz="1800" b="1">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stStyle>
          <a:p>
            <a:pPr lvl="0"/>
            <a:r>
              <a:rPr lang="fr-FR" dirty="0"/>
              <a:t>TITRE</a:t>
            </a:r>
          </a:p>
        </p:txBody>
      </p:sp>
      <p:sp>
        <p:nvSpPr>
          <p:cNvPr id="20" name="Espace réservé du contenu 2"/>
          <p:cNvSpPr>
            <a:spLocks noGrp="1"/>
          </p:cNvSpPr>
          <p:nvPr>
            <p:ph sz="quarter" idx="11"/>
          </p:nvPr>
        </p:nvSpPr>
        <p:spPr>
          <a:xfrm>
            <a:off x="3950821" y="1712900"/>
            <a:ext cx="4992947" cy="4661380"/>
          </a:xfrm>
          <a:prstGeom prst="rect">
            <a:avLst/>
          </a:prstGeo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FR" dirty="0"/>
          </a:p>
        </p:txBody>
      </p:sp>
    </p:spTree>
    <p:extLst>
      <p:ext uri="{BB962C8B-B14F-4D97-AF65-F5344CB8AC3E}">
        <p14:creationId xmlns:p14="http://schemas.microsoft.com/office/powerpoint/2010/main" val="12171120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_Diapositive de titre">
    <p:spTree>
      <p:nvGrpSpPr>
        <p:cNvPr id="1" name=""/>
        <p:cNvGrpSpPr/>
        <p:nvPr/>
      </p:nvGrpSpPr>
      <p:grpSpPr>
        <a:xfrm>
          <a:off x="0" y="0"/>
          <a:ext cx="0" cy="0"/>
          <a:chOff x="0" y="0"/>
          <a:chExt cx="0" cy="0"/>
        </a:xfrm>
      </p:grpSpPr>
      <p:sp>
        <p:nvSpPr>
          <p:cNvPr id="12" name="Rectangle 11"/>
          <p:cNvSpPr/>
          <p:nvPr/>
        </p:nvSpPr>
        <p:spPr>
          <a:xfrm>
            <a:off x="-98227" y="-114300"/>
            <a:ext cx="9242227" cy="6972300"/>
          </a:xfrm>
          <a:prstGeom prst="rect">
            <a:avLst/>
          </a:prstGeom>
          <a:solidFill>
            <a:srgbClr val="4A586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pic>
        <p:nvPicPr>
          <p:cNvPr id="13" name="Image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287371" y="347624"/>
            <a:ext cx="2416859" cy="1228739"/>
          </a:xfrm>
          <a:prstGeom prst="rect">
            <a:avLst/>
          </a:prstGeom>
        </p:spPr>
      </p:pic>
      <p:sp>
        <p:nvSpPr>
          <p:cNvPr id="14" name="Moins 13"/>
          <p:cNvSpPr/>
          <p:nvPr/>
        </p:nvSpPr>
        <p:spPr>
          <a:xfrm>
            <a:off x="3936812" y="1715782"/>
            <a:ext cx="1117974" cy="330200"/>
          </a:xfrm>
          <a:prstGeom prst="mathMinus">
            <a:avLst/>
          </a:prstGeom>
          <a:solidFill>
            <a:srgbClr val="AFCB08"/>
          </a:solidFill>
          <a:ln>
            <a:solidFill>
              <a:srgbClr val="AFCB0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sz="1200"/>
          </a:p>
        </p:txBody>
      </p:sp>
      <p:sp>
        <p:nvSpPr>
          <p:cNvPr id="5" name="Titre 4"/>
          <p:cNvSpPr>
            <a:spLocks noGrp="1"/>
          </p:cNvSpPr>
          <p:nvPr>
            <p:ph type="title"/>
          </p:nvPr>
        </p:nvSpPr>
        <p:spPr>
          <a:xfrm>
            <a:off x="387723" y="3039771"/>
            <a:ext cx="8216153" cy="2824441"/>
          </a:xfrm>
          <a:prstGeom prst="rect">
            <a:avLst/>
          </a:prstGeom>
        </p:spPr>
        <p:txBody>
          <a:bodyPr/>
          <a:lstStyle>
            <a:lvl1pPr algn="ctr">
              <a:defRPr>
                <a:solidFill>
                  <a:schemeClr val="bg1"/>
                </a:solidFill>
              </a:defRPr>
            </a:lvl1pPr>
          </a:lstStyle>
          <a:p>
            <a:r>
              <a:rPr lang="fr-FR"/>
              <a:t>Modifiez le style du titre</a:t>
            </a:r>
            <a:endParaRPr lang="fr-FR" dirty="0"/>
          </a:p>
        </p:txBody>
      </p:sp>
    </p:spTree>
    <p:extLst>
      <p:ext uri="{BB962C8B-B14F-4D97-AF65-F5344CB8AC3E}">
        <p14:creationId xmlns:p14="http://schemas.microsoft.com/office/powerpoint/2010/main" val="283999533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1_Vide">
    <p:spTree>
      <p:nvGrpSpPr>
        <p:cNvPr id="1" name=""/>
        <p:cNvGrpSpPr/>
        <p:nvPr/>
      </p:nvGrpSpPr>
      <p:grpSpPr>
        <a:xfrm>
          <a:off x="0" y="0"/>
          <a:ext cx="0" cy="0"/>
          <a:chOff x="0" y="0"/>
          <a:chExt cx="0" cy="0"/>
        </a:xfrm>
      </p:grpSpPr>
      <p:sp>
        <p:nvSpPr>
          <p:cNvPr id="4" name="Titre 3"/>
          <p:cNvSpPr>
            <a:spLocks noGrp="1"/>
          </p:cNvSpPr>
          <p:nvPr>
            <p:ph type="title"/>
          </p:nvPr>
        </p:nvSpPr>
        <p:spPr>
          <a:xfrm>
            <a:off x="628650" y="365125"/>
            <a:ext cx="7886700" cy="1325563"/>
          </a:xfrm>
          <a:prstGeom prst="rect">
            <a:avLst/>
          </a:prstGeom>
        </p:spPr>
        <p:txBody>
          <a:bodyPr/>
          <a:lstStyle/>
          <a:p>
            <a:r>
              <a:rPr lang="fr-FR"/>
              <a:t>Modifiez le style du titre</a:t>
            </a:r>
          </a:p>
        </p:txBody>
      </p:sp>
    </p:spTree>
    <p:extLst>
      <p:ext uri="{BB962C8B-B14F-4D97-AF65-F5344CB8AC3E}">
        <p14:creationId xmlns:p14="http://schemas.microsoft.com/office/powerpoint/2010/main" val="3867298266"/>
      </p:ext>
    </p:extLst>
  </p:cSld>
  <p:clrMapOvr>
    <a:masterClrMapping/>
  </p:clrMapOvr>
  <p:transition>
    <p:zoom/>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4_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p:cNvSpPr>
            <a:spLocks noGrp="1" noChangeArrowheads="1"/>
          </p:cNvSpPr>
          <p:nvPr>
            <p:ph type="dt" sz="half" idx="10"/>
          </p:nvPr>
        </p:nvSpPr>
        <p:spPr>
          <a:ln/>
        </p:spPr>
        <p:txBody>
          <a:bodyPr/>
          <a:lstStyle>
            <a:lvl1pPr>
              <a:defRPr/>
            </a:lvl1pPr>
          </a:lstStyle>
          <a:p>
            <a:pPr>
              <a:defRPr/>
            </a:pPr>
            <a:endParaRPr lang="fr-FR"/>
          </a:p>
        </p:txBody>
      </p:sp>
      <p:sp>
        <p:nvSpPr>
          <p:cNvPr id="5" name="Rectangle 5"/>
          <p:cNvSpPr>
            <a:spLocks noGrp="1" noChangeArrowheads="1"/>
          </p:cNvSpPr>
          <p:nvPr>
            <p:ph type="ftr" sz="quarter" idx="11"/>
          </p:nvPr>
        </p:nvSpPr>
        <p:spPr>
          <a:ln/>
        </p:spPr>
        <p:txBody>
          <a:bodyPr/>
          <a:lstStyle>
            <a:lvl1pPr>
              <a:defRPr/>
            </a:lvl1pPr>
          </a:lstStyle>
          <a:p>
            <a:pPr>
              <a:defRPr/>
            </a:pPr>
            <a:endParaRPr lang="fr-FR"/>
          </a:p>
        </p:txBody>
      </p:sp>
      <p:sp>
        <p:nvSpPr>
          <p:cNvPr id="6" name="Rectangle 6"/>
          <p:cNvSpPr>
            <a:spLocks noGrp="1" noChangeArrowheads="1"/>
          </p:cNvSpPr>
          <p:nvPr>
            <p:ph type="sldNum" sz="quarter" idx="12"/>
          </p:nvPr>
        </p:nvSpPr>
        <p:spPr>
          <a:ln/>
        </p:spPr>
        <p:txBody>
          <a:bodyPr/>
          <a:lstStyle>
            <a:lvl1pPr>
              <a:defRPr/>
            </a:lvl1pPr>
          </a:lstStyle>
          <a:p>
            <a:fld id="{18AFAF96-6E64-6740-BE1E-E9AEE9D3E387}" type="slidenum">
              <a:rPr lang="fr-FR" altLang="fr-FR" smtClean="0"/>
              <a:pPr/>
              <a:t>‹N°›</a:t>
            </a:fld>
            <a:endParaRPr lang="fr-FR" altLang="fr-FR"/>
          </a:p>
        </p:txBody>
      </p:sp>
    </p:spTree>
    <p:extLst>
      <p:ext uri="{BB962C8B-B14F-4D97-AF65-F5344CB8AC3E}">
        <p14:creationId xmlns:p14="http://schemas.microsoft.com/office/powerpoint/2010/main" val="3718577821"/>
      </p:ext>
    </p:extLst>
  </p:cSld>
  <p:clrMapOvr>
    <a:masterClrMapping/>
  </p:clrMapOvr>
  <p:transition>
    <p:zoom/>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cSld name="1_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Modifiez le style du titre</a:t>
            </a:r>
          </a:p>
        </p:txBody>
      </p:sp>
      <p:sp>
        <p:nvSpPr>
          <p:cNvPr id="3" name="Rectangle 4"/>
          <p:cNvSpPr>
            <a:spLocks noGrp="1" noChangeArrowheads="1"/>
          </p:cNvSpPr>
          <p:nvPr>
            <p:ph type="dt" sz="half" idx="10"/>
          </p:nvPr>
        </p:nvSpPr>
        <p:spPr>
          <a:ln/>
        </p:spPr>
        <p:txBody>
          <a:bodyPr/>
          <a:lstStyle>
            <a:lvl1pPr>
              <a:defRPr/>
            </a:lvl1pPr>
          </a:lstStyle>
          <a:p>
            <a:pPr>
              <a:defRPr/>
            </a:pPr>
            <a:endParaRPr lang="fr-FR"/>
          </a:p>
        </p:txBody>
      </p:sp>
      <p:sp>
        <p:nvSpPr>
          <p:cNvPr id="4" name="Rectangle 5"/>
          <p:cNvSpPr>
            <a:spLocks noGrp="1" noChangeArrowheads="1"/>
          </p:cNvSpPr>
          <p:nvPr>
            <p:ph type="ftr" sz="quarter" idx="11"/>
          </p:nvPr>
        </p:nvSpPr>
        <p:spPr>
          <a:ln/>
        </p:spPr>
        <p:txBody>
          <a:bodyPr/>
          <a:lstStyle>
            <a:lvl1pPr>
              <a:defRPr/>
            </a:lvl1pPr>
          </a:lstStyle>
          <a:p>
            <a:pPr>
              <a:defRPr/>
            </a:pPr>
            <a:endParaRPr lang="fr-FR"/>
          </a:p>
        </p:txBody>
      </p:sp>
      <p:sp>
        <p:nvSpPr>
          <p:cNvPr id="5" name="Rectangle 6"/>
          <p:cNvSpPr>
            <a:spLocks noGrp="1" noChangeArrowheads="1"/>
          </p:cNvSpPr>
          <p:nvPr>
            <p:ph type="sldNum" sz="quarter" idx="12"/>
          </p:nvPr>
        </p:nvSpPr>
        <p:spPr>
          <a:ln/>
        </p:spPr>
        <p:txBody>
          <a:bodyPr/>
          <a:lstStyle>
            <a:lvl1pPr>
              <a:defRPr/>
            </a:lvl1pPr>
          </a:lstStyle>
          <a:p>
            <a:fld id="{70BF0BF4-F8D2-8E4A-85D2-3F6BDF19CF4B}" type="slidenum">
              <a:rPr lang="fr-FR" altLang="fr-FR" smtClean="0"/>
              <a:pPr/>
              <a:t>‹N°›</a:t>
            </a:fld>
            <a:endParaRPr lang="fr-FR" altLang="fr-FR"/>
          </a:p>
        </p:txBody>
      </p:sp>
    </p:spTree>
    <p:extLst>
      <p:ext uri="{BB962C8B-B14F-4D97-AF65-F5344CB8AC3E}">
        <p14:creationId xmlns:p14="http://schemas.microsoft.com/office/powerpoint/2010/main" val="2430448590"/>
      </p:ext>
    </p:extLst>
  </p:cSld>
  <p:clrMapOvr>
    <a:masterClrMapping/>
  </p:clrMapOvr>
  <p:transition>
    <p:zoom/>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7_Titre et contenu">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685800" y="6527800"/>
            <a:ext cx="1905000" cy="177800"/>
          </a:xfrm>
          <a:prstGeom prst="rect">
            <a:avLst/>
          </a:prstGeom>
        </p:spPr>
        <p:txBody>
          <a:bodyPr/>
          <a:lstStyle>
            <a:lvl1pPr>
              <a:defRPr/>
            </a:lvl1pPr>
          </a:lstStyle>
          <a:p>
            <a:pPr>
              <a:defRPr/>
            </a:pPr>
            <a:r>
              <a:rPr lang="fr-FR"/>
              <a:t>8D – July 2011 – Rev. 0</a:t>
            </a:r>
          </a:p>
        </p:txBody>
      </p:sp>
    </p:spTree>
    <p:extLst>
      <p:ext uri="{BB962C8B-B14F-4D97-AF65-F5344CB8AC3E}">
        <p14:creationId xmlns:p14="http://schemas.microsoft.com/office/powerpoint/2010/main" val="297226973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microsoft.com/office/2007/relationships/hdphoto" Target="../media/hdphoto1.wdp"/><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 name="Image 1" descr="bandeau axsens.JPG">
            <a:extLst>
              <a:ext uri="{FF2B5EF4-FFF2-40B4-BE49-F238E27FC236}">
                <a16:creationId xmlns:a16="http://schemas.microsoft.com/office/drawing/2014/main" id="{C5A234BA-3A79-4267-9201-2395D7F59AE0}"/>
              </a:ext>
            </a:extLst>
          </p:cNvPr>
          <p:cNvPicPr>
            <a:picLocks noChangeAspect="1" noChangeArrowheads="1"/>
          </p:cNvPicPr>
          <p:nvPr userDrawn="1"/>
        </p:nvPicPr>
        <p:blipFill>
          <a:blip r:embed="rId32" cstate="print">
            <a:duotone>
              <a:schemeClr val="accent1">
                <a:shade val="45000"/>
                <a:satMod val="135000"/>
              </a:schemeClr>
              <a:prstClr val="white"/>
            </a:duotone>
            <a:extLst>
              <a:ext uri="{BEBA8EAE-BF5A-486C-A8C5-ECC9F3942E4B}">
                <a14:imgProps xmlns:a14="http://schemas.microsoft.com/office/drawing/2010/main">
                  <a14:imgLayer r:embed="rId33">
                    <a14:imgEffect>
                      <a14:artisticPlasticWrap/>
                    </a14:imgEffect>
                  </a14:imgLayer>
                </a14:imgProps>
              </a:ext>
            </a:extLst>
          </a:blip>
          <a:srcRect/>
          <a:stretch>
            <a:fillRect/>
          </a:stretch>
        </p:blipFill>
        <p:spPr bwMode="auto">
          <a:xfrm>
            <a:off x="0" y="6579349"/>
            <a:ext cx="9144000" cy="315036"/>
          </a:xfrm>
          <a:prstGeom prst="rect">
            <a:avLst/>
          </a:prstGeom>
          <a:noFill/>
          <a:ln w="9525">
            <a:noFill/>
            <a:miter lim="800000"/>
            <a:headEnd/>
            <a:tailEnd/>
          </a:ln>
        </p:spPr>
      </p:pic>
    </p:spTree>
    <p:extLst>
      <p:ext uri="{BB962C8B-B14F-4D97-AF65-F5344CB8AC3E}">
        <p14:creationId xmlns:p14="http://schemas.microsoft.com/office/powerpoint/2010/main" val="4008145455"/>
      </p:ext>
    </p:extLst>
  </p:cSld>
  <p:clrMap bg1="lt1" tx1="dk1" bg2="lt2" tx2="dk2" accent1="accent1" accent2="accent2" accent3="accent3" accent4="accent4" accent5="accent5" accent6="accent6" hlink="hlink" folHlink="folHlink"/>
  <p:sldLayoutIdLst>
    <p:sldLayoutId id="2147483886" r:id="rId1"/>
    <p:sldLayoutId id="2147483887" r:id="rId2"/>
    <p:sldLayoutId id="2147483888" r:id="rId3"/>
    <p:sldLayoutId id="2147483889" r:id="rId4"/>
    <p:sldLayoutId id="2147483890" r:id="rId5"/>
    <p:sldLayoutId id="2147483891" r:id="rId6"/>
    <p:sldLayoutId id="2147483892" r:id="rId7"/>
    <p:sldLayoutId id="2147483893" r:id="rId8"/>
    <p:sldLayoutId id="2147483894" r:id="rId9"/>
    <p:sldLayoutId id="2147483895" r:id="rId10"/>
    <p:sldLayoutId id="2147483896" r:id="rId11"/>
    <p:sldLayoutId id="2147483897" r:id="rId12"/>
    <p:sldLayoutId id="2147483898" r:id="rId13"/>
    <p:sldLayoutId id="2147483899" r:id="rId14"/>
    <p:sldLayoutId id="2147483900" r:id="rId15"/>
    <p:sldLayoutId id="2147483901" r:id="rId16"/>
    <p:sldLayoutId id="2147483902" r:id="rId17"/>
    <p:sldLayoutId id="2147483903" r:id="rId18"/>
    <p:sldLayoutId id="2147483904" r:id="rId19"/>
    <p:sldLayoutId id="2147483905" r:id="rId20"/>
    <p:sldLayoutId id="2147483906" r:id="rId21"/>
    <p:sldLayoutId id="2147483907" r:id="rId22"/>
    <p:sldLayoutId id="2147483908" r:id="rId23"/>
    <p:sldLayoutId id="2147483909" r:id="rId24"/>
    <p:sldLayoutId id="2147483910" r:id="rId25"/>
    <p:sldLayoutId id="2147483911" r:id="rId26"/>
    <p:sldLayoutId id="2147483912" r:id="rId27"/>
    <p:sldLayoutId id="2147483913" r:id="rId28"/>
    <p:sldLayoutId id="2147483914" r:id="rId29"/>
    <p:sldLayoutId id="2147483915" r:id="rId30"/>
  </p:sldLayoutIdLst>
  <p:transition>
    <p:zoom/>
  </p:transition>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xml"/><Relationship Id="rId1" Type="http://schemas.openxmlformats.org/officeDocument/2006/relationships/slideLayout" Target="../slideLayouts/slideLayout27.xml"/><Relationship Id="rId4" Type="http://schemas.openxmlformats.org/officeDocument/2006/relationships/image" Target="../media/image31.jpeg"/></Relationships>
</file>

<file path=ppt/slides/_rels/slide3.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xml"/><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9.xml"/><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4.xml"/><Relationship Id="rId1" Type="http://schemas.openxmlformats.org/officeDocument/2006/relationships/slideLayout" Target="../slideLayouts/slideLayout27.xml"/><Relationship Id="rId5" Type="http://schemas.openxmlformats.org/officeDocument/2006/relationships/image" Target="../media/image41.png"/><Relationship Id="rId4" Type="http://schemas.openxmlformats.org/officeDocument/2006/relationships/image" Target="../media/image40.jpeg"/></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notesSlide" Target="../notesSlides/notesSlide15.xml"/><Relationship Id="rId1" Type="http://schemas.openxmlformats.org/officeDocument/2006/relationships/slideLayout" Target="../slideLayouts/slideLayout27.xml"/><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6.xml"/><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17.xml"/><Relationship Id="rId1" Type="http://schemas.openxmlformats.org/officeDocument/2006/relationships/slideLayout" Target="../slideLayouts/slideLayout27.xml"/><Relationship Id="rId4" Type="http://schemas.openxmlformats.org/officeDocument/2006/relationships/image" Target="../media/image42.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7.xml"/></Relationships>
</file>

<file path=ppt/slides/_rels/slide22.xml.rels><?xml version="1.0" encoding="UTF-8" standalone="yes"?>
<Relationships xmlns="http://schemas.openxmlformats.org/package/2006/relationships"><Relationship Id="rId3" Type="http://schemas.openxmlformats.org/officeDocument/2006/relationships/image" Target="../media/image44.emf"/><Relationship Id="rId2" Type="http://schemas.openxmlformats.org/officeDocument/2006/relationships/notesSlide" Target="../notesSlides/notesSlide20.xml"/><Relationship Id="rId1" Type="http://schemas.openxmlformats.org/officeDocument/2006/relationships/slideLayout" Target="../slideLayouts/slideLayout27.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21.xml"/><Relationship Id="rId1" Type="http://schemas.openxmlformats.org/officeDocument/2006/relationships/slideLayout" Target="../slideLayouts/slideLayout27.xml"/><Relationship Id="rId6" Type="http://schemas.openxmlformats.org/officeDocument/2006/relationships/image" Target="../media/image47.jpeg"/><Relationship Id="rId5" Type="http://schemas.openxmlformats.org/officeDocument/2006/relationships/image" Target="../media/image46.png"/><Relationship Id="rId4" Type="http://schemas.openxmlformats.org/officeDocument/2006/relationships/image" Target="../media/image45.wmf"/></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7.xml"/></Relationships>
</file>

<file path=ppt/slides/_rels/slide26.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24.xml"/><Relationship Id="rId1" Type="http://schemas.openxmlformats.org/officeDocument/2006/relationships/slideLayout" Target="../slideLayouts/slideLayout2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7.xml"/></Relationships>
</file>

<file path=ppt/slides/_rels/slide2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0.xml"/></Relationships>
</file>

<file path=ppt/slides/_rels/slide3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7.xml"/><Relationship Id="rId1" Type="http://schemas.openxmlformats.org/officeDocument/2006/relationships/slideLayout" Target="../slideLayouts/slideLayout27.xml"/></Relationships>
</file>

<file path=ppt/slides/_rels/slide3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8.xml"/><Relationship Id="rId1" Type="http://schemas.openxmlformats.org/officeDocument/2006/relationships/slideLayout" Target="../slideLayouts/slideLayout27.xml"/></Relationships>
</file>

<file path=ppt/slides/_rels/slide3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9.xml"/><Relationship Id="rId1" Type="http://schemas.openxmlformats.org/officeDocument/2006/relationships/slideLayout" Target="../slideLayouts/slideLayout27.xml"/></Relationships>
</file>

<file path=ppt/slides/_rels/slide33.xml.rels><?xml version="1.0" encoding="UTF-8" standalone="yes"?>
<Relationships xmlns="http://schemas.openxmlformats.org/package/2006/relationships"><Relationship Id="rId8" Type="http://schemas.openxmlformats.org/officeDocument/2006/relationships/image" Target="../media/image58.jpeg"/><Relationship Id="rId3" Type="http://schemas.openxmlformats.org/officeDocument/2006/relationships/image" Target="../media/image53.jpeg"/><Relationship Id="rId7" Type="http://schemas.openxmlformats.org/officeDocument/2006/relationships/image" Target="../media/image57.jpeg"/><Relationship Id="rId2" Type="http://schemas.openxmlformats.org/officeDocument/2006/relationships/notesSlide" Target="../notesSlides/notesSlide30.xml"/><Relationship Id="rId1" Type="http://schemas.openxmlformats.org/officeDocument/2006/relationships/slideLayout" Target="../slideLayouts/slideLayout27.xml"/><Relationship Id="rId6" Type="http://schemas.openxmlformats.org/officeDocument/2006/relationships/image" Target="../media/image56.jpeg"/><Relationship Id="rId5" Type="http://schemas.openxmlformats.org/officeDocument/2006/relationships/image" Target="../media/image55.jpeg"/><Relationship Id="rId4" Type="http://schemas.openxmlformats.org/officeDocument/2006/relationships/image" Target="../media/image54.jpeg"/><Relationship Id="rId9" Type="http://schemas.openxmlformats.org/officeDocument/2006/relationships/image" Target="../media/image59.jpe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7.xml"/></Relationships>
</file>

<file path=ppt/slides/_rels/slide35.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32.xml"/><Relationship Id="rId1" Type="http://schemas.openxmlformats.org/officeDocument/2006/relationships/slideLayout" Target="../slideLayouts/slideLayout27.xml"/><Relationship Id="rId4" Type="http://schemas.openxmlformats.org/officeDocument/2006/relationships/image" Target="../media/image6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0.bin"/><Relationship Id="rId7" Type="http://schemas.openxmlformats.org/officeDocument/2006/relationships/image" Target="../media/image64.jpeg"/><Relationship Id="rId2" Type="http://schemas.openxmlformats.org/officeDocument/2006/relationships/notesSlide" Target="../notesSlides/notesSlide33.xml"/><Relationship Id="rId1" Type="http://schemas.openxmlformats.org/officeDocument/2006/relationships/slideLayout" Target="../slideLayouts/slideLayout27.xml"/><Relationship Id="rId6" Type="http://schemas.openxmlformats.org/officeDocument/2006/relationships/image" Target="../media/image63.wmf"/><Relationship Id="rId5" Type="http://schemas.openxmlformats.org/officeDocument/2006/relationships/oleObject" Target="../embeddings/oleObject11.bin"/><Relationship Id="rId4" Type="http://schemas.openxmlformats.org/officeDocument/2006/relationships/image" Target="../media/image62.wmf"/></Relationships>
</file>

<file path=ppt/slides/_rels/slide38.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34.xml"/><Relationship Id="rId1" Type="http://schemas.openxmlformats.org/officeDocument/2006/relationships/slideLayout" Target="../slideLayouts/slideLayout30.xml"/></Relationships>
</file>

<file path=ppt/slides/_rels/slide39.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35.xml"/><Relationship Id="rId1" Type="http://schemas.openxmlformats.org/officeDocument/2006/relationships/slideLayout" Target="../slideLayouts/slideLayout30.xml"/></Relationships>
</file>

<file path=ppt/slides/_rels/slide40.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36.xml"/><Relationship Id="rId1" Type="http://schemas.openxmlformats.org/officeDocument/2006/relationships/slideLayout" Target="../slideLayouts/slideLayout27.xml"/><Relationship Id="rId4" Type="http://schemas.openxmlformats.org/officeDocument/2006/relationships/image" Target="../media/image67.png"/></Relationships>
</file>

<file path=ppt/slides/_rels/slide41.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7.x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37.xml"/><Relationship Id="rId1" Type="http://schemas.openxmlformats.org/officeDocument/2006/relationships/slideLayout" Target="../slideLayouts/slideLayout27.xml"/><Relationship Id="rId6" Type="http://schemas.openxmlformats.org/officeDocument/2006/relationships/image" Target="../media/image47.jpeg"/><Relationship Id="rId5" Type="http://schemas.openxmlformats.org/officeDocument/2006/relationships/image" Target="../media/image46.png"/><Relationship Id="rId4" Type="http://schemas.openxmlformats.org/officeDocument/2006/relationships/image" Target="../media/image45.wmf"/></Relationships>
</file>

<file path=ppt/slides/_rels/slide43.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38.xml"/><Relationship Id="rId1" Type="http://schemas.openxmlformats.org/officeDocument/2006/relationships/slideLayout" Target="../slideLayouts/slideLayout27.xml"/></Relationships>
</file>

<file path=ppt/slides/_rels/slide44.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39.xml"/><Relationship Id="rId1" Type="http://schemas.openxmlformats.org/officeDocument/2006/relationships/slideLayout" Target="../slideLayouts/slideLayout30.xml"/><Relationship Id="rId5" Type="http://schemas.openxmlformats.org/officeDocument/2006/relationships/image" Target="../media/image72.jpeg"/><Relationship Id="rId4" Type="http://schemas.openxmlformats.org/officeDocument/2006/relationships/image" Target="../media/image71.jpeg"/></Relationships>
</file>

<file path=ppt/slides/_rels/slide45.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40.xml"/><Relationship Id="rId1" Type="http://schemas.openxmlformats.org/officeDocument/2006/relationships/slideLayout" Target="../slideLayouts/slideLayout29.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notesSlide" Target="../notesSlides/notesSlide41.xml"/><Relationship Id="rId1" Type="http://schemas.openxmlformats.org/officeDocument/2006/relationships/slideLayout" Target="../slideLayouts/slideLayout27.xml"/><Relationship Id="rId6" Type="http://schemas.openxmlformats.org/officeDocument/2006/relationships/image" Target="../media/image47.jpeg"/><Relationship Id="rId5" Type="http://schemas.openxmlformats.org/officeDocument/2006/relationships/image" Target="../media/image46.png"/><Relationship Id="rId4" Type="http://schemas.openxmlformats.org/officeDocument/2006/relationships/image" Target="../media/image45.wmf"/></Relationships>
</file>

<file path=ppt/slides/_rels/slide4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42.xml"/><Relationship Id="rId1" Type="http://schemas.openxmlformats.org/officeDocument/2006/relationships/slideLayout" Target="../slideLayouts/slideLayout27.xml"/></Relationships>
</file>

<file path=ppt/slides/_rels/slide48.xml.rels><?xml version="1.0" encoding="UTF-8" standalone="yes"?>
<Relationships xmlns="http://schemas.openxmlformats.org/package/2006/relationships"><Relationship Id="rId3" Type="http://schemas.openxmlformats.org/officeDocument/2006/relationships/hyperlink" Target="http://www.santepratique.fr/ressources/gallery/saignement.jpg" TargetMode="External"/><Relationship Id="rId2" Type="http://schemas.openxmlformats.org/officeDocument/2006/relationships/notesSlide" Target="../notesSlides/notesSlide43.xml"/><Relationship Id="rId1" Type="http://schemas.openxmlformats.org/officeDocument/2006/relationships/slideLayout" Target="../slideLayouts/slideLayout28.xml"/><Relationship Id="rId4" Type="http://schemas.openxmlformats.org/officeDocument/2006/relationships/image" Target="../media/image75.jpeg"/></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44.xml"/><Relationship Id="rId1" Type="http://schemas.openxmlformats.org/officeDocument/2006/relationships/slideLayout" Target="../slideLayouts/slideLayout27.xml"/><Relationship Id="rId6" Type="http://schemas.openxmlformats.org/officeDocument/2006/relationships/image" Target="../media/image47.jpeg"/><Relationship Id="rId5" Type="http://schemas.openxmlformats.org/officeDocument/2006/relationships/image" Target="../media/image46.png"/><Relationship Id="rId4" Type="http://schemas.openxmlformats.org/officeDocument/2006/relationships/image" Target="../media/image45.wmf"/></Relationships>
</file>

<file path=ppt/slides/_rels/slide50.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45.xml"/><Relationship Id="rId1" Type="http://schemas.openxmlformats.org/officeDocument/2006/relationships/slideLayout" Target="../slideLayouts/slideLayout27.xml"/><Relationship Id="rId4" Type="http://schemas.openxmlformats.org/officeDocument/2006/relationships/image" Target="../media/image76.jpeg"/></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46.xml"/><Relationship Id="rId1" Type="http://schemas.openxmlformats.org/officeDocument/2006/relationships/slideLayout" Target="../slideLayouts/slideLayout27.xml"/><Relationship Id="rId6" Type="http://schemas.openxmlformats.org/officeDocument/2006/relationships/image" Target="../media/image79.jpeg"/><Relationship Id="rId5" Type="http://schemas.openxmlformats.org/officeDocument/2006/relationships/image" Target="../media/image78.jpeg"/><Relationship Id="rId4" Type="http://schemas.openxmlformats.org/officeDocument/2006/relationships/image" Target="../media/image77.wmf"/></Relationships>
</file>

<file path=ppt/slides/_rels/slide52.xml.rels><?xml version="1.0" encoding="UTF-8" standalone="yes"?>
<Relationships xmlns="http://schemas.openxmlformats.org/package/2006/relationships"><Relationship Id="rId3" Type="http://schemas.openxmlformats.org/officeDocument/2006/relationships/slideLayout" Target="../slideLayouts/slideLayout28.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80.jpeg"/><Relationship Id="rId5" Type="http://schemas.openxmlformats.org/officeDocument/2006/relationships/image" Target="../media/image79.jpeg"/><Relationship Id="rId4" Type="http://schemas.openxmlformats.org/officeDocument/2006/relationships/notesSlide" Target="../notesSlides/notesSlide47.xml"/></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16.bin"/><Relationship Id="rId7" Type="http://schemas.openxmlformats.org/officeDocument/2006/relationships/image" Target="../media/image81.png"/><Relationship Id="rId2" Type="http://schemas.openxmlformats.org/officeDocument/2006/relationships/notesSlide" Target="../notesSlides/notesSlide48.xml"/><Relationship Id="rId1" Type="http://schemas.openxmlformats.org/officeDocument/2006/relationships/slideLayout" Target="../slideLayouts/slideLayout27.xml"/><Relationship Id="rId6" Type="http://schemas.openxmlformats.org/officeDocument/2006/relationships/image" Target="../media/image79.jpeg"/><Relationship Id="rId5" Type="http://schemas.openxmlformats.org/officeDocument/2006/relationships/image" Target="../media/image55.jpeg"/><Relationship Id="rId4" Type="http://schemas.openxmlformats.org/officeDocument/2006/relationships/image" Target="../media/image77.wmf"/></Relationships>
</file>

<file path=ppt/slides/_rels/slide54.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49.xml"/><Relationship Id="rId1" Type="http://schemas.openxmlformats.org/officeDocument/2006/relationships/slideLayout" Target="../slideLayouts/slideLayout27.xml"/></Relationships>
</file>

<file path=ppt/slides/_rels/slide55.xml.rels><?xml version="1.0" encoding="UTF-8" standalone="yes"?>
<Relationships xmlns="http://schemas.openxmlformats.org/package/2006/relationships"><Relationship Id="rId3" Type="http://schemas.openxmlformats.org/officeDocument/2006/relationships/hyperlink" Target="https://www.youtube.com/watch?v=IGQmdoK_ZfY" TargetMode="External"/><Relationship Id="rId2" Type="http://schemas.openxmlformats.org/officeDocument/2006/relationships/image" Target="../media/image82.png"/><Relationship Id="rId1" Type="http://schemas.openxmlformats.org/officeDocument/2006/relationships/slideLayout" Target="../slideLayouts/slideLayout27.xml"/></Relationships>
</file>

<file path=ppt/slides/_rels/slide5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50.xml"/><Relationship Id="rId1" Type="http://schemas.openxmlformats.org/officeDocument/2006/relationships/slideLayout" Target="../slideLayouts/slideLayout27.xml"/></Relationships>
</file>

<file path=ppt/slides/_rels/slide5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27.xml"/></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notesSlide" Target="../notesSlides/notesSlide51.xml"/><Relationship Id="rId1" Type="http://schemas.openxmlformats.org/officeDocument/2006/relationships/slideLayout" Target="../slideLayouts/slideLayout27.xml"/><Relationship Id="rId6" Type="http://schemas.openxmlformats.org/officeDocument/2006/relationships/image" Target="../media/image47.jpeg"/><Relationship Id="rId5" Type="http://schemas.openxmlformats.org/officeDocument/2006/relationships/image" Target="../media/image46.png"/><Relationship Id="rId4" Type="http://schemas.openxmlformats.org/officeDocument/2006/relationships/image" Target="../media/image45.wmf"/></Relationships>
</file>

<file path=ppt/slides/_rels/slide59.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2.xml"/><Relationship Id="rId1" Type="http://schemas.openxmlformats.org/officeDocument/2006/relationships/slideLayout" Target="../slideLayouts/slideLayout27.xml"/><Relationship Id="rId4" Type="http://schemas.openxmlformats.org/officeDocument/2006/relationships/image" Target="../media/image85.png"/></Relationships>
</file>

<file path=ppt/slides/_rels/slide60.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3.xml"/><Relationship Id="rId1" Type="http://schemas.openxmlformats.org/officeDocument/2006/relationships/slideLayout" Target="../slideLayouts/slideLayout27.xml"/><Relationship Id="rId4" Type="http://schemas.openxmlformats.org/officeDocument/2006/relationships/image" Target="../media/image85.png"/></Relationships>
</file>

<file path=ppt/slides/_rels/slide61.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4.xml"/><Relationship Id="rId1" Type="http://schemas.openxmlformats.org/officeDocument/2006/relationships/slideLayout" Target="../slideLayouts/slideLayout27.xml"/><Relationship Id="rId4" Type="http://schemas.openxmlformats.org/officeDocument/2006/relationships/image" Target="../media/image85.png"/></Relationships>
</file>

<file path=ppt/slides/_rels/slide6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5.xml"/><Relationship Id="rId1" Type="http://schemas.openxmlformats.org/officeDocument/2006/relationships/slideLayout" Target="../slideLayouts/slideLayout30.xml"/><Relationship Id="rId4" Type="http://schemas.openxmlformats.org/officeDocument/2006/relationships/image" Target="../media/image85.png"/></Relationships>
</file>

<file path=ppt/slides/_rels/slide63.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6.xml"/><Relationship Id="rId1" Type="http://schemas.openxmlformats.org/officeDocument/2006/relationships/slideLayout" Target="../slideLayouts/slideLayout30.xml"/><Relationship Id="rId4" Type="http://schemas.openxmlformats.org/officeDocument/2006/relationships/image" Target="../media/image85.png"/></Relationships>
</file>

<file path=ppt/slides/_rels/slide6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57.xml"/><Relationship Id="rId1" Type="http://schemas.openxmlformats.org/officeDocument/2006/relationships/slideLayout" Target="../slideLayouts/slideLayout27.xml"/><Relationship Id="rId6" Type="http://schemas.openxmlformats.org/officeDocument/2006/relationships/image" Target="../media/image85.png"/><Relationship Id="rId5" Type="http://schemas.openxmlformats.org/officeDocument/2006/relationships/image" Target="../media/image55.jpeg"/><Relationship Id="rId4" Type="http://schemas.openxmlformats.org/officeDocument/2006/relationships/image" Target="../media/image87.emf"/></Relationships>
</file>

<file path=ppt/slides/_rels/slide65.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58.xml"/><Relationship Id="rId1" Type="http://schemas.openxmlformats.org/officeDocument/2006/relationships/slideLayout" Target="../slideLayouts/slideLayout27.xml"/></Relationships>
</file>

<file path=ppt/slides/_rels/slide6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59.xml"/><Relationship Id="rId1" Type="http://schemas.openxmlformats.org/officeDocument/2006/relationships/slideLayout" Target="../slideLayouts/slideLayout27.xml"/></Relationships>
</file>

<file path=ppt/slides/_rels/slide67.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60.xml"/><Relationship Id="rId1" Type="http://schemas.openxmlformats.org/officeDocument/2006/relationships/slideLayout" Target="../slideLayouts/slideLayout27.xml"/><Relationship Id="rId4" Type="http://schemas.openxmlformats.org/officeDocument/2006/relationships/image" Target="../media/image55.jpeg"/></Relationships>
</file>

<file path=ppt/slides/_rels/slide6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61.xml"/><Relationship Id="rId1" Type="http://schemas.openxmlformats.org/officeDocument/2006/relationships/slideLayout" Target="../slideLayouts/slideLayout27.xml"/><Relationship Id="rId4" Type="http://schemas.openxmlformats.org/officeDocument/2006/relationships/image" Target="../media/image88.png"/></Relationships>
</file>

<file path=ppt/slides/_rels/slide69.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7.xml"/></Relationships>
</file>

<file path=ppt/slides/_rels/slide7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7.xml"/></Relationships>
</file>

<file path=ppt/slides/_rels/slide71.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7.xml"/></Relationships>
</file>

<file path=ppt/slides/_rels/slide72.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7.xml"/></Relationships>
</file>

<file path=ppt/slides/_rels/slide73.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27.xml"/></Relationships>
</file>

<file path=ppt/slides/_rels/slide74.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7.xml"/></Relationships>
</file>

<file path=ppt/slides/_rels/slide75.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77.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7.xml"/></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notesSlide" Target="../notesSlides/notesSlide62.xml"/><Relationship Id="rId1" Type="http://schemas.openxmlformats.org/officeDocument/2006/relationships/slideLayout" Target="../slideLayouts/slideLayout27.xml"/><Relationship Id="rId4" Type="http://schemas.openxmlformats.org/officeDocument/2006/relationships/image" Target="../media/image77.wmf"/></Relationships>
</file>

<file path=ppt/slides/_rels/slide79.xml.rels><?xml version="1.0" encoding="UTF-8" standalone="yes"?>
<Relationships xmlns="http://schemas.openxmlformats.org/package/2006/relationships"><Relationship Id="rId3" Type="http://schemas.openxmlformats.org/officeDocument/2006/relationships/image" Target="../media/image97.wmf"/><Relationship Id="rId2" Type="http://schemas.openxmlformats.org/officeDocument/2006/relationships/notesSlide" Target="../notesSlides/notesSlide63.xml"/><Relationship Id="rId1" Type="http://schemas.openxmlformats.org/officeDocument/2006/relationships/slideLayout" Target="../slideLayouts/slideLayout29.xml"/><Relationship Id="rId6" Type="http://schemas.openxmlformats.org/officeDocument/2006/relationships/image" Target="../media/image55.jpeg"/><Relationship Id="rId5" Type="http://schemas.openxmlformats.org/officeDocument/2006/relationships/image" Target="../media/image99.wmf"/><Relationship Id="rId4" Type="http://schemas.openxmlformats.org/officeDocument/2006/relationships/image" Target="../media/image98.wmf"/></Relationships>
</file>

<file path=ppt/slides/_rels/slide80.xml.rels><?xml version="1.0" encoding="UTF-8" standalone="yes"?>
<Relationships xmlns="http://schemas.openxmlformats.org/package/2006/relationships"><Relationship Id="rId3" Type="http://schemas.openxmlformats.org/officeDocument/2006/relationships/image" Target="../media/image100.wmf"/><Relationship Id="rId2" Type="http://schemas.openxmlformats.org/officeDocument/2006/relationships/notesSlide" Target="../notesSlides/notesSlide64.xml"/><Relationship Id="rId1" Type="http://schemas.openxmlformats.org/officeDocument/2006/relationships/slideLayout" Target="../slideLayouts/slideLayout29.xml"/><Relationship Id="rId4" Type="http://schemas.openxmlformats.org/officeDocument/2006/relationships/image" Target="../media/image101.wmf"/></Relationships>
</file>

<file path=ppt/slides/_rels/slide81.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65.xml"/><Relationship Id="rId1" Type="http://schemas.openxmlformats.org/officeDocument/2006/relationships/slideLayout" Target="../slideLayouts/slideLayout27.xml"/></Relationships>
</file>

<file path=ppt/slides/_rels/slide82.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notesSlide" Target="../notesSlides/notesSlide66.xml"/><Relationship Id="rId1" Type="http://schemas.openxmlformats.org/officeDocument/2006/relationships/slideLayout" Target="../slideLayouts/slideLayout27.xml"/><Relationship Id="rId6" Type="http://schemas.openxmlformats.org/officeDocument/2006/relationships/image" Target="../media/image102.jpeg"/><Relationship Id="rId5" Type="http://schemas.openxmlformats.org/officeDocument/2006/relationships/image" Target="../media/image55.jpeg"/><Relationship Id="rId4" Type="http://schemas.openxmlformats.org/officeDocument/2006/relationships/image" Target="../media/image77.wmf"/></Relationships>
</file>

<file path=ppt/slides/_rels/slide83.xml.rels><?xml version="1.0" encoding="UTF-8" standalone="yes"?>
<Relationships xmlns="http://schemas.openxmlformats.org/package/2006/relationships"><Relationship Id="rId8" Type="http://schemas.openxmlformats.org/officeDocument/2006/relationships/oleObject" Target="../embeddings/oleObject24.bin"/><Relationship Id="rId13" Type="http://schemas.openxmlformats.org/officeDocument/2006/relationships/image" Target="../media/image77.wmf"/><Relationship Id="rId3" Type="http://schemas.openxmlformats.org/officeDocument/2006/relationships/image" Target="../media/image55.jpeg"/><Relationship Id="rId7" Type="http://schemas.openxmlformats.org/officeDocument/2006/relationships/image" Target="../media/image104.wmf"/><Relationship Id="rId12" Type="http://schemas.openxmlformats.org/officeDocument/2006/relationships/oleObject" Target="../embeddings/oleObject26.bin"/><Relationship Id="rId2" Type="http://schemas.openxmlformats.org/officeDocument/2006/relationships/notesSlide" Target="../notesSlides/notesSlide67.xml"/><Relationship Id="rId1" Type="http://schemas.openxmlformats.org/officeDocument/2006/relationships/slideLayout" Target="../slideLayouts/slideLayout27.xml"/><Relationship Id="rId6" Type="http://schemas.openxmlformats.org/officeDocument/2006/relationships/oleObject" Target="../embeddings/oleObject23.bin"/><Relationship Id="rId11" Type="http://schemas.openxmlformats.org/officeDocument/2006/relationships/image" Target="../media/image106.png"/><Relationship Id="rId5" Type="http://schemas.openxmlformats.org/officeDocument/2006/relationships/image" Target="../media/image103.wmf"/><Relationship Id="rId10" Type="http://schemas.openxmlformats.org/officeDocument/2006/relationships/oleObject" Target="../embeddings/oleObject25.bin"/><Relationship Id="rId4" Type="http://schemas.openxmlformats.org/officeDocument/2006/relationships/oleObject" Target="../embeddings/oleObject22.bin"/><Relationship Id="rId9" Type="http://schemas.openxmlformats.org/officeDocument/2006/relationships/image" Target="../media/image105.wmf"/></Relationships>
</file>

<file path=ppt/slides/_rels/slide84.xml.rels><?xml version="1.0" encoding="UTF-8" standalone="yes"?>
<Relationships xmlns="http://schemas.openxmlformats.org/package/2006/relationships"><Relationship Id="rId3" Type="http://schemas.openxmlformats.org/officeDocument/2006/relationships/image" Target="../media/image55.jpeg"/><Relationship Id="rId7" Type="http://schemas.openxmlformats.org/officeDocument/2006/relationships/image" Target="../media/image107.emf"/><Relationship Id="rId2" Type="http://schemas.openxmlformats.org/officeDocument/2006/relationships/notesSlide" Target="../notesSlides/notesSlide68.xml"/><Relationship Id="rId1" Type="http://schemas.openxmlformats.org/officeDocument/2006/relationships/slideLayout" Target="../slideLayouts/slideLayout27.xml"/><Relationship Id="rId6" Type="http://schemas.openxmlformats.org/officeDocument/2006/relationships/oleObject" Target="../embeddings/oleObject28.bin"/><Relationship Id="rId5" Type="http://schemas.openxmlformats.org/officeDocument/2006/relationships/image" Target="../media/image77.wmf"/><Relationship Id="rId4" Type="http://schemas.openxmlformats.org/officeDocument/2006/relationships/oleObject" Target="../embeddings/oleObject27.bin"/></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7.xml"/></Relationships>
</file>

<file path=ppt/slides/_rels/slide86.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notesSlide" Target="../notesSlides/notesSlide70.xml"/><Relationship Id="rId1" Type="http://schemas.openxmlformats.org/officeDocument/2006/relationships/slideLayout" Target="../slideLayouts/slideLayout27.xml"/><Relationship Id="rId6" Type="http://schemas.openxmlformats.org/officeDocument/2006/relationships/image" Target="../media/image47.jpeg"/><Relationship Id="rId5" Type="http://schemas.openxmlformats.org/officeDocument/2006/relationships/image" Target="../media/image46.png"/><Relationship Id="rId4" Type="http://schemas.openxmlformats.org/officeDocument/2006/relationships/image" Target="../media/image45.wmf"/></Relationships>
</file>

<file path=ppt/slides/_rels/slide87.xml.rels><?xml version="1.0" encoding="UTF-8" standalone="yes"?>
<Relationships xmlns="http://schemas.openxmlformats.org/package/2006/relationships"><Relationship Id="rId8" Type="http://schemas.openxmlformats.org/officeDocument/2006/relationships/image" Target="../media/image111.jpeg"/><Relationship Id="rId3" Type="http://schemas.openxmlformats.org/officeDocument/2006/relationships/image" Target="../media/image108.jpeg"/><Relationship Id="rId7" Type="http://schemas.openxmlformats.org/officeDocument/2006/relationships/image" Target="../media/image110.jpeg"/><Relationship Id="rId2" Type="http://schemas.openxmlformats.org/officeDocument/2006/relationships/notesSlide" Target="../notesSlides/notesSlide71.xml"/><Relationship Id="rId1" Type="http://schemas.openxmlformats.org/officeDocument/2006/relationships/slideLayout" Target="../slideLayouts/slideLayout27.xml"/><Relationship Id="rId6" Type="http://schemas.openxmlformats.org/officeDocument/2006/relationships/image" Target="../media/image109.wmf"/><Relationship Id="rId5" Type="http://schemas.openxmlformats.org/officeDocument/2006/relationships/oleObject" Target="../embeddings/oleObject30.bin"/><Relationship Id="rId10" Type="http://schemas.openxmlformats.org/officeDocument/2006/relationships/image" Target="../media/image77.wmf"/><Relationship Id="rId4" Type="http://schemas.openxmlformats.org/officeDocument/2006/relationships/image" Target="../media/image55.jpeg"/><Relationship Id="rId9" Type="http://schemas.openxmlformats.org/officeDocument/2006/relationships/oleObject" Target="../embeddings/oleObject31.bin"/></Relationships>
</file>

<file path=ppt/slides/_rels/slide88.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notesSlide" Target="../notesSlides/notesSlide72.xml"/><Relationship Id="rId1" Type="http://schemas.openxmlformats.org/officeDocument/2006/relationships/slideLayout" Target="../slideLayouts/slideLayout27.xml"/><Relationship Id="rId6" Type="http://schemas.openxmlformats.org/officeDocument/2006/relationships/image" Target="../media/image47.jpeg"/><Relationship Id="rId5" Type="http://schemas.openxmlformats.org/officeDocument/2006/relationships/image" Target="../media/image46.png"/><Relationship Id="rId4" Type="http://schemas.openxmlformats.org/officeDocument/2006/relationships/image" Target="../media/image45.wmf"/></Relationships>
</file>

<file path=ppt/slides/_rels/slide89.xml.rels><?xml version="1.0" encoding="UTF-8" standalone="yes"?>
<Relationships xmlns="http://schemas.openxmlformats.org/package/2006/relationships"><Relationship Id="rId3" Type="http://schemas.openxmlformats.org/officeDocument/2006/relationships/image" Target="../media/image55.jpeg"/><Relationship Id="rId7" Type="http://schemas.openxmlformats.org/officeDocument/2006/relationships/image" Target="../media/image112.jpeg"/><Relationship Id="rId2" Type="http://schemas.openxmlformats.org/officeDocument/2006/relationships/notesSlide" Target="../notesSlides/notesSlide73.xml"/><Relationship Id="rId1" Type="http://schemas.openxmlformats.org/officeDocument/2006/relationships/slideLayout" Target="../slideLayouts/slideLayout27.xml"/><Relationship Id="rId6" Type="http://schemas.openxmlformats.org/officeDocument/2006/relationships/image" Target="../media/image111.jpeg"/><Relationship Id="rId5" Type="http://schemas.openxmlformats.org/officeDocument/2006/relationships/image" Target="../media/image77.wmf"/><Relationship Id="rId4" Type="http://schemas.openxmlformats.org/officeDocument/2006/relationships/oleObject" Target="../embeddings/oleObject33.bin"/></Relationships>
</file>

<file path=ppt/slides/_rels/slide90.xml.rels><?xml version="1.0" encoding="UTF-8" standalone="yes"?>
<Relationships xmlns="http://schemas.openxmlformats.org/package/2006/relationships"><Relationship Id="rId3" Type="http://schemas.openxmlformats.org/officeDocument/2006/relationships/image" Target="../media/image113.emf"/><Relationship Id="rId2" Type="http://schemas.openxmlformats.org/officeDocument/2006/relationships/notesSlide" Target="../notesSlides/notesSlide74.xml"/><Relationship Id="rId1" Type="http://schemas.openxmlformats.org/officeDocument/2006/relationships/slideLayout" Target="../slideLayouts/slideLayout27.xml"/><Relationship Id="rId5" Type="http://schemas.openxmlformats.org/officeDocument/2006/relationships/image" Target="../media/image55.jpeg"/><Relationship Id="rId4" Type="http://schemas.openxmlformats.org/officeDocument/2006/relationships/image" Target="../media/image114.jpeg"/></Relationships>
</file>

<file path=ppt/slides/_rels/slide91.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notesSlide" Target="../notesSlides/notesSlide75.xml"/><Relationship Id="rId1" Type="http://schemas.openxmlformats.org/officeDocument/2006/relationships/slideLayout" Target="../slideLayouts/slideLayout27.xml"/><Relationship Id="rId6" Type="http://schemas.openxmlformats.org/officeDocument/2006/relationships/image" Target="../media/image47.jpeg"/><Relationship Id="rId5" Type="http://schemas.openxmlformats.org/officeDocument/2006/relationships/image" Target="../media/image46.png"/><Relationship Id="rId4" Type="http://schemas.openxmlformats.org/officeDocument/2006/relationships/image" Target="../media/image45.wmf"/></Relationships>
</file>

<file path=ppt/slides/_rels/slide92.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diagramData" Target="../diagrams/data3.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17" Type="http://schemas.microsoft.com/office/2007/relationships/diagramDrawing" Target="../diagrams/drawing3.xml"/><Relationship Id="rId2" Type="http://schemas.openxmlformats.org/officeDocument/2006/relationships/notesSlide" Target="../notesSlides/notesSlide76.xml"/><Relationship Id="rId16" Type="http://schemas.openxmlformats.org/officeDocument/2006/relationships/diagramColors" Target="../diagrams/colors3.xml"/><Relationship Id="rId1" Type="http://schemas.openxmlformats.org/officeDocument/2006/relationships/slideLayout" Target="../slideLayouts/slideLayout27.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5" Type="http://schemas.openxmlformats.org/officeDocument/2006/relationships/diagramQuickStyle" Target="../diagrams/quickStyle3.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 Id="rId14" Type="http://schemas.openxmlformats.org/officeDocument/2006/relationships/diagramLayout" Target="../diagrams/layout3.xml"/></Relationships>
</file>

<file path=ppt/slides/_rels/slide93.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77.xml"/><Relationship Id="rId1" Type="http://schemas.openxmlformats.org/officeDocument/2006/relationships/slideLayout" Target="../slideLayouts/slideLayout27.xml"/></Relationships>
</file>

<file path=ppt/slides/_rels/slide94.xml.rels><?xml version="1.0" encoding="UTF-8" standalone="yes"?>
<Relationships xmlns="http://schemas.openxmlformats.org/package/2006/relationships"><Relationship Id="rId3" Type="http://schemas.openxmlformats.org/officeDocument/2006/relationships/oleObject" Target="../embeddings/oleObject35.bin"/><Relationship Id="rId2" Type="http://schemas.openxmlformats.org/officeDocument/2006/relationships/notesSlide" Target="../notesSlides/notesSlide78.xml"/><Relationship Id="rId1" Type="http://schemas.openxmlformats.org/officeDocument/2006/relationships/slideLayout" Target="../slideLayouts/slideLayout28.xml"/><Relationship Id="rId4" Type="http://schemas.openxmlformats.org/officeDocument/2006/relationships/image" Target="../media/image116.wmf"/></Relationships>
</file>

<file path=ppt/slides/_rels/slide95.xml.rels><?xml version="1.0" encoding="UTF-8" standalone="yes"?>
<Relationships xmlns="http://schemas.openxmlformats.org/package/2006/relationships"><Relationship Id="rId3" Type="http://schemas.openxmlformats.org/officeDocument/2006/relationships/image" Target="../media/image117.jpeg"/><Relationship Id="rId2" Type="http://schemas.openxmlformats.org/officeDocument/2006/relationships/notesSlide" Target="../notesSlides/notesSlide79.xml"/><Relationship Id="rId1" Type="http://schemas.openxmlformats.org/officeDocument/2006/relationships/slideLayout" Target="../slideLayouts/slideLayout27.xml"/></Relationships>
</file>

<file path=ppt/slides/_rels/slide9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80.xml"/><Relationship Id="rId1" Type="http://schemas.openxmlformats.org/officeDocument/2006/relationships/slideLayout" Target="../slideLayouts/slideLayout30.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u texte 1">
            <a:extLst>
              <a:ext uri="{FF2B5EF4-FFF2-40B4-BE49-F238E27FC236}">
                <a16:creationId xmlns:a16="http://schemas.microsoft.com/office/drawing/2014/main" id="{64C9DAF8-62D8-4C9A-8C01-78F5ACA7FA86}"/>
              </a:ext>
            </a:extLst>
          </p:cNvPr>
          <p:cNvSpPr>
            <a:spLocks noGrp="1"/>
          </p:cNvSpPr>
          <p:nvPr>
            <p:ph type="body" sz="quarter" idx="10"/>
          </p:nvPr>
        </p:nvSpPr>
        <p:spPr/>
        <p:txBody>
          <a:bodyPr/>
          <a:lstStyle/>
          <a:p>
            <a:endParaRPr lang="fr-FR" dirty="0"/>
          </a:p>
        </p:txBody>
      </p:sp>
      <p:sp>
        <p:nvSpPr>
          <p:cNvPr id="3" name="Titre 2">
            <a:extLst>
              <a:ext uri="{FF2B5EF4-FFF2-40B4-BE49-F238E27FC236}">
                <a16:creationId xmlns:a16="http://schemas.microsoft.com/office/drawing/2014/main" id="{35B5AE9C-CEB7-4137-9E75-7FCFBFC3F065}"/>
              </a:ext>
            </a:extLst>
          </p:cNvPr>
          <p:cNvSpPr>
            <a:spLocks noGrp="1"/>
          </p:cNvSpPr>
          <p:nvPr>
            <p:ph type="title"/>
          </p:nvPr>
        </p:nvSpPr>
        <p:spPr/>
        <p:txBody>
          <a:bodyPr/>
          <a:lstStyle/>
          <a:p>
            <a:r>
              <a:rPr lang="fr-FR" dirty="0"/>
              <a:t>RESOLUTION DE PROBLEMES</a:t>
            </a:r>
            <a:br>
              <a:rPr lang="fr-FR" dirty="0"/>
            </a:br>
            <a:r>
              <a:rPr lang="fr-FR" dirty="0"/>
              <a:t>8D</a:t>
            </a:r>
          </a:p>
        </p:txBody>
      </p:sp>
    </p:spTree>
    <p:extLst>
      <p:ext uri="{BB962C8B-B14F-4D97-AF65-F5344CB8AC3E}">
        <p14:creationId xmlns:p14="http://schemas.microsoft.com/office/powerpoint/2010/main" val="10468418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a:spLocks noGrp="1" noChangeArrowheads="1"/>
          </p:cNvSpPr>
          <p:nvPr/>
        </p:nvSpPr>
        <p:spPr bwMode="auto">
          <a:xfrm>
            <a:off x="215900" y="1081088"/>
            <a:ext cx="8623300" cy="400050"/>
          </a:xfrm>
          <a:prstGeom prst="rect">
            <a:avLst/>
          </a:prstGeom>
          <a:noFill/>
          <a:ln w="6350">
            <a:noFill/>
            <a:miter lim="800000"/>
            <a:headEnd/>
            <a:tailEnd/>
          </a:ln>
          <a:effectLst/>
        </p:spPr>
        <p:txBody>
          <a:bodyPr lIns="90488" tIns="44450" rIns="90488" bIns="44450"/>
          <a:lstStyle/>
          <a:p>
            <a:pPr marL="0" lvl="1">
              <a:buClr>
                <a:srgbClr val="0033CC"/>
              </a:buClr>
              <a:buSzPts val="1800"/>
              <a:buFont typeface="Wingdings" pitchFamily="2" charset="2"/>
              <a:buChar char="q"/>
              <a:defRPr/>
            </a:pPr>
            <a:r>
              <a:rPr lang="fr-FR" sz="2400" b="1" dirty="0">
                <a:solidFill>
                  <a:srgbClr val="002060"/>
                </a:solidFill>
                <a:effectLst>
                  <a:outerShdw blurRad="38100" dist="38100" dir="2700000" algn="tl">
                    <a:srgbClr val="C0C0C0"/>
                  </a:outerShdw>
                </a:effectLst>
                <a:latin typeface="Calibri" pitchFamily="34" charset="0"/>
                <a:cs typeface="Calibri" pitchFamily="34" charset="0"/>
              </a:rPr>
              <a:t>  Périmètre</a:t>
            </a:r>
          </a:p>
        </p:txBody>
      </p:sp>
      <p:sp>
        <p:nvSpPr>
          <p:cNvPr id="8" name="ZoneTexte 7"/>
          <p:cNvSpPr txBox="1">
            <a:spLocks noChangeArrowheads="1"/>
          </p:cNvSpPr>
          <p:nvPr/>
        </p:nvSpPr>
        <p:spPr bwMode="auto">
          <a:xfrm>
            <a:off x="581025" y="1630769"/>
            <a:ext cx="5824538" cy="2739211"/>
          </a:xfrm>
          <a:prstGeom prst="rect">
            <a:avLst/>
          </a:prstGeom>
          <a:noFill/>
          <a:ln w="9525">
            <a:noFill/>
            <a:miter lim="800000"/>
            <a:headEnd/>
            <a:tailEnd/>
          </a:ln>
        </p:spPr>
        <p:txBody>
          <a:bodyPr>
            <a:spAutoFit/>
          </a:bodyPr>
          <a:lstStyle/>
          <a:p>
            <a:pPr marL="360363" indent="-360363" algn="just" eaLnBrk="0" hangingPunct="0">
              <a:spcBef>
                <a:spcPts val="600"/>
              </a:spcBef>
              <a:buClr>
                <a:srgbClr val="000099"/>
              </a:buClr>
              <a:buFont typeface="Wingdings" pitchFamily="2" charset="2"/>
              <a:buChar char="§"/>
            </a:pPr>
            <a:r>
              <a:rPr lang="fr-FR" sz="1800" dirty="0">
                <a:latin typeface="Calibri" pitchFamily="34" charset="0"/>
                <a:cs typeface="Calibri" pitchFamily="34" charset="0"/>
              </a:rPr>
              <a:t>Connaître et appliquer une démarche méthodique et structurée pour la résolution pratique des problèmes rencontrés sur le terrain au quotidien.</a:t>
            </a:r>
          </a:p>
          <a:p>
            <a:pPr marL="360363" indent="-360363" algn="just" eaLnBrk="0" hangingPunct="0">
              <a:spcBef>
                <a:spcPts val="600"/>
              </a:spcBef>
              <a:buClr>
                <a:srgbClr val="000099"/>
              </a:buClr>
              <a:buFont typeface="Wingdings" pitchFamily="2" charset="2"/>
              <a:buChar char="§"/>
            </a:pPr>
            <a:r>
              <a:rPr lang="fr-FR" sz="1800" dirty="0">
                <a:latin typeface="Calibri" pitchFamily="34" charset="0"/>
                <a:cs typeface="Calibri" pitchFamily="34" charset="0"/>
              </a:rPr>
              <a:t>Mettre en pratique la méthodologie de travail en équipe face à des situations qui exigent une réponse robuste et pérenne dans l’identification, la correction et la non récurrence des problèmes.</a:t>
            </a:r>
          </a:p>
          <a:p>
            <a:pPr marL="360363" indent="-360363" algn="just" eaLnBrk="0" hangingPunct="0">
              <a:spcBef>
                <a:spcPts val="600"/>
              </a:spcBef>
              <a:buClr>
                <a:srgbClr val="000099"/>
              </a:buClr>
              <a:buFont typeface="Wingdings" pitchFamily="2" charset="2"/>
              <a:buChar char="§"/>
            </a:pPr>
            <a:r>
              <a:rPr lang="fr-FR" sz="1800" dirty="0">
                <a:latin typeface="Calibri" pitchFamily="34" charset="0"/>
                <a:cs typeface="Calibri" pitchFamily="34" charset="0"/>
              </a:rPr>
              <a:t>Connaître et appliquer les outils et techniques adéquats à chacune des phases du processus .</a:t>
            </a:r>
          </a:p>
        </p:txBody>
      </p:sp>
      <p:pic>
        <p:nvPicPr>
          <p:cNvPr id="10" name="Image 9" descr="3D 2.png"/>
          <p:cNvPicPr>
            <a:picLocks noChangeAspect="1"/>
          </p:cNvPicPr>
          <p:nvPr/>
        </p:nvPicPr>
        <p:blipFill>
          <a:blip r:embed="rId3" cstate="print"/>
          <a:stretch>
            <a:fillRect/>
          </a:stretch>
        </p:blipFill>
        <p:spPr>
          <a:xfrm>
            <a:off x="6597650" y="3917950"/>
            <a:ext cx="2185988" cy="1906588"/>
          </a:xfrm>
          <a:prstGeom prst="rect">
            <a:avLst/>
          </a:prstGeom>
          <a:ln>
            <a:noFill/>
          </a:ln>
          <a:effectLst>
            <a:outerShdw blurRad="292100" dist="139700" dir="2700000" algn="tl" rotWithShape="0">
              <a:srgbClr val="333333">
                <a:alpha val="65000"/>
              </a:srgbClr>
            </a:outerShdw>
          </a:effectLst>
        </p:spPr>
      </p:pic>
      <p:pic>
        <p:nvPicPr>
          <p:cNvPr id="11" name="Image 10" descr="objectives2.jpg"/>
          <p:cNvPicPr>
            <a:picLocks noChangeAspect="1"/>
          </p:cNvPicPr>
          <p:nvPr/>
        </p:nvPicPr>
        <p:blipFill>
          <a:blip r:embed="rId4" cstate="print"/>
          <a:stretch>
            <a:fillRect/>
          </a:stretch>
        </p:blipFill>
        <p:spPr>
          <a:xfrm>
            <a:off x="6564313" y="1325563"/>
            <a:ext cx="2233612" cy="2225675"/>
          </a:xfrm>
          <a:prstGeom prst="rect">
            <a:avLst/>
          </a:prstGeom>
          <a:ln>
            <a:noFill/>
          </a:ln>
          <a:effectLst>
            <a:outerShdw blurRad="292100" dist="139700" dir="2700000" algn="tl" rotWithShape="0">
              <a:srgbClr val="333333">
                <a:alpha val="65000"/>
              </a:srgbClr>
            </a:outerShdw>
          </a:effectLst>
        </p:spPr>
      </p:pic>
      <p:sp>
        <p:nvSpPr>
          <p:cNvPr id="14" name="Rectangle 3"/>
          <p:cNvSpPr>
            <a:spLocks noChangeArrowheads="1"/>
          </p:cNvSpPr>
          <p:nvPr/>
        </p:nvSpPr>
        <p:spPr bwMode="auto">
          <a:xfrm>
            <a:off x="251520" y="487363"/>
            <a:ext cx="4495800" cy="838200"/>
          </a:xfrm>
          <a:prstGeom prst="rect">
            <a:avLst/>
          </a:prstGeom>
          <a:noFill/>
          <a:ln w="9525">
            <a:noFill/>
            <a:miter lim="800000"/>
            <a:headEnd/>
            <a:tailEnd/>
          </a:ln>
        </p:spPr>
        <p:txBody>
          <a:bodyPr anchor="ctr"/>
          <a:lstStyle/>
          <a:p>
            <a:pPr eaLnBrk="0" hangingPunct="0"/>
            <a:r>
              <a:rPr lang="en-US" sz="2400" dirty="0">
                <a:latin typeface="Calibri" pitchFamily="34" charset="0"/>
                <a:cs typeface="Calibri" pitchFamily="34" charset="0"/>
              </a:rPr>
              <a:t>Périmètre &amp; Enjeux</a:t>
            </a:r>
            <a:endParaRPr lang="en-US" sz="2400" b="1" dirty="0">
              <a:latin typeface="Calibri" pitchFamily="34" charset="0"/>
              <a:cs typeface="Calibri" pitchFamily="34" charset="0"/>
            </a:endParaRPr>
          </a:p>
        </p:txBody>
      </p:sp>
    </p:spTree>
    <p:extLst>
      <p:ext uri="{BB962C8B-B14F-4D97-AF65-F5344CB8AC3E}">
        <p14:creationId xmlns:p14="http://schemas.microsoft.com/office/powerpoint/2010/main" val="163856364"/>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animEffect transition="in" filter="fade">
                                      <p:cBhvr>
                                        <p:cTn id="9" dur="500"/>
                                        <p:tgtEl>
                                          <p:spTgt spid="6"/>
                                        </p:tgtEl>
                                      </p:cBhvr>
                                    </p:animEffect>
                                  </p:childTnLst>
                                </p:cTn>
                              </p:par>
                              <p:par>
                                <p:cTn id="10" presetID="53"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par>
                                <p:cTn id="15" presetID="53"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anim calcmode="lin" valueType="num">
                                      <p:cBhvr>
                                        <p:cTn id="17" dur="500" fill="hold"/>
                                        <p:tgtEl>
                                          <p:spTgt spid="11"/>
                                        </p:tgtEl>
                                        <p:attrNameLst>
                                          <p:attrName>ppt_w</p:attrName>
                                        </p:attrNameLst>
                                      </p:cBhvr>
                                      <p:tavLst>
                                        <p:tav tm="0">
                                          <p:val>
                                            <p:fltVal val="0"/>
                                          </p:val>
                                        </p:tav>
                                        <p:tav tm="100000">
                                          <p:val>
                                            <p:strVal val="#ppt_w"/>
                                          </p:val>
                                        </p:tav>
                                      </p:tavLst>
                                    </p:anim>
                                    <p:anim calcmode="lin" valueType="num">
                                      <p:cBhvr>
                                        <p:cTn id="18" dur="500" fill="hold"/>
                                        <p:tgtEl>
                                          <p:spTgt spid="11"/>
                                        </p:tgtEl>
                                        <p:attrNameLst>
                                          <p:attrName>ppt_h</p:attrName>
                                        </p:attrNameLst>
                                      </p:cBhvr>
                                      <p:tavLst>
                                        <p:tav tm="0">
                                          <p:val>
                                            <p:fltVal val="0"/>
                                          </p:val>
                                        </p:tav>
                                        <p:tav tm="100000">
                                          <p:val>
                                            <p:strVal val="#ppt_h"/>
                                          </p:val>
                                        </p:tav>
                                      </p:tavLst>
                                    </p:anim>
                                    <p:animEffect transition="in" filter="fade">
                                      <p:cBhvr>
                                        <p:cTn id="19" dur="500"/>
                                        <p:tgtEl>
                                          <p:spTgt spid="11"/>
                                        </p:tgtEl>
                                      </p:cBhvr>
                                    </p:animEffect>
                                  </p:childTnLst>
                                </p:cTn>
                              </p:par>
                              <p:par>
                                <p:cTn id="20" presetID="53" presetClass="entr" presetSubtype="0" fill="hold" nodeType="with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a:spLocks noGrp="1" noChangeArrowheads="1"/>
          </p:cNvSpPr>
          <p:nvPr/>
        </p:nvSpPr>
        <p:spPr bwMode="auto">
          <a:xfrm>
            <a:off x="296524" y="838334"/>
            <a:ext cx="9024937" cy="400050"/>
          </a:xfrm>
          <a:prstGeom prst="rect">
            <a:avLst/>
          </a:prstGeom>
          <a:noFill/>
          <a:ln w="6350">
            <a:noFill/>
            <a:miter lim="800000"/>
            <a:headEnd/>
            <a:tailEnd/>
          </a:ln>
          <a:effectLst/>
        </p:spPr>
        <p:txBody>
          <a:bodyPr lIns="90488" tIns="44450" rIns="90488" bIns="44450"/>
          <a:lstStyle/>
          <a:p>
            <a:pPr marL="0" lvl="1">
              <a:buClr>
                <a:srgbClr val="0033CC"/>
              </a:buClr>
              <a:buSzPts val="1800"/>
              <a:buFont typeface="Wingdings" pitchFamily="2" charset="2"/>
              <a:buNone/>
              <a:defRPr/>
            </a:pPr>
            <a:r>
              <a:rPr lang="fr-FR" sz="2400" b="1" dirty="0">
                <a:solidFill>
                  <a:srgbClr val="002060"/>
                </a:solidFill>
                <a:effectLst>
                  <a:outerShdw blurRad="38100" dist="38100" dir="2700000" algn="tl">
                    <a:srgbClr val="C0C0C0"/>
                  </a:outerShdw>
                </a:effectLst>
                <a:latin typeface="Calibri" pitchFamily="34" charset="0"/>
                <a:cs typeface="Calibri" pitchFamily="34" charset="0"/>
              </a:rPr>
              <a:t>Objectifs</a:t>
            </a:r>
          </a:p>
        </p:txBody>
      </p:sp>
      <p:grpSp>
        <p:nvGrpSpPr>
          <p:cNvPr id="4" name="Groupe 3"/>
          <p:cNvGrpSpPr/>
          <p:nvPr/>
        </p:nvGrpSpPr>
        <p:grpSpPr>
          <a:xfrm>
            <a:off x="946029" y="1562922"/>
            <a:ext cx="6891901" cy="4484195"/>
            <a:chOff x="946029" y="1562922"/>
            <a:chExt cx="6891901" cy="4484195"/>
          </a:xfrm>
        </p:grpSpPr>
        <p:pic>
          <p:nvPicPr>
            <p:cNvPr id="2050" name="Picture 2" descr="https://mwhrtech.files.wordpress.com/2014/06/too-busy2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6029" y="1562922"/>
              <a:ext cx="6891901" cy="4484195"/>
            </a:xfrm>
            <a:prstGeom prst="rect">
              <a:avLst/>
            </a:prstGeom>
            <a:noFill/>
            <a:extLst>
              <a:ext uri="{909E8E84-426E-40dd-AFC4-6F175D3DCCD1}">
                <a14:hiddenFill xmlns="" xmlns:a14="http://schemas.microsoft.com/office/drawing/2010/main">
                  <a:solidFill>
                    <a:srgbClr val="FFFFFF"/>
                  </a:solidFill>
                </a14:hiddenFill>
              </a:ext>
            </a:extLst>
          </p:spPr>
        </p:pic>
        <p:sp>
          <p:nvSpPr>
            <p:cNvPr id="2" name="Rectangle 1"/>
            <p:cNvSpPr/>
            <p:nvPr/>
          </p:nvSpPr>
          <p:spPr bwMode="auto">
            <a:xfrm>
              <a:off x="3806914" y="1853825"/>
              <a:ext cx="1125125" cy="476779"/>
            </a:xfrm>
            <a:prstGeom prst="rect">
              <a:avLst/>
            </a:prstGeom>
            <a:solidFill>
              <a:schemeClr val="bg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dirty="0"/>
                <a:t>Non</a:t>
              </a:r>
            </a:p>
            <a:p>
              <a:pPr marL="0" marR="0" indent="0" algn="l" defTabSz="914400" rtl="0" eaLnBrk="0" fontAlgn="base" latinLnBrk="0" hangingPunct="0">
                <a:lnSpc>
                  <a:spcPct val="100000"/>
                </a:lnSpc>
                <a:spcBef>
                  <a:spcPct val="0"/>
                </a:spcBef>
                <a:spcAft>
                  <a:spcPct val="0"/>
                </a:spcAft>
                <a:buClrTx/>
                <a:buSzTx/>
                <a:buFontTx/>
                <a:buNone/>
                <a:tabLst/>
              </a:pPr>
              <a:r>
                <a:rPr lang="en-US" dirty="0"/>
                <a:t>Merci</a:t>
              </a:r>
              <a:endParaRPr kumimoji="0" lang="en-US" sz="1600" b="1" i="0" u="none" strike="noStrike" cap="none" normalizeH="0" baseline="0" dirty="0">
                <a:ln>
                  <a:noFill/>
                </a:ln>
                <a:solidFill>
                  <a:schemeClr val="tx1"/>
                </a:solidFill>
                <a:effectLst/>
                <a:latin typeface="Century Gothic" pitchFamily="34" charset="0"/>
              </a:endParaRPr>
            </a:p>
          </p:txBody>
        </p:sp>
        <p:sp>
          <p:nvSpPr>
            <p:cNvPr id="5" name="Rectangle 4"/>
            <p:cNvSpPr/>
            <p:nvPr/>
          </p:nvSpPr>
          <p:spPr bwMode="auto">
            <a:xfrm>
              <a:off x="6012160" y="2132306"/>
              <a:ext cx="1170130" cy="486604"/>
            </a:xfrm>
            <a:prstGeom prst="rect">
              <a:avLst/>
            </a:prstGeom>
            <a:solidFill>
              <a:schemeClr val="bg1"/>
            </a:solid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dirty="0"/>
                <a:t>On a pas le temps </a:t>
              </a:r>
              <a:endParaRPr kumimoji="0" lang="en-US" sz="1600" b="1" i="0" u="none" strike="noStrike" cap="none" normalizeH="0" baseline="0" dirty="0">
                <a:ln>
                  <a:noFill/>
                </a:ln>
                <a:solidFill>
                  <a:schemeClr val="tx1"/>
                </a:solidFill>
                <a:effectLst/>
                <a:latin typeface="Century Gothic" pitchFamily="34" charset="0"/>
              </a:endParaRPr>
            </a:p>
          </p:txBody>
        </p:sp>
      </p:grpSp>
    </p:spTree>
    <p:extLst>
      <p:ext uri="{BB962C8B-B14F-4D97-AF65-F5344CB8AC3E}">
        <p14:creationId xmlns:p14="http://schemas.microsoft.com/office/powerpoint/2010/main" val="3158443628"/>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 Box 3"/>
          <p:cNvSpPr txBox="1">
            <a:spLocks noChangeArrowheads="1"/>
          </p:cNvSpPr>
          <p:nvPr/>
        </p:nvSpPr>
        <p:spPr bwMode="auto">
          <a:xfrm>
            <a:off x="225425" y="1257816"/>
            <a:ext cx="8191500" cy="3857466"/>
          </a:xfrm>
          <a:prstGeom prst="rect">
            <a:avLst/>
          </a:prstGeom>
          <a:noFill/>
          <a:ln w="12700">
            <a:noFill/>
            <a:miter lim="800000"/>
            <a:headEnd/>
            <a:tailEnd/>
          </a:ln>
        </p:spPr>
        <p:txBody>
          <a:bodyPr>
            <a:spAutoFit/>
          </a:bodyPr>
          <a:lstStyle/>
          <a:p>
            <a:pPr marL="914400" indent="-457200" eaLnBrk="0" hangingPunct="0">
              <a:lnSpc>
                <a:spcPts val="2000"/>
              </a:lnSpc>
              <a:buFont typeface="+mj-lt"/>
              <a:buAutoNum type="alphaUcPeriod"/>
              <a:defRPr/>
            </a:pPr>
            <a:r>
              <a:rPr lang="fr-FR" sz="2000" b="1" dirty="0">
                <a:latin typeface="Calibri" pitchFamily="34" charset="0"/>
              </a:rPr>
              <a:t> </a:t>
            </a:r>
            <a:r>
              <a:rPr lang="fr-FR" sz="2000" dirty="0">
                <a:latin typeface="Calibri" pitchFamily="34" charset="0"/>
              </a:rPr>
              <a:t>Qu’est-ce qu’une méthode de résolution de problème ?</a:t>
            </a:r>
          </a:p>
          <a:p>
            <a:pPr marL="1257300" lvl="1" indent="-342900" eaLnBrk="0" hangingPunct="0">
              <a:buFont typeface="+mj-lt"/>
              <a:buAutoNum type="arabicPeriod"/>
              <a:defRPr/>
            </a:pPr>
            <a:endParaRPr lang="fr-FR" sz="1600" dirty="0">
              <a:latin typeface="Calibri" pitchFamily="34" charset="0"/>
            </a:endParaRPr>
          </a:p>
          <a:p>
            <a:pPr marL="1257300" lvl="1" indent="-342900" eaLnBrk="0" hangingPunct="0">
              <a:buFont typeface="+mj-lt"/>
              <a:buAutoNum type="arabicPeriod"/>
              <a:defRPr/>
            </a:pPr>
            <a:r>
              <a:rPr lang="fr-FR" sz="1600" dirty="0">
                <a:latin typeface="Calibri" pitchFamily="34" charset="0"/>
              </a:rPr>
              <a:t>Qu’est ce qu’un problème</a:t>
            </a:r>
            <a:endParaRPr lang="fr-FR" sz="1600" dirty="0">
              <a:solidFill>
                <a:srgbClr val="C00000"/>
              </a:solidFill>
              <a:latin typeface="Calibri" pitchFamily="34" charset="0"/>
            </a:endParaRPr>
          </a:p>
          <a:p>
            <a:pPr marL="1257300" lvl="1" indent="-342900" eaLnBrk="0" hangingPunct="0">
              <a:buFont typeface="+mj-lt"/>
              <a:buAutoNum type="arabicPeriod"/>
              <a:defRPr/>
            </a:pPr>
            <a:r>
              <a:rPr lang="fr-FR" sz="1600" dirty="0">
                <a:latin typeface="Calibri" pitchFamily="34" charset="0"/>
              </a:rPr>
              <a:t>Vision client  BOEING</a:t>
            </a:r>
            <a:endParaRPr lang="fr-FR" dirty="0">
              <a:latin typeface="Calibri" pitchFamily="34" charset="0"/>
            </a:endParaRPr>
          </a:p>
          <a:p>
            <a:pPr marL="800100" indent="-342900" eaLnBrk="0" hangingPunct="0">
              <a:buFont typeface="+mj-lt"/>
              <a:buAutoNum type="alphaUcPeriod"/>
              <a:defRPr/>
            </a:pPr>
            <a:endParaRPr lang="fr-FR" sz="2000" b="1" dirty="0">
              <a:latin typeface="Calibri" pitchFamily="34" charset="0"/>
            </a:endParaRPr>
          </a:p>
          <a:p>
            <a:pPr marL="800100" indent="-342900" eaLnBrk="0" hangingPunct="0">
              <a:buFont typeface="+mj-lt"/>
              <a:buAutoNum type="alphaUcPeriod"/>
              <a:defRPr/>
            </a:pPr>
            <a:r>
              <a:rPr lang="fr-FR" sz="2000" b="1" dirty="0">
                <a:latin typeface="Calibri" pitchFamily="34" charset="0"/>
              </a:rPr>
              <a:t>Méthodologie </a:t>
            </a:r>
            <a:r>
              <a:rPr lang="fr-FR" sz="2000" dirty="0">
                <a:latin typeface="Calibri" pitchFamily="34" charset="0"/>
              </a:rPr>
              <a:t>8D et outils associés</a:t>
            </a:r>
            <a:endParaRPr lang="fr-FR" b="1" dirty="0">
              <a:latin typeface="Calibri" pitchFamily="34" charset="0"/>
            </a:endParaRPr>
          </a:p>
          <a:p>
            <a:pPr marL="914400" lvl="1" eaLnBrk="0" hangingPunct="0">
              <a:defRPr/>
            </a:pPr>
            <a:endParaRPr lang="fr-FR" sz="1600" dirty="0">
              <a:latin typeface="Calibri" pitchFamily="34" charset="0"/>
            </a:endParaRPr>
          </a:p>
          <a:p>
            <a:pPr marL="1257300" lvl="1" indent="-342900" eaLnBrk="0" hangingPunct="0">
              <a:buFont typeface="+mj-lt"/>
              <a:buAutoNum type="arabicPeriod"/>
              <a:defRPr/>
            </a:pPr>
            <a:r>
              <a:rPr lang="fr-FR" sz="1600" dirty="0">
                <a:latin typeface="Calibri" pitchFamily="34" charset="0"/>
              </a:rPr>
              <a:t>Pourquoi le QRQC</a:t>
            </a:r>
          </a:p>
          <a:p>
            <a:pPr marL="1257300" lvl="1" indent="-342900" eaLnBrk="0" hangingPunct="0">
              <a:buFont typeface="+mj-lt"/>
              <a:buAutoNum type="arabicPeriod"/>
              <a:defRPr/>
            </a:pPr>
            <a:r>
              <a:rPr lang="fr-FR" dirty="0">
                <a:latin typeface="Calibri" pitchFamily="34" charset="0"/>
              </a:rPr>
              <a:t>P</a:t>
            </a:r>
            <a:r>
              <a:rPr lang="fr-FR" sz="1600" dirty="0">
                <a:latin typeface="Calibri" pitchFamily="34" charset="0"/>
              </a:rPr>
              <a:t>rincipe</a:t>
            </a:r>
          </a:p>
          <a:p>
            <a:pPr marL="1257300" lvl="1" indent="-342900" eaLnBrk="0" hangingPunct="0">
              <a:buFont typeface="+mj-lt"/>
              <a:buAutoNum type="arabicPeriod"/>
              <a:defRPr/>
            </a:pPr>
            <a:r>
              <a:rPr lang="fr-FR" sz="1600" dirty="0">
                <a:latin typeface="Calibri" pitchFamily="34" charset="0"/>
              </a:rPr>
              <a:t>Pré-requis</a:t>
            </a:r>
          </a:p>
          <a:p>
            <a:pPr marL="1257300" lvl="1" indent="-342900" eaLnBrk="0" hangingPunct="0">
              <a:buFont typeface="+mj-lt"/>
              <a:buAutoNum type="arabicPeriod"/>
              <a:defRPr/>
            </a:pPr>
            <a:r>
              <a:rPr lang="fr-FR" sz="1600" dirty="0">
                <a:latin typeface="Calibri" pitchFamily="34" charset="0"/>
              </a:rPr>
              <a:t>Les étapes</a:t>
            </a:r>
            <a:endParaRPr lang="fr-FR" sz="2000" i="1" dirty="0">
              <a:latin typeface="Calibri" pitchFamily="34" charset="0"/>
            </a:endParaRPr>
          </a:p>
          <a:p>
            <a:pPr marL="800100" indent="-342900" eaLnBrk="0" hangingPunct="0">
              <a:buFont typeface="+mj-lt"/>
              <a:buAutoNum type="alphaUcPeriod"/>
              <a:defRPr/>
            </a:pPr>
            <a:endParaRPr lang="fr-FR" sz="2000" b="1" i="1" dirty="0">
              <a:latin typeface="Calibri" pitchFamily="34" charset="0"/>
            </a:endParaRPr>
          </a:p>
          <a:p>
            <a:pPr marL="800100" indent="-342900" eaLnBrk="0" hangingPunct="0">
              <a:buFont typeface="+mj-lt"/>
              <a:buAutoNum type="alphaUcPeriod"/>
              <a:defRPr/>
            </a:pPr>
            <a:r>
              <a:rPr lang="fr-FR" sz="2000" b="1" i="1" dirty="0">
                <a:latin typeface="Calibri" pitchFamily="34" charset="0"/>
              </a:rPr>
              <a:t>Etude de cas terrain</a:t>
            </a:r>
          </a:p>
          <a:p>
            <a:pPr marL="800100" indent="-342900" eaLnBrk="0" hangingPunct="0">
              <a:buFont typeface="+mj-lt"/>
              <a:buAutoNum type="alphaUcPeriod"/>
              <a:defRPr/>
            </a:pPr>
            <a:endParaRPr lang="fr-FR" sz="2000" i="1" dirty="0">
              <a:latin typeface="Calibri" pitchFamily="34" charset="0"/>
            </a:endParaRPr>
          </a:p>
        </p:txBody>
      </p:sp>
      <p:sp>
        <p:nvSpPr>
          <p:cNvPr id="43013" name="Text Box 21"/>
          <p:cNvSpPr txBox="1">
            <a:spLocks noChangeArrowheads="1"/>
          </p:cNvSpPr>
          <p:nvPr/>
        </p:nvSpPr>
        <p:spPr bwMode="auto">
          <a:xfrm>
            <a:off x="7995684" y="2554287"/>
            <a:ext cx="911225" cy="584775"/>
          </a:xfrm>
          <a:prstGeom prst="rect">
            <a:avLst/>
          </a:prstGeom>
          <a:noFill/>
          <a:ln w="9525">
            <a:noFill/>
            <a:miter lim="800000"/>
            <a:headEnd/>
            <a:tailEnd/>
          </a:ln>
        </p:spPr>
        <p:txBody>
          <a:bodyPr>
            <a:spAutoFit/>
          </a:bodyPr>
          <a:lstStyle/>
          <a:p>
            <a:pPr algn="ctr"/>
            <a:r>
              <a:rPr lang="fr-FR" dirty="0">
                <a:latin typeface="Calibri" pitchFamily="34" charset="0"/>
              </a:rPr>
              <a:t>½</a:t>
            </a:r>
          </a:p>
          <a:p>
            <a:r>
              <a:rPr lang="fr-FR" sz="1600" b="1" dirty="0">
                <a:latin typeface="Calibri" pitchFamily="34" charset="0"/>
              </a:rPr>
              <a:t>journée</a:t>
            </a:r>
          </a:p>
        </p:txBody>
      </p:sp>
      <p:sp>
        <p:nvSpPr>
          <p:cNvPr id="11" name="Accolade fermante 10"/>
          <p:cNvSpPr/>
          <p:nvPr/>
        </p:nvSpPr>
        <p:spPr bwMode="auto">
          <a:xfrm>
            <a:off x="7273889" y="1299220"/>
            <a:ext cx="708025" cy="2894866"/>
          </a:xfrm>
          <a:prstGeom prst="rightBrac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ln w="9525" cap="flat" cmpd="sng" algn="ctr">
            <a:solidFill>
              <a:schemeClr val="tx1"/>
            </a:solidFill>
            <a:prstDash val="solid"/>
            <a:round/>
            <a:headEnd type="none" w="med" len="med"/>
            <a:tailEnd type="none" w="med" len="med"/>
          </a:ln>
          <a:effectLst/>
        </p:spPr>
        <p:txBody>
          <a:bodyPr/>
          <a:lstStyle/>
          <a:p>
            <a:pPr eaLnBrk="0" hangingPunct="0">
              <a:defRPr/>
            </a:pPr>
            <a:endParaRPr lang="fr-FR"/>
          </a:p>
        </p:txBody>
      </p:sp>
      <p:sp>
        <p:nvSpPr>
          <p:cNvPr id="9" name="Rectangle 3"/>
          <p:cNvSpPr>
            <a:spLocks noChangeArrowheads="1"/>
          </p:cNvSpPr>
          <p:nvPr/>
        </p:nvSpPr>
        <p:spPr bwMode="auto">
          <a:xfrm>
            <a:off x="251520" y="520570"/>
            <a:ext cx="4495800" cy="838200"/>
          </a:xfrm>
          <a:prstGeom prst="rect">
            <a:avLst/>
          </a:prstGeom>
          <a:noFill/>
          <a:ln w="9525">
            <a:noFill/>
            <a:miter lim="800000"/>
            <a:headEnd/>
            <a:tailEnd/>
          </a:ln>
        </p:spPr>
        <p:txBody>
          <a:bodyPr anchor="ctr"/>
          <a:lstStyle/>
          <a:p>
            <a:pPr marL="0" lvl="1" eaLnBrk="0" hangingPunct="0">
              <a:buClr>
                <a:srgbClr val="0033CC"/>
              </a:buClr>
              <a:buSzPts val="1800"/>
              <a:defRPr/>
            </a:pPr>
            <a:r>
              <a:rPr lang="en-US" sz="2400" dirty="0">
                <a:solidFill>
                  <a:srgbClr val="002060"/>
                </a:solidFill>
                <a:effectLst>
                  <a:outerShdw blurRad="38100" dist="38100" dir="2700000" algn="tl">
                    <a:srgbClr val="C0C0C0"/>
                  </a:outerShdw>
                </a:effectLst>
                <a:latin typeface="Calibri" pitchFamily="34" charset="0"/>
                <a:cs typeface="Calibri" pitchFamily="34" charset="0"/>
              </a:rPr>
              <a:t>Sommaire</a:t>
            </a:r>
          </a:p>
        </p:txBody>
      </p:sp>
      <p:sp>
        <p:nvSpPr>
          <p:cNvPr id="8" name="Accolade fermante 7"/>
          <p:cNvSpPr/>
          <p:nvPr/>
        </p:nvSpPr>
        <p:spPr bwMode="auto">
          <a:xfrm>
            <a:off x="7273889" y="4255277"/>
            <a:ext cx="695065" cy="675075"/>
          </a:xfrm>
          <a:prstGeom prst="rightBrace">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0800000" scaled="1"/>
            <a:tileRect/>
          </a:gradFill>
          <a:ln w="9525" cap="flat" cmpd="sng" algn="ctr">
            <a:solidFill>
              <a:schemeClr val="tx1"/>
            </a:solidFill>
            <a:prstDash val="solid"/>
            <a:round/>
            <a:headEnd type="none" w="med" len="med"/>
            <a:tailEnd type="none" w="med" len="med"/>
          </a:ln>
          <a:effectLst/>
        </p:spPr>
        <p:txBody>
          <a:bodyPr/>
          <a:lstStyle/>
          <a:p>
            <a:pPr eaLnBrk="0" hangingPunct="0">
              <a:defRPr/>
            </a:pPr>
            <a:endParaRPr lang="fr-FR"/>
          </a:p>
        </p:txBody>
      </p:sp>
      <p:sp>
        <p:nvSpPr>
          <p:cNvPr id="10" name="Text Box 21"/>
          <p:cNvSpPr txBox="1">
            <a:spLocks noChangeArrowheads="1"/>
          </p:cNvSpPr>
          <p:nvPr/>
        </p:nvSpPr>
        <p:spPr bwMode="auto">
          <a:xfrm>
            <a:off x="8001779" y="4300426"/>
            <a:ext cx="1069703" cy="584775"/>
          </a:xfrm>
          <a:prstGeom prst="rect">
            <a:avLst/>
          </a:prstGeom>
          <a:noFill/>
          <a:ln w="9525">
            <a:noFill/>
            <a:miter lim="800000"/>
            <a:headEnd/>
            <a:tailEnd/>
          </a:ln>
        </p:spPr>
        <p:txBody>
          <a:bodyPr wrap="square">
            <a:spAutoFit/>
          </a:bodyPr>
          <a:lstStyle/>
          <a:p>
            <a:pPr algn="ctr"/>
            <a:r>
              <a:rPr lang="fr-FR" dirty="0">
                <a:latin typeface="Calibri" pitchFamily="34" charset="0"/>
              </a:rPr>
              <a:t>½</a:t>
            </a:r>
          </a:p>
          <a:p>
            <a:pPr algn="ctr"/>
            <a:r>
              <a:rPr lang="fr-FR" dirty="0">
                <a:latin typeface="Calibri" pitchFamily="34" charset="0"/>
              </a:rPr>
              <a:t>journée</a:t>
            </a:r>
            <a:endParaRPr lang="fr-FR" sz="1600" b="1" dirty="0">
              <a:latin typeface="Calibri" pitchFamily="34" charset="0"/>
            </a:endParaRPr>
          </a:p>
        </p:txBody>
      </p:sp>
    </p:spTree>
    <p:extLst>
      <p:ext uri="{BB962C8B-B14F-4D97-AF65-F5344CB8AC3E}">
        <p14:creationId xmlns:p14="http://schemas.microsoft.com/office/powerpoint/2010/main" val="593525908"/>
      </p:ext>
    </p:extLst>
  </p:cSld>
  <p:clrMapOvr>
    <a:masterClrMapping/>
  </p:clrMapOvr>
  <p:transition>
    <p:zo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565" y="1043735"/>
            <a:ext cx="7613791" cy="46231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1494342"/>
      </p:ext>
    </p:extLst>
  </p:cSld>
  <p:clrMapOvr>
    <a:masterClrMapping/>
  </p:clrMapOvr>
  <p:transition>
    <p:zoom/>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9188" y="1276350"/>
            <a:ext cx="6905625" cy="43053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77574682"/>
      </p:ext>
    </p:extLst>
  </p:cSld>
  <p:clrMapOvr>
    <a:masterClrMapping/>
  </p:clrMapOvr>
  <p:transition>
    <p:zo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7750" y="1266825"/>
            <a:ext cx="7048500" cy="43243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7283572"/>
      </p:ext>
    </p:extLst>
  </p:cSld>
  <p:clrMapOvr>
    <a:masterClrMapping/>
  </p:clrMapOvr>
  <p:transition>
    <p:zo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175" y="1314450"/>
            <a:ext cx="7105650" cy="42291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77848733"/>
      </p:ext>
    </p:extLst>
  </p:cSld>
  <p:clrMapOvr>
    <a:masterClrMapping/>
  </p:clrMapOvr>
  <p:transition>
    <p:zo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
          <p:cNvGrpSpPr>
            <a:grpSpLocks/>
          </p:cNvGrpSpPr>
          <p:nvPr/>
        </p:nvGrpSpPr>
        <p:grpSpPr bwMode="auto">
          <a:xfrm>
            <a:off x="907946" y="1792996"/>
            <a:ext cx="2797175" cy="1066800"/>
            <a:chOff x="240" y="960"/>
            <a:chExt cx="2016" cy="672"/>
          </a:xfrm>
          <a:scene3d>
            <a:camera prst="orthographicFront">
              <a:rot lat="0" lon="0" rev="0"/>
            </a:camera>
            <a:lightRig rig="balanced" dir="t">
              <a:rot lat="0" lon="0" rev="8700000"/>
            </a:lightRig>
          </a:scene3d>
        </p:grpSpPr>
        <p:sp>
          <p:nvSpPr>
            <p:cNvPr id="46113" name="AutoShape 5"/>
            <p:cNvSpPr>
              <a:spLocks noChangeArrowheads="1"/>
            </p:cNvSpPr>
            <p:nvPr/>
          </p:nvSpPr>
          <p:spPr bwMode="auto">
            <a:xfrm>
              <a:off x="240" y="960"/>
              <a:ext cx="2016" cy="672"/>
            </a:xfrm>
            <a:prstGeom prst="cloudCallout">
              <a:avLst>
                <a:gd name="adj1" fmla="val 70981"/>
                <a:gd name="adj2" fmla="val 34079"/>
              </a:avLst>
            </a:prstGeom>
            <a:solidFill>
              <a:schemeClr val="accent1"/>
            </a:solidFill>
            <a:ln w="12700">
              <a:noFill/>
              <a:round/>
              <a:headEnd/>
              <a:tailEnd/>
            </a:ln>
            <a:effectLst>
              <a:outerShdw blurRad="44450" dist="27940" dir="5400000" algn="ctr">
                <a:srgbClr val="000000">
                  <a:alpha val="32000"/>
                </a:srgbClr>
              </a:outerShdw>
            </a:effectLst>
            <a:sp3d>
              <a:bevelT w="190500" h="38100"/>
            </a:sp3d>
          </p:spPr>
          <p:txBody>
            <a:bodyPr wrap="none" anchor="ctr"/>
            <a:lstStyle/>
            <a:p>
              <a:pPr algn="ctr">
                <a:defRPr/>
              </a:pPr>
              <a:endParaRPr lang="fr-FR" sz="3000" i="1">
                <a:latin typeface="Calibri" pitchFamily="34" charset="0"/>
              </a:endParaRPr>
            </a:p>
          </p:txBody>
        </p:sp>
        <p:sp>
          <p:nvSpPr>
            <p:cNvPr id="46114" name="Text Box 6"/>
            <p:cNvSpPr txBox="1">
              <a:spLocks noChangeArrowheads="1"/>
            </p:cNvSpPr>
            <p:nvPr/>
          </p:nvSpPr>
          <p:spPr bwMode="auto">
            <a:xfrm>
              <a:off x="240" y="1176"/>
              <a:ext cx="1958" cy="194"/>
            </a:xfrm>
            <a:prstGeom prst="rect">
              <a:avLst/>
            </a:prstGeom>
            <a:noFill/>
            <a:ln w="12700">
              <a:noFill/>
              <a:miter lim="800000"/>
              <a:headEnd/>
              <a:tailEnd/>
            </a:ln>
            <a:effectLst>
              <a:outerShdw blurRad="44450" dist="27940" dir="5400000" algn="ctr">
                <a:srgbClr val="000000">
                  <a:alpha val="32000"/>
                </a:srgbClr>
              </a:outerShdw>
            </a:effectLst>
            <a:sp3d>
              <a:bevelT w="190500" h="38100"/>
            </a:sp3d>
          </p:spPr>
          <p:txBody>
            <a:bodyPr wrap="none" anchor="ctr">
              <a:spAutoFit/>
            </a:bodyPr>
            <a:lstStyle/>
            <a:p>
              <a:pPr algn="ctr">
                <a:spcBef>
                  <a:spcPct val="50000"/>
                </a:spcBef>
                <a:defRPr/>
              </a:pPr>
              <a:r>
                <a:rPr lang="fr-FR" sz="1400">
                  <a:latin typeface="Calibri" pitchFamily="34" charset="0"/>
                </a:rPr>
                <a:t>“sauter” directement à la solution</a:t>
              </a:r>
              <a:endParaRPr lang="fr-FR" sz="1400" i="1">
                <a:latin typeface="Calibri" pitchFamily="34" charset="0"/>
              </a:endParaRPr>
            </a:p>
          </p:txBody>
        </p:sp>
      </p:grpSp>
      <p:sp>
        <p:nvSpPr>
          <p:cNvPr id="22532" name="Text Box 7"/>
          <p:cNvSpPr txBox="1">
            <a:spLocks noChangeArrowheads="1"/>
          </p:cNvSpPr>
          <p:nvPr/>
        </p:nvSpPr>
        <p:spPr bwMode="auto">
          <a:xfrm>
            <a:off x="962025" y="3338513"/>
            <a:ext cx="184150" cy="549275"/>
          </a:xfrm>
          <a:prstGeom prst="rect">
            <a:avLst/>
          </a:prstGeom>
          <a:noFill/>
          <a:ln w="12700">
            <a:noFill/>
            <a:miter lim="800000"/>
            <a:headEnd/>
            <a:tailEnd/>
          </a:ln>
        </p:spPr>
        <p:txBody>
          <a:bodyPr wrap="none" anchor="ctr">
            <a:spAutoFit/>
          </a:bodyPr>
          <a:lstStyle/>
          <a:p>
            <a:pPr algn="ctr"/>
            <a:endParaRPr lang="fr-FR" sz="3000" i="1">
              <a:latin typeface="Calibri" pitchFamily="34" charset="0"/>
            </a:endParaRPr>
          </a:p>
        </p:txBody>
      </p:sp>
      <p:grpSp>
        <p:nvGrpSpPr>
          <p:cNvPr id="3" name="Group 8"/>
          <p:cNvGrpSpPr>
            <a:grpSpLocks/>
          </p:cNvGrpSpPr>
          <p:nvPr/>
        </p:nvGrpSpPr>
        <p:grpSpPr bwMode="auto">
          <a:xfrm>
            <a:off x="2028824" y="2868327"/>
            <a:ext cx="2797175" cy="1066800"/>
            <a:chOff x="864" y="1680"/>
            <a:chExt cx="2016" cy="672"/>
          </a:xfrm>
          <a:scene3d>
            <a:camera prst="orthographicFront">
              <a:rot lat="0" lon="0" rev="0"/>
            </a:camera>
            <a:lightRig rig="balanced" dir="t">
              <a:rot lat="0" lon="0" rev="8700000"/>
            </a:lightRig>
          </a:scene3d>
        </p:grpSpPr>
        <p:sp>
          <p:nvSpPr>
            <p:cNvPr id="46111" name="AutoShape 9"/>
            <p:cNvSpPr>
              <a:spLocks noChangeArrowheads="1"/>
            </p:cNvSpPr>
            <p:nvPr/>
          </p:nvSpPr>
          <p:spPr bwMode="auto">
            <a:xfrm>
              <a:off x="864" y="1680"/>
              <a:ext cx="2016" cy="672"/>
            </a:xfrm>
            <a:prstGeom prst="cloudCallout">
              <a:avLst>
                <a:gd name="adj1" fmla="val -79417"/>
                <a:gd name="adj2" fmla="val 40028"/>
              </a:avLst>
            </a:prstGeom>
            <a:solidFill>
              <a:schemeClr val="accent1"/>
            </a:solidFill>
            <a:ln w="12700">
              <a:noFill/>
              <a:round/>
              <a:headEnd/>
              <a:tailEnd/>
            </a:ln>
            <a:effectLst>
              <a:outerShdw blurRad="44450" dist="27940" dir="5400000" algn="ctr">
                <a:srgbClr val="000000">
                  <a:alpha val="32000"/>
                </a:srgbClr>
              </a:outerShdw>
            </a:effectLst>
            <a:sp3d>
              <a:bevelT w="190500" h="38100"/>
            </a:sp3d>
          </p:spPr>
          <p:txBody>
            <a:bodyPr wrap="none" anchor="ctr"/>
            <a:lstStyle/>
            <a:p>
              <a:pPr algn="ctr">
                <a:defRPr/>
              </a:pPr>
              <a:endParaRPr lang="fr-FR" sz="3000" i="1">
                <a:latin typeface="Calibri" pitchFamily="34" charset="0"/>
              </a:endParaRPr>
            </a:p>
          </p:txBody>
        </p:sp>
        <p:sp>
          <p:nvSpPr>
            <p:cNvPr id="46112" name="Text Box 10"/>
            <p:cNvSpPr txBox="1">
              <a:spLocks noChangeArrowheads="1"/>
            </p:cNvSpPr>
            <p:nvPr/>
          </p:nvSpPr>
          <p:spPr bwMode="auto">
            <a:xfrm>
              <a:off x="1236" y="1872"/>
              <a:ext cx="1280" cy="194"/>
            </a:xfrm>
            <a:prstGeom prst="rect">
              <a:avLst/>
            </a:prstGeom>
            <a:noFill/>
            <a:ln w="12700">
              <a:noFill/>
              <a:miter lim="800000"/>
              <a:headEnd/>
              <a:tailEnd/>
            </a:ln>
            <a:effectLst>
              <a:outerShdw blurRad="44450" dist="27940" dir="5400000" algn="ctr">
                <a:srgbClr val="000000">
                  <a:alpha val="32000"/>
                </a:srgbClr>
              </a:outerShdw>
            </a:effectLst>
            <a:sp3d>
              <a:bevelT w="190500" h="38100"/>
            </a:sp3d>
          </p:spPr>
          <p:txBody>
            <a:bodyPr wrap="none" anchor="ctr">
              <a:spAutoFit/>
            </a:bodyPr>
            <a:lstStyle/>
            <a:p>
              <a:pPr algn="ctr">
                <a:spcBef>
                  <a:spcPct val="50000"/>
                </a:spcBef>
                <a:defRPr/>
              </a:pPr>
              <a:r>
                <a:rPr lang="fr-FR" sz="1400">
                  <a:latin typeface="Calibri" pitchFamily="34" charset="0"/>
                </a:rPr>
                <a:t>Démarche “pompier”</a:t>
              </a:r>
              <a:endParaRPr lang="fr-FR" sz="1600">
                <a:latin typeface="Calibri" pitchFamily="34" charset="0"/>
              </a:endParaRPr>
            </a:p>
          </p:txBody>
        </p:sp>
      </p:grpSp>
      <p:grpSp>
        <p:nvGrpSpPr>
          <p:cNvPr id="4" name="Group 11"/>
          <p:cNvGrpSpPr>
            <a:grpSpLocks/>
          </p:cNvGrpSpPr>
          <p:nvPr/>
        </p:nvGrpSpPr>
        <p:grpSpPr bwMode="auto">
          <a:xfrm>
            <a:off x="646997" y="4195357"/>
            <a:ext cx="2797175" cy="1066800"/>
            <a:chOff x="0" y="2400"/>
            <a:chExt cx="2016" cy="672"/>
          </a:xfrm>
          <a:scene3d>
            <a:camera prst="orthographicFront">
              <a:rot lat="0" lon="0" rev="0"/>
            </a:camera>
            <a:lightRig rig="balanced" dir="t">
              <a:rot lat="0" lon="0" rev="8700000"/>
            </a:lightRig>
          </a:scene3d>
        </p:grpSpPr>
        <p:sp>
          <p:nvSpPr>
            <p:cNvPr id="46109" name="AutoShape 12"/>
            <p:cNvSpPr>
              <a:spLocks noChangeArrowheads="1"/>
            </p:cNvSpPr>
            <p:nvPr/>
          </p:nvSpPr>
          <p:spPr bwMode="auto">
            <a:xfrm>
              <a:off x="0" y="2400"/>
              <a:ext cx="2016" cy="672"/>
            </a:xfrm>
            <a:prstGeom prst="cloudCallout">
              <a:avLst>
                <a:gd name="adj1" fmla="val 81694"/>
                <a:gd name="adj2" fmla="val 31694"/>
              </a:avLst>
            </a:prstGeom>
            <a:solidFill>
              <a:schemeClr val="accent1"/>
            </a:solidFill>
            <a:ln w="12700">
              <a:noFill/>
              <a:round/>
              <a:headEnd/>
              <a:tailEnd/>
            </a:ln>
            <a:effectLst>
              <a:outerShdw blurRad="44450" dist="27940" dir="5400000" algn="ctr">
                <a:srgbClr val="000000">
                  <a:alpha val="32000"/>
                </a:srgbClr>
              </a:outerShdw>
            </a:effectLst>
            <a:sp3d>
              <a:bevelT w="190500" h="38100"/>
            </a:sp3d>
          </p:spPr>
          <p:txBody>
            <a:bodyPr wrap="none" anchor="ctr"/>
            <a:lstStyle/>
            <a:p>
              <a:pPr algn="ctr">
                <a:defRPr/>
              </a:pPr>
              <a:endParaRPr lang="fr-FR" sz="3000" i="1">
                <a:latin typeface="Calibri" pitchFamily="34" charset="0"/>
              </a:endParaRPr>
            </a:p>
          </p:txBody>
        </p:sp>
        <p:sp>
          <p:nvSpPr>
            <p:cNvPr id="46110" name="Text Box 13"/>
            <p:cNvSpPr txBox="1">
              <a:spLocks noChangeArrowheads="1"/>
            </p:cNvSpPr>
            <p:nvPr/>
          </p:nvSpPr>
          <p:spPr bwMode="auto">
            <a:xfrm>
              <a:off x="206" y="2561"/>
              <a:ext cx="1610" cy="330"/>
            </a:xfrm>
            <a:prstGeom prst="rect">
              <a:avLst/>
            </a:prstGeom>
            <a:noFill/>
            <a:ln w="12700">
              <a:noFill/>
              <a:miter lim="800000"/>
              <a:headEnd/>
              <a:tailEnd/>
            </a:ln>
            <a:effectLst>
              <a:outerShdw blurRad="44450" dist="27940" dir="5400000" algn="ctr">
                <a:srgbClr val="000000">
                  <a:alpha val="32000"/>
                </a:srgbClr>
              </a:outerShdw>
            </a:effectLst>
            <a:sp3d>
              <a:bevelT w="190500" h="38100"/>
            </a:sp3d>
          </p:spPr>
          <p:txBody>
            <a:bodyPr wrap="none" anchor="ctr">
              <a:spAutoFit/>
            </a:bodyPr>
            <a:lstStyle/>
            <a:p>
              <a:pPr algn="ctr">
                <a:defRPr/>
              </a:pPr>
              <a:r>
                <a:rPr lang="fr-FR" sz="1400" dirty="0">
                  <a:latin typeface="Calibri" pitchFamily="34" charset="0"/>
                </a:rPr>
                <a:t>Absence de compréhension</a:t>
              </a:r>
            </a:p>
            <a:p>
              <a:pPr algn="ctr">
                <a:defRPr/>
              </a:pPr>
              <a:r>
                <a:rPr lang="fr-FR" sz="1400" dirty="0">
                  <a:latin typeface="Calibri" pitchFamily="34" charset="0"/>
                </a:rPr>
                <a:t>Commune du problème</a:t>
              </a:r>
              <a:endParaRPr lang="fr-FR" sz="3000" dirty="0">
                <a:latin typeface="Calibri" pitchFamily="34" charset="0"/>
              </a:endParaRPr>
            </a:p>
          </p:txBody>
        </p:sp>
      </p:grpSp>
      <p:grpSp>
        <p:nvGrpSpPr>
          <p:cNvPr id="5" name="Group 14"/>
          <p:cNvGrpSpPr>
            <a:grpSpLocks/>
          </p:cNvGrpSpPr>
          <p:nvPr/>
        </p:nvGrpSpPr>
        <p:grpSpPr bwMode="auto">
          <a:xfrm>
            <a:off x="2193548" y="5441972"/>
            <a:ext cx="2797552" cy="1066800"/>
            <a:chOff x="1008" y="3120"/>
            <a:chExt cx="2016" cy="672"/>
          </a:xfrm>
          <a:scene3d>
            <a:camera prst="orthographicFront">
              <a:rot lat="0" lon="0" rev="0"/>
            </a:camera>
            <a:lightRig rig="balanced" dir="t">
              <a:rot lat="0" lon="0" rev="8700000"/>
            </a:lightRig>
          </a:scene3d>
        </p:grpSpPr>
        <p:sp>
          <p:nvSpPr>
            <p:cNvPr id="46107" name="AutoShape 15"/>
            <p:cNvSpPr>
              <a:spLocks noChangeArrowheads="1"/>
            </p:cNvSpPr>
            <p:nvPr/>
          </p:nvSpPr>
          <p:spPr bwMode="auto">
            <a:xfrm>
              <a:off x="1008" y="3120"/>
              <a:ext cx="2016" cy="672"/>
            </a:xfrm>
            <a:prstGeom prst="cloudCallout">
              <a:avLst>
                <a:gd name="adj1" fmla="val -88144"/>
                <a:gd name="adj2" fmla="val 44792"/>
              </a:avLst>
            </a:prstGeom>
            <a:solidFill>
              <a:schemeClr val="accent1"/>
            </a:solidFill>
            <a:ln w="12700">
              <a:noFill/>
              <a:round/>
              <a:headEnd/>
              <a:tailEnd/>
            </a:ln>
            <a:effectLst>
              <a:outerShdw blurRad="44450" dist="27940" dir="5400000" algn="ctr">
                <a:srgbClr val="000000">
                  <a:alpha val="32000"/>
                </a:srgbClr>
              </a:outerShdw>
            </a:effectLst>
            <a:sp3d>
              <a:bevelT w="190500" h="38100"/>
            </a:sp3d>
          </p:spPr>
          <p:txBody>
            <a:bodyPr wrap="none" anchor="ctr"/>
            <a:lstStyle/>
            <a:p>
              <a:pPr algn="ctr">
                <a:defRPr/>
              </a:pPr>
              <a:endParaRPr lang="fr-FR" sz="3000" i="1">
                <a:latin typeface="Calibri" pitchFamily="34" charset="0"/>
              </a:endParaRPr>
            </a:p>
          </p:txBody>
        </p:sp>
        <p:sp>
          <p:nvSpPr>
            <p:cNvPr id="46108" name="Text Box 16"/>
            <p:cNvSpPr txBox="1">
              <a:spLocks noChangeArrowheads="1"/>
            </p:cNvSpPr>
            <p:nvPr/>
          </p:nvSpPr>
          <p:spPr bwMode="auto">
            <a:xfrm>
              <a:off x="1522" y="3298"/>
              <a:ext cx="1115" cy="330"/>
            </a:xfrm>
            <a:prstGeom prst="rect">
              <a:avLst/>
            </a:prstGeom>
            <a:noFill/>
            <a:ln w="12700">
              <a:noFill/>
              <a:miter lim="800000"/>
              <a:headEnd/>
              <a:tailEnd/>
            </a:ln>
            <a:effectLst>
              <a:outerShdw blurRad="44450" dist="27940" dir="5400000" algn="ctr">
                <a:srgbClr val="000000">
                  <a:alpha val="32000"/>
                </a:srgbClr>
              </a:outerShdw>
            </a:effectLst>
            <a:sp3d>
              <a:bevelT w="190500" h="38100"/>
            </a:sp3d>
          </p:spPr>
          <p:txBody>
            <a:bodyPr wrap="none" anchor="ctr">
              <a:spAutoFit/>
            </a:bodyPr>
            <a:lstStyle/>
            <a:p>
              <a:pPr algn="ctr">
                <a:defRPr/>
              </a:pPr>
              <a:r>
                <a:rPr lang="fr-FR" sz="1400">
                  <a:latin typeface="Calibri" pitchFamily="34" charset="0"/>
                </a:rPr>
                <a:t>Pas de vérification</a:t>
              </a:r>
            </a:p>
            <a:p>
              <a:pPr algn="ctr">
                <a:defRPr/>
              </a:pPr>
              <a:r>
                <a:rPr lang="fr-FR" sz="1400">
                  <a:latin typeface="Calibri" pitchFamily="34" charset="0"/>
                </a:rPr>
                <a:t> de l’efficacité</a:t>
              </a:r>
              <a:endParaRPr lang="fr-FR" sz="1400" i="1">
                <a:latin typeface="Calibri" pitchFamily="34" charset="0"/>
              </a:endParaRPr>
            </a:p>
          </p:txBody>
        </p:sp>
      </p:grpSp>
      <p:grpSp>
        <p:nvGrpSpPr>
          <p:cNvPr id="6" name="Group 30"/>
          <p:cNvGrpSpPr>
            <a:grpSpLocks/>
          </p:cNvGrpSpPr>
          <p:nvPr/>
        </p:nvGrpSpPr>
        <p:grpSpPr bwMode="auto">
          <a:xfrm>
            <a:off x="5676900" y="1649127"/>
            <a:ext cx="2362200" cy="1219200"/>
            <a:chOff x="3968" y="960"/>
            <a:chExt cx="1488" cy="768"/>
          </a:xfrm>
        </p:grpSpPr>
        <p:sp>
          <p:nvSpPr>
            <p:cNvPr id="46104" name="Rectangle 18"/>
            <p:cNvSpPr>
              <a:spLocks noChangeArrowheads="1"/>
            </p:cNvSpPr>
            <p:nvPr/>
          </p:nvSpPr>
          <p:spPr bwMode="auto">
            <a:xfrm>
              <a:off x="3968" y="960"/>
              <a:ext cx="1488" cy="576"/>
            </a:xfrm>
            <a:prstGeom prst="rect">
              <a:avLst/>
            </a:prstGeom>
            <a:solidFill>
              <a:srgbClr val="CCFFFF"/>
            </a:solidFill>
            <a:ln w="12700">
              <a:no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none" anchor="ctr"/>
            <a:lstStyle/>
            <a:p>
              <a:pPr>
                <a:defRPr/>
              </a:pPr>
              <a:endParaRPr lang="fr-FR">
                <a:latin typeface="Calibri" pitchFamily="34" charset="0"/>
              </a:endParaRPr>
            </a:p>
          </p:txBody>
        </p:sp>
        <p:sp>
          <p:nvSpPr>
            <p:cNvPr id="22564" name="Text Box 22"/>
            <p:cNvSpPr txBox="1">
              <a:spLocks noChangeArrowheads="1"/>
            </p:cNvSpPr>
            <p:nvPr/>
          </p:nvSpPr>
          <p:spPr bwMode="auto">
            <a:xfrm>
              <a:off x="3989" y="1085"/>
              <a:ext cx="1419" cy="368"/>
            </a:xfrm>
            <a:prstGeom prst="rect">
              <a:avLst/>
            </a:prstGeom>
            <a:noFill/>
            <a:ln w="12700">
              <a:noFill/>
              <a:miter lim="800000"/>
              <a:headEnd/>
              <a:tailEnd/>
            </a:ln>
          </p:spPr>
          <p:txBody>
            <a:bodyPr anchor="ctr">
              <a:spAutoFit/>
            </a:bodyPr>
            <a:lstStyle/>
            <a:p>
              <a:pPr algn="ctr">
                <a:spcBef>
                  <a:spcPct val="50000"/>
                </a:spcBef>
              </a:pPr>
              <a:r>
                <a:rPr lang="fr-FR" sz="1600" dirty="0">
                  <a:latin typeface="Calibri" pitchFamily="34" charset="0"/>
                </a:rPr>
                <a:t>Donner du temps pour organiser</a:t>
              </a:r>
            </a:p>
          </p:txBody>
        </p:sp>
        <p:cxnSp>
          <p:nvCxnSpPr>
            <p:cNvPr id="22565" name="AutoShape 25"/>
            <p:cNvCxnSpPr>
              <a:cxnSpLocks noChangeShapeType="1"/>
            </p:cNvCxnSpPr>
            <p:nvPr/>
          </p:nvCxnSpPr>
          <p:spPr bwMode="auto">
            <a:xfrm>
              <a:off x="4712" y="1536"/>
              <a:ext cx="0" cy="192"/>
            </a:xfrm>
            <a:prstGeom prst="straightConnector1">
              <a:avLst/>
            </a:prstGeom>
            <a:noFill/>
            <a:ln w="12700">
              <a:solidFill>
                <a:schemeClr val="tx1"/>
              </a:solidFill>
              <a:round/>
              <a:headEnd/>
              <a:tailEnd type="triangle" w="med" len="med"/>
            </a:ln>
          </p:spPr>
        </p:cxnSp>
      </p:grpSp>
      <p:grpSp>
        <p:nvGrpSpPr>
          <p:cNvPr id="7" name="Group 31"/>
          <p:cNvGrpSpPr>
            <a:grpSpLocks/>
          </p:cNvGrpSpPr>
          <p:nvPr/>
        </p:nvGrpSpPr>
        <p:grpSpPr bwMode="auto">
          <a:xfrm>
            <a:off x="5676906" y="2868327"/>
            <a:ext cx="2362202" cy="1219200"/>
            <a:chOff x="3968" y="1728"/>
            <a:chExt cx="1488" cy="768"/>
          </a:xfrm>
        </p:grpSpPr>
        <p:sp>
          <p:nvSpPr>
            <p:cNvPr id="46101" name="Rectangle 19"/>
            <p:cNvSpPr>
              <a:spLocks noChangeArrowheads="1"/>
            </p:cNvSpPr>
            <p:nvPr/>
          </p:nvSpPr>
          <p:spPr bwMode="auto">
            <a:xfrm>
              <a:off x="3968" y="1728"/>
              <a:ext cx="1488" cy="576"/>
            </a:xfrm>
            <a:prstGeom prst="rect">
              <a:avLst/>
            </a:prstGeom>
            <a:solidFill>
              <a:srgbClr val="CCFFFF"/>
            </a:solidFill>
            <a:ln w="12700">
              <a:no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none" anchor="ctr"/>
            <a:lstStyle/>
            <a:p>
              <a:pPr algn="ctr">
                <a:spcBef>
                  <a:spcPct val="50000"/>
                </a:spcBef>
                <a:defRPr/>
              </a:pPr>
              <a:endParaRPr lang="fr-FR" sz="1600">
                <a:latin typeface="Calibri" pitchFamily="34" charset="0"/>
              </a:endParaRPr>
            </a:p>
          </p:txBody>
        </p:sp>
        <p:sp>
          <p:nvSpPr>
            <p:cNvPr id="22559" name="Text Box 23"/>
            <p:cNvSpPr txBox="1">
              <a:spLocks noChangeArrowheads="1"/>
            </p:cNvSpPr>
            <p:nvPr/>
          </p:nvSpPr>
          <p:spPr bwMode="auto">
            <a:xfrm>
              <a:off x="4060" y="1795"/>
              <a:ext cx="1221" cy="446"/>
            </a:xfrm>
            <a:prstGeom prst="rect">
              <a:avLst/>
            </a:prstGeom>
            <a:noFill/>
            <a:ln w="12700">
              <a:noFill/>
              <a:miter lim="800000"/>
              <a:headEnd/>
              <a:tailEnd/>
            </a:ln>
          </p:spPr>
          <p:txBody>
            <a:bodyPr wrap="none" anchor="ctr">
              <a:spAutoFit/>
            </a:bodyPr>
            <a:lstStyle/>
            <a:p>
              <a:pPr algn="ctr">
                <a:spcBef>
                  <a:spcPct val="50000"/>
                </a:spcBef>
              </a:pPr>
              <a:r>
                <a:rPr lang="fr-FR" sz="1600">
                  <a:latin typeface="Calibri" pitchFamily="34" charset="0"/>
                </a:rPr>
                <a:t>Approche structurée</a:t>
              </a:r>
            </a:p>
            <a:p>
              <a:pPr algn="ctr">
                <a:spcBef>
                  <a:spcPct val="50000"/>
                </a:spcBef>
              </a:pPr>
              <a:r>
                <a:rPr lang="fr-FR" sz="1600">
                  <a:latin typeface="Calibri" pitchFamily="34" charset="0"/>
                </a:rPr>
                <a:t> et formelle</a:t>
              </a:r>
            </a:p>
          </p:txBody>
        </p:sp>
        <p:cxnSp>
          <p:nvCxnSpPr>
            <p:cNvPr id="22560" name="AutoShape 26"/>
            <p:cNvCxnSpPr>
              <a:cxnSpLocks noChangeShapeType="1"/>
            </p:cNvCxnSpPr>
            <p:nvPr/>
          </p:nvCxnSpPr>
          <p:spPr bwMode="auto">
            <a:xfrm>
              <a:off x="4712" y="2304"/>
              <a:ext cx="0" cy="192"/>
            </a:xfrm>
            <a:prstGeom prst="straightConnector1">
              <a:avLst/>
            </a:prstGeom>
            <a:noFill/>
            <a:ln w="12700">
              <a:solidFill>
                <a:schemeClr val="tx1"/>
              </a:solidFill>
              <a:round/>
              <a:headEnd/>
              <a:tailEnd type="triangle" w="med" len="med"/>
            </a:ln>
          </p:spPr>
        </p:cxnSp>
      </p:grpSp>
      <p:grpSp>
        <p:nvGrpSpPr>
          <p:cNvPr id="8" name="Group 32"/>
          <p:cNvGrpSpPr>
            <a:grpSpLocks/>
          </p:cNvGrpSpPr>
          <p:nvPr/>
        </p:nvGrpSpPr>
        <p:grpSpPr bwMode="auto">
          <a:xfrm>
            <a:off x="5676900" y="4087527"/>
            <a:ext cx="2362200" cy="1219200"/>
            <a:chOff x="3968" y="2496"/>
            <a:chExt cx="1488" cy="768"/>
          </a:xfrm>
        </p:grpSpPr>
        <p:sp>
          <p:nvSpPr>
            <p:cNvPr id="14" name="Rectangle 20"/>
            <p:cNvSpPr>
              <a:spLocks noChangeArrowheads="1"/>
            </p:cNvSpPr>
            <p:nvPr/>
          </p:nvSpPr>
          <p:spPr bwMode="auto">
            <a:xfrm>
              <a:off x="3968" y="2496"/>
              <a:ext cx="1488" cy="576"/>
            </a:xfrm>
            <a:prstGeom prst="rect">
              <a:avLst/>
            </a:prstGeom>
            <a:solidFill>
              <a:srgbClr val="CCFFFF"/>
            </a:solidFill>
            <a:ln w="12700">
              <a:no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none" anchor="ctr"/>
            <a:lstStyle/>
            <a:p>
              <a:pPr algn="ctr">
                <a:spcBef>
                  <a:spcPct val="50000"/>
                </a:spcBef>
                <a:defRPr/>
              </a:pPr>
              <a:r>
                <a:rPr lang="fr-FR" sz="1600" dirty="0">
                  <a:latin typeface="Calibri" pitchFamily="34" charset="0"/>
                </a:rPr>
                <a:t>Implication des </a:t>
              </a:r>
            </a:p>
            <a:p>
              <a:pPr algn="ctr">
                <a:spcBef>
                  <a:spcPct val="50000"/>
                </a:spcBef>
                <a:defRPr/>
              </a:pPr>
              <a:r>
                <a:rPr lang="fr-FR" sz="1600" dirty="0">
                  <a:latin typeface="Calibri" pitchFamily="34" charset="0"/>
                </a:rPr>
                <a:t>bonnes personnes</a:t>
              </a:r>
            </a:p>
          </p:txBody>
        </p:sp>
        <p:cxnSp>
          <p:nvCxnSpPr>
            <p:cNvPr id="22555" name="AutoShape 27"/>
            <p:cNvCxnSpPr>
              <a:cxnSpLocks noChangeShapeType="1"/>
            </p:cNvCxnSpPr>
            <p:nvPr/>
          </p:nvCxnSpPr>
          <p:spPr bwMode="auto">
            <a:xfrm>
              <a:off x="4712" y="3072"/>
              <a:ext cx="0" cy="192"/>
            </a:xfrm>
            <a:prstGeom prst="straightConnector1">
              <a:avLst/>
            </a:prstGeom>
            <a:noFill/>
            <a:ln w="12700">
              <a:solidFill>
                <a:schemeClr val="tx1"/>
              </a:solidFill>
              <a:round/>
              <a:headEnd/>
              <a:tailEnd type="triangle" w="med" len="med"/>
            </a:ln>
          </p:spPr>
        </p:cxnSp>
      </p:grpSp>
      <p:grpSp>
        <p:nvGrpSpPr>
          <p:cNvPr id="9" name="Group 33"/>
          <p:cNvGrpSpPr>
            <a:grpSpLocks/>
          </p:cNvGrpSpPr>
          <p:nvPr/>
        </p:nvGrpSpPr>
        <p:grpSpPr bwMode="auto">
          <a:xfrm>
            <a:off x="5478463" y="2106327"/>
            <a:ext cx="2697162" cy="4114800"/>
            <a:chOff x="3889" y="1248"/>
            <a:chExt cx="1653" cy="2592"/>
          </a:xfrm>
        </p:grpSpPr>
        <p:sp>
          <p:nvSpPr>
            <p:cNvPr id="46096" name="Rectangle 21"/>
            <p:cNvSpPr>
              <a:spLocks noChangeArrowheads="1"/>
            </p:cNvSpPr>
            <p:nvPr/>
          </p:nvSpPr>
          <p:spPr bwMode="auto">
            <a:xfrm>
              <a:off x="3968" y="3264"/>
              <a:ext cx="1488" cy="576"/>
            </a:xfrm>
            <a:prstGeom prst="rect">
              <a:avLst/>
            </a:prstGeom>
            <a:solidFill>
              <a:srgbClr val="CCFFFF"/>
            </a:solidFill>
            <a:ln w="12700">
              <a:no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none" anchor="ctr"/>
            <a:lstStyle/>
            <a:p>
              <a:pPr algn="ctr">
                <a:spcBef>
                  <a:spcPct val="50000"/>
                </a:spcBef>
                <a:defRPr/>
              </a:pPr>
              <a:endParaRPr lang="fr-FR" sz="1600">
                <a:latin typeface="Calibri" pitchFamily="34" charset="0"/>
              </a:endParaRPr>
            </a:p>
          </p:txBody>
        </p:sp>
        <p:sp>
          <p:nvSpPr>
            <p:cNvPr id="22550" name="Text Box 24"/>
            <p:cNvSpPr txBox="1">
              <a:spLocks noChangeArrowheads="1"/>
            </p:cNvSpPr>
            <p:nvPr/>
          </p:nvSpPr>
          <p:spPr bwMode="auto">
            <a:xfrm>
              <a:off x="3889" y="3266"/>
              <a:ext cx="1653" cy="523"/>
            </a:xfrm>
            <a:prstGeom prst="rect">
              <a:avLst/>
            </a:prstGeom>
            <a:noFill/>
            <a:ln w="12700">
              <a:noFill/>
              <a:miter lim="800000"/>
              <a:headEnd/>
              <a:tailEnd/>
            </a:ln>
          </p:spPr>
          <p:txBody>
            <a:bodyPr anchor="ctr">
              <a:spAutoFit/>
            </a:bodyPr>
            <a:lstStyle/>
            <a:p>
              <a:pPr algn="ctr">
                <a:spcBef>
                  <a:spcPct val="50000"/>
                </a:spcBef>
              </a:pPr>
              <a:r>
                <a:rPr lang="fr-FR" sz="1600" dirty="0">
                  <a:latin typeface="Calibri" pitchFamily="34" charset="0"/>
                </a:rPr>
                <a:t>Tester et mesurer les solutions pour vérifier l’atteinte des objectifs</a:t>
              </a:r>
            </a:p>
          </p:txBody>
        </p:sp>
        <p:cxnSp>
          <p:nvCxnSpPr>
            <p:cNvPr id="22551" name="AutoShape 28"/>
            <p:cNvCxnSpPr>
              <a:cxnSpLocks noChangeShapeType="1"/>
            </p:cNvCxnSpPr>
            <p:nvPr/>
          </p:nvCxnSpPr>
          <p:spPr bwMode="auto">
            <a:xfrm flipV="1">
              <a:off x="5456" y="1248"/>
              <a:ext cx="1" cy="2304"/>
            </a:xfrm>
            <a:prstGeom prst="bentConnector3">
              <a:avLst>
                <a:gd name="adj1" fmla="val 14400005"/>
              </a:avLst>
            </a:prstGeom>
            <a:noFill/>
            <a:ln w="12700">
              <a:solidFill>
                <a:schemeClr val="tx1"/>
              </a:solidFill>
              <a:miter lim="800000"/>
              <a:headEnd/>
              <a:tailEnd type="triangle" w="med" len="med"/>
            </a:ln>
          </p:spPr>
        </p:cxnSp>
      </p:grpSp>
      <p:sp>
        <p:nvSpPr>
          <p:cNvPr id="193572" name="Text Box 36"/>
          <p:cNvSpPr txBox="1">
            <a:spLocks noChangeArrowheads="1"/>
          </p:cNvSpPr>
          <p:nvPr/>
        </p:nvSpPr>
        <p:spPr bwMode="auto">
          <a:xfrm>
            <a:off x="1222375" y="1118305"/>
            <a:ext cx="2882900" cy="457200"/>
          </a:xfrm>
          <a:prstGeom prst="rect">
            <a:avLst/>
          </a:prstGeom>
          <a:noFill/>
          <a:ln w="9525">
            <a:noFill/>
            <a:miter lim="800000"/>
            <a:headEnd/>
            <a:tailEnd/>
          </a:ln>
        </p:spPr>
        <p:txBody>
          <a:bodyPr>
            <a:spAutoFit/>
          </a:bodyPr>
          <a:lstStyle/>
          <a:p>
            <a:pPr algn="ctr">
              <a:spcBef>
                <a:spcPct val="50000"/>
              </a:spcBef>
            </a:pPr>
            <a:r>
              <a:rPr lang="fr-FR" sz="2400" dirty="0">
                <a:latin typeface="Calibri" pitchFamily="34" charset="0"/>
              </a:rPr>
              <a:t>Nature humaine</a:t>
            </a:r>
          </a:p>
        </p:txBody>
      </p:sp>
      <p:sp>
        <p:nvSpPr>
          <p:cNvPr id="42" name="Text Box 3" descr="Gouttelettes"/>
          <p:cNvSpPr txBox="1">
            <a:spLocks noChangeArrowheads="1"/>
          </p:cNvSpPr>
          <p:nvPr/>
        </p:nvSpPr>
        <p:spPr bwMode="auto">
          <a:xfrm>
            <a:off x="6287018" y="1118305"/>
            <a:ext cx="534121" cy="461665"/>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800">
                <a:solidFill>
                  <a:srgbClr val="000099"/>
                </a:solidFill>
                <a:latin typeface="Calibri" pitchFamily="34" charset="0"/>
                <a:cs typeface="Calibri" pitchFamily="34" charset="0"/>
              </a:defRPr>
            </a:lvl1pPr>
          </a:lstStyle>
          <a:p>
            <a:r>
              <a:rPr lang="fr-FR" sz="2400" dirty="0"/>
              <a:t>8D</a:t>
            </a:r>
          </a:p>
        </p:txBody>
      </p:sp>
      <p:sp>
        <p:nvSpPr>
          <p:cNvPr id="36" name="Rectangle 3"/>
          <p:cNvSpPr>
            <a:spLocks noGrp="1" noChangeArrowheads="1"/>
          </p:cNvSpPr>
          <p:nvPr/>
        </p:nvSpPr>
        <p:spPr bwMode="auto">
          <a:xfrm>
            <a:off x="251520" y="606521"/>
            <a:ext cx="7970295" cy="5619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a:defRPr/>
            </a:pPr>
            <a:r>
              <a:rPr lang="fr-FR" sz="2400" dirty="0">
                <a:solidFill>
                  <a:srgbClr val="002060"/>
                </a:solidFill>
                <a:effectLst>
                  <a:outerShdw blurRad="38100" dist="38100" dir="2700000" algn="tl">
                    <a:srgbClr val="C0C0C0"/>
                  </a:outerShdw>
                </a:effectLst>
                <a:latin typeface="Calibri" pitchFamily="34" charset="0"/>
              </a:rPr>
              <a:t>A. Qu’est-ce que la méthode de résolution de problème ? </a:t>
            </a:r>
          </a:p>
        </p:txBody>
      </p:sp>
    </p:spTree>
    <p:extLst>
      <p:ext uri="{BB962C8B-B14F-4D97-AF65-F5344CB8AC3E}">
        <p14:creationId xmlns:p14="http://schemas.microsoft.com/office/powerpoint/2010/main" val="2020967717"/>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93572"/>
                                        </p:tgtEl>
                                        <p:attrNameLst>
                                          <p:attrName>style.visibility</p:attrName>
                                        </p:attrNameLst>
                                      </p:cBhvr>
                                      <p:to>
                                        <p:strVal val="visible"/>
                                      </p:to>
                                    </p:set>
                                    <p:anim calcmode="lin" valueType="num">
                                      <p:cBhvr additive="base">
                                        <p:cTn id="7" dur="500" fill="hold"/>
                                        <p:tgtEl>
                                          <p:spTgt spid="193572"/>
                                        </p:tgtEl>
                                        <p:attrNameLst>
                                          <p:attrName>ppt_x</p:attrName>
                                        </p:attrNameLst>
                                      </p:cBhvr>
                                      <p:tavLst>
                                        <p:tav tm="0">
                                          <p:val>
                                            <p:strVal val="0-#ppt_w/2"/>
                                          </p:val>
                                        </p:tav>
                                        <p:tav tm="100000">
                                          <p:val>
                                            <p:strVal val="#ppt_x"/>
                                          </p:val>
                                        </p:tav>
                                      </p:tavLst>
                                    </p:anim>
                                    <p:anim calcmode="lin" valueType="num">
                                      <p:cBhvr additive="base">
                                        <p:cTn id="8" dur="500" fill="hold"/>
                                        <p:tgtEl>
                                          <p:spTgt spid="19357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1+#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additive="base">
                                        <p:cTn id="19" dur="500" fill="hold"/>
                                        <p:tgtEl>
                                          <p:spTgt spid="3"/>
                                        </p:tgtEl>
                                        <p:attrNameLst>
                                          <p:attrName>ppt_x</p:attrName>
                                        </p:attrNameLst>
                                      </p:cBhvr>
                                      <p:tavLst>
                                        <p:tav tm="0">
                                          <p:val>
                                            <p:strVal val="0-#ppt_w/2"/>
                                          </p:val>
                                        </p:tav>
                                        <p:tav tm="100000">
                                          <p:val>
                                            <p:strVal val="#ppt_x"/>
                                          </p:val>
                                        </p:tav>
                                      </p:tavLst>
                                    </p:anim>
                                    <p:anim calcmode="lin" valueType="num">
                                      <p:cBhvr additive="base">
                                        <p:cTn id="20" dur="500" fill="hold"/>
                                        <p:tgtEl>
                                          <p:spTgt spid="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 calcmode="lin" valueType="num">
                                      <p:cBhvr additive="base">
                                        <p:cTn id="25" dur="500" fill="hold"/>
                                        <p:tgtEl>
                                          <p:spTgt spid="4"/>
                                        </p:tgtEl>
                                        <p:attrNameLst>
                                          <p:attrName>ppt_x</p:attrName>
                                        </p:attrNameLst>
                                      </p:cBhvr>
                                      <p:tavLst>
                                        <p:tav tm="0">
                                          <p:val>
                                            <p:strVal val="1+#ppt_w/2"/>
                                          </p:val>
                                        </p:tav>
                                        <p:tav tm="100000">
                                          <p:val>
                                            <p:strVal val="#ppt_x"/>
                                          </p:val>
                                        </p:tav>
                                      </p:tavLst>
                                    </p:anim>
                                    <p:anim calcmode="lin" valueType="num">
                                      <p:cBhvr additive="base">
                                        <p:cTn id="26"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0-#ppt_w/2"/>
                                          </p:val>
                                        </p:tav>
                                        <p:tav tm="100000">
                                          <p:val>
                                            <p:strVal val="#ppt_x"/>
                                          </p:val>
                                        </p:tav>
                                      </p:tavLst>
                                    </p:anim>
                                    <p:anim calcmode="lin" valueType="num">
                                      <p:cBhvr additive="base">
                                        <p:cTn id="32" dur="500" fill="hold"/>
                                        <p:tgtEl>
                                          <p:spTgt spid="5"/>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0-#ppt_w/2"/>
                                          </p:val>
                                        </p:tav>
                                        <p:tav tm="100000">
                                          <p:val>
                                            <p:strVal val="#ppt_x"/>
                                          </p:val>
                                        </p:tav>
                                      </p:tavLst>
                                    </p:anim>
                                    <p:anim calcmode="lin" valueType="num">
                                      <p:cBhvr additive="base">
                                        <p:cTn id="3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additive="base">
                                        <p:cTn id="43" dur="500" fill="hold"/>
                                        <p:tgtEl>
                                          <p:spTgt spid="7"/>
                                        </p:tgtEl>
                                        <p:attrNameLst>
                                          <p:attrName>ppt_x</p:attrName>
                                        </p:attrNameLst>
                                      </p:cBhvr>
                                      <p:tavLst>
                                        <p:tav tm="0">
                                          <p:val>
                                            <p:strVal val="0-#ppt_w/2"/>
                                          </p:val>
                                        </p:tav>
                                        <p:tav tm="100000">
                                          <p:val>
                                            <p:strVal val="#ppt_x"/>
                                          </p:val>
                                        </p:tav>
                                      </p:tavLst>
                                    </p:anim>
                                    <p:anim calcmode="lin" valueType="num">
                                      <p:cBhvr additive="base">
                                        <p:cTn id="44"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nodeType="click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additive="base">
                                        <p:cTn id="49" dur="500" fill="hold"/>
                                        <p:tgtEl>
                                          <p:spTgt spid="8"/>
                                        </p:tgtEl>
                                        <p:attrNameLst>
                                          <p:attrName>ppt_x</p:attrName>
                                        </p:attrNameLst>
                                      </p:cBhvr>
                                      <p:tavLst>
                                        <p:tav tm="0">
                                          <p:val>
                                            <p:strVal val="0-#ppt_w/2"/>
                                          </p:val>
                                        </p:tav>
                                        <p:tav tm="100000">
                                          <p:val>
                                            <p:strVal val="#ppt_x"/>
                                          </p:val>
                                        </p:tav>
                                      </p:tavLst>
                                    </p:anim>
                                    <p:anim calcmode="lin" valueType="num">
                                      <p:cBhvr additive="base">
                                        <p:cTn id="50"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nodeType="clickEffect">
                                  <p:stCondLst>
                                    <p:cond delay="0"/>
                                  </p:stCondLst>
                                  <p:childTnLst>
                                    <p:set>
                                      <p:cBhvr>
                                        <p:cTn id="54" dur="1" fill="hold">
                                          <p:stCondLst>
                                            <p:cond delay="0"/>
                                          </p:stCondLst>
                                        </p:cTn>
                                        <p:tgtEl>
                                          <p:spTgt spid="9"/>
                                        </p:tgtEl>
                                        <p:attrNameLst>
                                          <p:attrName>style.visibility</p:attrName>
                                        </p:attrNameLst>
                                      </p:cBhvr>
                                      <p:to>
                                        <p:strVal val="visible"/>
                                      </p:to>
                                    </p:set>
                                    <p:anim calcmode="lin" valueType="num">
                                      <p:cBhvr additive="base">
                                        <p:cTn id="55" dur="500" fill="hold"/>
                                        <p:tgtEl>
                                          <p:spTgt spid="9"/>
                                        </p:tgtEl>
                                        <p:attrNameLst>
                                          <p:attrName>ppt_x</p:attrName>
                                        </p:attrNameLst>
                                      </p:cBhvr>
                                      <p:tavLst>
                                        <p:tav tm="0">
                                          <p:val>
                                            <p:strVal val="0-#ppt_w/2"/>
                                          </p:val>
                                        </p:tav>
                                        <p:tav tm="100000">
                                          <p:val>
                                            <p:strVal val="#ppt_x"/>
                                          </p:val>
                                        </p:tav>
                                      </p:tavLst>
                                    </p:anim>
                                    <p:anim calcmode="lin" valueType="num">
                                      <p:cBhvr additive="base">
                                        <p:cTn id="56" dur="500" fill="hold"/>
                                        <p:tgtEl>
                                          <p:spTgt spid="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572"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0452" name="Picture 4"/>
          <p:cNvPicPr>
            <a:picLocks noChangeAspect="1" noChangeArrowheads="1"/>
          </p:cNvPicPr>
          <p:nvPr/>
        </p:nvPicPr>
        <p:blipFill>
          <a:blip r:embed="rId3" cstate="print"/>
          <a:srcRect/>
          <a:stretch>
            <a:fillRect/>
          </a:stretch>
        </p:blipFill>
        <p:spPr bwMode="auto">
          <a:xfrm>
            <a:off x="4265613" y="4065860"/>
            <a:ext cx="754062" cy="719138"/>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38917" name="Line 6"/>
          <p:cNvSpPr>
            <a:spLocks noChangeShapeType="1"/>
          </p:cNvSpPr>
          <p:nvPr/>
        </p:nvSpPr>
        <p:spPr bwMode="auto">
          <a:xfrm>
            <a:off x="762000" y="1535385"/>
            <a:ext cx="0" cy="4572000"/>
          </a:xfrm>
          <a:prstGeom prst="line">
            <a:avLst/>
          </a:prstGeom>
          <a:ln>
            <a:headEnd/>
            <a:tailEnd/>
          </a:ln>
        </p:spPr>
        <p:style>
          <a:lnRef idx="3">
            <a:schemeClr val="accent4"/>
          </a:lnRef>
          <a:fillRef idx="0">
            <a:schemeClr val="accent4"/>
          </a:fillRef>
          <a:effectRef idx="2">
            <a:schemeClr val="accent4"/>
          </a:effectRef>
          <a:fontRef idx="minor">
            <a:schemeClr val="tx1"/>
          </a:fontRef>
        </p:style>
        <p:txBody>
          <a:bodyPr wrap="none" anchor="ctr"/>
          <a:lstStyle/>
          <a:p>
            <a:pPr>
              <a:defRPr/>
            </a:pPr>
            <a:endParaRPr lang="en-US"/>
          </a:p>
        </p:txBody>
      </p:sp>
      <p:sp>
        <p:nvSpPr>
          <p:cNvPr id="38918" name="Line 7"/>
          <p:cNvSpPr>
            <a:spLocks noChangeShapeType="1"/>
          </p:cNvSpPr>
          <p:nvPr/>
        </p:nvSpPr>
        <p:spPr bwMode="auto">
          <a:xfrm>
            <a:off x="762000" y="6107385"/>
            <a:ext cx="8001000" cy="0"/>
          </a:xfrm>
          <a:prstGeom prst="line">
            <a:avLst/>
          </a:prstGeom>
          <a:ln>
            <a:headEnd/>
            <a:tailEnd/>
          </a:ln>
        </p:spPr>
        <p:style>
          <a:lnRef idx="3">
            <a:schemeClr val="accent4"/>
          </a:lnRef>
          <a:fillRef idx="0">
            <a:schemeClr val="accent4"/>
          </a:fillRef>
          <a:effectRef idx="2">
            <a:schemeClr val="accent4"/>
          </a:effectRef>
          <a:fontRef idx="minor">
            <a:schemeClr val="tx1"/>
          </a:fontRef>
        </p:style>
        <p:txBody>
          <a:bodyPr wrap="none" anchor="ctr"/>
          <a:lstStyle/>
          <a:p>
            <a:pPr>
              <a:defRPr/>
            </a:pPr>
            <a:endParaRPr lang="en-US"/>
          </a:p>
        </p:txBody>
      </p:sp>
      <p:sp>
        <p:nvSpPr>
          <p:cNvPr id="8198" name="Text Box 8"/>
          <p:cNvSpPr txBox="1">
            <a:spLocks noChangeArrowheads="1"/>
          </p:cNvSpPr>
          <p:nvPr/>
        </p:nvSpPr>
        <p:spPr bwMode="auto">
          <a:xfrm rot="-10735144">
            <a:off x="123051" y="1673878"/>
            <a:ext cx="553998" cy="1031116"/>
          </a:xfrm>
          <a:prstGeom prst="rect">
            <a:avLst/>
          </a:prstGeom>
          <a:noFill/>
          <a:ln w="9525">
            <a:noFill/>
            <a:miter lim="800000"/>
            <a:headEnd/>
            <a:tailEnd/>
          </a:ln>
        </p:spPr>
        <p:txBody>
          <a:bodyPr vert="eaVert" wrap="none" anchor="ctr">
            <a:spAutoFit/>
          </a:bodyPr>
          <a:lstStyle/>
          <a:p>
            <a:pPr algn="ctr">
              <a:spcBef>
                <a:spcPct val="50000"/>
              </a:spcBef>
            </a:pPr>
            <a:r>
              <a:rPr lang="en-GB" sz="2400" dirty="0">
                <a:latin typeface="Calibri" pitchFamily="34" charset="0"/>
              </a:rPr>
              <a:t>Qualité</a:t>
            </a:r>
          </a:p>
        </p:txBody>
      </p:sp>
      <p:sp>
        <p:nvSpPr>
          <p:cNvPr id="8199" name="Text Box 9"/>
          <p:cNvSpPr txBox="1">
            <a:spLocks noChangeArrowheads="1"/>
          </p:cNvSpPr>
          <p:nvPr/>
        </p:nvSpPr>
        <p:spPr bwMode="auto">
          <a:xfrm>
            <a:off x="7846385" y="5645571"/>
            <a:ext cx="1002967" cy="461665"/>
          </a:xfrm>
          <a:prstGeom prst="rect">
            <a:avLst/>
          </a:prstGeom>
          <a:noFill/>
          <a:ln w="9525">
            <a:noFill/>
            <a:miter lim="800000"/>
            <a:headEnd/>
            <a:tailEnd/>
          </a:ln>
        </p:spPr>
        <p:txBody>
          <a:bodyPr wrap="none" anchor="ctr">
            <a:spAutoFit/>
          </a:bodyPr>
          <a:lstStyle/>
          <a:p>
            <a:pPr algn="ctr">
              <a:spcBef>
                <a:spcPct val="50000"/>
              </a:spcBef>
            </a:pPr>
            <a:r>
              <a:rPr lang="en-GB" sz="2400" dirty="0">
                <a:latin typeface="Calibri" pitchFamily="34" charset="0"/>
              </a:rPr>
              <a:t>Temps</a:t>
            </a:r>
          </a:p>
        </p:txBody>
      </p:sp>
      <p:sp>
        <p:nvSpPr>
          <p:cNvPr id="1000459" name="Freeform 11"/>
          <p:cNvSpPr>
            <a:spLocks/>
          </p:cNvSpPr>
          <p:nvPr/>
        </p:nvSpPr>
        <p:spPr bwMode="auto">
          <a:xfrm>
            <a:off x="908050" y="3703910"/>
            <a:ext cx="3290888" cy="1462088"/>
          </a:xfrm>
          <a:custGeom>
            <a:avLst/>
            <a:gdLst>
              <a:gd name="T0" fmla="*/ 0 w 2073"/>
              <a:gd name="T1" fmla="*/ 0 h 921"/>
              <a:gd name="T2" fmla="*/ 2147483647 w 2073"/>
              <a:gd name="T3" fmla="*/ 2147483647 h 921"/>
              <a:gd name="T4" fmla="*/ 2147483647 w 2073"/>
              <a:gd name="T5" fmla="*/ 2147483647 h 921"/>
              <a:gd name="T6" fmla="*/ 0 60000 65536"/>
              <a:gd name="T7" fmla="*/ 0 60000 65536"/>
              <a:gd name="T8" fmla="*/ 0 60000 65536"/>
              <a:gd name="T9" fmla="*/ 0 w 2073"/>
              <a:gd name="T10" fmla="*/ 0 h 921"/>
              <a:gd name="T11" fmla="*/ 2073 w 2073"/>
              <a:gd name="T12" fmla="*/ 921 h 921"/>
            </a:gdLst>
            <a:ahLst/>
            <a:cxnLst>
              <a:cxn ang="T6">
                <a:pos x="T0" y="T1"/>
              </a:cxn>
              <a:cxn ang="T7">
                <a:pos x="T2" y="T3"/>
              </a:cxn>
              <a:cxn ang="T8">
                <a:pos x="T4" y="T5"/>
              </a:cxn>
            </a:cxnLst>
            <a:rect l="T9" t="T10" r="T11" b="T12"/>
            <a:pathLst>
              <a:path w="2073" h="921">
                <a:moveTo>
                  <a:pt x="0" y="0"/>
                </a:moveTo>
                <a:cubicBezTo>
                  <a:pt x="387" y="67"/>
                  <a:pt x="774" y="134"/>
                  <a:pt x="1119" y="288"/>
                </a:cubicBezTo>
                <a:cubicBezTo>
                  <a:pt x="1464" y="442"/>
                  <a:pt x="1768" y="681"/>
                  <a:pt x="2073" y="921"/>
                </a:cubicBezTo>
              </a:path>
            </a:pathLst>
          </a:custGeom>
          <a:ln>
            <a:headEnd/>
            <a:tailEnd/>
          </a:ln>
        </p:spPr>
        <p:style>
          <a:lnRef idx="3">
            <a:schemeClr val="accent6"/>
          </a:lnRef>
          <a:fillRef idx="0">
            <a:schemeClr val="accent6"/>
          </a:fillRef>
          <a:effectRef idx="2">
            <a:schemeClr val="accent6"/>
          </a:effectRef>
          <a:fontRef idx="minor">
            <a:schemeClr val="tx1"/>
          </a:fontRef>
        </p:style>
        <p:txBody>
          <a:bodyPr/>
          <a:lstStyle/>
          <a:p>
            <a:pPr>
              <a:defRPr/>
            </a:pPr>
            <a:endParaRPr lang="en-US"/>
          </a:p>
        </p:txBody>
      </p:sp>
      <p:sp>
        <p:nvSpPr>
          <p:cNvPr id="1000460" name="AutoShape 12"/>
          <p:cNvSpPr>
            <a:spLocks noChangeArrowheads="1"/>
          </p:cNvSpPr>
          <p:nvPr/>
        </p:nvSpPr>
        <p:spPr bwMode="auto">
          <a:xfrm>
            <a:off x="4097338" y="3703910"/>
            <a:ext cx="155575" cy="1463675"/>
          </a:xfrm>
          <a:prstGeom prst="upDownArrow">
            <a:avLst>
              <a:gd name="adj1" fmla="val 50000"/>
              <a:gd name="adj2" fmla="val 188163"/>
            </a:avLst>
          </a:prstGeom>
          <a:solidFill>
            <a:srgbClr val="000099"/>
          </a:solid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pPr>
              <a:defRPr/>
            </a:pPr>
            <a:endParaRPr lang="fr-FR">
              <a:latin typeface="Calibri" pitchFamily="34" charset="0"/>
            </a:endParaRPr>
          </a:p>
        </p:txBody>
      </p:sp>
      <p:sp>
        <p:nvSpPr>
          <p:cNvPr id="1000463" name="AutoShape 15"/>
          <p:cNvSpPr>
            <a:spLocks noChangeArrowheads="1"/>
          </p:cNvSpPr>
          <p:nvPr/>
        </p:nvSpPr>
        <p:spPr bwMode="auto">
          <a:xfrm>
            <a:off x="8199438" y="3711848"/>
            <a:ext cx="155575" cy="981075"/>
          </a:xfrm>
          <a:prstGeom prst="upDownArrow">
            <a:avLst>
              <a:gd name="adj1" fmla="val 50000"/>
              <a:gd name="adj2" fmla="val 126122"/>
            </a:avLst>
          </a:prstGeom>
          <a:solidFill>
            <a:srgbClr val="000099"/>
          </a:solid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pPr>
              <a:defRPr/>
            </a:pPr>
            <a:endParaRPr lang="fr-FR">
              <a:latin typeface="Calibri" pitchFamily="34" charset="0"/>
            </a:endParaRPr>
          </a:p>
        </p:txBody>
      </p:sp>
      <p:sp>
        <p:nvSpPr>
          <p:cNvPr id="1000461" name="Freeform 13"/>
          <p:cNvSpPr>
            <a:spLocks/>
          </p:cNvSpPr>
          <p:nvPr/>
        </p:nvSpPr>
        <p:spPr bwMode="auto">
          <a:xfrm>
            <a:off x="5364163" y="3699148"/>
            <a:ext cx="2754312" cy="992187"/>
          </a:xfrm>
          <a:custGeom>
            <a:avLst/>
            <a:gdLst>
              <a:gd name="T0" fmla="*/ 0 w 2073"/>
              <a:gd name="T1" fmla="*/ 0 h 921"/>
              <a:gd name="T2" fmla="*/ 2147483647 w 2073"/>
              <a:gd name="T3" fmla="*/ 2147483647 h 921"/>
              <a:gd name="T4" fmla="*/ 2147483647 w 2073"/>
              <a:gd name="T5" fmla="*/ 2147483647 h 921"/>
              <a:gd name="T6" fmla="*/ 0 60000 65536"/>
              <a:gd name="T7" fmla="*/ 0 60000 65536"/>
              <a:gd name="T8" fmla="*/ 0 60000 65536"/>
              <a:gd name="T9" fmla="*/ 0 w 2073"/>
              <a:gd name="T10" fmla="*/ 0 h 921"/>
              <a:gd name="T11" fmla="*/ 2073 w 2073"/>
              <a:gd name="T12" fmla="*/ 921 h 921"/>
            </a:gdLst>
            <a:ahLst/>
            <a:cxnLst>
              <a:cxn ang="T6">
                <a:pos x="T0" y="T1"/>
              </a:cxn>
              <a:cxn ang="T7">
                <a:pos x="T2" y="T3"/>
              </a:cxn>
              <a:cxn ang="T8">
                <a:pos x="T4" y="T5"/>
              </a:cxn>
            </a:cxnLst>
            <a:rect l="T9" t="T10" r="T11" b="T12"/>
            <a:pathLst>
              <a:path w="2073" h="921">
                <a:moveTo>
                  <a:pt x="0" y="0"/>
                </a:moveTo>
                <a:cubicBezTo>
                  <a:pt x="387" y="67"/>
                  <a:pt x="774" y="134"/>
                  <a:pt x="1119" y="288"/>
                </a:cubicBezTo>
                <a:cubicBezTo>
                  <a:pt x="1464" y="442"/>
                  <a:pt x="1768" y="681"/>
                  <a:pt x="2073" y="921"/>
                </a:cubicBezTo>
              </a:path>
            </a:pathLst>
          </a:custGeom>
          <a:noFill/>
          <a:ln w="38100">
            <a:solidFill>
              <a:srgbClr val="0099CC"/>
            </a:solidFill>
            <a:prstDash val="sysDot"/>
            <a:round/>
            <a:headEnd/>
            <a:tailEnd/>
          </a:ln>
          <a:effectLst>
            <a:outerShdw blurRad="50800" dist="38100" dir="2700000" algn="tl" rotWithShape="0">
              <a:prstClr val="black">
                <a:alpha val="40000"/>
              </a:prstClr>
            </a:outerShdw>
          </a:effectLst>
        </p:spPr>
        <p:txBody>
          <a:bodyPr/>
          <a:lstStyle/>
          <a:p>
            <a:pPr>
              <a:defRPr/>
            </a:pPr>
            <a:endParaRPr lang="en-US"/>
          </a:p>
        </p:txBody>
      </p:sp>
      <p:sp>
        <p:nvSpPr>
          <p:cNvPr id="8208" name="Line 10"/>
          <p:cNvSpPr>
            <a:spLocks noChangeShapeType="1"/>
          </p:cNvSpPr>
          <p:nvPr/>
        </p:nvSpPr>
        <p:spPr bwMode="auto">
          <a:xfrm>
            <a:off x="769938" y="3703910"/>
            <a:ext cx="7669212" cy="0"/>
          </a:xfrm>
          <a:prstGeom prst="line">
            <a:avLst/>
          </a:prstGeom>
          <a:noFill/>
          <a:ln w="38100">
            <a:solidFill>
              <a:schemeClr val="tx1"/>
            </a:solidFill>
            <a:prstDash val="dash"/>
            <a:round/>
            <a:headEnd/>
            <a:tailEnd/>
          </a:ln>
        </p:spPr>
        <p:txBody>
          <a:bodyPr/>
          <a:lstStyle/>
          <a:p>
            <a:endParaRPr lang="en-US"/>
          </a:p>
        </p:txBody>
      </p:sp>
      <p:sp>
        <p:nvSpPr>
          <p:cNvPr id="38926" name="Text Box 17"/>
          <p:cNvSpPr txBox="1">
            <a:spLocks noChangeArrowheads="1"/>
          </p:cNvSpPr>
          <p:nvPr/>
        </p:nvSpPr>
        <p:spPr bwMode="auto">
          <a:xfrm>
            <a:off x="3717925" y="1913210"/>
            <a:ext cx="5197475" cy="461665"/>
          </a:xfrm>
          <a:prstGeom prst="rect">
            <a:avLst/>
          </a:prstGeom>
          <a:noFill/>
          <a:ln w="9525">
            <a:noFill/>
            <a:miter lim="800000"/>
            <a:headEnd/>
            <a:tailEnd/>
          </a:ln>
        </p:spPr>
        <p:txBody>
          <a:bodyPr>
            <a:spAutoFit/>
          </a:bodyPr>
          <a:lstStyle/>
          <a:p>
            <a:pPr algn="just">
              <a:spcBef>
                <a:spcPct val="50000"/>
              </a:spcBef>
              <a:defRPr/>
            </a:pPr>
            <a:r>
              <a:rPr lang="en-US" sz="2400" dirty="0">
                <a:latin typeface="Calibri" pitchFamily="34" charset="0"/>
              </a:rPr>
              <a:t>Standardiser !</a:t>
            </a:r>
          </a:p>
        </p:txBody>
      </p:sp>
      <p:sp>
        <p:nvSpPr>
          <p:cNvPr id="17" name="Rectangle 3"/>
          <p:cNvSpPr>
            <a:spLocks noGrp="1" noChangeArrowheads="1"/>
          </p:cNvSpPr>
          <p:nvPr/>
        </p:nvSpPr>
        <p:spPr bwMode="auto">
          <a:xfrm>
            <a:off x="306930" y="818710"/>
            <a:ext cx="7970295" cy="5619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a:defRPr/>
            </a:pPr>
            <a:r>
              <a:rPr lang="fr-FR" sz="2400" dirty="0">
                <a:solidFill>
                  <a:srgbClr val="002060"/>
                </a:solidFill>
                <a:effectLst>
                  <a:outerShdw blurRad="38100" dist="38100" dir="2700000" algn="tl">
                    <a:srgbClr val="C0C0C0"/>
                  </a:outerShdw>
                </a:effectLst>
                <a:latin typeface="Calibri" pitchFamily="34" charset="0"/>
              </a:rPr>
              <a:t>A. Qu’est-ce que la méthode de résolution de problème ? </a:t>
            </a:r>
          </a:p>
        </p:txBody>
      </p:sp>
    </p:spTree>
    <p:extLst>
      <p:ext uri="{BB962C8B-B14F-4D97-AF65-F5344CB8AC3E}">
        <p14:creationId xmlns:p14="http://schemas.microsoft.com/office/powerpoint/2010/main" val="3618162584"/>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000459"/>
                                        </p:tgtEl>
                                        <p:attrNameLst>
                                          <p:attrName>style.visibility</p:attrName>
                                        </p:attrNameLst>
                                      </p:cBhvr>
                                      <p:to>
                                        <p:strVal val="visible"/>
                                      </p:to>
                                    </p:set>
                                    <p:anim calcmode="lin" valueType="num">
                                      <p:cBhvr additive="base">
                                        <p:cTn id="7" dur="500" fill="hold"/>
                                        <p:tgtEl>
                                          <p:spTgt spid="1000459"/>
                                        </p:tgtEl>
                                        <p:attrNameLst>
                                          <p:attrName>ppt_x</p:attrName>
                                        </p:attrNameLst>
                                      </p:cBhvr>
                                      <p:tavLst>
                                        <p:tav tm="0">
                                          <p:val>
                                            <p:strVal val="0-#ppt_w/2"/>
                                          </p:val>
                                        </p:tav>
                                        <p:tav tm="100000">
                                          <p:val>
                                            <p:strVal val="#ppt_x"/>
                                          </p:val>
                                        </p:tav>
                                      </p:tavLst>
                                    </p:anim>
                                    <p:anim calcmode="lin" valueType="num">
                                      <p:cBhvr additive="base">
                                        <p:cTn id="8" dur="500" fill="hold"/>
                                        <p:tgtEl>
                                          <p:spTgt spid="1000459"/>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1000"/>
                                  </p:stCondLst>
                                  <p:childTnLst>
                                    <p:set>
                                      <p:cBhvr>
                                        <p:cTn id="11" dur="1" fill="hold">
                                          <p:stCondLst>
                                            <p:cond delay="0"/>
                                          </p:stCondLst>
                                        </p:cTn>
                                        <p:tgtEl>
                                          <p:spTgt spid="1000460"/>
                                        </p:tgtEl>
                                        <p:attrNameLst>
                                          <p:attrName>style.visibility</p:attrName>
                                        </p:attrNameLst>
                                      </p:cBhvr>
                                      <p:to>
                                        <p:strVal val="visible"/>
                                      </p:to>
                                    </p:set>
                                    <p:anim calcmode="lin" valueType="num">
                                      <p:cBhvr additive="base">
                                        <p:cTn id="12" dur="500" fill="hold"/>
                                        <p:tgtEl>
                                          <p:spTgt spid="1000460"/>
                                        </p:tgtEl>
                                        <p:attrNameLst>
                                          <p:attrName>ppt_x</p:attrName>
                                        </p:attrNameLst>
                                      </p:cBhvr>
                                      <p:tavLst>
                                        <p:tav tm="0">
                                          <p:val>
                                            <p:strVal val="0-#ppt_w/2"/>
                                          </p:val>
                                        </p:tav>
                                        <p:tav tm="100000">
                                          <p:val>
                                            <p:strVal val="#ppt_x"/>
                                          </p:val>
                                        </p:tav>
                                      </p:tavLst>
                                    </p:anim>
                                    <p:anim calcmode="lin" valueType="num">
                                      <p:cBhvr additive="base">
                                        <p:cTn id="13" dur="500" fill="hold"/>
                                        <p:tgtEl>
                                          <p:spTgt spid="1000460"/>
                                        </p:tgtEl>
                                        <p:attrNameLst>
                                          <p:attrName>ppt_y</p:attrName>
                                        </p:attrNameLst>
                                      </p:cBhvr>
                                      <p:tavLst>
                                        <p:tav tm="0">
                                          <p:val>
                                            <p:strVal val="#ppt_y"/>
                                          </p:val>
                                        </p:tav>
                                        <p:tav tm="100000">
                                          <p:val>
                                            <p:strVal val="#ppt_y"/>
                                          </p:val>
                                        </p:tav>
                                      </p:tavLst>
                                    </p:anim>
                                  </p:childTnLst>
                                </p:cTn>
                              </p:par>
                            </p:childTnLst>
                          </p:cTn>
                        </p:par>
                        <p:par>
                          <p:cTn id="14" fill="hold">
                            <p:stCondLst>
                              <p:cond delay="2000"/>
                            </p:stCondLst>
                            <p:childTnLst>
                              <p:par>
                                <p:cTn id="15" presetID="2" presetClass="entr" presetSubtype="8" fill="hold" nodeType="afterEffect">
                                  <p:stCondLst>
                                    <p:cond delay="1000"/>
                                  </p:stCondLst>
                                  <p:childTnLst>
                                    <p:set>
                                      <p:cBhvr>
                                        <p:cTn id="16" dur="1" fill="hold">
                                          <p:stCondLst>
                                            <p:cond delay="0"/>
                                          </p:stCondLst>
                                        </p:cTn>
                                        <p:tgtEl>
                                          <p:spTgt spid="1000452"/>
                                        </p:tgtEl>
                                        <p:attrNameLst>
                                          <p:attrName>style.visibility</p:attrName>
                                        </p:attrNameLst>
                                      </p:cBhvr>
                                      <p:to>
                                        <p:strVal val="visible"/>
                                      </p:to>
                                    </p:set>
                                    <p:anim calcmode="lin" valueType="num">
                                      <p:cBhvr additive="base">
                                        <p:cTn id="17" dur="500" fill="hold"/>
                                        <p:tgtEl>
                                          <p:spTgt spid="1000452"/>
                                        </p:tgtEl>
                                        <p:attrNameLst>
                                          <p:attrName>ppt_x</p:attrName>
                                        </p:attrNameLst>
                                      </p:cBhvr>
                                      <p:tavLst>
                                        <p:tav tm="0">
                                          <p:val>
                                            <p:strVal val="0-#ppt_w/2"/>
                                          </p:val>
                                        </p:tav>
                                        <p:tav tm="100000">
                                          <p:val>
                                            <p:strVal val="#ppt_x"/>
                                          </p:val>
                                        </p:tav>
                                      </p:tavLst>
                                    </p:anim>
                                    <p:anim calcmode="lin" valueType="num">
                                      <p:cBhvr additive="base">
                                        <p:cTn id="18" dur="500" fill="hold"/>
                                        <p:tgtEl>
                                          <p:spTgt spid="1000452"/>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nodeType="clickEffect">
                                  <p:stCondLst>
                                    <p:cond delay="0"/>
                                  </p:stCondLst>
                                  <p:childTnLst>
                                    <p:set>
                                      <p:cBhvr>
                                        <p:cTn id="22" dur="1" fill="hold">
                                          <p:stCondLst>
                                            <p:cond delay="0"/>
                                          </p:stCondLst>
                                        </p:cTn>
                                        <p:tgtEl>
                                          <p:spTgt spid="1000461"/>
                                        </p:tgtEl>
                                        <p:attrNameLst>
                                          <p:attrName>style.visibility</p:attrName>
                                        </p:attrNameLst>
                                      </p:cBhvr>
                                      <p:to>
                                        <p:strVal val="visible"/>
                                      </p:to>
                                    </p:set>
                                    <p:anim calcmode="lin" valueType="num">
                                      <p:cBhvr additive="base">
                                        <p:cTn id="23" dur="500" fill="hold"/>
                                        <p:tgtEl>
                                          <p:spTgt spid="1000461"/>
                                        </p:tgtEl>
                                        <p:attrNameLst>
                                          <p:attrName>ppt_x</p:attrName>
                                        </p:attrNameLst>
                                      </p:cBhvr>
                                      <p:tavLst>
                                        <p:tav tm="0">
                                          <p:val>
                                            <p:strVal val="0-#ppt_w/2"/>
                                          </p:val>
                                        </p:tav>
                                        <p:tav tm="100000">
                                          <p:val>
                                            <p:strVal val="#ppt_x"/>
                                          </p:val>
                                        </p:tav>
                                      </p:tavLst>
                                    </p:anim>
                                    <p:anim calcmode="lin" valueType="num">
                                      <p:cBhvr additive="base">
                                        <p:cTn id="24" dur="500" fill="hold"/>
                                        <p:tgtEl>
                                          <p:spTgt spid="1000461"/>
                                        </p:tgtEl>
                                        <p:attrNameLst>
                                          <p:attrName>ppt_y</p:attrName>
                                        </p:attrNameLst>
                                      </p:cBhvr>
                                      <p:tavLst>
                                        <p:tav tm="0">
                                          <p:val>
                                            <p:strVal val="#ppt_y"/>
                                          </p:val>
                                        </p:tav>
                                        <p:tav tm="100000">
                                          <p:val>
                                            <p:strVal val="#ppt_y"/>
                                          </p:val>
                                        </p:tav>
                                      </p:tavLst>
                                    </p:anim>
                                  </p:childTnLst>
                                </p:cTn>
                              </p:par>
                            </p:childTnLst>
                          </p:cTn>
                        </p:par>
                        <p:par>
                          <p:cTn id="25" fill="hold">
                            <p:stCondLst>
                              <p:cond delay="500"/>
                            </p:stCondLst>
                            <p:childTnLst>
                              <p:par>
                                <p:cTn id="26" presetID="2" presetClass="entr" presetSubtype="8" fill="hold" nodeType="afterEffect">
                                  <p:stCondLst>
                                    <p:cond delay="1000"/>
                                  </p:stCondLst>
                                  <p:childTnLst>
                                    <p:set>
                                      <p:cBhvr>
                                        <p:cTn id="27" dur="1" fill="hold">
                                          <p:stCondLst>
                                            <p:cond delay="0"/>
                                          </p:stCondLst>
                                        </p:cTn>
                                        <p:tgtEl>
                                          <p:spTgt spid="1000463"/>
                                        </p:tgtEl>
                                        <p:attrNameLst>
                                          <p:attrName>style.visibility</p:attrName>
                                        </p:attrNameLst>
                                      </p:cBhvr>
                                      <p:to>
                                        <p:strVal val="visible"/>
                                      </p:to>
                                    </p:set>
                                    <p:anim calcmode="lin" valueType="num">
                                      <p:cBhvr additive="base">
                                        <p:cTn id="28" dur="500" fill="hold"/>
                                        <p:tgtEl>
                                          <p:spTgt spid="1000463"/>
                                        </p:tgtEl>
                                        <p:attrNameLst>
                                          <p:attrName>ppt_x</p:attrName>
                                        </p:attrNameLst>
                                      </p:cBhvr>
                                      <p:tavLst>
                                        <p:tav tm="0">
                                          <p:val>
                                            <p:strVal val="0-#ppt_w/2"/>
                                          </p:val>
                                        </p:tav>
                                        <p:tav tm="100000">
                                          <p:val>
                                            <p:strVal val="#ppt_x"/>
                                          </p:val>
                                        </p:tav>
                                      </p:tavLst>
                                    </p:anim>
                                    <p:anim calcmode="lin" valueType="num">
                                      <p:cBhvr additive="base">
                                        <p:cTn id="29" dur="500" fill="hold"/>
                                        <p:tgtEl>
                                          <p:spTgt spid="100046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9" name="Picture 2"/>
          <p:cNvPicPr>
            <a:picLocks noChangeAspect="1" noChangeArrowheads="1"/>
          </p:cNvPicPr>
          <p:nvPr/>
        </p:nvPicPr>
        <p:blipFill>
          <a:blip r:embed="rId3" cstate="print"/>
          <a:srcRect/>
          <a:stretch>
            <a:fillRect/>
          </a:stretch>
        </p:blipFill>
        <p:spPr bwMode="auto">
          <a:xfrm>
            <a:off x="2651919" y="4300560"/>
            <a:ext cx="754062" cy="719138"/>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39941" name="Line 4"/>
          <p:cNvSpPr>
            <a:spLocks noChangeShapeType="1"/>
          </p:cNvSpPr>
          <p:nvPr/>
        </p:nvSpPr>
        <p:spPr bwMode="auto">
          <a:xfrm>
            <a:off x="762000" y="1509713"/>
            <a:ext cx="0" cy="4572000"/>
          </a:xfrm>
          <a:prstGeom prst="line">
            <a:avLst/>
          </a:prstGeom>
          <a:ln>
            <a:headEnd/>
            <a:tailEnd/>
          </a:ln>
        </p:spPr>
        <p:style>
          <a:lnRef idx="3">
            <a:schemeClr val="accent4"/>
          </a:lnRef>
          <a:fillRef idx="0">
            <a:schemeClr val="accent4"/>
          </a:fillRef>
          <a:effectRef idx="2">
            <a:schemeClr val="accent4"/>
          </a:effectRef>
          <a:fontRef idx="minor">
            <a:schemeClr val="tx1"/>
          </a:fontRef>
        </p:style>
        <p:txBody>
          <a:bodyPr wrap="none" anchor="ctr"/>
          <a:lstStyle/>
          <a:p>
            <a:pPr>
              <a:defRPr/>
            </a:pPr>
            <a:endParaRPr lang="en-US"/>
          </a:p>
        </p:txBody>
      </p:sp>
      <p:sp>
        <p:nvSpPr>
          <p:cNvPr id="39942" name="Line 5"/>
          <p:cNvSpPr>
            <a:spLocks noChangeShapeType="1"/>
          </p:cNvSpPr>
          <p:nvPr/>
        </p:nvSpPr>
        <p:spPr bwMode="auto">
          <a:xfrm>
            <a:off x="762000" y="6081713"/>
            <a:ext cx="8001000" cy="0"/>
          </a:xfrm>
          <a:prstGeom prst="line">
            <a:avLst/>
          </a:prstGeom>
          <a:ln>
            <a:headEnd/>
            <a:tailEnd/>
          </a:ln>
        </p:spPr>
        <p:style>
          <a:lnRef idx="3">
            <a:schemeClr val="accent4"/>
          </a:lnRef>
          <a:fillRef idx="0">
            <a:schemeClr val="accent4"/>
          </a:fillRef>
          <a:effectRef idx="2">
            <a:schemeClr val="accent4"/>
          </a:effectRef>
          <a:fontRef idx="minor">
            <a:schemeClr val="tx1"/>
          </a:fontRef>
        </p:style>
        <p:txBody>
          <a:bodyPr wrap="none" anchor="ctr"/>
          <a:lstStyle/>
          <a:p>
            <a:pPr>
              <a:defRPr/>
            </a:pPr>
            <a:endParaRPr lang="en-US"/>
          </a:p>
        </p:txBody>
      </p:sp>
      <p:sp>
        <p:nvSpPr>
          <p:cNvPr id="9222" name="Text Box 6"/>
          <p:cNvSpPr txBox="1">
            <a:spLocks noChangeArrowheads="1"/>
          </p:cNvSpPr>
          <p:nvPr/>
        </p:nvSpPr>
        <p:spPr bwMode="auto">
          <a:xfrm rot="-10735144">
            <a:off x="123051" y="1648205"/>
            <a:ext cx="553998" cy="1031116"/>
          </a:xfrm>
          <a:prstGeom prst="rect">
            <a:avLst/>
          </a:prstGeom>
          <a:noFill/>
          <a:ln w="9525">
            <a:noFill/>
            <a:miter lim="800000"/>
            <a:headEnd/>
            <a:tailEnd/>
          </a:ln>
        </p:spPr>
        <p:txBody>
          <a:bodyPr vert="eaVert" wrap="none" anchor="ctr">
            <a:spAutoFit/>
          </a:bodyPr>
          <a:lstStyle/>
          <a:p>
            <a:pPr algn="ctr">
              <a:spcBef>
                <a:spcPct val="50000"/>
              </a:spcBef>
            </a:pPr>
            <a:r>
              <a:rPr lang="en-GB" sz="2400" dirty="0">
                <a:latin typeface="Calibri" pitchFamily="34" charset="0"/>
              </a:rPr>
              <a:t>Qualité</a:t>
            </a:r>
          </a:p>
        </p:txBody>
      </p:sp>
      <p:sp>
        <p:nvSpPr>
          <p:cNvPr id="9223" name="Text Box 7"/>
          <p:cNvSpPr txBox="1">
            <a:spLocks noChangeArrowheads="1"/>
          </p:cNvSpPr>
          <p:nvPr/>
        </p:nvSpPr>
        <p:spPr bwMode="auto">
          <a:xfrm>
            <a:off x="7901156" y="5619899"/>
            <a:ext cx="1002967" cy="461665"/>
          </a:xfrm>
          <a:prstGeom prst="rect">
            <a:avLst/>
          </a:prstGeom>
          <a:noFill/>
          <a:ln w="9525">
            <a:noFill/>
            <a:miter lim="800000"/>
            <a:headEnd/>
            <a:tailEnd/>
          </a:ln>
        </p:spPr>
        <p:txBody>
          <a:bodyPr wrap="none" anchor="ctr">
            <a:spAutoFit/>
          </a:bodyPr>
          <a:lstStyle/>
          <a:p>
            <a:pPr algn="ctr">
              <a:spcBef>
                <a:spcPct val="50000"/>
              </a:spcBef>
            </a:pPr>
            <a:r>
              <a:rPr lang="en-GB" sz="2400" dirty="0">
                <a:latin typeface="Calibri" pitchFamily="34" charset="0"/>
              </a:rPr>
              <a:t>Temps</a:t>
            </a:r>
          </a:p>
        </p:txBody>
      </p:sp>
      <p:sp>
        <p:nvSpPr>
          <p:cNvPr id="9224" name="Line 16"/>
          <p:cNvSpPr>
            <a:spLocks noChangeShapeType="1"/>
          </p:cNvSpPr>
          <p:nvPr/>
        </p:nvSpPr>
        <p:spPr bwMode="auto">
          <a:xfrm>
            <a:off x="757238" y="5114925"/>
            <a:ext cx="7669212" cy="0"/>
          </a:xfrm>
          <a:prstGeom prst="line">
            <a:avLst/>
          </a:prstGeom>
          <a:noFill/>
          <a:ln w="38100">
            <a:solidFill>
              <a:schemeClr val="tx1"/>
            </a:solidFill>
            <a:prstDash val="dash"/>
            <a:round/>
            <a:headEnd/>
            <a:tailEnd/>
          </a:ln>
        </p:spPr>
        <p:txBody>
          <a:bodyPr/>
          <a:lstStyle/>
          <a:p>
            <a:endParaRPr lang="en-US"/>
          </a:p>
        </p:txBody>
      </p:sp>
      <p:sp>
        <p:nvSpPr>
          <p:cNvPr id="39946" name="Freeform 18"/>
          <p:cNvSpPr>
            <a:spLocks/>
          </p:cNvSpPr>
          <p:nvPr/>
        </p:nvSpPr>
        <p:spPr bwMode="auto">
          <a:xfrm>
            <a:off x="874713" y="4187825"/>
            <a:ext cx="1817687" cy="927100"/>
          </a:xfrm>
          <a:custGeom>
            <a:avLst/>
            <a:gdLst>
              <a:gd name="T0" fmla="*/ 0 w 1671"/>
              <a:gd name="T1" fmla="*/ 2147483647 h 436"/>
              <a:gd name="T2" fmla="*/ 2147483647 w 1671"/>
              <a:gd name="T3" fmla="*/ 2147483647 h 436"/>
              <a:gd name="T4" fmla="*/ 2147483647 w 1671"/>
              <a:gd name="T5" fmla="*/ 0 h 436"/>
              <a:gd name="T6" fmla="*/ 0 60000 65536"/>
              <a:gd name="T7" fmla="*/ 0 60000 65536"/>
              <a:gd name="T8" fmla="*/ 0 60000 65536"/>
              <a:gd name="T9" fmla="*/ 0 w 1671"/>
              <a:gd name="T10" fmla="*/ 0 h 436"/>
              <a:gd name="T11" fmla="*/ 1671 w 1671"/>
              <a:gd name="T12" fmla="*/ 436 h 436"/>
            </a:gdLst>
            <a:ahLst/>
            <a:cxnLst>
              <a:cxn ang="T6">
                <a:pos x="T0" y="T1"/>
              </a:cxn>
              <a:cxn ang="T7">
                <a:pos x="T2" y="T3"/>
              </a:cxn>
              <a:cxn ang="T8">
                <a:pos x="T4" y="T5"/>
              </a:cxn>
            </a:cxnLst>
            <a:rect l="T9" t="T10" r="T11" b="T12"/>
            <a:pathLst>
              <a:path w="1671" h="436">
                <a:moveTo>
                  <a:pt x="0" y="436"/>
                </a:moveTo>
                <a:cubicBezTo>
                  <a:pt x="309" y="402"/>
                  <a:pt x="619" y="369"/>
                  <a:pt x="897" y="296"/>
                </a:cubicBezTo>
                <a:cubicBezTo>
                  <a:pt x="1175" y="223"/>
                  <a:pt x="1423" y="111"/>
                  <a:pt x="1671" y="0"/>
                </a:cubicBezTo>
              </a:path>
            </a:pathLst>
          </a:custGeom>
          <a:ln>
            <a:headEnd/>
            <a:tailEnd/>
          </a:ln>
        </p:spPr>
        <p:style>
          <a:lnRef idx="3">
            <a:schemeClr val="accent6"/>
          </a:lnRef>
          <a:fillRef idx="0">
            <a:schemeClr val="accent6"/>
          </a:fillRef>
          <a:effectRef idx="2">
            <a:schemeClr val="accent6"/>
          </a:effectRef>
          <a:fontRef idx="minor">
            <a:schemeClr val="tx1"/>
          </a:fontRef>
        </p:style>
        <p:txBody>
          <a:bodyPr/>
          <a:lstStyle/>
          <a:p>
            <a:pPr>
              <a:defRPr/>
            </a:pPr>
            <a:endParaRPr lang="en-US"/>
          </a:p>
        </p:txBody>
      </p:sp>
      <p:sp>
        <p:nvSpPr>
          <p:cNvPr id="39947" name="Line 19"/>
          <p:cNvSpPr>
            <a:spLocks noChangeShapeType="1"/>
          </p:cNvSpPr>
          <p:nvPr/>
        </p:nvSpPr>
        <p:spPr bwMode="auto">
          <a:xfrm>
            <a:off x="2676525" y="4187825"/>
            <a:ext cx="1004888" cy="0"/>
          </a:xfrm>
          <a:prstGeom prst="line">
            <a:avLst/>
          </a:prstGeom>
          <a:ln>
            <a:headEnd/>
            <a:tailEnd/>
          </a:ln>
        </p:spPr>
        <p:style>
          <a:lnRef idx="3">
            <a:schemeClr val="accent6"/>
          </a:lnRef>
          <a:fillRef idx="0">
            <a:schemeClr val="accent6"/>
          </a:fillRef>
          <a:effectRef idx="2">
            <a:schemeClr val="accent6"/>
          </a:effectRef>
          <a:fontRef idx="minor">
            <a:schemeClr val="tx1"/>
          </a:fontRef>
        </p:style>
        <p:txBody>
          <a:bodyPr/>
          <a:lstStyle/>
          <a:p>
            <a:pPr>
              <a:defRPr/>
            </a:pPr>
            <a:endParaRPr lang="en-US"/>
          </a:p>
        </p:txBody>
      </p:sp>
      <p:sp>
        <p:nvSpPr>
          <p:cNvPr id="39948" name="Freeform 20"/>
          <p:cNvSpPr>
            <a:spLocks/>
          </p:cNvSpPr>
          <p:nvPr/>
        </p:nvSpPr>
        <p:spPr bwMode="auto">
          <a:xfrm>
            <a:off x="3678238" y="3255963"/>
            <a:ext cx="1817687" cy="927100"/>
          </a:xfrm>
          <a:custGeom>
            <a:avLst/>
            <a:gdLst>
              <a:gd name="T0" fmla="*/ 0 w 1671"/>
              <a:gd name="T1" fmla="*/ 2147483647 h 436"/>
              <a:gd name="T2" fmla="*/ 2147483647 w 1671"/>
              <a:gd name="T3" fmla="*/ 2147483647 h 436"/>
              <a:gd name="T4" fmla="*/ 2147483647 w 1671"/>
              <a:gd name="T5" fmla="*/ 0 h 436"/>
              <a:gd name="T6" fmla="*/ 0 60000 65536"/>
              <a:gd name="T7" fmla="*/ 0 60000 65536"/>
              <a:gd name="T8" fmla="*/ 0 60000 65536"/>
              <a:gd name="T9" fmla="*/ 0 w 1671"/>
              <a:gd name="T10" fmla="*/ 0 h 436"/>
              <a:gd name="T11" fmla="*/ 1671 w 1671"/>
              <a:gd name="T12" fmla="*/ 436 h 436"/>
            </a:gdLst>
            <a:ahLst/>
            <a:cxnLst>
              <a:cxn ang="T6">
                <a:pos x="T0" y="T1"/>
              </a:cxn>
              <a:cxn ang="T7">
                <a:pos x="T2" y="T3"/>
              </a:cxn>
              <a:cxn ang="T8">
                <a:pos x="T4" y="T5"/>
              </a:cxn>
            </a:cxnLst>
            <a:rect l="T9" t="T10" r="T11" b="T12"/>
            <a:pathLst>
              <a:path w="1671" h="436">
                <a:moveTo>
                  <a:pt x="0" y="436"/>
                </a:moveTo>
                <a:cubicBezTo>
                  <a:pt x="309" y="402"/>
                  <a:pt x="619" y="369"/>
                  <a:pt x="897" y="296"/>
                </a:cubicBezTo>
                <a:cubicBezTo>
                  <a:pt x="1175" y="223"/>
                  <a:pt x="1423" y="111"/>
                  <a:pt x="1671" y="0"/>
                </a:cubicBezTo>
              </a:path>
            </a:pathLst>
          </a:custGeom>
          <a:ln>
            <a:headEnd/>
            <a:tailEnd/>
          </a:ln>
        </p:spPr>
        <p:style>
          <a:lnRef idx="3">
            <a:schemeClr val="accent6"/>
          </a:lnRef>
          <a:fillRef idx="0">
            <a:schemeClr val="accent6"/>
          </a:fillRef>
          <a:effectRef idx="2">
            <a:schemeClr val="accent6"/>
          </a:effectRef>
          <a:fontRef idx="minor">
            <a:schemeClr val="tx1"/>
          </a:fontRef>
        </p:style>
        <p:txBody>
          <a:bodyPr/>
          <a:lstStyle/>
          <a:p>
            <a:pPr>
              <a:defRPr/>
            </a:pPr>
            <a:endParaRPr lang="en-US"/>
          </a:p>
        </p:txBody>
      </p:sp>
      <p:sp>
        <p:nvSpPr>
          <p:cNvPr id="39949" name="Line 22"/>
          <p:cNvSpPr>
            <a:spLocks noChangeShapeType="1"/>
          </p:cNvSpPr>
          <p:nvPr/>
        </p:nvSpPr>
        <p:spPr bwMode="auto">
          <a:xfrm>
            <a:off x="5494338" y="3255963"/>
            <a:ext cx="1004887" cy="0"/>
          </a:xfrm>
          <a:prstGeom prst="line">
            <a:avLst/>
          </a:prstGeom>
          <a:ln>
            <a:headEnd/>
            <a:tailEnd/>
          </a:ln>
        </p:spPr>
        <p:style>
          <a:lnRef idx="3">
            <a:schemeClr val="accent6"/>
          </a:lnRef>
          <a:fillRef idx="0">
            <a:schemeClr val="accent6"/>
          </a:fillRef>
          <a:effectRef idx="2">
            <a:schemeClr val="accent6"/>
          </a:effectRef>
          <a:fontRef idx="minor">
            <a:schemeClr val="tx1"/>
          </a:fontRef>
        </p:style>
        <p:txBody>
          <a:bodyPr/>
          <a:lstStyle/>
          <a:p>
            <a:pPr>
              <a:defRPr/>
            </a:pPr>
            <a:endParaRPr lang="en-US"/>
          </a:p>
        </p:txBody>
      </p:sp>
      <p:sp>
        <p:nvSpPr>
          <p:cNvPr id="39950" name="Freeform 23"/>
          <p:cNvSpPr>
            <a:spLocks/>
          </p:cNvSpPr>
          <p:nvPr/>
        </p:nvSpPr>
        <p:spPr bwMode="auto">
          <a:xfrm>
            <a:off x="6508750" y="2324100"/>
            <a:ext cx="1817688" cy="927100"/>
          </a:xfrm>
          <a:custGeom>
            <a:avLst/>
            <a:gdLst>
              <a:gd name="T0" fmla="*/ 0 w 1671"/>
              <a:gd name="T1" fmla="*/ 2147483647 h 436"/>
              <a:gd name="T2" fmla="*/ 2147483647 w 1671"/>
              <a:gd name="T3" fmla="*/ 2147483647 h 436"/>
              <a:gd name="T4" fmla="*/ 2147483647 w 1671"/>
              <a:gd name="T5" fmla="*/ 0 h 436"/>
              <a:gd name="T6" fmla="*/ 0 60000 65536"/>
              <a:gd name="T7" fmla="*/ 0 60000 65536"/>
              <a:gd name="T8" fmla="*/ 0 60000 65536"/>
              <a:gd name="T9" fmla="*/ 0 w 1671"/>
              <a:gd name="T10" fmla="*/ 0 h 436"/>
              <a:gd name="T11" fmla="*/ 1671 w 1671"/>
              <a:gd name="T12" fmla="*/ 436 h 436"/>
            </a:gdLst>
            <a:ahLst/>
            <a:cxnLst>
              <a:cxn ang="T6">
                <a:pos x="T0" y="T1"/>
              </a:cxn>
              <a:cxn ang="T7">
                <a:pos x="T2" y="T3"/>
              </a:cxn>
              <a:cxn ang="T8">
                <a:pos x="T4" y="T5"/>
              </a:cxn>
            </a:cxnLst>
            <a:rect l="T9" t="T10" r="T11" b="T12"/>
            <a:pathLst>
              <a:path w="1671" h="436">
                <a:moveTo>
                  <a:pt x="0" y="436"/>
                </a:moveTo>
                <a:cubicBezTo>
                  <a:pt x="309" y="402"/>
                  <a:pt x="619" y="369"/>
                  <a:pt x="897" y="296"/>
                </a:cubicBezTo>
                <a:cubicBezTo>
                  <a:pt x="1175" y="223"/>
                  <a:pt x="1423" y="111"/>
                  <a:pt x="1671" y="0"/>
                </a:cubicBezTo>
              </a:path>
            </a:pathLst>
          </a:custGeom>
          <a:ln>
            <a:headEnd/>
            <a:tailEnd/>
          </a:ln>
        </p:spPr>
        <p:style>
          <a:lnRef idx="3">
            <a:schemeClr val="accent6"/>
          </a:lnRef>
          <a:fillRef idx="0">
            <a:schemeClr val="accent6"/>
          </a:fillRef>
          <a:effectRef idx="2">
            <a:schemeClr val="accent6"/>
          </a:effectRef>
          <a:fontRef idx="minor">
            <a:schemeClr val="tx1"/>
          </a:fontRef>
        </p:style>
        <p:txBody>
          <a:bodyPr/>
          <a:lstStyle/>
          <a:p>
            <a:pPr>
              <a:defRPr/>
            </a:pPr>
            <a:endParaRPr lang="en-US"/>
          </a:p>
        </p:txBody>
      </p:sp>
      <p:sp>
        <p:nvSpPr>
          <p:cNvPr id="39951" name="AutoShape 24"/>
          <p:cNvSpPr>
            <a:spLocks noChangeArrowheads="1"/>
          </p:cNvSpPr>
          <p:nvPr/>
        </p:nvSpPr>
        <p:spPr bwMode="auto">
          <a:xfrm>
            <a:off x="2620963" y="4227535"/>
            <a:ext cx="168275" cy="876300"/>
          </a:xfrm>
          <a:prstGeom prst="upDownArrow">
            <a:avLst>
              <a:gd name="adj1" fmla="val 50000"/>
              <a:gd name="adj2" fmla="val 104151"/>
            </a:avLst>
          </a:prstGeom>
          <a:solidFill>
            <a:srgbClr val="000099"/>
          </a:solid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pPr>
              <a:defRPr/>
            </a:pPr>
            <a:endParaRPr lang="fr-FR">
              <a:latin typeface="Calibri" pitchFamily="34" charset="0"/>
            </a:endParaRPr>
          </a:p>
        </p:txBody>
      </p:sp>
      <p:pic>
        <p:nvPicPr>
          <p:cNvPr id="39952" name="Picture 25"/>
          <p:cNvPicPr>
            <a:picLocks noChangeAspect="1" noChangeArrowheads="1"/>
          </p:cNvPicPr>
          <p:nvPr/>
        </p:nvPicPr>
        <p:blipFill>
          <a:blip r:embed="rId3" cstate="print"/>
          <a:srcRect/>
          <a:stretch>
            <a:fillRect/>
          </a:stretch>
        </p:blipFill>
        <p:spPr bwMode="auto">
          <a:xfrm>
            <a:off x="5516563" y="3355998"/>
            <a:ext cx="754062" cy="719137"/>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39953" name="AutoShape 26"/>
          <p:cNvSpPr>
            <a:spLocks noChangeArrowheads="1"/>
          </p:cNvSpPr>
          <p:nvPr/>
        </p:nvSpPr>
        <p:spPr bwMode="auto">
          <a:xfrm>
            <a:off x="5411788" y="3282973"/>
            <a:ext cx="168275" cy="876300"/>
          </a:xfrm>
          <a:prstGeom prst="upDownArrow">
            <a:avLst>
              <a:gd name="adj1" fmla="val 50000"/>
              <a:gd name="adj2" fmla="val 104151"/>
            </a:avLst>
          </a:prstGeom>
          <a:solidFill>
            <a:srgbClr val="000099"/>
          </a:solid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pPr>
              <a:defRPr/>
            </a:pPr>
            <a:endParaRPr lang="fr-FR">
              <a:latin typeface="Calibri" pitchFamily="34" charset="0"/>
            </a:endParaRPr>
          </a:p>
        </p:txBody>
      </p:sp>
      <p:pic>
        <p:nvPicPr>
          <p:cNvPr id="39954" name="Picture 27"/>
          <p:cNvPicPr>
            <a:picLocks noChangeAspect="1" noChangeArrowheads="1"/>
          </p:cNvPicPr>
          <p:nvPr/>
        </p:nvPicPr>
        <p:blipFill>
          <a:blip r:embed="rId3" cstate="print"/>
          <a:srcRect/>
          <a:stretch>
            <a:fillRect/>
          </a:stretch>
        </p:blipFill>
        <p:spPr bwMode="auto">
          <a:xfrm>
            <a:off x="8339138" y="2424135"/>
            <a:ext cx="754062" cy="719138"/>
          </a:xfrm>
          <a:prstGeom prst="rect">
            <a:avLst/>
          </a:prstGeom>
          <a:no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sp>
        <p:nvSpPr>
          <p:cNvPr id="39955" name="AutoShape 28"/>
          <p:cNvSpPr>
            <a:spLocks noChangeArrowheads="1"/>
          </p:cNvSpPr>
          <p:nvPr/>
        </p:nvSpPr>
        <p:spPr bwMode="auto">
          <a:xfrm>
            <a:off x="8234363" y="2351110"/>
            <a:ext cx="168275" cy="876300"/>
          </a:xfrm>
          <a:prstGeom prst="upDownArrow">
            <a:avLst>
              <a:gd name="adj1" fmla="val 50000"/>
              <a:gd name="adj2" fmla="val 104151"/>
            </a:avLst>
          </a:prstGeom>
          <a:solidFill>
            <a:srgbClr val="000099"/>
          </a:solid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pPr>
              <a:defRPr/>
            </a:pPr>
            <a:endParaRPr lang="fr-FR">
              <a:latin typeface="Calibri" pitchFamily="34" charset="0"/>
            </a:endParaRPr>
          </a:p>
        </p:txBody>
      </p:sp>
      <p:sp>
        <p:nvSpPr>
          <p:cNvPr id="9241" name="Line 33"/>
          <p:cNvSpPr>
            <a:spLocks noChangeShapeType="1"/>
          </p:cNvSpPr>
          <p:nvPr/>
        </p:nvSpPr>
        <p:spPr bwMode="auto">
          <a:xfrm>
            <a:off x="3735388" y="4187825"/>
            <a:ext cx="1789112" cy="0"/>
          </a:xfrm>
          <a:prstGeom prst="line">
            <a:avLst/>
          </a:prstGeom>
          <a:noFill/>
          <a:ln w="38100">
            <a:solidFill>
              <a:schemeClr val="tx1"/>
            </a:solidFill>
            <a:prstDash val="sysDot"/>
            <a:round/>
            <a:headEnd/>
            <a:tailEnd/>
          </a:ln>
        </p:spPr>
        <p:txBody>
          <a:bodyPr/>
          <a:lstStyle/>
          <a:p>
            <a:endParaRPr lang="en-US"/>
          </a:p>
        </p:txBody>
      </p:sp>
      <p:sp>
        <p:nvSpPr>
          <p:cNvPr id="9242" name="Line 34"/>
          <p:cNvSpPr>
            <a:spLocks noChangeShapeType="1"/>
          </p:cNvSpPr>
          <p:nvPr/>
        </p:nvSpPr>
        <p:spPr bwMode="auto">
          <a:xfrm>
            <a:off x="6551613" y="3255963"/>
            <a:ext cx="1789112" cy="0"/>
          </a:xfrm>
          <a:prstGeom prst="line">
            <a:avLst/>
          </a:prstGeom>
          <a:noFill/>
          <a:ln w="38100">
            <a:solidFill>
              <a:schemeClr val="tx1"/>
            </a:solidFill>
            <a:prstDash val="sysDot"/>
            <a:round/>
            <a:headEnd/>
            <a:tailEnd/>
          </a:ln>
        </p:spPr>
        <p:txBody>
          <a:bodyPr/>
          <a:lstStyle/>
          <a:p>
            <a:endParaRPr lang="en-US"/>
          </a:p>
        </p:txBody>
      </p:sp>
      <p:sp>
        <p:nvSpPr>
          <p:cNvPr id="24" name="Rectangle 3"/>
          <p:cNvSpPr>
            <a:spLocks noGrp="1" noChangeArrowheads="1"/>
          </p:cNvSpPr>
          <p:nvPr/>
        </p:nvSpPr>
        <p:spPr bwMode="auto">
          <a:xfrm>
            <a:off x="264068" y="746855"/>
            <a:ext cx="7970295" cy="561975"/>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a:defRPr/>
            </a:pPr>
            <a:r>
              <a:rPr lang="fr-FR" sz="2400" dirty="0">
                <a:solidFill>
                  <a:srgbClr val="002060"/>
                </a:solidFill>
                <a:effectLst>
                  <a:outerShdw blurRad="38100" dist="38100" dir="2700000" algn="tl">
                    <a:srgbClr val="C0C0C0"/>
                  </a:outerShdw>
                </a:effectLst>
                <a:latin typeface="Calibri" pitchFamily="34" charset="0"/>
              </a:rPr>
              <a:t>A. Qu’est-ce que la méthode de résolution de problème ? </a:t>
            </a:r>
          </a:p>
        </p:txBody>
      </p:sp>
    </p:spTree>
    <p:extLst>
      <p:ext uri="{BB962C8B-B14F-4D97-AF65-F5344CB8AC3E}">
        <p14:creationId xmlns:p14="http://schemas.microsoft.com/office/powerpoint/2010/main" val="954895987"/>
      </p:ext>
    </p:extLst>
  </p:cSld>
  <p:clrMapOvr>
    <a:masterClrMapping/>
  </p:clrMapOvr>
  <p:transition>
    <p:wipe di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876300" y="3349487"/>
            <a:ext cx="1981200" cy="2133600"/>
            <a:chOff x="335" y="2544"/>
            <a:chExt cx="1057" cy="1376"/>
          </a:xfrm>
        </p:grpSpPr>
        <p:sp>
          <p:nvSpPr>
            <p:cNvPr id="3100" name="Rectangle 3"/>
            <p:cNvSpPr>
              <a:spLocks noChangeArrowheads="1"/>
            </p:cNvSpPr>
            <p:nvPr/>
          </p:nvSpPr>
          <p:spPr bwMode="auto">
            <a:xfrm>
              <a:off x="335" y="2752"/>
              <a:ext cx="1057" cy="1168"/>
            </a:xfrm>
            <a:prstGeom prst="rect">
              <a:avLst/>
            </a:prstGeom>
            <a:solidFill>
              <a:srgbClr val="0066FF">
                <a:alpha val="50195"/>
              </a:srgbClr>
            </a:solid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pPr>
                <a:defRPr/>
              </a:pPr>
              <a:endParaRPr lang="fr-FR">
                <a:latin typeface="Calibri" pitchFamily="34" charset="0"/>
              </a:endParaRPr>
            </a:p>
          </p:txBody>
        </p:sp>
        <p:grpSp>
          <p:nvGrpSpPr>
            <p:cNvPr id="44065" name="Group 4"/>
            <p:cNvGrpSpPr>
              <a:grpSpLocks/>
            </p:cNvGrpSpPr>
            <p:nvPr/>
          </p:nvGrpSpPr>
          <p:grpSpPr bwMode="auto">
            <a:xfrm>
              <a:off x="336" y="2672"/>
              <a:ext cx="1056" cy="1248"/>
              <a:chOff x="336" y="2592"/>
              <a:chExt cx="1056" cy="1248"/>
            </a:xfrm>
          </p:grpSpPr>
          <p:sp>
            <p:nvSpPr>
              <p:cNvPr id="44069" name="Line 5"/>
              <p:cNvSpPr>
                <a:spLocks noChangeShapeType="1"/>
              </p:cNvSpPr>
              <p:nvPr/>
            </p:nvSpPr>
            <p:spPr bwMode="auto">
              <a:xfrm>
                <a:off x="336" y="2592"/>
                <a:ext cx="0" cy="1248"/>
              </a:xfrm>
              <a:prstGeom prst="line">
                <a:avLst/>
              </a:prstGeom>
              <a:noFill/>
              <a:ln w="9525">
                <a:solidFill>
                  <a:srgbClr val="000000"/>
                </a:solidFill>
                <a:round/>
                <a:headEnd/>
                <a:tailEnd/>
              </a:ln>
            </p:spPr>
            <p:txBody>
              <a:bodyPr wrap="none" anchor="ctr"/>
              <a:lstStyle/>
              <a:p>
                <a:endParaRPr lang="fr-FR"/>
              </a:p>
            </p:txBody>
          </p:sp>
          <p:sp>
            <p:nvSpPr>
              <p:cNvPr id="29722" name="Line 6"/>
              <p:cNvSpPr>
                <a:spLocks noChangeShapeType="1"/>
              </p:cNvSpPr>
              <p:nvPr/>
            </p:nvSpPr>
            <p:spPr bwMode="auto">
              <a:xfrm>
                <a:off x="336" y="558"/>
                <a:ext cx="1056" cy="0"/>
              </a:xfrm>
              <a:prstGeom prst="line">
                <a:avLst/>
              </a:prstGeom>
              <a:noFill/>
              <a:ln w="9525">
                <a:noFill/>
                <a:round/>
                <a:headEnd/>
                <a:tailEnd/>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txBody>
              <a:bodyPr wrap="none" anchor="ctr"/>
              <a:lstStyle/>
              <a:p>
                <a:pPr>
                  <a:defRPr/>
                </a:pPr>
                <a:endParaRPr lang="en-US"/>
              </a:p>
            </p:txBody>
          </p:sp>
          <p:sp>
            <p:nvSpPr>
              <p:cNvPr id="44073" name="Line 7"/>
              <p:cNvSpPr>
                <a:spLocks noChangeShapeType="1"/>
              </p:cNvSpPr>
              <p:nvPr/>
            </p:nvSpPr>
            <p:spPr bwMode="auto">
              <a:xfrm flipV="1">
                <a:off x="1392" y="2592"/>
                <a:ext cx="0" cy="1248"/>
              </a:xfrm>
              <a:prstGeom prst="line">
                <a:avLst/>
              </a:prstGeom>
              <a:noFill/>
              <a:ln w="9525">
                <a:solidFill>
                  <a:srgbClr val="000000"/>
                </a:solidFill>
                <a:round/>
                <a:headEnd/>
                <a:tailEnd/>
              </a:ln>
            </p:spPr>
            <p:txBody>
              <a:bodyPr wrap="none" anchor="ctr"/>
              <a:lstStyle/>
              <a:p>
                <a:endParaRPr lang="fr-FR"/>
              </a:p>
            </p:txBody>
          </p:sp>
          <p:sp>
            <p:nvSpPr>
              <p:cNvPr id="44074" name="Freeform 8"/>
              <p:cNvSpPr>
                <a:spLocks/>
              </p:cNvSpPr>
              <p:nvPr/>
            </p:nvSpPr>
            <p:spPr bwMode="auto">
              <a:xfrm>
                <a:off x="336" y="2672"/>
                <a:ext cx="1056" cy="112"/>
              </a:xfrm>
              <a:custGeom>
                <a:avLst/>
                <a:gdLst>
                  <a:gd name="T0" fmla="*/ 0 w 1056"/>
                  <a:gd name="T1" fmla="*/ 16 h 112"/>
                  <a:gd name="T2" fmla="*/ 240 w 1056"/>
                  <a:gd name="T3" fmla="*/ 16 h 112"/>
                  <a:gd name="T4" fmla="*/ 528 w 1056"/>
                  <a:gd name="T5" fmla="*/ 112 h 112"/>
                  <a:gd name="T6" fmla="*/ 576 w 1056"/>
                  <a:gd name="T7" fmla="*/ 16 h 112"/>
                  <a:gd name="T8" fmla="*/ 768 w 1056"/>
                  <a:gd name="T9" fmla="*/ 64 h 112"/>
                  <a:gd name="T10" fmla="*/ 864 w 1056"/>
                  <a:gd name="T11" fmla="*/ 112 h 112"/>
                  <a:gd name="T12" fmla="*/ 960 w 1056"/>
                  <a:gd name="T13" fmla="*/ 64 h 112"/>
                  <a:gd name="T14" fmla="*/ 1056 w 1056"/>
                  <a:gd name="T15" fmla="*/ 16 h 112"/>
                  <a:gd name="T16" fmla="*/ 0 60000 65536"/>
                  <a:gd name="T17" fmla="*/ 0 60000 65536"/>
                  <a:gd name="T18" fmla="*/ 0 60000 65536"/>
                  <a:gd name="T19" fmla="*/ 0 60000 65536"/>
                  <a:gd name="T20" fmla="*/ 0 60000 65536"/>
                  <a:gd name="T21" fmla="*/ 0 60000 65536"/>
                  <a:gd name="T22" fmla="*/ 0 60000 65536"/>
                  <a:gd name="T23" fmla="*/ 0 60000 65536"/>
                  <a:gd name="T24" fmla="*/ 0 w 1056"/>
                  <a:gd name="T25" fmla="*/ 0 h 112"/>
                  <a:gd name="T26" fmla="*/ 1056 w 1056"/>
                  <a:gd name="T27" fmla="*/ 112 h 11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56" h="112">
                    <a:moveTo>
                      <a:pt x="0" y="16"/>
                    </a:moveTo>
                    <a:cubicBezTo>
                      <a:pt x="76" y="8"/>
                      <a:pt x="152" y="0"/>
                      <a:pt x="240" y="16"/>
                    </a:cubicBezTo>
                    <a:cubicBezTo>
                      <a:pt x="328" y="32"/>
                      <a:pt x="472" y="112"/>
                      <a:pt x="528" y="112"/>
                    </a:cubicBezTo>
                    <a:cubicBezTo>
                      <a:pt x="584" y="112"/>
                      <a:pt x="536" y="24"/>
                      <a:pt x="576" y="16"/>
                    </a:cubicBezTo>
                    <a:cubicBezTo>
                      <a:pt x="616" y="8"/>
                      <a:pt x="720" y="48"/>
                      <a:pt x="768" y="64"/>
                    </a:cubicBezTo>
                    <a:cubicBezTo>
                      <a:pt x="816" y="80"/>
                      <a:pt x="832" y="112"/>
                      <a:pt x="864" y="112"/>
                    </a:cubicBezTo>
                    <a:cubicBezTo>
                      <a:pt x="896" y="112"/>
                      <a:pt x="928" y="80"/>
                      <a:pt x="960" y="64"/>
                    </a:cubicBezTo>
                    <a:cubicBezTo>
                      <a:pt x="992" y="48"/>
                      <a:pt x="1048" y="16"/>
                      <a:pt x="1056" y="16"/>
                    </a:cubicBezTo>
                  </a:path>
                </a:pathLst>
              </a:custGeom>
              <a:solidFill>
                <a:schemeClr val="bg1"/>
              </a:solidFill>
              <a:ln w="9525">
                <a:solidFill>
                  <a:srgbClr val="000000"/>
                </a:solidFill>
                <a:round/>
                <a:headEnd/>
                <a:tailEnd/>
              </a:ln>
            </p:spPr>
            <p:txBody>
              <a:bodyPr wrap="none" anchor="ctr"/>
              <a:lstStyle/>
              <a:p>
                <a:endParaRPr lang="fr-FR"/>
              </a:p>
            </p:txBody>
          </p:sp>
        </p:grpSp>
        <p:sp>
          <p:nvSpPr>
            <p:cNvPr id="29720" name="Freeform 9"/>
            <p:cNvSpPr>
              <a:spLocks/>
            </p:cNvSpPr>
            <p:nvPr/>
          </p:nvSpPr>
          <p:spPr bwMode="auto">
            <a:xfrm>
              <a:off x="495" y="2544"/>
              <a:ext cx="845" cy="1167"/>
            </a:xfrm>
            <a:custGeom>
              <a:avLst/>
              <a:gdLst>
                <a:gd name="T0" fmla="*/ 354 w 845"/>
                <a:gd name="T1" fmla="*/ 130 h 1167"/>
                <a:gd name="T2" fmla="*/ 253 w 845"/>
                <a:gd name="T3" fmla="*/ 348 h 1167"/>
                <a:gd name="T4" fmla="*/ 222 w 845"/>
                <a:gd name="T5" fmla="*/ 395 h 1167"/>
                <a:gd name="T6" fmla="*/ 183 w 845"/>
                <a:gd name="T7" fmla="*/ 449 h 1167"/>
                <a:gd name="T8" fmla="*/ 97 w 845"/>
                <a:gd name="T9" fmla="*/ 566 h 1167"/>
                <a:gd name="T10" fmla="*/ 105 w 845"/>
                <a:gd name="T11" fmla="*/ 714 h 1167"/>
                <a:gd name="T12" fmla="*/ 121 w 845"/>
                <a:gd name="T13" fmla="*/ 761 h 1167"/>
                <a:gd name="T14" fmla="*/ 58 w 845"/>
                <a:gd name="T15" fmla="*/ 893 h 1167"/>
                <a:gd name="T16" fmla="*/ 19 w 845"/>
                <a:gd name="T17" fmla="*/ 964 h 1167"/>
                <a:gd name="T18" fmla="*/ 58 w 845"/>
                <a:gd name="T19" fmla="*/ 1119 h 1167"/>
                <a:gd name="T20" fmla="*/ 66 w 845"/>
                <a:gd name="T21" fmla="*/ 1143 h 1167"/>
                <a:gd name="T22" fmla="*/ 113 w 845"/>
                <a:gd name="T23" fmla="*/ 1166 h 1167"/>
                <a:gd name="T24" fmla="*/ 276 w 845"/>
                <a:gd name="T25" fmla="*/ 1119 h 1167"/>
                <a:gd name="T26" fmla="*/ 456 w 845"/>
                <a:gd name="T27" fmla="*/ 1166 h 1167"/>
                <a:gd name="T28" fmla="*/ 541 w 845"/>
                <a:gd name="T29" fmla="*/ 1151 h 1167"/>
                <a:gd name="T30" fmla="*/ 658 w 845"/>
                <a:gd name="T31" fmla="*/ 1166 h 1167"/>
                <a:gd name="T32" fmla="*/ 806 w 845"/>
                <a:gd name="T33" fmla="*/ 1135 h 1167"/>
                <a:gd name="T34" fmla="*/ 814 w 845"/>
                <a:gd name="T35" fmla="*/ 1112 h 1167"/>
                <a:gd name="T36" fmla="*/ 830 w 845"/>
                <a:gd name="T37" fmla="*/ 1088 h 1167"/>
                <a:gd name="T38" fmla="*/ 845 w 845"/>
                <a:gd name="T39" fmla="*/ 1010 h 1167"/>
                <a:gd name="T40" fmla="*/ 838 w 845"/>
                <a:gd name="T41" fmla="*/ 956 h 1167"/>
                <a:gd name="T42" fmla="*/ 814 w 845"/>
                <a:gd name="T43" fmla="*/ 932 h 1167"/>
                <a:gd name="T44" fmla="*/ 767 w 845"/>
                <a:gd name="T45" fmla="*/ 855 h 1167"/>
                <a:gd name="T46" fmla="*/ 728 w 845"/>
                <a:gd name="T47" fmla="*/ 714 h 1167"/>
                <a:gd name="T48" fmla="*/ 697 w 845"/>
                <a:gd name="T49" fmla="*/ 636 h 1167"/>
                <a:gd name="T50" fmla="*/ 666 w 845"/>
                <a:gd name="T51" fmla="*/ 449 h 1167"/>
                <a:gd name="T52" fmla="*/ 619 w 845"/>
                <a:gd name="T53" fmla="*/ 247 h 1167"/>
                <a:gd name="T54" fmla="*/ 588 w 845"/>
                <a:gd name="T55" fmla="*/ 75 h 1167"/>
                <a:gd name="T56" fmla="*/ 526 w 845"/>
                <a:gd name="T57" fmla="*/ 21 h 1167"/>
                <a:gd name="T58" fmla="*/ 479 w 845"/>
                <a:gd name="T59" fmla="*/ 5 h 1167"/>
                <a:gd name="T60" fmla="*/ 409 w 845"/>
                <a:gd name="T61" fmla="*/ 13 h 1167"/>
                <a:gd name="T62" fmla="*/ 386 w 845"/>
                <a:gd name="T63" fmla="*/ 83 h 1167"/>
                <a:gd name="T64" fmla="*/ 354 w 845"/>
                <a:gd name="T65" fmla="*/ 130 h 116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845"/>
                <a:gd name="T100" fmla="*/ 0 h 1167"/>
                <a:gd name="T101" fmla="*/ 845 w 845"/>
                <a:gd name="T102" fmla="*/ 1167 h 116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845" h="1167">
                  <a:moveTo>
                    <a:pt x="354" y="130"/>
                  </a:moveTo>
                  <a:cubicBezTo>
                    <a:pt x="336" y="210"/>
                    <a:pt x="282" y="272"/>
                    <a:pt x="253" y="348"/>
                  </a:cubicBezTo>
                  <a:cubicBezTo>
                    <a:pt x="235" y="393"/>
                    <a:pt x="259" y="349"/>
                    <a:pt x="222" y="395"/>
                  </a:cubicBezTo>
                  <a:cubicBezTo>
                    <a:pt x="208" y="412"/>
                    <a:pt x="183" y="449"/>
                    <a:pt x="183" y="449"/>
                  </a:cubicBezTo>
                  <a:cubicBezTo>
                    <a:pt x="168" y="494"/>
                    <a:pt x="124" y="527"/>
                    <a:pt x="97" y="566"/>
                  </a:cubicBezTo>
                  <a:cubicBezTo>
                    <a:pt x="78" y="625"/>
                    <a:pt x="84" y="653"/>
                    <a:pt x="105" y="714"/>
                  </a:cubicBezTo>
                  <a:cubicBezTo>
                    <a:pt x="110" y="730"/>
                    <a:pt x="121" y="761"/>
                    <a:pt x="121" y="761"/>
                  </a:cubicBezTo>
                  <a:cubicBezTo>
                    <a:pt x="112" y="829"/>
                    <a:pt x="104" y="849"/>
                    <a:pt x="58" y="893"/>
                  </a:cubicBezTo>
                  <a:cubicBezTo>
                    <a:pt x="49" y="919"/>
                    <a:pt x="19" y="964"/>
                    <a:pt x="19" y="964"/>
                  </a:cubicBezTo>
                  <a:cubicBezTo>
                    <a:pt x="0" y="1026"/>
                    <a:pt x="25" y="1070"/>
                    <a:pt x="58" y="1119"/>
                  </a:cubicBezTo>
                  <a:cubicBezTo>
                    <a:pt x="63" y="1126"/>
                    <a:pt x="60" y="1137"/>
                    <a:pt x="66" y="1143"/>
                  </a:cubicBezTo>
                  <a:cubicBezTo>
                    <a:pt x="78" y="1156"/>
                    <a:pt x="98" y="1157"/>
                    <a:pt x="113" y="1166"/>
                  </a:cubicBezTo>
                  <a:cubicBezTo>
                    <a:pt x="168" y="1152"/>
                    <a:pt x="223" y="1138"/>
                    <a:pt x="276" y="1119"/>
                  </a:cubicBezTo>
                  <a:cubicBezTo>
                    <a:pt x="341" y="1130"/>
                    <a:pt x="391" y="1157"/>
                    <a:pt x="456" y="1166"/>
                  </a:cubicBezTo>
                  <a:cubicBezTo>
                    <a:pt x="485" y="1162"/>
                    <a:pt x="512" y="1151"/>
                    <a:pt x="541" y="1151"/>
                  </a:cubicBezTo>
                  <a:cubicBezTo>
                    <a:pt x="561" y="1151"/>
                    <a:pt x="635" y="1163"/>
                    <a:pt x="658" y="1166"/>
                  </a:cubicBezTo>
                  <a:cubicBezTo>
                    <a:pt x="717" y="1161"/>
                    <a:pt x="760" y="1167"/>
                    <a:pt x="806" y="1135"/>
                  </a:cubicBezTo>
                  <a:cubicBezTo>
                    <a:pt x="809" y="1127"/>
                    <a:pt x="810" y="1119"/>
                    <a:pt x="814" y="1112"/>
                  </a:cubicBezTo>
                  <a:cubicBezTo>
                    <a:pt x="818" y="1103"/>
                    <a:pt x="826" y="1097"/>
                    <a:pt x="830" y="1088"/>
                  </a:cubicBezTo>
                  <a:cubicBezTo>
                    <a:pt x="838" y="1070"/>
                    <a:pt x="843" y="1025"/>
                    <a:pt x="845" y="1010"/>
                  </a:cubicBezTo>
                  <a:cubicBezTo>
                    <a:pt x="843" y="992"/>
                    <a:pt x="845" y="973"/>
                    <a:pt x="838" y="956"/>
                  </a:cubicBezTo>
                  <a:cubicBezTo>
                    <a:pt x="834" y="945"/>
                    <a:pt x="821" y="941"/>
                    <a:pt x="814" y="932"/>
                  </a:cubicBezTo>
                  <a:cubicBezTo>
                    <a:pt x="799" y="913"/>
                    <a:pt x="777" y="879"/>
                    <a:pt x="767" y="855"/>
                  </a:cubicBezTo>
                  <a:cubicBezTo>
                    <a:pt x="747" y="808"/>
                    <a:pt x="757" y="757"/>
                    <a:pt x="728" y="714"/>
                  </a:cubicBezTo>
                  <a:cubicBezTo>
                    <a:pt x="719" y="685"/>
                    <a:pt x="705" y="665"/>
                    <a:pt x="697" y="636"/>
                  </a:cubicBezTo>
                  <a:cubicBezTo>
                    <a:pt x="692" y="563"/>
                    <a:pt x="683" y="515"/>
                    <a:pt x="666" y="449"/>
                  </a:cubicBezTo>
                  <a:cubicBezTo>
                    <a:pt x="658" y="376"/>
                    <a:pt x="643" y="315"/>
                    <a:pt x="619" y="247"/>
                  </a:cubicBezTo>
                  <a:cubicBezTo>
                    <a:pt x="601" y="194"/>
                    <a:pt x="613" y="125"/>
                    <a:pt x="588" y="75"/>
                  </a:cubicBezTo>
                  <a:cubicBezTo>
                    <a:pt x="572" y="42"/>
                    <a:pt x="562" y="44"/>
                    <a:pt x="526" y="21"/>
                  </a:cubicBezTo>
                  <a:cubicBezTo>
                    <a:pt x="512" y="12"/>
                    <a:pt x="479" y="5"/>
                    <a:pt x="479" y="5"/>
                  </a:cubicBezTo>
                  <a:cubicBezTo>
                    <a:pt x="456" y="8"/>
                    <a:pt x="429" y="0"/>
                    <a:pt x="409" y="13"/>
                  </a:cubicBezTo>
                  <a:cubicBezTo>
                    <a:pt x="407" y="15"/>
                    <a:pt x="390" y="70"/>
                    <a:pt x="386" y="83"/>
                  </a:cubicBezTo>
                  <a:cubicBezTo>
                    <a:pt x="380" y="101"/>
                    <a:pt x="354" y="130"/>
                    <a:pt x="354" y="130"/>
                  </a:cubicBezTo>
                  <a:close/>
                </a:path>
              </a:pathLst>
            </a:custGeom>
            <a:solidFill>
              <a:schemeClr val="bg2"/>
            </a:solidFill>
            <a:ln w="9525">
              <a:noFill/>
              <a:round/>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a:defRPr/>
              </a:pPr>
              <a:endParaRPr lang="fr-FR">
                <a:latin typeface="Calibri" pitchFamily="34" charset="0"/>
              </a:endParaRPr>
            </a:p>
          </p:txBody>
        </p:sp>
      </p:grpSp>
      <p:grpSp>
        <p:nvGrpSpPr>
          <p:cNvPr id="4" name="Group 11"/>
          <p:cNvGrpSpPr>
            <a:grpSpLocks/>
          </p:cNvGrpSpPr>
          <p:nvPr/>
        </p:nvGrpSpPr>
        <p:grpSpPr bwMode="auto">
          <a:xfrm>
            <a:off x="5207000" y="2762250"/>
            <a:ext cx="2867025" cy="2459038"/>
            <a:chOff x="2640" y="2183"/>
            <a:chExt cx="1536" cy="1737"/>
          </a:xfrm>
        </p:grpSpPr>
        <p:grpSp>
          <p:nvGrpSpPr>
            <p:cNvPr id="44052" name="Group 12"/>
            <p:cNvGrpSpPr>
              <a:grpSpLocks/>
            </p:cNvGrpSpPr>
            <p:nvPr/>
          </p:nvGrpSpPr>
          <p:grpSpPr bwMode="auto">
            <a:xfrm>
              <a:off x="2640" y="2213"/>
              <a:ext cx="1536" cy="1707"/>
              <a:chOff x="1872" y="2544"/>
              <a:chExt cx="1056" cy="1376"/>
            </a:xfrm>
          </p:grpSpPr>
          <p:sp>
            <p:nvSpPr>
              <p:cNvPr id="44055" name="Line 13"/>
              <p:cNvSpPr>
                <a:spLocks noChangeShapeType="1"/>
              </p:cNvSpPr>
              <p:nvPr/>
            </p:nvSpPr>
            <p:spPr bwMode="auto">
              <a:xfrm>
                <a:off x="1872" y="2544"/>
                <a:ext cx="0" cy="1376"/>
              </a:xfrm>
              <a:prstGeom prst="line">
                <a:avLst/>
              </a:prstGeom>
              <a:noFill/>
              <a:ln w="9525">
                <a:solidFill>
                  <a:srgbClr val="000000"/>
                </a:solidFill>
                <a:round/>
                <a:headEnd/>
                <a:tailEnd/>
              </a:ln>
            </p:spPr>
            <p:txBody>
              <a:bodyPr wrap="none" anchor="ctr"/>
              <a:lstStyle/>
              <a:p>
                <a:endParaRPr lang="fr-FR"/>
              </a:p>
            </p:txBody>
          </p:sp>
          <p:sp>
            <p:nvSpPr>
              <p:cNvPr id="29714" name="Line 14"/>
              <p:cNvSpPr>
                <a:spLocks noChangeShapeType="1"/>
              </p:cNvSpPr>
              <p:nvPr/>
            </p:nvSpPr>
            <p:spPr bwMode="auto">
              <a:xfrm>
                <a:off x="1872" y="3800"/>
                <a:ext cx="1056" cy="0"/>
              </a:xfrm>
              <a:prstGeom prst="line">
                <a:avLst/>
              </a:prstGeom>
              <a:noFill/>
              <a:ln w="9525">
                <a:solidFill>
                  <a:srgbClr val="000000"/>
                </a:solidFill>
                <a:round/>
                <a:headEnd/>
                <a:tailEnd/>
              </a:ln>
              <a:effectLst>
                <a:innerShdw blurRad="63500" dist="50800" dir="2700000">
                  <a:prstClr val="black">
                    <a:alpha val="50000"/>
                  </a:prstClr>
                </a:innerShdw>
              </a:effectLst>
            </p:spPr>
            <p:txBody>
              <a:bodyPr wrap="none" anchor="ctr"/>
              <a:lstStyle/>
              <a:p>
                <a:pPr>
                  <a:defRPr/>
                </a:pPr>
                <a:endParaRPr lang="en-US"/>
              </a:p>
            </p:txBody>
          </p:sp>
          <p:sp>
            <p:nvSpPr>
              <p:cNvPr id="44059" name="Line 15"/>
              <p:cNvSpPr>
                <a:spLocks noChangeShapeType="1"/>
              </p:cNvSpPr>
              <p:nvPr/>
            </p:nvSpPr>
            <p:spPr bwMode="auto">
              <a:xfrm flipV="1">
                <a:off x="2928" y="2544"/>
                <a:ext cx="0" cy="1376"/>
              </a:xfrm>
              <a:prstGeom prst="line">
                <a:avLst/>
              </a:prstGeom>
              <a:noFill/>
              <a:ln w="9525">
                <a:solidFill>
                  <a:srgbClr val="000000"/>
                </a:solidFill>
                <a:round/>
                <a:headEnd/>
                <a:tailEnd/>
              </a:ln>
            </p:spPr>
            <p:txBody>
              <a:bodyPr wrap="none" anchor="ctr"/>
              <a:lstStyle/>
              <a:p>
                <a:endParaRPr lang="fr-FR"/>
              </a:p>
            </p:txBody>
          </p:sp>
          <p:sp>
            <p:nvSpPr>
              <p:cNvPr id="44060" name="Line 16"/>
              <p:cNvSpPr>
                <a:spLocks noChangeShapeType="1"/>
              </p:cNvSpPr>
              <p:nvPr/>
            </p:nvSpPr>
            <p:spPr bwMode="auto">
              <a:xfrm>
                <a:off x="1872" y="2752"/>
                <a:ext cx="1056" cy="0"/>
              </a:xfrm>
              <a:prstGeom prst="line">
                <a:avLst/>
              </a:prstGeom>
              <a:noFill/>
              <a:ln w="9525">
                <a:solidFill>
                  <a:srgbClr val="000000"/>
                </a:solidFill>
                <a:round/>
                <a:headEnd/>
                <a:tailEnd/>
              </a:ln>
            </p:spPr>
            <p:txBody>
              <a:bodyPr wrap="none" anchor="ctr"/>
              <a:lstStyle/>
              <a:p>
                <a:endParaRPr lang="fr-FR"/>
              </a:p>
            </p:txBody>
          </p:sp>
          <p:sp>
            <p:nvSpPr>
              <p:cNvPr id="44061" name="Line 17"/>
              <p:cNvSpPr>
                <a:spLocks noChangeShapeType="1"/>
              </p:cNvSpPr>
              <p:nvPr/>
            </p:nvSpPr>
            <p:spPr bwMode="auto">
              <a:xfrm>
                <a:off x="1872" y="2544"/>
                <a:ext cx="1056" cy="0"/>
              </a:xfrm>
              <a:prstGeom prst="line">
                <a:avLst/>
              </a:prstGeom>
              <a:noFill/>
              <a:ln w="9525">
                <a:solidFill>
                  <a:srgbClr val="000000"/>
                </a:solidFill>
                <a:round/>
                <a:headEnd/>
                <a:tailEnd/>
              </a:ln>
            </p:spPr>
            <p:txBody>
              <a:bodyPr wrap="none" anchor="ctr"/>
              <a:lstStyle/>
              <a:p>
                <a:endParaRPr lang="fr-FR"/>
              </a:p>
            </p:txBody>
          </p:sp>
        </p:grpSp>
        <p:sp>
          <p:nvSpPr>
            <p:cNvPr id="44053" name="Text Box 18"/>
            <p:cNvSpPr txBox="1">
              <a:spLocks noChangeArrowheads="1"/>
            </p:cNvSpPr>
            <p:nvPr/>
          </p:nvSpPr>
          <p:spPr bwMode="auto">
            <a:xfrm>
              <a:off x="3161" y="2183"/>
              <a:ext cx="488" cy="323"/>
            </a:xfrm>
            <a:prstGeom prst="rect">
              <a:avLst/>
            </a:prstGeom>
            <a:noFill/>
            <a:ln w="9525">
              <a:noFill/>
              <a:miter lim="800000"/>
              <a:headEnd/>
              <a:tailEnd/>
            </a:ln>
          </p:spPr>
          <p:txBody>
            <a:bodyPr wrap="none">
              <a:spAutoFit/>
            </a:bodyPr>
            <a:lstStyle/>
            <a:p>
              <a:pPr algn="ctr"/>
              <a:r>
                <a:rPr lang="en-GB" sz="2400">
                  <a:latin typeface="Calibri" pitchFamily="34" charset="0"/>
                </a:rPr>
                <a:t>EFFET</a:t>
              </a:r>
            </a:p>
          </p:txBody>
        </p:sp>
        <p:sp>
          <p:nvSpPr>
            <p:cNvPr id="44054" name="Text Box 19"/>
            <p:cNvSpPr txBox="1">
              <a:spLocks noChangeArrowheads="1"/>
            </p:cNvSpPr>
            <p:nvPr/>
          </p:nvSpPr>
          <p:spPr bwMode="auto">
            <a:xfrm rot="-1551738">
              <a:off x="2955" y="2985"/>
              <a:ext cx="1025" cy="323"/>
            </a:xfrm>
            <a:prstGeom prst="rect">
              <a:avLst/>
            </a:prstGeom>
            <a:noFill/>
            <a:ln w="9525">
              <a:noFill/>
              <a:miter lim="800000"/>
              <a:headEnd/>
              <a:tailEnd/>
            </a:ln>
          </p:spPr>
          <p:txBody>
            <a:bodyPr>
              <a:spAutoFit/>
            </a:bodyPr>
            <a:lstStyle/>
            <a:p>
              <a:pPr algn="ctr">
                <a:spcBef>
                  <a:spcPct val="50000"/>
                </a:spcBef>
              </a:pPr>
              <a:r>
                <a:rPr lang="en-GB" sz="2400">
                  <a:latin typeface="Calibri" pitchFamily="34" charset="0"/>
                </a:rPr>
                <a:t>CAUSES</a:t>
              </a:r>
            </a:p>
          </p:txBody>
        </p:sp>
      </p:grpSp>
      <p:grpSp>
        <p:nvGrpSpPr>
          <p:cNvPr id="6" name="Group 20"/>
          <p:cNvGrpSpPr>
            <a:grpSpLocks/>
          </p:cNvGrpSpPr>
          <p:nvPr/>
        </p:nvGrpSpPr>
        <p:grpSpPr bwMode="auto">
          <a:xfrm>
            <a:off x="2268538" y="2762250"/>
            <a:ext cx="2613025" cy="538163"/>
            <a:chOff x="994" y="2028"/>
            <a:chExt cx="1646" cy="339"/>
          </a:xfrm>
        </p:grpSpPr>
        <p:sp>
          <p:nvSpPr>
            <p:cNvPr id="44050" name="Text Box 21"/>
            <p:cNvSpPr txBox="1">
              <a:spLocks noChangeArrowheads="1"/>
            </p:cNvSpPr>
            <p:nvPr/>
          </p:nvSpPr>
          <p:spPr bwMode="auto">
            <a:xfrm>
              <a:off x="1392" y="2028"/>
              <a:ext cx="1248" cy="288"/>
            </a:xfrm>
            <a:prstGeom prst="rect">
              <a:avLst/>
            </a:prstGeom>
            <a:noFill/>
            <a:ln w="9525">
              <a:noFill/>
              <a:miter lim="800000"/>
              <a:headEnd/>
              <a:tailEnd/>
            </a:ln>
          </p:spPr>
          <p:txBody>
            <a:bodyPr>
              <a:spAutoFit/>
            </a:bodyPr>
            <a:lstStyle/>
            <a:p>
              <a:pPr algn="ctr">
                <a:spcBef>
                  <a:spcPct val="50000"/>
                </a:spcBef>
              </a:pPr>
              <a:r>
                <a:rPr lang="en-GB" sz="2400" dirty="0">
                  <a:latin typeface="Calibri" pitchFamily="34" charset="0"/>
                </a:rPr>
                <a:t>Symptômes</a:t>
              </a:r>
              <a:endParaRPr lang="en-GB" dirty="0">
                <a:latin typeface="Calibri" pitchFamily="34" charset="0"/>
              </a:endParaRPr>
            </a:p>
          </p:txBody>
        </p:sp>
        <p:sp>
          <p:nvSpPr>
            <p:cNvPr id="44051" name="Line 22"/>
            <p:cNvSpPr>
              <a:spLocks noChangeShapeType="1"/>
            </p:cNvSpPr>
            <p:nvPr/>
          </p:nvSpPr>
          <p:spPr bwMode="auto">
            <a:xfrm flipH="1">
              <a:off x="994" y="2213"/>
              <a:ext cx="398" cy="154"/>
            </a:xfrm>
            <a:prstGeom prst="line">
              <a:avLst/>
            </a:prstGeom>
            <a:noFill/>
            <a:ln w="9525">
              <a:solidFill>
                <a:srgbClr val="000000"/>
              </a:solidFill>
              <a:round/>
              <a:headEnd/>
              <a:tailEnd type="triangle" w="med" len="med"/>
            </a:ln>
          </p:spPr>
          <p:txBody>
            <a:bodyPr wrap="none" anchor="ctr"/>
            <a:lstStyle/>
            <a:p>
              <a:endParaRPr lang="fr-FR"/>
            </a:p>
          </p:txBody>
        </p:sp>
      </p:grpSp>
      <p:grpSp>
        <p:nvGrpSpPr>
          <p:cNvPr id="7" name="Group 23"/>
          <p:cNvGrpSpPr>
            <a:grpSpLocks/>
          </p:cNvGrpSpPr>
          <p:nvPr/>
        </p:nvGrpSpPr>
        <p:grpSpPr bwMode="auto">
          <a:xfrm>
            <a:off x="2541588" y="4348947"/>
            <a:ext cx="2339975" cy="457200"/>
            <a:chOff x="1166" y="2915"/>
            <a:chExt cx="1474" cy="288"/>
          </a:xfrm>
        </p:grpSpPr>
        <p:sp>
          <p:nvSpPr>
            <p:cNvPr id="44048" name="Text Box 24"/>
            <p:cNvSpPr txBox="1">
              <a:spLocks noChangeArrowheads="1"/>
            </p:cNvSpPr>
            <p:nvPr/>
          </p:nvSpPr>
          <p:spPr bwMode="auto">
            <a:xfrm>
              <a:off x="1392" y="2915"/>
              <a:ext cx="1248" cy="288"/>
            </a:xfrm>
            <a:prstGeom prst="rect">
              <a:avLst/>
            </a:prstGeom>
            <a:noFill/>
            <a:ln w="9525">
              <a:noFill/>
              <a:miter lim="800000"/>
              <a:headEnd/>
              <a:tailEnd/>
            </a:ln>
          </p:spPr>
          <p:txBody>
            <a:bodyPr>
              <a:spAutoFit/>
            </a:bodyPr>
            <a:lstStyle/>
            <a:p>
              <a:pPr algn="ctr">
                <a:spcBef>
                  <a:spcPct val="50000"/>
                </a:spcBef>
              </a:pPr>
              <a:r>
                <a:rPr lang="en-GB" sz="2400" dirty="0">
                  <a:latin typeface="Calibri" pitchFamily="34" charset="0"/>
                </a:rPr>
                <a:t>Problèmes</a:t>
              </a:r>
              <a:endParaRPr lang="en-GB" dirty="0">
                <a:latin typeface="Calibri" pitchFamily="34" charset="0"/>
              </a:endParaRPr>
            </a:p>
          </p:txBody>
        </p:sp>
        <p:sp>
          <p:nvSpPr>
            <p:cNvPr id="44049" name="Line 25"/>
            <p:cNvSpPr>
              <a:spLocks noChangeShapeType="1"/>
            </p:cNvSpPr>
            <p:nvPr/>
          </p:nvSpPr>
          <p:spPr bwMode="auto">
            <a:xfrm flipH="1">
              <a:off x="1166" y="3072"/>
              <a:ext cx="398" cy="0"/>
            </a:xfrm>
            <a:prstGeom prst="line">
              <a:avLst/>
            </a:prstGeom>
            <a:noFill/>
            <a:ln w="9525">
              <a:solidFill>
                <a:srgbClr val="000000"/>
              </a:solidFill>
              <a:round/>
              <a:headEnd/>
              <a:tailEnd type="triangle" w="med" len="med"/>
            </a:ln>
          </p:spPr>
          <p:txBody>
            <a:bodyPr wrap="none" anchor="ctr"/>
            <a:lstStyle/>
            <a:p>
              <a:endParaRPr lang="fr-FR"/>
            </a:p>
          </p:txBody>
        </p:sp>
      </p:grpSp>
      <p:sp>
        <p:nvSpPr>
          <p:cNvPr id="1296410" name="Text Box 26"/>
          <p:cNvSpPr txBox="1">
            <a:spLocks noChangeArrowheads="1"/>
          </p:cNvSpPr>
          <p:nvPr/>
        </p:nvSpPr>
        <p:spPr bwMode="auto">
          <a:xfrm>
            <a:off x="350838" y="2168860"/>
            <a:ext cx="8512175" cy="396875"/>
          </a:xfrm>
          <a:prstGeom prst="rect">
            <a:avLst/>
          </a:prstGeom>
          <a:noFill/>
          <a:ln w="9525">
            <a:noFill/>
            <a:miter lim="800000"/>
            <a:headEnd/>
            <a:tailEnd/>
          </a:ln>
        </p:spPr>
        <p:txBody>
          <a:bodyPr>
            <a:spAutoFit/>
          </a:bodyPr>
          <a:lstStyle/>
          <a:p>
            <a:pPr algn="just">
              <a:spcBef>
                <a:spcPct val="50000"/>
              </a:spcBef>
            </a:pPr>
            <a:r>
              <a:rPr lang="fr-FR" sz="2000" dirty="0">
                <a:latin typeface="Calibri" pitchFamily="34" charset="0"/>
              </a:rPr>
              <a:t>Comparer un problème à un iceberg, et penser au Titanic ! </a:t>
            </a:r>
          </a:p>
        </p:txBody>
      </p:sp>
      <p:sp>
        <p:nvSpPr>
          <p:cNvPr id="29" name="Rectangle 28"/>
          <p:cNvSpPr/>
          <p:nvPr/>
        </p:nvSpPr>
        <p:spPr>
          <a:xfrm>
            <a:off x="377881" y="1656202"/>
            <a:ext cx="3818275"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wrap="square">
            <a:spAutoFit/>
          </a:bodyPr>
          <a:lstStyle/>
          <a:p>
            <a:pPr fontAlgn="auto">
              <a:spcBef>
                <a:spcPts val="0"/>
              </a:spcBef>
              <a:spcAft>
                <a:spcPts val="0"/>
              </a:spcAft>
              <a:defRPr/>
            </a:pP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1 – Qu’est ce qu’un problème ?</a:t>
            </a:r>
          </a:p>
        </p:txBody>
      </p:sp>
      <p:sp>
        <p:nvSpPr>
          <p:cNvPr id="30" name="Text Box 21"/>
          <p:cNvSpPr txBox="1">
            <a:spLocks noChangeArrowheads="1"/>
          </p:cNvSpPr>
          <p:nvPr/>
        </p:nvSpPr>
        <p:spPr bwMode="auto">
          <a:xfrm>
            <a:off x="203647" y="860140"/>
            <a:ext cx="8924925" cy="457200"/>
          </a:xfrm>
          <a:prstGeom prst="rect">
            <a:avLst/>
          </a:prstGeom>
          <a:noFill/>
          <a:ln w="9525">
            <a:noFill/>
            <a:miter lim="800000"/>
            <a:headEnd/>
            <a:tailEnd/>
          </a:ln>
        </p:spPr>
        <p:txBody>
          <a:bodyPr>
            <a:spAutoFit/>
          </a:bodyPr>
          <a:lstStyle/>
          <a:p>
            <a:pPr>
              <a:defRPr/>
            </a:pPr>
            <a:r>
              <a:rPr lang="fr-FR" sz="2400" b="1" dirty="0">
                <a:solidFill>
                  <a:srgbClr val="002060"/>
                </a:solidFill>
                <a:effectLst>
                  <a:outerShdw blurRad="38100" dist="38100" dir="2700000" algn="tl">
                    <a:srgbClr val="C0C0C0"/>
                  </a:outerShdw>
                </a:effectLst>
                <a:latin typeface="Calibri" pitchFamily="34" charset="0"/>
              </a:rPr>
              <a:t>A. Qu’est ce qu’une méthode de résolution de problème ?</a:t>
            </a:r>
          </a:p>
        </p:txBody>
      </p:sp>
    </p:spTree>
    <p:extLst>
      <p:ext uri="{BB962C8B-B14F-4D97-AF65-F5344CB8AC3E}">
        <p14:creationId xmlns:p14="http://schemas.microsoft.com/office/powerpoint/2010/main" val="2742990608"/>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96410"/>
                                        </p:tgtEl>
                                        <p:attrNameLst>
                                          <p:attrName>style.visibility</p:attrName>
                                        </p:attrNameLst>
                                      </p:cBhvr>
                                      <p:to>
                                        <p:strVal val="visible"/>
                                      </p:to>
                                    </p:set>
                                    <p:anim calcmode="lin" valueType="num">
                                      <p:cBhvr additive="base">
                                        <p:cTn id="7" dur="500" fill="hold"/>
                                        <p:tgtEl>
                                          <p:spTgt spid="1296410"/>
                                        </p:tgtEl>
                                        <p:attrNameLst>
                                          <p:attrName>ppt_x</p:attrName>
                                        </p:attrNameLst>
                                      </p:cBhvr>
                                      <p:tavLst>
                                        <p:tav tm="0">
                                          <p:val>
                                            <p:strVal val="0-#ppt_w/2"/>
                                          </p:val>
                                        </p:tav>
                                        <p:tav tm="100000">
                                          <p:val>
                                            <p:strVal val="#ppt_x"/>
                                          </p:val>
                                        </p:tav>
                                      </p:tavLst>
                                    </p:anim>
                                    <p:anim calcmode="lin" valueType="num">
                                      <p:cBhvr additive="base">
                                        <p:cTn id="8" dur="500" fill="hold"/>
                                        <p:tgtEl>
                                          <p:spTgt spid="1296410"/>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additive="base">
                                        <p:cTn id="13" dur="500" fill="hold"/>
                                        <p:tgtEl>
                                          <p:spTgt spid="2"/>
                                        </p:tgtEl>
                                        <p:attrNameLst>
                                          <p:attrName>ppt_x</p:attrName>
                                        </p:attrNameLst>
                                      </p:cBhvr>
                                      <p:tavLst>
                                        <p:tav tm="0">
                                          <p:val>
                                            <p:strVal val="0-#ppt_w/2"/>
                                          </p:val>
                                        </p:tav>
                                        <p:tav tm="100000">
                                          <p:val>
                                            <p:strVal val="#ppt_x"/>
                                          </p:val>
                                        </p:tav>
                                      </p:tavLst>
                                    </p:anim>
                                    <p:anim calcmode="lin" valueType="num">
                                      <p:cBhvr additive="base">
                                        <p:cTn id="14"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0-#ppt_w/2"/>
                                          </p:val>
                                        </p:tav>
                                        <p:tav tm="100000">
                                          <p:val>
                                            <p:strVal val="#ppt_x"/>
                                          </p:val>
                                        </p:tav>
                                      </p:tavLst>
                                    </p:anim>
                                    <p:anim calcmode="lin" valueType="num">
                                      <p:cBhvr additive="base">
                                        <p:cTn id="20"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0-#ppt_w/2"/>
                                          </p:val>
                                        </p:tav>
                                        <p:tav tm="100000">
                                          <p:val>
                                            <p:strVal val="#ppt_x"/>
                                          </p:val>
                                        </p:tav>
                                      </p:tavLst>
                                    </p:anim>
                                    <p:anim calcmode="lin" valueType="num">
                                      <p:cBhvr additive="base">
                                        <p:cTn id="26" dur="500" fill="hold"/>
                                        <p:tgtEl>
                                          <p:spTgt spid="7"/>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nodeType="clickEffect">
                                  <p:stCondLst>
                                    <p:cond delay="0"/>
                                  </p:stCondLst>
                                  <p:childTnLst>
                                    <p:set>
                                      <p:cBhvr>
                                        <p:cTn id="30" dur="1" fill="hold">
                                          <p:stCondLst>
                                            <p:cond delay="0"/>
                                          </p:stCondLst>
                                        </p:cTn>
                                        <p:tgtEl>
                                          <p:spTgt spid="4"/>
                                        </p:tgtEl>
                                        <p:attrNameLst>
                                          <p:attrName>style.visibility</p:attrName>
                                        </p:attrNameLst>
                                      </p:cBhvr>
                                      <p:to>
                                        <p:strVal val="visible"/>
                                      </p:to>
                                    </p:set>
                                    <p:anim calcmode="lin" valueType="num">
                                      <p:cBhvr additive="base">
                                        <p:cTn id="31" dur="500" fill="hold"/>
                                        <p:tgtEl>
                                          <p:spTgt spid="4"/>
                                        </p:tgtEl>
                                        <p:attrNameLst>
                                          <p:attrName>ppt_x</p:attrName>
                                        </p:attrNameLst>
                                      </p:cBhvr>
                                      <p:tavLst>
                                        <p:tav tm="0">
                                          <p:val>
                                            <p:strVal val="0-#ppt_w/2"/>
                                          </p:val>
                                        </p:tav>
                                        <p:tav tm="100000">
                                          <p:val>
                                            <p:strVal val="#ppt_x"/>
                                          </p:val>
                                        </p:tav>
                                      </p:tavLst>
                                    </p:anim>
                                    <p:anim calcmode="lin" valueType="num">
                                      <p:cBhvr additive="base">
                                        <p:cTn id="32"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6410"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21"/>
          <p:cNvSpPr txBox="1">
            <a:spLocks noChangeArrowheads="1"/>
          </p:cNvSpPr>
          <p:nvPr/>
        </p:nvSpPr>
        <p:spPr bwMode="auto">
          <a:xfrm>
            <a:off x="206933" y="803275"/>
            <a:ext cx="8924925" cy="457200"/>
          </a:xfrm>
          <a:prstGeom prst="rect">
            <a:avLst/>
          </a:prstGeom>
          <a:noFill/>
          <a:ln w="9525">
            <a:noFill/>
            <a:miter lim="800000"/>
            <a:headEnd/>
            <a:tailEnd/>
          </a:ln>
        </p:spPr>
        <p:txBody>
          <a:bodyPr>
            <a:spAutoFit/>
          </a:bodyPr>
          <a:lstStyle/>
          <a:p>
            <a:pPr>
              <a:defRPr/>
            </a:pPr>
            <a:r>
              <a:rPr lang="fr-FR" sz="2400" b="1" dirty="0">
                <a:solidFill>
                  <a:srgbClr val="002060"/>
                </a:solidFill>
                <a:effectLst>
                  <a:outerShdw blurRad="38100" dist="38100" dir="2700000" algn="tl">
                    <a:srgbClr val="C0C0C0"/>
                  </a:outerShdw>
                </a:effectLst>
                <a:latin typeface="Calibri" pitchFamily="34" charset="0"/>
              </a:rPr>
              <a:t>A. Qu’est ce qu’une méthode de résolution de problème ?</a:t>
            </a:r>
          </a:p>
        </p:txBody>
      </p:sp>
      <p:sp>
        <p:nvSpPr>
          <p:cNvPr id="11" name="Rectangle 10"/>
          <p:cNvSpPr/>
          <p:nvPr/>
        </p:nvSpPr>
        <p:spPr>
          <a:xfrm>
            <a:off x="352424" y="1370351"/>
            <a:ext cx="3184461"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wrap="square">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2</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Vision type BOEING</a:t>
            </a:r>
          </a:p>
        </p:txBody>
      </p:sp>
      <p:sp>
        <p:nvSpPr>
          <p:cNvPr id="3" name="Rectangle 2"/>
          <p:cNvSpPr/>
          <p:nvPr/>
        </p:nvSpPr>
        <p:spPr bwMode="auto">
          <a:xfrm>
            <a:off x="161510" y="2078850"/>
            <a:ext cx="8563667" cy="450050"/>
          </a:xfrm>
          <a:prstGeom prst="rect">
            <a:avLst/>
          </a:prstGeom>
          <a:solidFill>
            <a:schemeClr val="tx2">
              <a:lumMod val="20000"/>
              <a:lumOff val="80000"/>
            </a:schemeClr>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eaLnBrk="0" latinLnBrk="0" hangingPunct="0">
              <a:lnSpc>
                <a:spcPct val="100000"/>
              </a:lnSpc>
              <a:buClrTx/>
              <a:buSzTx/>
              <a:buFontTx/>
              <a:buNone/>
              <a:tabLst/>
            </a:pPr>
            <a:r>
              <a:rPr lang="en-US" sz="1400" dirty="0"/>
              <a:t>Approche  usuelle VS recommandée dans la résolution des problèmes</a:t>
            </a:r>
          </a:p>
        </p:txBody>
      </p:sp>
      <p:sp>
        <p:nvSpPr>
          <p:cNvPr id="4" name="Rectangle 3"/>
          <p:cNvSpPr/>
          <p:nvPr/>
        </p:nvSpPr>
        <p:spPr bwMode="auto">
          <a:xfrm>
            <a:off x="161510" y="2663915"/>
            <a:ext cx="1394737" cy="1251770"/>
          </a:xfrm>
          <a:prstGeom prst="rect">
            <a:avLst/>
          </a:prstGeom>
          <a:solidFill>
            <a:schemeClr val="bg2">
              <a:lumMod val="50000"/>
            </a:schemeClr>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r>
              <a:rPr lang="en-US" sz="1400" dirty="0"/>
              <a:t>Méthode</a:t>
            </a:r>
          </a:p>
          <a:p>
            <a:pPr eaLnBrk="0" hangingPunct="0"/>
            <a:r>
              <a:rPr lang="en-US" sz="1400" dirty="0"/>
              <a:t>Usuelle</a:t>
            </a:r>
          </a:p>
        </p:txBody>
      </p:sp>
      <p:sp>
        <p:nvSpPr>
          <p:cNvPr id="12" name="Rectangle 11"/>
          <p:cNvSpPr/>
          <p:nvPr/>
        </p:nvSpPr>
        <p:spPr bwMode="auto">
          <a:xfrm>
            <a:off x="1753252" y="2663915"/>
            <a:ext cx="1685297" cy="1251769"/>
          </a:xfrm>
          <a:prstGeom prst="rect">
            <a:avLst/>
          </a:prstGeom>
          <a:solidFill>
            <a:schemeClr val="tx2">
              <a:lumMod val="20000"/>
              <a:lumOff val="80000"/>
            </a:schemeClr>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r>
              <a:rPr lang="en-US" sz="1400" dirty="0"/>
              <a:t>Le problèmes apparait</a:t>
            </a:r>
          </a:p>
        </p:txBody>
      </p:sp>
      <p:sp>
        <p:nvSpPr>
          <p:cNvPr id="13" name="Rectangle 12"/>
          <p:cNvSpPr/>
          <p:nvPr/>
        </p:nvSpPr>
        <p:spPr bwMode="auto">
          <a:xfrm>
            <a:off x="3717638" y="2663915"/>
            <a:ext cx="1316100" cy="1251769"/>
          </a:xfrm>
          <a:prstGeom prst="rect">
            <a:avLst/>
          </a:prstGeom>
          <a:solidFill>
            <a:schemeClr val="tx2">
              <a:lumMod val="20000"/>
              <a:lumOff val="80000"/>
            </a:schemeClr>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r>
              <a:rPr lang="en-US" sz="1400" dirty="0"/>
              <a:t>Pompier : Contenir et dépanner, solution </a:t>
            </a:r>
          </a:p>
          <a:p>
            <a:pPr algn="ctr" eaLnBrk="0" hangingPunct="0"/>
            <a:r>
              <a:rPr lang="en-US" sz="1400" dirty="0"/>
              <a:t>currative</a:t>
            </a:r>
          </a:p>
        </p:txBody>
      </p:sp>
      <p:sp>
        <p:nvSpPr>
          <p:cNvPr id="14" name="Rectangle 13"/>
          <p:cNvSpPr/>
          <p:nvPr/>
        </p:nvSpPr>
        <p:spPr bwMode="auto">
          <a:xfrm>
            <a:off x="5337085" y="2663915"/>
            <a:ext cx="1580483" cy="1251770"/>
          </a:xfrm>
          <a:prstGeom prst="rect">
            <a:avLst/>
          </a:prstGeom>
          <a:solidFill>
            <a:schemeClr val="tx2">
              <a:lumMod val="20000"/>
              <a:lumOff val="80000"/>
            </a:schemeClr>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r>
              <a:rPr lang="en-US" sz="1400" dirty="0"/>
              <a:t>Les problèmes réapparaissent dans le futur</a:t>
            </a:r>
          </a:p>
        </p:txBody>
      </p:sp>
      <p:sp>
        <p:nvSpPr>
          <p:cNvPr id="15" name="Rectangle 14"/>
          <p:cNvSpPr/>
          <p:nvPr/>
        </p:nvSpPr>
        <p:spPr bwMode="auto">
          <a:xfrm>
            <a:off x="7022568" y="2663915"/>
            <a:ext cx="1685297" cy="1251769"/>
          </a:xfrm>
          <a:prstGeom prst="rect">
            <a:avLst/>
          </a:prstGeom>
          <a:solidFill>
            <a:schemeClr val="tx2">
              <a:lumMod val="20000"/>
              <a:lumOff val="80000"/>
            </a:schemeClr>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r>
              <a:rPr lang="en-US" sz="1400" dirty="0"/>
              <a:t>Commentaire : </a:t>
            </a:r>
          </a:p>
          <a:p>
            <a:pPr algn="ctr" eaLnBrk="0" hangingPunct="0"/>
            <a:r>
              <a:rPr lang="en-US" sz="1400" dirty="0"/>
              <a:t>L’inflation des coûts perdure</a:t>
            </a:r>
          </a:p>
        </p:txBody>
      </p:sp>
      <p:sp>
        <p:nvSpPr>
          <p:cNvPr id="5" name="Flèche droite 4"/>
          <p:cNvSpPr/>
          <p:nvPr/>
        </p:nvSpPr>
        <p:spPr bwMode="auto">
          <a:xfrm>
            <a:off x="5033738" y="3247374"/>
            <a:ext cx="303347" cy="240361"/>
          </a:xfrm>
          <a:prstGeom prst="right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1" i="0" u="none" strike="noStrike" cap="none" normalizeH="0" baseline="0">
              <a:ln>
                <a:noFill/>
              </a:ln>
              <a:solidFill>
                <a:schemeClr val="tx1"/>
              </a:solidFill>
              <a:effectLst/>
              <a:latin typeface="Century Gothic" pitchFamily="34" charset="0"/>
            </a:endParaRPr>
          </a:p>
        </p:txBody>
      </p:sp>
      <p:sp>
        <p:nvSpPr>
          <p:cNvPr id="17" name="Flèche droite 16"/>
          <p:cNvSpPr/>
          <p:nvPr/>
        </p:nvSpPr>
        <p:spPr bwMode="auto">
          <a:xfrm>
            <a:off x="3438549" y="3232569"/>
            <a:ext cx="279089" cy="255166"/>
          </a:xfrm>
          <a:prstGeom prst="right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1" i="0" u="none" strike="noStrike" cap="none" normalizeH="0" baseline="0">
              <a:ln>
                <a:noFill/>
              </a:ln>
              <a:solidFill>
                <a:schemeClr val="tx1"/>
              </a:solidFill>
              <a:effectLst/>
              <a:latin typeface="Century Gothic" pitchFamily="34" charset="0"/>
            </a:endParaRPr>
          </a:p>
        </p:txBody>
      </p:sp>
      <p:cxnSp>
        <p:nvCxnSpPr>
          <p:cNvPr id="18" name="Connecteur en angle 17"/>
          <p:cNvCxnSpPr>
            <a:stCxn id="14" idx="2"/>
            <a:endCxn id="13" idx="2"/>
          </p:cNvCxnSpPr>
          <p:nvPr/>
        </p:nvCxnSpPr>
        <p:spPr bwMode="auto">
          <a:xfrm rot="5400000" flipH="1">
            <a:off x="5251507" y="3039866"/>
            <a:ext cx="1" cy="1751639"/>
          </a:xfrm>
          <a:prstGeom prst="bentConnector3">
            <a:avLst>
              <a:gd name="adj1" fmla="val -22860000000"/>
            </a:avLst>
          </a:prstGeom>
          <a:solidFill>
            <a:schemeClr val="accent1"/>
          </a:solidFill>
          <a:ln w="38100" cap="flat" cmpd="sng" algn="ctr">
            <a:solidFill>
              <a:schemeClr val="tx1"/>
            </a:solidFill>
            <a:prstDash val="solid"/>
            <a:round/>
            <a:headEnd type="none" w="med" len="med"/>
            <a:tailEnd type="arrow"/>
          </a:ln>
          <a:effectLst/>
        </p:spPr>
      </p:cxnSp>
      <p:sp>
        <p:nvSpPr>
          <p:cNvPr id="28" name="Rectangle 27"/>
          <p:cNvSpPr/>
          <p:nvPr/>
        </p:nvSpPr>
        <p:spPr bwMode="auto">
          <a:xfrm>
            <a:off x="1753252" y="4509119"/>
            <a:ext cx="1136996" cy="1665185"/>
          </a:xfrm>
          <a:prstGeom prst="rect">
            <a:avLst/>
          </a:prstGeom>
          <a:solidFill>
            <a:schemeClr val="tx2">
              <a:lumMod val="20000"/>
              <a:lumOff val="80000"/>
            </a:schemeClr>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r>
              <a:rPr lang="en-US" sz="1400" dirty="0"/>
              <a:t>Le problème apparait</a:t>
            </a:r>
          </a:p>
        </p:txBody>
      </p:sp>
      <p:sp>
        <p:nvSpPr>
          <p:cNvPr id="29" name="Rectangle 28"/>
          <p:cNvSpPr/>
          <p:nvPr/>
        </p:nvSpPr>
        <p:spPr bwMode="auto">
          <a:xfrm>
            <a:off x="2971448" y="4499289"/>
            <a:ext cx="1316100" cy="1684846"/>
          </a:xfrm>
          <a:prstGeom prst="rect">
            <a:avLst/>
          </a:prstGeom>
          <a:solidFill>
            <a:schemeClr val="tx2">
              <a:lumMod val="20000"/>
              <a:lumOff val="80000"/>
            </a:schemeClr>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r>
              <a:rPr lang="en-US" sz="1400" dirty="0"/>
              <a:t>Contenir le </a:t>
            </a:r>
            <a:r>
              <a:rPr lang="en-US" sz="1400" dirty="0" err="1"/>
              <a:t>problème</a:t>
            </a:r>
            <a:r>
              <a:rPr lang="en-US" sz="1400" dirty="0"/>
              <a:t>, développer des solution rapides</a:t>
            </a:r>
          </a:p>
        </p:txBody>
      </p:sp>
      <p:sp>
        <p:nvSpPr>
          <p:cNvPr id="30" name="Rectangle 29"/>
          <p:cNvSpPr/>
          <p:nvPr/>
        </p:nvSpPr>
        <p:spPr bwMode="auto">
          <a:xfrm>
            <a:off x="4346975" y="4499289"/>
            <a:ext cx="1316100" cy="1684847"/>
          </a:xfrm>
          <a:prstGeom prst="rect">
            <a:avLst/>
          </a:prstGeom>
          <a:solidFill>
            <a:schemeClr val="tx2">
              <a:lumMod val="20000"/>
              <a:lumOff val="80000"/>
            </a:schemeClr>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r>
              <a:rPr lang="en-US" sz="1400" dirty="0"/>
              <a:t>Structurer l’analyse du problème et la mise en oeuvre de solutions</a:t>
            </a:r>
          </a:p>
        </p:txBody>
      </p:sp>
      <p:sp>
        <p:nvSpPr>
          <p:cNvPr id="31" name="Rectangle 30"/>
          <p:cNvSpPr/>
          <p:nvPr/>
        </p:nvSpPr>
        <p:spPr bwMode="auto">
          <a:xfrm>
            <a:off x="5742130" y="4518862"/>
            <a:ext cx="1316100" cy="1655442"/>
          </a:xfrm>
          <a:prstGeom prst="rect">
            <a:avLst/>
          </a:prstGeom>
          <a:solidFill>
            <a:schemeClr val="tx2">
              <a:lumMod val="20000"/>
              <a:lumOff val="80000"/>
            </a:schemeClr>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r>
              <a:rPr lang="en-US" sz="1400" dirty="0"/>
              <a:t>Contrôler: Collecter des données et vérifier l’efficacité de la solution</a:t>
            </a:r>
          </a:p>
        </p:txBody>
      </p:sp>
      <p:sp>
        <p:nvSpPr>
          <p:cNvPr id="32" name="Rectangle 31"/>
          <p:cNvSpPr/>
          <p:nvPr/>
        </p:nvSpPr>
        <p:spPr bwMode="auto">
          <a:xfrm>
            <a:off x="7137285" y="4518862"/>
            <a:ext cx="1587892" cy="1655442"/>
          </a:xfrm>
          <a:prstGeom prst="rect">
            <a:avLst/>
          </a:prstGeom>
          <a:solidFill>
            <a:schemeClr val="tx2">
              <a:lumMod val="20000"/>
              <a:lumOff val="80000"/>
            </a:schemeClr>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r>
              <a:rPr lang="en-US" sz="1400" dirty="0"/>
              <a:t>Formaliser : </a:t>
            </a:r>
          </a:p>
          <a:p>
            <a:pPr algn="ctr" eaLnBrk="0" hangingPunct="0"/>
            <a:r>
              <a:rPr lang="en-US" sz="1400" dirty="0"/>
              <a:t>Standardiser</a:t>
            </a:r>
          </a:p>
          <a:p>
            <a:pPr algn="ctr" eaLnBrk="0" hangingPunct="0"/>
            <a:r>
              <a:rPr lang="en-US" sz="1400" dirty="0"/>
              <a:t>la solution, mettre à jour les procédures</a:t>
            </a:r>
            <a:r>
              <a:rPr lang="en-US" dirty="0"/>
              <a:t>.. </a:t>
            </a:r>
          </a:p>
          <a:p>
            <a:pPr algn="ctr" eaLnBrk="0" hangingPunct="0"/>
            <a:endParaRPr lang="en-US" dirty="0"/>
          </a:p>
        </p:txBody>
      </p:sp>
      <p:sp>
        <p:nvSpPr>
          <p:cNvPr id="33" name="Rectangle 32"/>
          <p:cNvSpPr/>
          <p:nvPr/>
        </p:nvSpPr>
        <p:spPr bwMode="auto">
          <a:xfrm>
            <a:off x="116505" y="4509120"/>
            <a:ext cx="1546318" cy="1665184"/>
          </a:xfrm>
          <a:prstGeom prst="rect">
            <a:avLst/>
          </a:prstGeom>
          <a:solidFill>
            <a:schemeClr val="bg2">
              <a:lumMod val="50000"/>
            </a:schemeClr>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r>
              <a:rPr lang="en-US" sz="1400" dirty="0"/>
              <a:t>Méthode</a:t>
            </a:r>
          </a:p>
          <a:p>
            <a:pPr eaLnBrk="0" hangingPunct="0"/>
            <a:r>
              <a:rPr lang="en-US" sz="1400" dirty="0"/>
              <a:t>recommandée</a:t>
            </a:r>
          </a:p>
        </p:txBody>
      </p:sp>
      <p:sp>
        <p:nvSpPr>
          <p:cNvPr id="19" name="Flèche droite 18"/>
          <p:cNvSpPr/>
          <p:nvPr/>
        </p:nvSpPr>
        <p:spPr bwMode="auto">
          <a:xfrm>
            <a:off x="2831903" y="5544235"/>
            <a:ext cx="279089" cy="255166"/>
          </a:xfrm>
          <a:prstGeom prst="right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1" i="0" u="none" strike="noStrike" cap="none" normalizeH="0" baseline="0">
              <a:ln>
                <a:noFill/>
              </a:ln>
              <a:solidFill>
                <a:schemeClr val="tx1"/>
              </a:solidFill>
              <a:effectLst/>
              <a:latin typeface="Century Gothic" pitchFamily="34" charset="0"/>
            </a:endParaRPr>
          </a:p>
        </p:txBody>
      </p:sp>
      <p:sp>
        <p:nvSpPr>
          <p:cNvPr id="20" name="Flèche droite 19"/>
          <p:cNvSpPr/>
          <p:nvPr/>
        </p:nvSpPr>
        <p:spPr bwMode="auto">
          <a:xfrm>
            <a:off x="4207430" y="5569052"/>
            <a:ext cx="279089" cy="255166"/>
          </a:xfrm>
          <a:prstGeom prst="right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1" i="0" u="none" strike="noStrike" cap="none" normalizeH="0" baseline="0">
              <a:ln>
                <a:noFill/>
              </a:ln>
              <a:solidFill>
                <a:schemeClr val="tx1"/>
              </a:solidFill>
              <a:effectLst/>
              <a:latin typeface="Century Gothic" pitchFamily="34" charset="0"/>
            </a:endParaRPr>
          </a:p>
        </p:txBody>
      </p:sp>
      <p:sp>
        <p:nvSpPr>
          <p:cNvPr id="21" name="Flèche droite 20"/>
          <p:cNvSpPr/>
          <p:nvPr/>
        </p:nvSpPr>
        <p:spPr bwMode="auto">
          <a:xfrm>
            <a:off x="5602585" y="5569052"/>
            <a:ext cx="279089" cy="255166"/>
          </a:xfrm>
          <a:prstGeom prst="right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1" i="0" u="none" strike="noStrike" cap="none" normalizeH="0" baseline="0">
              <a:ln>
                <a:noFill/>
              </a:ln>
              <a:solidFill>
                <a:schemeClr val="tx1"/>
              </a:solidFill>
              <a:effectLst/>
              <a:latin typeface="Century Gothic" pitchFamily="34" charset="0"/>
            </a:endParaRPr>
          </a:p>
        </p:txBody>
      </p:sp>
      <p:sp>
        <p:nvSpPr>
          <p:cNvPr id="22" name="Flèche droite 21"/>
          <p:cNvSpPr/>
          <p:nvPr/>
        </p:nvSpPr>
        <p:spPr bwMode="auto">
          <a:xfrm>
            <a:off x="6918685" y="5601662"/>
            <a:ext cx="279089" cy="255166"/>
          </a:xfrm>
          <a:prstGeom prst="right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1" i="0" u="none" strike="noStrike" cap="none" normalizeH="0" baseline="0">
              <a:ln>
                <a:noFill/>
              </a:ln>
              <a:solidFill>
                <a:schemeClr val="tx1"/>
              </a:solidFill>
              <a:effectLst/>
              <a:latin typeface="Century Gothic" pitchFamily="34" charset="0"/>
            </a:endParaRPr>
          </a:p>
        </p:txBody>
      </p:sp>
      <p:sp>
        <p:nvSpPr>
          <p:cNvPr id="2" name="AutoShape 2" descr="data:image/jpeg;base64,/9j/4AAQSkZJRgABAQAAAQABAAD/2wCEAAkGBxQSEBUUEBQWFQ8UFxcYFRYYEBUVFxUWGRYWGBUUFxcYHSghGRsmGxUXITEhJSkrLi4wFx8zODMtNygtLisBCgoKDg0OGxAQGywkICQ0NC80LC8sLCwtLSw2LCwsNC0sLCwsLCwsLCwsLCwsLCwsLCwsLCwsLCwsLCwsLCwsLP/AABEIAJcBTQMBEQACEQEDEQH/xAAcAAEAAgIDAQAAAAAAAAAAAAAABgcBBQIDBAj/xABMEAABAwIDBAYECQYMBwAAAAABAAIDBBEFEiEGBzFBEyJRYXGBMlSRoRQXI0JSk7HR0hUkU2JyozNDc4KSlLLBwuLw8TQ1RFWi0+H/xAAaAQEAAgMBAAAAAAAAAAAAAAAAAwQBAgUG/8QANREBAAIBAgMECAcAAgMBAAAAAAECAwQREiExBRNR0RQVMkFSYZGhInGBscHh8CNCQ1PxM//aAAwDAQACEQMRAD8AvFAQEBAQEBAQEBAQEBAQEBAQEBAQEBAQEBAQEBAQEBAQEBAQEBAQEBAQEBAQEBAQEBAQEBAQEBAQEBAQEBAQEBAQEBAQEBAQEBAQEBAQEBAQEBAQEBAQEBAQEBAQEBAQEBAQEBAQEBAQEBAQEBAQEBAQEBAQEBAQEBAQEBAQEBAQEBAQEBAQEBAQEBAQEBAQEBAQEBAQEBAQEBAQEBAQEBAQEBAQEBAQEBAQEBAQEBAQEBAQEBAQEBAQEBAQEBAQEBAQEBAQEBAQEBAQEBAQEBAQEBAQEGEBYC6Dx4licdPGZJntZGOZNvLvK3pjtedqm8PPhWIvmGcsMcTvQDhZ7h9Jw+YO46+CWrw8mG1WrIgICAgICAgICAgICAgICAgICAgICAgICAgICAgICAgICAgwSg0G1G19LQsBqH2cdWxgZnu8AOWvE6Kzp9Jl1E7Uj9WlrxVBBvHxCqJ/J2Hkx8nuu6/fyb7yul6t0+L/APbJ/v3QzltboHaXH4+tJQtc0cQGi/8A4vJW06Xs+eVcnP8AP+meLJ73ZDvfa1jxV0skVS0aMvcOd2EuALO3UKO3Y8zMTjvEwd/tHTm2eyWCTVr2V2JkOd6VNTg3jhadA48nPI7eH2Q6rNTBvgwR+c++W1K8XOVhNFly0zksggICDBdZY3GA5Nxm6bhdNxgOWdxm6BmTcLrG4XWQugXQYLkGbrG4XTcLpuGZZGMybjN1jcYzLIzmWN4DMm4XWRjOsbjOZZAlY3DMm4XTcLpuAcsjKAgie8Xa9uG02cWdPJdsTDzPznH9Vo179BzV3Q6OdTk290dUeS/DCL7EbAGV3wzFry1MlnCN/BvYXjgTa1m8B9lvVdocH/Dg5RHvj+PNFTFv+Ky0I4gBYAADgALALjzPFO8ysxEQh+322seHRW0fVPB6OO9rfrv7G/aruh0E6i28+zH+2R3vFUR2T2BdXNfV4u57pJx8m25a5o5PsPR04N5DjxXR1PaMaeYxYNuXXy85R0x8XOXVhOIT4DWtpap/SYbKfkpDoGfrDssSMw4a3FlnJjx67D3mPleOv+/ZiJnHbaei5I3XF+S8/tMcpWXNZBAQEFcb0dvHUbRBTOHwt+pdYHomdtjoSeQ811Oz9DGb/kyez+6HLl4eUK0G8rEvWP3MX4V2PV+m+D7z5q05r+Ln8Y2KWv05t29Ay3tyrPq7TfB958zvb+Lj8ZeJ+sfuYvwrHq/S/B958zvr+Lb7I7x691bDHK8SxyvaxzeiaCA42zAtAOnHwBVfVaDT91M0jaY+bema2+y6MYxaOlgfNO7LGwXJ5k8mgcyTYWXnsGK2a8Up71q0xEbypfHd7lXK8/BQ2CK/Vu0PeR2knQeAC9Di7LxUj8fOfpCrbPb3NS3eTiZ0FQT4Qxn7GqxHZ+m+D7z5tO9v4h3lYmONRY9hhjH+FPV+l+D7z5nfX8WDvLxP1j91H+FI0Gl+D7yRmt4ro3e47LW0Mc0wAlJc02Fg7KbZgO9ed12GuHNNa9FvFabV3RXejvCfTPbTUTgJxrK/KHZByYAdLnn2DxV7s/s+Mle8y9PdH8o8uXblVATvMxL1j9zF+FdOOztP8H3lB31/FzG8XFf0zv6sz8K2ns/TfB95823e3dlPt7i73tYyVznuIDQKZmpJsB6C0todLWN5pEfrPmd5eeS66GqkpaESYhKHSMbmlflAAPEtAHG3Adq85alcubhwxy35LW+1eamMV3o10kz3wSCKEnqM6NjrN5XLgddL+a9Dj7NwUrteN58VW2a2707NbYYvW1LIIp7lxu53Qx2YwEZnnq8gfM2WmfSaTFjm81+89fBnHe8z1XJjWKx0VK6aodcRtGvznu4AAdpPYvP4cNs+Tgp7/wBlq1uGN1GVe87EXSOcyYMY4ktYIozlBOjbltzovSU7P00V24d5/OVOc1p6SkO7jb6rnxBkVVKHxSNeAOjaOuBdpu0DkCPNVddocVcM2pXaYSYstpnaVrY9jEdJA+eY2jYOHNzuTR3k6LiYcNs14pX/AHzWLW4Y3UTV7zsRfKTFKGNc7qRtiY6wJ6rQSLuPLvXpcfZunrG013+fNTnLeZXPsoamOjD8RkDpyM77ta0RttfKcoA05nxXn9T3c5eHDHL91ukzw81b7Vb3ZS8soGtbEDbpXtzF/e1vADsvr3BdbTdk0iu+XnPhCC+ef+qNDeVifAVHkIIj/hV31fpvg+8+aLvb+LLt5GKDjOR4wRj7Wp6v03wfefM728e9x+MvEvWP3MX4U9Xab4PvPmd7fxWhuk2qqK6KYVNnOic0CQNDbgi+UgaXFveuL2lpceC0cHLf3LOG82jmsELmpmHLEin5IfyntIWv61LQjhxBIAPvkN/5i78W9F7P3j2r/wC/ZX9q6372XBWEb252rjw+nMjutK7qxR3sXO5k/qi9yfvVrR6S2oycMco98tL3isK13ebNSYnUur6454w67bjSV40tbkxlgLdoA5FdfX6iNLSMOLlP7f3KvjpN54pXcxtgvOraKbzMAFXh8ot8pGDJGeYc3UjzFx5q92fn7nNHhPJHlrvV0bpsZNThkRebyRExuPM5T1Ce/LlW/amGMWonbpPPz+7GK29U1XPSiDBQRvbnadmH0xldZ0p6sTL+m/7hxPgrOk0s58nD7vejyX4YfNldWPnkfLK4ulkOZ7jzP+rDyXrKUikRWvSFGbby5YfKxkrHSx9LG03dHmy57fNJsdOCxbnE7Tt8yJ2TjaTehJU0rqeGAQNcMriJMxyfQaMotcaX7FQw9m1xZIyTbin8v7S2zbxtCBQQPkcGxtc950DWtLifABdGZisbyh2XVuu2HNJ+dVgAqCDkYSD0TebnfrH3DzXn+0NdGX/ixdPf81vFi25yhG8/bI10/Rwu/M4SctuEr+Bk8OQ9q6Wg0fo9N7e1PX5fJFlycXJDqWmfLI2OJpdI8hrWjiSeH+6vzMRG9p2iEMRuvrB8NgwPDTJKQZLXkcALySH0Y2917Ae1eay5cmvz8Nen7R4rsRFK81H49jD6uofPL6ch4Dg0DRrR3AL0OHFXFSKV6QqWtxTu2OxGzD8QqRGNIW2dM/6LewfrHUDwJ5KHVamunxzeevuj5s46cUrk202hiwmiayAASFvRwRjkALF57h7yuFo9PfV5Ztfp1mf4/VayW4K7Q+fqiVz3F7yXPcSXOPEk6klemiIrHCpTPi9WCVccM7JJoumYw5ujzZQ4j0bmx0525rF6zak1idt/f1Zidp3WWN9VhrRD+sf5FyY7FrP/AJJ+n9rEZ/CFk7L4o+ppmzyw9DnF2tL8xyfNc7QWv2Lj6jFGLJwVtvsnpO8bqf3sbZ/C5vg0DvzWI9Yg6SyDn+y33nyXe7O0Xc047e1P2j+1bLk35IDBC5zg1gLnuIa0AXJJNgB7V0eKI6oIjedn0NsBsq3DaXNJl+EPAdM++jbC+QH6LRf3leX12qnU5OGvsxyjz/Nex0ikKm3k7XmvqMsZ/M4Scg+m7UGU+8Du8V3NFpI02Pn7U9fJWy34pQ5XUL3YFWmCpglBt0crHH9kOGYeYuPNaZaRkravjEtqztbdJN5e2Br6jJGT8EiPyY/SO5ykedh3eKp6HSej03/7T/tkuTJxJHuf2OzkV1Q3qN/gGkcT+mPd2eZ7FV7U1fBHc0nnPXyb4ce/OXLfBtpmJoad3VH/ABDgePH5H7/YnZei4Y763Wenn5GbJ7oVR9q7MdVbbmvPdtsozD6Y1dYGtnczMS7+Ijte3c7mfYvO6/VWz5O5xdP3nyW8VIrG9mn2vrsIxGVsk1dK0MblaxkRDRc3J60ZNzp7FZ0uLV4KzWKRP5z/AG1vOO3PdovyJgf/AHCot/Jj/wBSsTl1vXu4+v8AbThx+K4NisMgp6SNlJfoXNzhzhZ0hNvlHaDU6cuyy4Gqy5MuSbZOv7LdKxEckgCgbMOWBU+6n/muJ5vTzaeHSyf5V3e0+Wlxbf7lCtg6ys3FsRjpoHzTOyxxjM4/3eJNh5rjY8VstopXrKxM7RuoOljnx7FLuzNh4nshhHBo5ZnH3k8gvS2nHodPtH/2fKFPnksv/D6FkMbI4m5Y2NytaOAC8ze83tNrdZXIiI6OUtQA8MuM5FwL6kXsSO3/AGWsxPVkq7dG69rWN79llmntRsxPRWm4I3oqjs6cW+qjXX7bjbLWPl/ModPyhaa46dhB5MUr2QQvlmcGxRjM5x5ALbHjtktFKxzliZ2jd81bZ7SvxCqMr7iMXETPoM+82ufLsXrdNp4w4+COvv8AmoXvNpamgpxJKxjntja4gF7j1Wjm4+XLmppmYr03+TSOvNYu0ceCU9IRTBtRVZcjMsshOa1ukcb2AHHyC5eH02+XfJ+Gv+5QsWjHFeXNWQXWmd1ZY+5bApZKr4Xq2CIObw/hHubbKO4A38bd65Xa2atcXd++VjBTnu3m+LbIsBoac9d4vO4fNaeEY7yOPd4qDsvRxMd/f9PNJnvtG0KcXcU1nbq34fSg1NVURCqdcMY46xNuQT+07t7FyO0a6jL+ClJ28fH/AOLOHhrzlH94u15xCotHcUkV+jb9InjI4cjyHYPFWtDpY09Np9qevk0yZOOUbw2gkqJmQwtzSyGzR/eewDmVbtetKza3SEcRvL6Dwqgp8Ew4l5FmDNK/50sh5DvJsAO4Ly2W+TXZ9q/p8oXoiKV3UPtLjklbUvnlOrtGt4hjB6LAvS4cVcVIpWOn3lSvebTvLowWjjmqI2TSthhJ68jjYNaONu/kPHuW97Xrjm1Y3nwKxv1W2MP2bAAL4CbcTPJr3nVcWLdpzPKJWYrjbrBtjsInaJaaKOVjXaOEkjm5hY21dY8lVy63V0nhvMxLauOs84are3tj8Hj+CU5tPI35RwP8FGdMvc4+4a9in7M0fHPe36e75z4tM2SI/DCkeHgvQdVVcW57YzIBXVDeu4fINI9Fp/jT3kcO4964Xamt/wDBT9fLzWsOP/tLp3wbZcaGndr/ANQ4Hl+h/vP/ANK27M0fDEZ7x+Ufz/DGfJ7oQ/d1skcQqOuCKSIgyn6Z5RDx593ir+u1UabHvHtT080eLHxTvLu3sYWKfEn5RlZJGx7QBoLDJYf0Fr2fmnJgiZ6xy/kzV2shyu77oUr3ebInEajr3FLEQZXfS4WiB7Tz7vJVNbq/Rqbx7U9PNNipxStXeRtQ3DqVsUFhUSNyxAAWjYNM9u7gB2riaDSzqMk3vziOvzWMt+CNofP7iSbkkuJuSdST2kr0/RSTHdpBRipM9dPHG2GxijefTfxD+8N+3wVHXd/3XBirvv7/AAj+0uKI6y229LbttVampHXpm6yPFx0jtbNHa0aHvNvOvoNBOH/kv7U/b+2+XJvG0K4aCTYAkmwAGpJJsABzN11unvV4hbuym6UfITVkhJFnvp8ml+IY599eVxbWx5LhantXaZpi+q1TD75W9HGALAWC4s8+crEQ5oy4uGiwKh6X8m7SOMmlNWjQ8gXAcb9kjSPB4XemkajQxFfar/v2Vt4pfeWr3y7TmacUUJJjiI6UDXPKbFrBbjluPM9yl7K03BTvbdZ+0MZr8+GFi7uNlhQ0bQ4D4RJ1pT38meDQbe1cntDU9/l5ezHRLipwwl6ppUV3hYLJUUpdTuLKyD5SB7TZwcPSb4OboreizVx5Yi8b1nlLS8TtyVnHvZldRyw1Ed6lzHNZK3QXIsS9vI2PLs4Bdj1Vjrli9Z5RPOPJWjNPDMSme5iOKPDGBsjHSuc58jWvBLST1WuHI5QFz+1+K2o325RyTYttlg5lzEzN1gQzeDsnUYi1kcc7YoG6uaWEl7h6JNjwHZ2q/odVTTzNrV3lFkpNuiEfErN61H9U78S6Mdr4/hn6x5IfR58WDuUn9aj+qd+JZ9cYvgn6x5Ho8+J8Ss/rUf1TvxJ63xfBP1jyPR5e7CtyoDwaqpL2A+jGzJm7i4kkeSjy9s/h2x02n5y2jT+K08Nw+OnibFC0MjYLNaBYBcXJe17Ta3WViIiI2hXu226w1lU6ohnEbpLdI1zC4Xa0NBaQRyA9i6mk7SjFj7u9d9uiG+HindoDuUn9bj+qd96t+ucW3sT9Y8kfo8nxKT+tR/VO+9Y9b4/gn6x5Ho8+LlHuUmv1qtmXuhcT5Xck9sY/dSfr/TMaeU+2P2Dp8Pu6O8k5FnSuAzW7GgeiPuXL1WtyaiNp5R4QmpjijXbwdiqjEXsDahkdOwXEZYTd/wBIkHs0AU2h1mPTRO9d5n3/ACYy45t0RD4lJ/Wo/qnfer3rjH8E/X+kPo8+LB3KT+tR/VO/Es+uMXwT9Y8j0eXOPcpNcZqpmW4vaJ17c7XdxstZ7Yxx7NJ+rb0fn1WtQYQKamENMGsDGZY7i4BtoXW1Oup81xMmW2S/Hf3rEViIVbWbnqmWR8ktYx0kji5xMTtSf53+rBduna+KtYrFOUfkr2w2mer0YJuaMc7H1M7ZIWm5YGOGe2oBJPDhdaZu196zwVmJI0/PnKz8RpZDA9lO5rJC0hjiLhhtYGw7OxcWkxxRNuf8rG3LaFSO3LTuJc6rYXOJLnGNxJJNyTrqV3fXNdtuGdv08lbuLT1lamzeAx0VOyGEdVo1PN7j6Tz3kri581s2Sb2T1pFY2RveNsE7EnxPjlbE+MOabsLszSQbaHkQfaVc0Gv9Gi0WjeJa5MfEhw3KTetR/VO+9X57Zp8M/WEPo8+K09msAjoqZkEI0bxdze4+k93eVxNRnvnyTe3+hZpXhjZHN4O7/wDKLo5GSiOWMFty3M1zSb6gWsQb+1W9DrvR4mto3ief6o8uLjQ/4lZ/Wo/qnfiV/wBb4vgn6x5IvRvmwdyk/rUf1TvvWY7XxR/1n6x5EaefFlu5We+tVHb+Sd96T2xi91J+x6NPil2yO7GCieJXuM9QNWucLNYe1re3vJKoantHJljhrHDCWmGteqdtaubCZyWQQYKSIBvmw+F+Hull0lhIMTgNS5zg3J4H3WvyXS7KyXjNwR0nr+nvQZ6xNVU7un0/5SjfWyBrG3e0vOjpfm5nHhxJ15gLta3j7i0Yo5/wgxTHFzfSMTwRdpuDzBuF5PhmOq87UGl2k2jp6JnSVEgaOTeL3nsa0alT4NNkz22pH6+6GtrRXq+ccaY6omkqYqaRlPPI8xgMc4XFswBA1NzfsuSBey9Zj/BWMc2iZiFG0TM7xDz0uG1WYGGCozDg5kMtx5gaLa1qRH4rR9YYispZhWM47F6Dap7R82Smc8e1zb+9UsuDRX68P6THmki+RLMO2wxvg/Dek7eq6InzJI9yp5NFov8A27fdNW9/fDe0m12Im3S4RK39meM/2rKtk0mliPw5on9G8Wt4NxR7QzuPXoKhg/ahP+NVL4ccdLxLaN0gjdfjp3Ku2c0BAQEBAQEBAQEBAQEBAQEBAQEBAQEBAQEBAQEBBhYkU9v6xQ5qenB060jx2n0WD+0fYu92Pi5Wyforai09HdsHsDS1mExuqY/lZXSOEjTZ7RnLWgHss0Gx01Wut1+bDqZik8o25M0xxah8X2JUhth2IfJDgyRzmgDws5vsAW3rDS5Y/wCbHz+X+hjurR0lxhwfH52/8bC2O5GZslibGxILYr8QeYWJz9n16Unf8v7ODJPvbLCN0kfSdLiEz6qXmCTkPiSS53heyiy9r34eDFHDDauL4pWLT0zWNDWNa1jRYNAAAHYByXJta1p3lNs7rLDLKAgICAgICAgICAgICAgICAgICAgICAgICAgICAgICAgICDBWooPfexwxJpPouhbl8nOv9o9q9R2VMdx+v8KeePxbvfsNvPio6JtPURSOdFcMczKQ4FznAOzEWIuAotZ2bbNl7ys7b9d/4Zx5uGNphIcKxCtxl1yx1JhXOxIlqB9EO5N7SPaeVTNiwaONt+K/2hLFrX/JZFPTtY0NYA1rQAANAAOAC5MzMzvKZ2oCAgICAgICAgICAgICAgICAgICAgICAgICAgICAgICAgICAgIMINDtXsnT4gxrahurL5HtNntvxANjobDQ6aKxptVk0870+nuaWpFurR4NupoYHZnNdO4G46VwcP6IAafMFWc3auov02r+Xm1jDWE4jjDQAAABwAFgPALnbzPVK5oCAgICAgICAgICAgICAgICAgICAgICAgICAgICAgICAgICAgICAgICAgICAgICAgICAgICAgICAgICAgICAgICAgICAgICAgICAgICAgICAgICAgICAgICAgICAgICAgICAgICAgICAgICAgICAgICAgICAgICAgICAgICAgICAgICAgICAgICAgICAgICAgICAgICAgICAgICAgICAgICAgICAgICAgICAgICAgICAgICAgICAgICAgICAgICAgICAgICAgICAgICAgICD//Z"/>
          <p:cNvSpPr>
            <a:spLocks noChangeAspect="1" noChangeArrowheads="1"/>
          </p:cNvSpPr>
          <p:nvPr/>
        </p:nvSpPr>
        <p:spPr bwMode="auto">
          <a:xfrm>
            <a:off x="155575" y="-144463"/>
            <a:ext cx="304800" cy="304801"/>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848220440"/>
      </p:ext>
    </p:extLst>
  </p:cSld>
  <p:clrMapOvr>
    <a:masterClrMapping/>
  </p:clrMapOvr>
  <p:transition>
    <p:zoom/>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ext Box 3"/>
          <p:cNvSpPr txBox="1">
            <a:spLocks noChangeArrowheads="1"/>
          </p:cNvSpPr>
          <p:nvPr/>
        </p:nvSpPr>
        <p:spPr bwMode="auto">
          <a:xfrm>
            <a:off x="285655" y="2078850"/>
            <a:ext cx="8651830" cy="2646878"/>
          </a:xfrm>
          <a:prstGeom prst="rect">
            <a:avLst/>
          </a:prstGeom>
          <a:noFill/>
          <a:ln w="9525">
            <a:noFill/>
            <a:miter lim="800000"/>
            <a:headEnd/>
            <a:tailEnd/>
          </a:ln>
        </p:spPr>
        <p:txBody>
          <a:bodyPr wrap="square">
            <a:spAutoFit/>
          </a:bodyPr>
          <a:lstStyle/>
          <a:p>
            <a:pPr eaLnBrk="0" hangingPunct="0">
              <a:spcBef>
                <a:spcPct val="50000"/>
              </a:spcBef>
              <a:buClr>
                <a:srgbClr val="000099"/>
              </a:buClr>
              <a:buFont typeface="Wingdings" pitchFamily="2" charset="2"/>
              <a:buChar char="q"/>
            </a:pPr>
            <a:r>
              <a:rPr lang="fr-FR" sz="1600" dirty="0">
                <a:latin typeface="Calibri" pitchFamily="34" charset="0"/>
                <a:cs typeface="Calibri" pitchFamily="34" charset="0"/>
              </a:rPr>
              <a:t>   Ce que remontent généralement les clients sur la résolution de problème</a:t>
            </a:r>
          </a:p>
          <a:p>
            <a:pPr lvl="1" eaLnBrk="0" hangingPunct="0">
              <a:spcBef>
                <a:spcPct val="50000"/>
              </a:spcBef>
              <a:buClr>
                <a:srgbClr val="000099"/>
              </a:buClr>
              <a:buFont typeface="Wingdings" pitchFamily="2" charset="2"/>
              <a:buChar char="q"/>
            </a:pPr>
            <a:r>
              <a:rPr lang="fr-FR" sz="2000" b="1" dirty="0">
                <a:solidFill>
                  <a:srgbClr val="0066FF"/>
                </a:solidFill>
                <a:latin typeface="Calibri" pitchFamily="34" charset="0"/>
                <a:cs typeface="Calibri" pitchFamily="34" charset="0"/>
              </a:rPr>
              <a:t> Pas assez rapide</a:t>
            </a:r>
          </a:p>
          <a:p>
            <a:pPr lvl="1" eaLnBrk="0" hangingPunct="0">
              <a:spcBef>
                <a:spcPct val="50000"/>
              </a:spcBef>
              <a:buClr>
                <a:srgbClr val="000099"/>
              </a:buClr>
              <a:buFont typeface="Wingdings" pitchFamily="2" charset="2"/>
              <a:buChar char="q"/>
            </a:pPr>
            <a:endParaRPr lang="fr-FR" sz="2000" dirty="0">
              <a:solidFill>
                <a:srgbClr val="0066FF"/>
              </a:solidFill>
              <a:latin typeface="Calibri" pitchFamily="34" charset="0"/>
              <a:cs typeface="Calibri" pitchFamily="34" charset="0"/>
            </a:endParaRPr>
          </a:p>
          <a:p>
            <a:pPr lvl="1" eaLnBrk="0" hangingPunct="0">
              <a:spcBef>
                <a:spcPct val="50000"/>
              </a:spcBef>
              <a:buClr>
                <a:srgbClr val="000099"/>
              </a:buClr>
              <a:buFont typeface="Wingdings" pitchFamily="2" charset="2"/>
              <a:buChar char="q"/>
            </a:pPr>
            <a:r>
              <a:rPr lang="fr-FR" sz="2000" dirty="0">
                <a:solidFill>
                  <a:srgbClr val="0066FF"/>
                </a:solidFill>
                <a:latin typeface="Calibri" pitchFamily="34" charset="0"/>
                <a:cs typeface="Calibri" pitchFamily="34" charset="0"/>
              </a:rPr>
              <a:t> Pas assez d’engagement </a:t>
            </a:r>
          </a:p>
          <a:p>
            <a:pPr lvl="1" eaLnBrk="0" hangingPunct="0">
              <a:spcBef>
                <a:spcPct val="50000"/>
              </a:spcBef>
              <a:buClr>
                <a:srgbClr val="000099"/>
              </a:buClr>
              <a:buFont typeface="Wingdings" pitchFamily="2" charset="2"/>
              <a:buChar char="q"/>
            </a:pPr>
            <a:endParaRPr lang="fr-FR" sz="2000" b="1" dirty="0">
              <a:solidFill>
                <a:srgbClr val="0066FF"/>
              </a:solidFill>
              <a:latin typeface="Calibri" pitchFamily="34" charset="0"/>
              <a:cs typeface="Calibri" pitchFamily="34" charset="0"/>
            </a:endParaRPr>
          </a:p>
          <a:p>
            <a:pPr lvl="1" eaLnBrk="0" hangingPunct="0">
              <a:spcBef>
                <a:spcPct val="50000"/>
              </a:spcBef>
              <a:buClr>
                <a:srgbClr val="000099"/>
              </a:buClr>
              <a:buFont typeface="Wingdings" pitchFamily="2" charset="2"/>
              <a:buChar char="q"/>
            </a:pPr>
            <a:r>
              <a:rPr lang="fr-FR" sz="2000" b="1" dirty="0">
                <a:solidFill>
                  <a:srgbClr val="0066FF"/>
                </a:solidFill>
                <a:latin typeface="Calibri" pitchFamily="34" charset="0"/>
                <a:cs typeface="Calibri" pitchFamily="34" charset="0"/>
              </a:rPr>
              <a:t> Pas d’amélioration logique</a:t>
            </a:r>
          </a:p>
        </p:txBody>
      </p:sp>
      <p:sp>
        <p:nvSpPr>
          <p:cNvPr id="10" name="Rectangle 9"/>
          <p:cNvSpPr/>
          <p:nvPr/>
        </p:nvSpPr>
        <p:spPr>
          <a:xfrm>
            <a:off x="285655" y="1223755"/>
            <a:ext cx="2981200"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wrap="square">
            <a:spAutoFit/>
          </a:bodyPr>
          <a:lstStyle/>
          <a:p>
            <a:pPr fontAlgn="auto">
              <a:spcBef>
                <a:spcPts val="0"/>
              </a:spcBef>
              <a:spcAft>
                <a:spcPts val="0"/>
              </a:spcAft>
              <a:defRPr/>
            </a:pP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1 – </a:t>
            </a: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Pourquoi le 8D ?</a:t>
            </a:r>
            <a:endPar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endParaRPr>
          </a:p>
        </p:txBody>
      </p:sp>
      <p:sp>
        <p:nvSpPr>
          <p:cNvPr id="11" name="Text Box 21"/>
          <p:cNvSpPr txBox="1">
            <a:spLocks noChangeArrowheads="1"/>
          </p:cNvSpPr>
          <p:nvPr/>
        </p:nvSpPr>
        <p:spPr bwMode="auto">
          <a:xfrm>
            <a:off x="202186" y="728700"/>
            <a:ext cx="8924925" cy="457200"/>
          </a:xfrm>
          <a:prstGeom prst="rect">
            <a:avLst/>
          </a:prstGeom>
          <a:noFill/>
          <a:ln w="9525">
            <a:noFill/>
            <a:miter lim="800000"/>
            <a:headEnd/>
            <a:tailEnd/>
          </a:ln>
        </p:spPr>
        <p:txBody>
          <a:bodyPr>
            <a:spAutoFit/>
          </a:bodyPr>
          <a:lstStyle/>
          <a:p>
            <a:pPr>
              <a:defRPr/>
            </a:pPr>
            <a:r>
              <a:rPr lang="fr-FR" sz="2400" dirty="0">
                <a:solidFill>
                  <a:srgbClr val="002060"/>
                </a:solidFill>
                <a:effectLst>
                  <a:outerShdw blurRad="38100" dist="38100" dir="2700000" algn="tl">
                    <a:srgbClr val="C0C0C0"/>
                  </a:outerShdw>
                </a:effectLst>
                <a:latin typeface="Calibri" pitchFamily="34" charset="0"/>
              </a:rPr>
              <a:t>B</a:t>
            </a:r>
            <a:r>
              <a:rPr lang="fr-FR" sz="2400" b="1" dirty="0">
                <a:solidFill>
                  <a:srgbClr val="002060"/>
                </a:solidFill>
                <a:effectLst>
                  <a:outerShdw blurRad="38100" dist="38100" dir="2700000" algn="tl">
                    <a:srgbClr val="C0C0C0"/>
                  </a:outerShdw>
                </a:effectLst>
                <a:latin typeface="Calibri" pitchFamily="34" charset="0"/>
              </a:rPr>
              <a:t>. Méthodologie 8D et outils associés</a:t>
            </a:r>
          </a:p>
        </p:txBody>
      </p:sp>
      <p:sp>
        <p:nvSpPr>
          <p:cNvPr id="2" name="Flèche vers la droite 1"/>
          <p:cNvSpPr/>
          <p:nvPr/>
        </p:nvSpPr>
        <p:spPr bwMode="auto">
          <a:xfrm>
            <a:off x="4121951" y="2483894"/>
            <a:ext cx="720080" cy="1575175"/>
          </a:xfrm>
          <a:prstGeom prst="rightArrow">
            <a:avLst>
              <a:gd name="adj1" fmla="val 73038"/>
              <a:gd name="adj2" fmla="val 50000"/>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fr-FR" sz="1600" b="1" i="0" u="none" strike="noStrike" cap="none" normalizeH="0" baseline="0">
              <a:ln>
                <a:noFill/>
              </a:ln>
              <a:solidFill>
                <a:schemeClr val="tx1"/>
              </a:solidFill>
              <a:effectLst/>
              <a:latin typeface="Century Gothic" pitchFamily="34" charset="0"/>
            </a:endParaRPr>
          </a:p>
        </p:txBody>
      </p:sp>
      <p:sp>
        <p:nvSpPr>
          <p:cNvPr id="3" name="ZoneTexte 2"/>
          <p:cNvSpPr txBox="1"/>
          <p:nvPr/>
        </p:nvSpPr>
        <p:spPr>
          <a:xfrm>
            <a:off x="4819577" y="3059668"/>
            <a:ext cx="1445791" cy="369332"/>
          </a:xfrm>
          <a:prstGeom prst="rect">
            <a:avLst/>
          </a:prstGeom>
          <a:noFill/>
        </p:spPr>
        <p:txBody>
          <a:bodyPr wrap="none" rtlCol="0">
            <a:spAutoFit/>
          </a:bodyPr>
          <a:lstStyle/>
          <a:p>
            <a:r>
              <a:rPr lang="fr-FR" sz="1800" b="0" dirty="0">
                <a:latin typeface="Calibri" pitchFamily="34" charset="0"/>
                <a:cs typeface="Calibri" pitchFamily="34" charset="0"/>
              </a:rPr>
              <a:t>Management</a:t>
            </a:r>
          </a:p>
        </p:txBody>
      </p:sp>
      <p:sp>
        <p:nvSpPr>
          <p:cNvPr id="8" name="Flèche vers la droite 7"/>
          <p:cNvSpPr/>
          <p:nvPr/>
        </p:nvSpPr>
        <p:spPr bwMode="auto">
          <a:xfrm>
            <a:off x="4129234" y="3280610"/>
            <a:ext cx="675075" cy="2205625"/>
          </a:xfrm>
          <a:prstGeom prst="right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fr-FR" sz="1600" b="1" i="0" u="none" strike="noStrike" cap="none" normalizeH="0" baseline="0">
              <a:ln>
                <a:noFill/>
              </a:ln>
              <a:solidFill>
                <a:schemeClr val="tx1"/>
              </a:solidFill>
              <a:effectLst/>
              <a:latin typeface="Century Gothic" pitchFamily="34" charset="0"/>
            </a:endParaRPr>
          </a:p>
        </p:txBody>
      </p:sp>
      <p:sp>
        <p:nvSpPr>
          <p:cNvPr id="9" name="ZoneTexte 8"/>
          <p:cNvSpPr txBox="1"/>
          <p:nvPr/>
        </p:nvSpPr>
        <p:spPr>
          <a:xfrm>
            <a:off x="4872467" y="4198756"/>
            <a:ext cx="444352" cy="369332"/>
          </a:xfrm>
          <a:prstGeom prst="rect">
            <a:avLst/>
          </a:prstGeom>
          <a:noFill/>
        </p:spPr>
        <p:txBody>
          <a:bodyPr wrap="none" rtlCol="0">
            <a:spAutoFit/>
          </a:bodyPr>
          <a:lstStyle/>
          <a:p>
            <a:r>
              <a:rPr lang="fr-FR" sz="1800" b="0" dirty="0">
                <a:latin typeface="Calibri" pitchFamily="34" charset="0"/>
                <a:cs typeface="Calibri" pitchFamily="34" charset="0"/>
              </a:rPr>
              <a:t>8D</a:t>
            </a:r>
          </a:p>
        </p:txBody>
      </p:sp>
      <p:sp>
        <p:nvSpPr>
          <p:cNvPr id="12" name="Flèche vers la droite 11"/>
          <p:cNvSpPr/>
          <p:nvPr/>
        </p:nvSpPr>
        <p:spPr bwMode="auto">
          <a:xfrm>
            <a:off x="6327195" y="2528899"/>
            <a:ext cx="720080" cy="2295256"/>
          </a:xfrm>
          <a:prstGeom prst="rightArrow">
            <a:avLst>
              <a:gd name="adj1" fmla="val 69508"/>
              <a:gd name="adj2" fmla="val 50000"/>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fr-FR" sz="1600" b="1" i="0" u="none" strike="noStrike" cap="none" normalizeH="0" baseline="0">
              <a:ln>
                <a:noFill/>
              </a:ln>
              <a:solidFill>
                <a:schemeClr val="tx1"/>
              </a:solidFill>
              <a:effectLst/>
              <a:latin typeface="Century Gothic" pitchFamily="34" charset="0"/>
            </a:endParaRPr>
          </a:p>
        </p:txBody>
      </p:sp>
      <p:sp>
        <p:nvSpPr>
          <p:cNvPr id="13" name="ZoneTexte 12"/>
          <p:cNvSpPr txBox="1"/>
          <p:nvPr/>
        </p:nvSpPr>
        <p:spPr>
          <a:xfrm>
            <a:off x="7227295" y="3286399"/>
            <a:ext cx="883250" cy="646331"/>
          </a:xfrm>
          <a:prstGeom prst="rect">
            <a:avLst/>
          </a:prstGeom>
          <a:noFill/>
        </p:spPr>
        <p:txBody>
          <a:bodyPr wrap="none" rtlCol="0">
            <a:spAutoFit/>
          </a:bodyPr>
          <a:lstStyle/>
          <a:p>
            <a:r>
              <a:rPr lang="fr-FR" sz="1800" b="0" dirty="0" err="1">
                <a:latin typeface="Calibri" pitchFamily="34" charset="0"/>
                <a:cs typeface="Calibri" pitchFamily="34" charset="0"/>
              </a:rPr>
              <a:t>Quality</a:t>
            </a:r>
            <a:endParaRPr lang="fr-FR" sz="1800" b="0" dirty="0">
              <a:latin typeface="Calibri" pitchFamily="34" charset="0"/>
              <a:cs typeface="Calibri" pitchFamily="34" charset="0"/>
            </a:endParaRPr>
          </a:p>
          <a:p>
            <a:r>
              <a:rPr lang="fr-FR" sz="1800" b="0" dirty="0">
                <a:latin typeface="Calibri" pitchFamily="34" charset="0"/>
                <a:cs typeface="Calibri" pitchFamily="34" charset="0"/>
              </a:rPr>
              <a:t>Control</a:t>
            </a:r>
          </a:p>
        </p:txBody>
      </p:sp>
    </p:spTree>
    <p:extLst>
      <p:ext uri="{BB962C8B-B14F-4D97-AF65-F5344CB8AC3E}">
        <p14:creationId xmlns:p14="http://schemas.microsoft.com/office/powerpoint/2010/main" val="2645978310"/>
      </p:ext>
    </p:extLst>
  </p:cSld>
  <p:clrMapOvr>
    <a:masterClrMapping/>
  </p:clrMapOvr>
  <p:transition>
    <p:zoom/>
  </p:transition>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75" name="Text Box 3"/>
          <p:cNvSpPr txBox="1">
            <a:spLocks noChangeArrowheads="1"/>
          </p:cNvSpPr>
          <p:nvPr/>
        </p:nvSpPr>
        <p:spPr bwMode="auto">
          <a:xfrm>
            <a:off x="285655" y="2168860"/>
            <a:ext cx="8651830" cy="3477875"/>
          </a:xfrm>
          <a:prstGeom prst="rect">
            <a:avLst/>
          </a:prstGeom>
          <a:noFill/>
          <a:ln w="9525">
            <a:noFill/>
            <a:miter lim="800000"/>
            <a:headEnd/>
            <a:tailEnd/>
          </a:ln>
        </p:spPr>
        <p:txBody>
          <a:bodyPr wrap="square">
            <a:spAutoFit/>
          </a:bodyPr>
          <a:lstStyle/>
          <a:p>
            <a:pPr eaLnBrk="0" hangingPunct="0">
              <a:spcBef>
                <a:spcPct val="50000"/>
              </a:spcBef>
              <a:buClr>
                <a:srgbClr val="000099"/>
              </a:buClr>
            </a:pPr>
            <a:r>
              <a:rPr lang="fr-FR" sz="2000" dirty="0">
                <a:solidFill>
                  <a:srgbClr val="0066FF"/>
                </a:solidFill>
                <a:latin typeface="Calibri" pitchFamily="34" charset="0"/>
                <a:cs typeface="Calibri" pitchFamily="34" charset="0"/>
              </a:rPr>
              <a:t>QR = Quick </a:t>
            </a:r>
            <a:r>
              <a:rPr lang="fr-FR" sz="2000" dirty="0" err="1">
                <a:solidFill>
                  <a:srgbClr val="0066FF"/>
                </a:solidFill>
                <a:latin typeface="Calibri" pitchFamily="34" charset="0"/>
                <a:cs typeface="Calibri" pitchFamily="34" charset="0"/>
              </a:rPr>
              <a:t>Response</a:t>
            </a:r>
            <a:r>
              <a:rPr lang="fr-FR" sz="2000" dirty="0">
                <a:solidFill>
                  <a:srgbClr val="0066FF"/>
                </a:solidFill>
                <a:latin typeface="Calibri" pitchFamily="34" charset="0"/>
                <a:cs typeface="Calibri" pitchFamily="34" charset="0"/>
              </a:rPr>
              <a:t>, Réponse Rapide</a:t>
            </a:r>
          </a:p>
          <a:p>
            <a:pPr lvl="1" eaLnBrk="0" hangingPunct="0">
              <a:spcBef>
                <a:spcPct val="50000"/>
              </a:spcBef>
              <a:buClr>
                <a:srgbClr val="000099"/>
              </a:buClr>
            </a:pPr>
            <a:r>
              <a:rPr lang="fr-FR" sz="2000" dirty="0">
                <a:solidFill>
                  <a:srgbClr val="0066FF"/>
                </a:solidFill>
                <a:latin typeface="Calibri" pitchFamily="34" charset="0"/>
                <a:cs typeface="Calibri" pitchFamily="34" charset="0"/>
              </a:rPr>
              <a:t>DEMING a basé sa théorie de la qualité sur la REPETABILITE des </a:t>
            </a:r>
            <a:r>
              <a:rPr lang="fr-FR" sz="2000" dirty="0" err="1">
                <a:solidFill>
                  <a:srgbClr val="0066FF"/>
                </a:solidFill>
                <a:latin typeface="Calibri" pitchFamily="34" charset="0"/>
                <a:cs typeface="Calibri" pitchFamily="34" charset="0"/>
              </a:rPr>
              <a:t>process</a:t>
            </a:r>
            <a:endParaRPr lang="fr-FR" sz="2000" dirty="0">
              <a:solidFill>
                <a:srgbClr val="0066FF"/>
              </a:solidFill>
              <a:latin typeface="Calibri" pitchFamily="34" charset="0"/>
              <a:cs typeface="Calibri" pitchFamily="34" charset="0"/>
            </a:endParaRPr>
          </a:p>
          <a:p>
            <a:pPr lvl="1" eaLnBrk="0" hangingPunct="0">
              <a:spcBef>
                <a:spcPct val="50000"/>
              </a:spcBef>
              <a:buClr>
                <a:srgbClr val="000099"/>
              </a:buClr>
            </a:pPr>
            <a:r>
              <a:rPr lang="fr-FR" sz="2000" dirty="0">
                <a:solidFill>
                  <a:srgbClr val="0066FF"/>
                </a:solidFill>
                <a:latin typeface="Calibri" pitchFamily="34" charset="0"/>
                <a:cs typeface="Calibri" pitchFamily="34" charset="0"/>
              </a:rPr>
              <a:t>Un problème qualité doit constituer une urgence pour l’entreprise</a:t>
            </a:r>
          </a:p>
          <a:p>
            <a:pPr lvl="1" eaLnBrk="0" hangingPunct="0">
              <a:spcBef>
                <a:spcPct val="50000"/>
              </a:spcBef>
              <a:buClr>
                <a:srgbClr val="000099"/>
              </a:buClr>
            </a:pPr>
            <a:r>
              <a:rPr lang="fr-FR" sz="2000" dirty="0">
                <a:solidFill>
                  <a:srgbClr val="0066FF"/>
                </a:solidFill>
                <a:latin typeface="Calibri" pitchFamily="34" charset="0"/>
                <a:cs typeface="Calibri" pitchFamily="34" charset="0"/>
              </a:rPr>
              <a:t>C’est une « gestion de stock », on ne peut stocker indéfiniment des problèmes dans l’espoir qu’ils disparaissent d’eux même </a:t>
            </a:r>
          </a:p>
          <a:p>
            <a:pPr lvl="1" eaLnBrk="0" hangingPunct="0">
              <a:spcBef>
                <a:spcPct val="50000"/>
              </a:spcBef>
              <a:buClr>
                <a:srgbClr val="000099"/>
              </a:buClr>
            </a:pPr>
            <a:r>
              <a:rPr lang="fr-FR" sz="2000" dirty="0">
                <a:solidFill>
                  <a:srgbClr val="0066FF"/>
                </a:solidFill>
                <a:latin typeface="Calibri" pitchFamily="34" charset="0"/>
                <a:cs typeface="Calibri" pitchFamily="34" charset="0"/>
              </a:rPr>
              <a:t>Plus une entreprise « stocke » les problèmes, plus elle se freine</a:t>
            </a:r>
          </a:p>
          <a:p>
            <a:pPr lvl="1" eaLnBrk="0" hangingPunct="0">
              <a:spcBef>
                <a:spcPct val="50000"/>
              </a:spcBef>
              <a:buClr>
                <a:srgbClr val="000099"/>
              </a:buClr>
            </a:pPr>
            <a:endParaRPr lang="fr-FR" sz="2000" dirty="0">
              <a:solidFill>
                <a:srgbClr val="0066FF"/>
              </a:solidFill>
              <a:latin typeface="Calibri" pitchFamily="34" charset="0"/>
              <a:cs typeface="Calibri" pitchFamily="34" charset="0"/>
            </a:endParaRPr>
          </a:p>
          <a:p>
            <a:pPr lvl="1" eaLnBrk="0" hangingPunct="0">
              <a:spcBef>
                <a:spcPct val="50000"/>
              </a:spcBef>
              <a:buClr>
                <a:srgbClr val="000099"/>
              </a:buClr>
            </a:pPr>
            <a:r>
              <a:rPr lang="fr-FR" sz="2000" b="1" dirty="0">
                <a:solidFill>
                  <a:srgbClr val="0066FF"/>
                </a:solidFill>
                <a:latin typeface="Calibri" pitchFamily="34" charset="0"/>
                <a:cs typeface="Calibri" pitchFamily="34" charset="0"/>
              </a:rPr>
              <a:t>Une entreprise performante résout VITE et BIEN ses problèmes qualité </a:t>
            </a:r>
          </a:p>
        </p:txBody>
      </p:sp>
      <p:sp>
        <p:nvSpPr>
          <p:cNvPr id="10" name="Rectangle 9"/>
          <p:cNvSpPr/>
          <p:nvPr/>
        </p:nvSpPr>
        <p:spPr>
          <a:xfrm>
            <a:off x="285655" y="1223755"/>
            <a:ext cx="2981200"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wrap="square">
            <a:spAutoFit/>
          </a:bodyPr>
          <a:lstStyle/>
          <a:p>
            <a:pPr fontAlgn="auto">
              <a:spcBef>
                <a:spcPts val="0"/>
              </a:spcBef>
              <a:spcAft>
                <a:spcPts val="0"/>
              </a:spcAft>
              <a:defRPr/>
            </a:pP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1 – </a:t>
            </a: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Pourquoi le QRQC ?</a:t>
            </a:r>
            <a:endPar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endParaRPr>
          </a:p>
        </p:txBody>
      </p:sp>
      <p:sp>
        <p:nvSpPr>
          <p:cNvPr id="11" name="Text Box 21"/>
          <p:cNvSpPr txBox="1">
            <a:spLocks noChangeArrowheads="1"/>
          </p:cNvSpPr>
          <p:nvPr/>
        </p:nvSpPr>
        <p:spPr bwMode="auto">
          <a:xfrm>
            <a:off x="202186" y="728700"/>
            <a:ext cx="8924925" cy="457200"/>
          </a:xfrm>
          <a:prstGeom prst="rect">
            <a:avLst/>
          </a:prstGeom>
          <a:noFill/>
          <a:ln w="9525">
            <a:noFill/>
            <a:miter lim="800000"/>
            <a:headEnd/>
            <a:tailEnd/>
          </a:ln>
        </p:spPr>
        <p:txBody>
          <a:bodyPr>
            <a:spAutoFit/>
          </a:bodyPr>
          <a:lstStyle/>
          <a:p>
            <a:pPr>
              <a:defRPr/>
            </a:pPr>
            <a:r>
              <a:rPr lang="fr-FR" sz="2400" dirty="0">
                <a:solidFill>
                  <a:srgbClr val="002060"/>
                </a:solidFill>
                <a:effectLst>
                  <a:outerShdw blurRad="38100" dist="38100" dir="2700000" algn="tl">
                    <a:srgbClr val="C0C0C0"/>
                  </a:outerShdw>
                </a:effectLst>
                <a:latin typeface="Calibri" pitchFamily="34" charset="0"/>
              </a:rPr>
              <a:t>B</a:t>
            </a:r>
            <a:r>
              <a:rPr lang="fr-FR" sz="2400" b="1" dirty="0">
                <a:solidFill>
                  <a:srgbClr val="002060"/>
                </a:solidFill>
                <a:effectLst>
                  <a:outerShdw blurRad="38100" dist="38100" dir="2700000" algn="tl">
                    <a:srgbClr val="C0C0C0"/>
                  </a:outerShdw>
                </a:effectLst>
                <a:latin typeface="Calibri" pitchFamily="34" charset="0"/>
              </a:rPr>
              <a:t>. Méthodologie QRQC et outils associés</a:t>
            </a:r>
          </a:p>
        </p:txBody>
      </p:sp>
    </p:spTree>
    <p:extLst>
      <p:ext uri="{BB962C8B-B14F-4D97-AF65-F5344CB8AC3E}">
        <p14:creationId xmlns:p14="http://schemas.microsoft.com/office/powerpoint/2010/main" val="2272873512"/>
      </p:ext>
    </p:extLst>
  </p:cSld>
  <p:clrMapOvr>
    <a:masterClrMapping/>
  </p:clrMapOvr>
  <p:transition>
    <p:zoom/>
  </p:transition>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0" name="Rectangle 9"/>
          <p:cNvSpPr/>
          <p:nvPr/>
        </p:nvSpPr>
        <p:spPr>
          <a:xfrm>
            <a:off x="285655" y="1223755"/>
            <a:ext cx="2981200"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wrap="square">
            <a:spAutoFit/>
          </a:bodyPr>
          <a:lstStyle/>
          <a:p>
            <a:pPr fontAlgn="auto">
              <a:spcBef>
                <a:spcPts val="0"/>
              </a:spcBef>
              <a:spcAft>
                <a:spcPts val="0"/>
              </a:spcAft>
              <a:defRPr/>
            </a:pP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1 – </a:t>
            </a: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Pourquoi le QRQC ?</a:t>
            </a:r>
            <a:endPar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endParaRPr>
          </a:p>
        </p:txBody>
      </p:sp>
      <p:sp>
        <p:nvSpPr>
          <p:cNvPr id="11" name="Text Box 21"/>
          <p:cNvSpPr txBox="1">
            <a:spLocks noChangeArrowheads="1"/>
          </p:cNvSpPr>
          <p:nvPr/>
        </p:nvSpPr>
        <p:spPr bwMode="auto">
          <a:xfrm>
            <a:off x="202186" y="728700"/>
            <a:ext cx="8924925" cy="457200"/>
          </a:xfrm>
          <a:prstGeom prst="rect">
            <a:avLst/>
          </a:prstGeom>
          <a:noFill/>
          <a:ln w="9525">
            <a:noFill/>
            <a:miter lim="800000"/>
            <a:headEnd/>
            <a:tailEnd/>
          </a:ln>
        </p:spPr>
        <p:txBody>
          <a:bodyPr>
            <a:spAutoFit/>
          </a:bodyPr>
          <a:lstStyle/>
          <a:p>
            <a:pPr>
              <a:defRPr/>
            </a:pPr>
            <a:r>
              <a:rPr lang="fr-FR" sz="2400" dirty="0">
                <a:solidFill>
                  <a:srgbClr val="002060"/>
                </a:solidFill>
                <a:effectLst>
                  <a:outerShdw blurRad="38100" dist="38100" dir="2700000" algn="tl">
                    <a:srgbClr val="C0C0C0"/>
                  </a:outerShdw>
                </a:effectLst>
                <a:latin typeface="Calibri" pitchFamily="34" charset="0"/>
              </a:rPr>
              <a:t>B</a:t>
            </a:r>
            <a:r>
              <a:rPr lang="fr-FR" sz="2400" b="1" dirty="0">
                <a:solidFill>
                  <a:srgbClr val="002060"/>
                </a:solidFill>
                <a:effectLst>
                  <a:outerShdw blurRad="38100" dist="38100" dir="2700000" algn="tl">
                    <a:srgbClr val="C0C0C0"/>
                  </a:outerShdw>
                </a:effectLst>
                <a:latin typeface="Calibri" pitchFamily="34" charset="0"/>
              </a:rPr>
              <a:t>. Méthodologie QRQC et outils associés</a:t>
            </a:r>
          </a:p>
        </p:txBody>
      </p:sp>
      <p:sp>
        <p:nvSpPr>
          <p:cNvPr id="3" name="Flèche vers la droite 2"/>
          <p:cNvSpPr/>
          <p:nvPr/>
        </p:nvSpPr>
        <p:spPr bwMode="auto">
          <a:xfrm>
            <a:off x="386535" y="2528900"/>
            <a:ext cx="1845205" cy="1935215"/>
          </a:xfrm>
          <a:prstGeom prst="rightArrow">
            <a:avLst/>
          </a:prstGeom>
          <a:solidFill>
            <a:srgbClr val="FF0000"/>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fr-FR" dirty="0"/>
              <a:t>1 problème</a:t>
            </a:r>
          </a:p>
          <a:p>
            <a:pPr marL="0" marR="0" indent="0" algn="l" defTabSz="914400" rtl="0" eaLnBrk="0" fontAlgn="base" latinLnBrk="0" hangingPunct="0">
              <a:lnSpc>
                <a:spcPct val="100000"/>
              </a:lnSpc>
              <a:spcBef>
                <a:spcPct val="0"/>
              </a:spcBef>
              <a:spcAft>
                <a:spcPct val="0"/>
              </a:spcAft>
              <a:buClrTx/>
              <a:buSzTx/>
              <a:buFontTx/>
              <a:buNone/>
              <a:tabLst/>
            </a:pPr>
            <a:r>
              <a:rPr lang="fr-FR" dirty="0"/>
              <a:t>p</a:t>
            </a:r>
            <a:r>
              <a:rPr kumimoji="0" lang="fr-FR" sz="1600" b="1" i="0" u="none" strike="noStrike" cap="none" normalizeH="0" baseline="0" dirty="0">
                <a:ln>
                  <a:noFill/>
                </a:ln>
                <a:solidFill>
                  <a:schemeClr val="tx1"/>
                </a:solidFill>
                <a:effectLst/>
                <a:latin typeface="Century Gothic" pitchFamily="34" charset="0"/>
              </a:rPr>
              <a:t>ar</a:t>
            </a:r>
            <a:r>
              <a:rPr kumimoji="0" lang="fr-FR" sz="1600" b="1" i="0" u="none" strike="noStrike" cap="none" normalizeH="0" dirty="0">
                <a:ln>
                  <a:noFill/>
                </a:ln>
                <a:solidFill>
                  <a:schemeClr val="tx1"/>
                </a:solidFill>
                <a:effectLst/>
                <a:latin typeface="Century Gothic" pitchFamily="34" charset="0"/>
              </a:rPr>
              <a:t> jour</a:t>
            </a:r>
            <a:endParaRPr kumimoji="0" lang="fr-FR" sz="1600" b="1" i="0" u="none" strike="noStrike" cap="none" normalizeH="0" baseline="0" dirty="0">
              <a:ln>
                <a:noFill/>
              </a:ln>
              <a:solidFill>
                <a:schemeClr val="tx1"/>
              </a:solidFill>
              <a:effectLst/>
              <a:latin typeface="Century Gothic" pitchFamily="34" charset="0"/>
            </a:endParaRPr>
          </a:p>
        </p:txBody>
      </p:sp>
      <p:sp>
        <p:nvSpPr>
          <p:cNvPr id="7" name="Flèche vers la droite 6"/>
          <p:cNvSpPr/>
          <p:nvPr/>
        </p:nvSpPr>
        <p:spPr bwMode="auto">
          <a:xfrm>
            <a:off x="5742130" y="3564015"/>
            <a:ext cx="2115235" cy="900100"/>
          </a:xfrm>
          <a:prstGeom prst="right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just" defTabSz="914400" rtl="0" eaLnBrk="0" fontAlgn="base" latinLnBrk="0" hangingPunct="0">
              <a:lnSpc>
                <a:spcPct val="100000"/>
              </a:lnSpc>
              <a:spcBef>
                <a:spcPct val="0"/>
              </a:spcBef>
              <a:spcAft>
                <a:spcPct val="0"/>
              </a:spcAft>
              <a:buClrTx/>
              <a:buSzTx/>
              <a:buFontTx/>
              <a:buNone/>
              <a:tabLst/>
            </a:pPr>
            <a:r>
              <a:rPr lang="fr-FR" sz="1400" dirty="0"/>
              <a:t>1 problème</a:t>
            </a:r>
          </a:p>
          <a:p>
            <a:pPr marL="0" marR="0" indent="0" algn="just" defTabSz="914400" rtl="0" eaLnBrk="0" fontAlgn="base" latinLnBrk="0" hangingPunct="0">
              <a:lnSpc>
                <a:spcPct val="100000"/>
              </a:lnSpc>
              <a:spcBef>
                <a:spcPct val="0"/>
              </a:spcBef>
              <a:spcAft>
                <a:spcPct val="0"/>
              </a:spcAft>
              <a:buClrTx/>
              <a:buSzTx/>
              <a:buFontTx/>
              <a:buNone/>
              <a:tabLst/>
            </a:pPr>
            <a:r>
              <a:rPr lang="fr-FR" sz="1400" dirty="0"/>
              <a:t>par semaine</a:t>
            </a:r>
            <a:endParaRPr kumimoji="0" lang="fr-FR" sz="1400" b="1" i="0" u="none" strike="noStrike" cap="none" normalizeH="0" baseline="0" dirty="0">
              <a:ln>
                <a:noFill/>
              </a:ln>
              <a:solidFill>
                <a:schemeClr val="tx1"/>
              </a:solidFill>
              <a:effectLst/>
            </a:endParaRPr>
          </a:p>
        </p:txBody>
      </p:sp>
      <p:pic>
        <p:nvPicPr>
          <p:cNvPr id="8"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0800000">
            <a:off x="2006715" y="3969060"/>
            <a:ext cx="4770652" cy="1980220"/>
          </a:xfrm>
          <a:prstGeom prst="rect">
            <a:avLst/>
          </a:prstGeom>
        </p:spPr>
      </p:pic>
      <p:pic>
        <p:nvPicPr>
          <p:cNvPr id="9" name="Picture 8"/>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186735" y="2123855"/>
            <a:ext cx="3359447" cy="2519585"/>
          </a:xfrm>
          <a:prstGeom prst="rect">
            <a:avLst/>
          </a:prstGeom>
        </p:spPr>
      </p:pic>
      <p:pic>
        <p:nvPicPr>
          <p:cNvPr id="12" name="Picture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662010" y="953725"/>
            <a:ext cx="2766098" cy="2766098"/>
          </a:xfrm>
          <a:prstGeom prst="rect">
            <a:avLst/>
          </a:prstGeom>
        </p:spPr>
      </p:pic>
    </p:spTree>
    <p:extLst>
      <p:ext uri="{BB962C8B-B14F-4D97-AF65-F5344CB8AC3E}">
        <p14:creationId xmlns:p14="http://schemas.microsoft.com/office/powerpoint/2010/main" val="1375718708"/>
      </p:ext>
    </p:extLst>
  </p:cSld>
  <p:clrMapOvr>
    <a:masterClrMapping/>
  </p:clrMapOvr>
  <p:transition>
    <p:zoom/>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5" name="Text Box 3"/>
          <p:cNvSpPr txBox="1">
            <a:spLocks noChangeArrowheads="1"/>
          </p:cNvSpPr>
          <p:nvPr/>
        </p:nvSpPr>
        <p:spPr bwMode="auto">
          <a:xfrm>
            <a:off x="285655" y="1673805"/>
            <a:ext cx="8651830" cy="4308872"/>
          </a:xfrm>
          <a:prstGeom prst="rect">
            <a:avLst/>
          </a:prstGeom>
          <a:noFill/>
          <a:ln w="9525">
            <a:noFill/>
            <a:miter lim="800000"/>
            <a:headEnd/>
            <a:tailEnd/>
          </a:ln>
        </p:spPr>
        <p:txBody>
          <a:bodyPr wrap="square">
            <a:spAutoFit/>
          </a:bodyPr>
          <a:lstStyle/>
          <a:p>
            <a:pPr eaLnBrk="0" hangingPunct="0">
              <a:spcBef>
                <a:spcPct val="50000"/>
              </a:spcBef>
              <a:buClr>
                <a:srgbClr val="000099"/>
              </a:buClr>
              <a:buFont typeface="Wingdings" pitchFamily="2" charset="2"/>
              <a:buChar char="q"/>
            </a:pPr>
            <a:r>
              <a:rPr lang="fr-FR" sz="1600" dirty="0">
                <a:latin typeface="Calibri" pitchFamily="34" charset="0"/>
                <a:cs typeface="Calibri" pitchFamily="34" charset="0"/>
              </a:rPr>
              <a:t>  </a:t>
            </a:r>
            <a:r>
              <a:rPr lang="fr-FR" sz="2000" dirty="0">
                <a:latin typeface="Calibri" pitchFamily="34" charset="0"/>
                <a:cs typeface="Calibri" pitchFamily="34" charset="0"/>
              </a:rPr>
              <a:t>Méthode d’identification des problèmes et de recherche des actions correctives sur le terrain et de façon synthétique</a:t>
            </a:r>
          </a:p>
          <a:p>
            <a:pPr lvl="1" eaLnBrk="0" hangingPunct="0">
              <a:spcBef>
                <a:spcPct val="50000"/>
              </a:spcBef>
              <a:buClr>
                <a:srgbClr val="000099"/>
              </a:buClr>
              <a:buFont typeface="Wingdings" pitchFamily="2" charset="2"/>
              <a:buChar char="q"/>
            </a:pPr>
            <a:r>
              <a:rPr lang="fr-FR" sz="2000" dirty="0">
                <a:latin typeface="Calibri" pitchFamily="34" charset="0"/>
                <a:cs typeface="Calibri" pitchFamily="34" charset="0"/>
              </a:rPr>
              <a:t> fiable : </a:t>
            </a:r>
            <a:r>
              <a:rPr lang="fr-FR" sz="2000" b="1" i="1" dirty="0">
                <a:solidFill>
                  <a:srgbClr val="0066FF"/>
                </a:solidFill>
                <a:latin typeface="Calibri" pitchFamily="34" charset="0"/>
                <a:cs typeface="Calibri" pitchFamily="34" charset="0"/>
              </a:rPr>
              <a:t>sur la base</a:t>
            </a:r>
            <a:r>
              <a:rPr lang="fr-FR" sz="2000" dirty="0">
                <a:latin typeface="Calibri" pitchFamily="34" charset="0"/>
                <a:cs typeface="Calibri" pitchFamily="34" charset="0"/>
              </a:rPr>
              <a:t> des causes </a:t>
            </a:r>
            <a:r>
              <a:rPr lang="fr-FR" sz="2000" b="1" i="1" dirty="0">
                <a:solidFill>
                  <a:srgbClr val="0066FF"/>
                </a:solidFill>
                <a:latin typeface="Calibri" pitchFamily="34" charset="0"/>
                <a:cs typeface="Calibri" pitchFamily="34" charset="0"/>
              </a:rPr>
              <a:t>racines</a:t>
            </a:r>
            <a:r>
              <a:rPr lang="fr-FR" sz="2000" dirty="0">
                <a:latin typeface="Calibri" pitchFamily="34" charset="0"/>
                <a:cs typeface="Calibri" pitchFamily="34" charset="0"/>
              </a:rPr>
              <a:t> du problème</a:t>
            </a:r>
          </a:p>
          <a:p>
            <a:pPr lvl="1" eaLnBrk="0" hangingPunct="0">
              <a:spcBef>
                <a:spcPct val="50000"/>
              </a:spcBef>
              <a:buClr>
                <a:srgbClr val="000099"/>
              </a:buClr>
              <a:buFont typeface="Wingdings" pitchFamily="2" charset="2"/>
              <a:buChar char="q"/>
            </a:pPr>
            <a:r>
              <a:rPr lang="fr-FR" sz="2000" dirty="0">
                <a:latin typeface="Calibri" pitchFamily="34" charset="0"/>
                <a:cs typeface="Calibri" pitchFamily="34" charset="0"/>
              </a:rPr>
              <a:t> rigoureuse : démarche logique et structurée</a:t>
            </a:r>
          </a:p>
          <a:p>
            <a:pPr lvl="1" eaLnBrk="0" hangingPunct="0">
              <a:spcBef>
                <a:spcPct val="50000"/>
              </a:spcBef>
              <a:buClr>
                <a:srgbClr val="000099"/>
              </a:buClr>
              <a:buFont typeface="Wingdings" pitchFamily="2" charset="2"/>
              <a:buChar char="q"/>
            </a:pPr>
            <a:r>
              <a:rPr lang="fr-FR" sz="2000" dirty="0">
                <a:latin typeface="Calibri" pitchFamily="34" charset="0"/>
                <a:cs typeface="Calibri" pitchFamily="34" charset="0"/>
              </a:rPr>
              <a:t> chronologique : </a:t>
            </a:r>
          </a:p>
          <a:p>
            <a:pPr lvl="2" eaLnBrk="0" hangingPunct="0">
              <a:spcBef>
                <a:spcPct val="50000"/>
              </a:spcBef>
              <a:buClr>
                <a:srgbClr val="000099"/>
              </a:buClr>
              <a:buFont typeface="Wingdings" pitchFamily="2" charset="2"/>
              <a:buChar char="q"/>
            </a:pPr>
            <a:r>
              <a:rPr lang="fr-FR" sz="1600" dirty="0">
                <a:latin typeface="Calibri" pitchFamily="34" charset="0"/>
                <a:cs typeface="Calibri" pitchFamily="34" charset="0"/>
              </a:rPr>
              <a:t>en 8 étapes  pour identifier les causes racines</a:t>
            </a:r>
          </a:p>
          <a:p>
            <a:pPr eaLnBrk="0" hangingPunct="0">
              <a:spcBef>
                <a:spcPct val="50000"/>
              </a:spcBef>
              <a:buClr>
                <a:srgbClr val="000099"/>
              </a:buClr>
              <a:buFont typeface="Wingdings" pitchFamily="2" charset="2"/>
              <a:buChar char="q"/>
            </a:pPr>
            <a:r>
              <a:rPr lang="fr-FR" sz="2000" dirty="0">
                <a:latin typeface="Calibri" pitchFamily="34" charset="0"/>
                <a:cs typeface="Calibri" pitchFamily="34" charset="0"/>
              </a:rPr>
              <a:t> aboutissant à une solution</a:t>
            </a:r>
          </a:p>
          <a:p>
            <a:pPr lvl="1" eaLnBrk="0" hangingPunct="0">
              <a:spcBef>
                <a:spcPct val="50000"/>
              </a:spcBef>
              <a:buClr>
                <a:srgbClr val="000099"/>
              </a:buClr>
              <a:buFont typeface="Wingdings" pitchFamily="2" charset="2"/>
              <a:buChar char="q"/>
            </a:pPr>
            <a:r>
              <a:rPr lang="fr-FR" sz="2000" dirty="0">
                <a:latin typeface="Calibri" pitchFamily="34" charset="0"/>
                <a:cs typeface="Calibri" pitchFamily="34" charset="0"/>
              </a:rPr>
              <a:t> robuste : étalonnage de la solution</a:t>
            </a:r>
          </a:p>
          <a:p>
            <a:pPr lvl="1" eaLnBrk="0" hangingPunct="0">
              <a:spcBef>
                <a:spcPct val="50000"/>
              </a:spcBef>
              <a:buClr>
                <a:srgbClr val="000099"/>
              </a:buClr>
              <a:buFont typeface="Wingdings" pitchFamily="2" charset="2"/>
              <a:buChar char="q"/>
            </a:pPr>
            <a:r>
              <a:rPr lang="fr-FR" sz="2000" dirty="0">
                <a:latin typeface="Calibri" pitchFamily="34" charset="0"/>
                <a:cs typeface="Calibri" pitchFamily="34" charset="0"/>
              </a:rPr>
              <a:t> pérenne : élimination de la récurrence du problème</a:t>
            </a:r>
          </a:p>
          <a:p>
            <a:pPr lvl="1" eaLnBrk="0" hangingPunct="0">
              <a:spcBef>
                <a:spcPct val="50000"/>
              </a:spcBef>
              <a:buClr>
                <a:srgbClr val="000099"/>
              </a:buClr>
              <a:buFont typeface="Wingdings" pitchFamily="2" charset="2"/>
              <a:buChar char="q"/>
            </a:pPr>
            <a:r>
              <a:rPr lang="fr-FR" sz="2000" dirty="0">
                <a:latin typeface="Calibri" pitchFamily="34" charset="0"/>
                <a:cs typeface="Calibri" pitchFamily="34" charset="0"/>
              </a:rPr>
              <a:t> réutilisable : problème et solution documentés </a:t>
            </a:r>
            <a:r>
              <a:rPr lang="fr-FR" sz="2000" b="1" dirty="0">
                <a:solidFill>
                  <a:srgbClr val="0066FF"/>
                </a:solidFill>
                <a:latin typeface="Calibri" pitchFamily="34" charset="0"/>
                <a:cs typeface="Calibri" pitchFamily="34" charset="0"/>
              </a:rPr>
              <a:t>de façon synthétique</a:t>
            </a:r>
          </a:p>
        </p:txBody>
      </p:sp>
      <p:graphicFrame>
        <p:nvGraphicFramePr>
          <p:cNvPr id="3074" name="Object 1026"/>
          <p:cNvGraphicFramePr>
            <a:graphicFrameLocks noChangeAspect="1"/>
          </p:cNvGraphicFramePr>
          <p:nvPr>
            <p:extLst>
              <p:ext uri="{D42A27DB-BD31-4B8C-83A1-F6EECF244321}">
                <p14:modId xmlns:p14="http://schemas.microsoft.com/office/powerpoint/2010/main" val="1020763482"/>
              </p:ext>
            </p:extLst>
          </p:nvPr>
        </p:nvGraphicFramePr>
        <p:xfrm>
          <a:off x="6937235" y="2213865"/>
          <a:ext cx="2000250" cy="1185863"/>
        </p:xfrm>
        <a:graphic>
          <a:graphicData uri="http://schemas.openxmlformats.org/presentationml/2006/ole">
            <mc:AlternateContent xmlns:mc="http://schemas.openxmlformats.org/markup-compatibility/2006">
              <mc:Choice xmlns:v="urn:schemas-microsoft-com:vml" Requires="v">
                <p:oleObj name="Clip" r:id="rId3" imgW="1590897" imgH="942857" progId="MS_ClipArt_Gallery.5">
                  <p:embed/>
                </p:oleObj>
              </mc:Choice>
              <mc:Fallback>
                <p:oleObj name="Clip" r:id="rId3" imgW="1590897" imgH="942857" progId="MS_ClipArt_Gallery.5">
                  <p:embed/>
                  <p:pic>
                    <p:nvPicPr>
                      <p:cNvPr id="3074" name="Object 102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7235" y="2213865"/>
                        <a:ext cx="2000250" cy="1185863"/>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10" name="Rectangle 9"/>
          <p:cNvSpPr/>
          <p:nvPr/>
        </p:nvSpPr>
        <p:spPr>
          <a:xfrm>
            <a:off x="285655" y="1223755"/>
            <a:ext cx="2311399"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2</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 Principe</a:t>
            </a:r>
          </a:p>
        </p:txBody>
      </p:sp>
      <p:sp>
        <p:nvSpPr>
          <p:cNvPr id="11" name="Text Box 21"/>
          <p:cNvSpPr txBox="1">
            <a:spLocks noChangeArrowheads="1"/>
          </p:cNvSpPr>
          <p:nvPr/>
        </p:nvSpPr>
        <p:spPr bwMode="auto">
          <a:xfrm>
            <a:off x="202186" y="728700"/>
            <a:ext cx="8924925" cy="457200"/>
          </a:xfrm>
          <a:prstGeom prst="rect">
            <a:avLst/>
          </a:prstGeom>
          <a:noFill/>
          <a:ln w="9525">
            <a:noFill/>
            <a:miter lim="800000"/>
            <a:headEnd/>
            <a:tailEnd/>
          </a:ln>
        </p:spPr>
        <p:txBody>
          <a:bodyPr>
            <a:spAutoFit/>
          </a:bodyPr>
          <a:lstStyle/>
          <a:p>
            <a:pPr>
              <a:defRPr/>
            </a:pPr>
            <a:r>
              <a:rPr lang="fr-FR" sz="2400" dirty="0">
                <a:solidFill>
                  <a:srgbClr val="002060"/>
                </a:solidFill>
                <a:effectLst>
                  <a:outerShdw blurRad="38100" dist="38100" dir="2700000" algn="tl">
                    <a:srgbClr val="C0C0C0"/>
                  </a:outerShdw>
                </a:effectLst>
                <a:latin typeface="Calibri" pitchFamily="34" charset="0"/>
              </a:rPr>
              <a:t>B</a:t>
            </a:r>
            <a:r>
              <a:rPr lang="fr-FR" sz="2400" b="1" dirty="0">
                <a:solidFill>
                  <a:srgbClr val="002060"/>
                </a:solidFill>
                <a:effectLst>
                  <a:outerShdw blurRad="38100" dist="38100" dir="2700000" algn="tl">
                    <a:srgbClr val="C0C0C0"/>
                  </a:outerShdw>
                </a:effectLst>
                <a:latin typeface="Calibri" pitchFamily="34" charset="0"/>
              </a:rPr>
              <a:t>. Méthodologie 8D et outils associés</a:t>
            </a:r>
          </a:p>
        </p:txBody>
      </p:sp>
    </p:spTree>
    <p:extLst>
      <p:ext uri="{BB962C8B-B14F-4D97-AF65-F5344CB8AC3E}">
        <p14:creationId xmlns:p14="http://schemas.microsoft.com/office/powerpoint/2010/main" val="2371955606"/>
      </p:ext>
    </p:extLst>
  </p:cSld>
  <p:clrMapOvr>
    <a:masterClrMapping/>
  </p:clrMapOvr>
  <p:transition>
    <p:zoom/>
  </p:transition>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Rectangle 5"/>
          <p:cNvSpPr/>
          <p:nvPr/>
        </p:nvSpPr>
        <p:spPr bwMode="auto">
          <a:xfrm>
            <a:off x="949688" y="5029139"/>
            <a:ext cx="7796670" cy="805912"/>
          </a:xfrm>
          <a:prstGeom prst="rect">
            <a:avLst/>
          </a:prstGeom>
          <a:solidFill>
            <a:srgbClr val="FF0000"/>
          </a:solidFill>
          <a:ln w="9525" cap="flat" cmpd="sng" algn="ctr">
            <a:solidFill>
              <a:schemeClr val="tx1"/>
            </a:solidFill>
            <a:prstDash val="solid"/>
            <a:round/>
            <a:headEnd type="none" w="med" len="med"/>
            <a:tailEnd type="none" w="med" len="med"/>
          </a:ln>
          <a:effectLst>
            <a:softEdge rad="63500"/>
          </a:effectLst>
        </p:spPr>
        <p:txBody>
          <a:bodyPr/>
          <a:lstStyle/>
          <a:p>
            <a:pPr algn="ctr">
              <a:spcBef>
                <a:spcPct val="20000"/>
              </a:spcBef>
              <a:buSzPct val="120000"/>
              <a:defRPr/>
            </a:pPr>
            <a:r>
              <a:rPr lang="fr-FR" dirty="0">
                <a:solidFill>
                  <a:schemeClr val="bg1"/>
                </a:solidFill>
                <a:latin typeface="Calibri" pitchFamily="34" charset="0"/>
              </a:rPr>
              <a:t>Ne pas avoir le temps de mener une résolution de problème peut  être une partie du problème ! </a:t>
            </a:r>
          </a:p>
          <a:p>
            <a:pPr algn="ctr">
              <a:defRPr/>
            </a:pPr>
            <a:endParaRPr lang="en-US" dirty="0">
              <a:latin typeface="Calibri" pitchFamily="34" charset="0"/>
            </a:endParaRPr>
          </a:p>
        </p:txBody>
      </p:sp>
      <p:sp>
        <p:nvSpPr>
          <p:cNvPr id="44039" name="Text Box 3"/>
          <p:cNvSpPr txBox="1">
            <a:spLocks noChangeArrowheads="1"/>
          </p:cNvSpPr>
          <p:nvPr/>
        </p:nvSpPr>
        <p:spPr bwMode="auto">
          <a:xfrm>
            <a:off x="296525" y="2033845"/>
            <a:ext cx="8448675" cy="2529923"/>
          </a:xfrm>
          <a:prstGeom prst="rect">
            <a:avLst/>
          </a:prstGeom>
          <a:noFill/>
          <a:ln w="9525">
            <a:noFill/>
            <a:miter lim="800000"/>
            <a:headEnd/>
            <a:tailEnd/>
          </a:ln>
        </p:spPr>
        <p:txBody>
          <a:bodyPr>
            <a:spAutoFit/>
          </a:bodyPr>
          <a:lstStyle/>
          <a:p>
            <a:pPr algn="just">
              <a:spcBef>
                <a:spcPct val="20000"/>
              </a:spcBef>
              <a:buSzPct val="120000"/>
              <a:buFont typeface="Arial" pitchFamily="34" charset="0"/>
              <a:buChar char="•"/>
              <a:defRPr/>
            </a:pPr>
            <a:r>
              <a:rPr lang="fr-FR" sz="1800" dirty="0">
                <a:latin typeface="Calibri" pitchFamily="34" charset="0"/>
              </a:rPr>
              <a:t>  Un outils de communication fort pour assurer une </a:t>
            </a:r>
            <a:r>
              <a:rPr lang="fr-FR" sz="1800" b="1" i="1" dirty="0">
                <a:solidFill>
                  <a:srgbClr val="002060"/>
                </a:solidFill>
                <a:latin typeface="Calibri" pitchFamily="34" charset="0"/>
              </a:rPr>
              <a:t>compréhension commune et partagée des problèmes dans l’entreprise</a:t>
            </a:r>
          </a:p>
          <a:p>
            <a:pPr algn="just">
              <a:spcBef>
                <a:spcPct val="20000"/>
              </a:spcBef>
              <a:buSzPct val="120000"/>
              <a:defRPr/>
            </a:pPr>
            <a:endParaRPr lang="fr-FR" sz="1800" b="1" i="1" dirty="0">
              <a:solidFill>
                <a:srgbClr val="002060"/>
              </a:solidFill>
              <a:latin typeface="Calibri" pitchFamily="34" charset="0"/>
            </a:endParaRPr>
          </a:p>
          <a:p>
            <a:pPr algn="just">
              <a:spcBef>
                <a:spcPct val="20000"/>
              </a:spcBef>
              <a:buSzPct val="120000"/>
              <a:buFont typeface="Arial" pitchFamily="34" charset="0"/>
              <a:buChar char="•"/>
              <a:defRPr/>
            </a:pPr>
            <a:r>
              <a:rPr lang="fr-FR" sz="1800" dirty="0">
                <a:latin typeface="Calibri" pitchFamily="34" charset="0"/>
              </a:rPr>
              <a:t>  Une méthodologie pour </a:t>
            </a:r>
            <a:r>
              <a:rPr lang="fr-FR" sz="1800" b="1" i="1" dirty="0">
                <a:solidFill>
                  <a:srgbClr val="002060"/>
                </a:solidFill>
                <a:latin typeface="Calibri" pitchFamily="34" charset="0"/>
              </a:rPr>
              <a:t>manager</a:t>
            </a:r>
            <a:r>
              <a:rPr lang="fr-FR" sz="1800" dirty="0">
                <a:latin typeface="Calibri" pitchFamily="34" charset="0"/>
              </a:rPr>
              <a:t> un problème – l’étape “définition du problème – D1” est une des plus importantes</a:t>
            </a:r>
          </a:p>
          <a:p>
            <a:pPr algn="just">
              <a:spcBef>
                <a:spcPct val="20000"/>
              </a:spcBef>
              <a:buSzPct val="120000"/>
              <a:defRPr/>
            </a:pPr>
            <a:endParaRPr lang="fr-FR" sz="1800" dirty="0">
              <a:latin typeface="Calibri" pitchFamily="34" charset="0"/>
            </a:endParaRPr>
          </a:p>
          <a:p>
            <a:pPr algn="just">
              <a:spcBef>
                <a:spcPct val="20000"/>
              </a:spcBef>
              <a:buSzPct val="120000"/>
              <a:buFont typeface="Arial" pitchFamily="34" charset="0"/>
              <a:buChar char="•"/>
              <a:defRPr/>
            </a:pPr>
            <a:r>
              <a:rPr lang="fr-FR" sz="1800" dirty="0">
                <a:latin typeface="Calibri" pitchFamily="34" charset="0"/>
              </a:rPr>
              <a:t>  Un Formalisme structurant pour guider les équipes à se focaliser sur </a:t>
            </a:r>
            <a:r>
              <a:rPr lang="fr-FR" sz="1800" dirty="0" err="1">
                <a:latin typeface="Calibri" pitchFamily="34" charset="0"/>
              </a:rPr>
              <a:t>sur</a:t>
            </a:r>
            <a:r>
              <a:rPr lang="fr-FR" sz="1800" dirty="0">
                <a:latin typeface="Calibri" pitchFamily="34" charset="0"/>
              </a:rPr>
              <a:t> le </a:t>
            </a:r>
            <a:r>
              <a:rPr lang="fr-FR" sz="1800" b="1" i="1" dirty="0">
                <a:solidFill>
                  <a:srgbClr val="002060"/>
                </a:solidFill>
                <a:effectLst>
                  <a:outerShdw blurRad="38100" dist="38100" dir="2700000" algn="tl">
                    <a:srgbClr val="C0C0C0"/>
                  </a:outerShdw>
                </a:effectLst>
                <a:latin typeface="Calibri" pitchFamily="34" charset="0"/>
              </a:rPr>
              <a:t>process</a:t>
            </a:r>
            <a:r>
              <a:rPr lang="fr-FR" sz="1800" dirty="0">
                <a:latin typeface="Calibri" pitchFamily="34" charset="0"/>
              </a:rPr>
              <a:t> qui génère le problème et non le problème en tant que tel . </a:t>
            </a:r>
          </a:p>
        </p:txBody>
      </p:sp>
      <p:pic>
        <p:nvPicPr>
          <p:cNvPr id="13" name="Image 12" descr="pointinfo.jpg"/>
          <p:cNvPicPr>
            <a:picLocks noChangeAspect="1"/>
          </p:cNvPicPr>
          <p:nvPr/>
        </p:nvPicPr>
        <p:blipFill>
          <a:blip r:embed="rId3" cstate="print"/>
          <a:srcRect/>
          <a:stretch>
            <a:fillRect/>
          </a:stretch>
        </p:blipFill>
        <p:spPr bwMode="auto">
          <a:xfrm>
            <a:off x="328368" y="5125566"/>
            <a:ext cx="546100" cy="546100"/>
          </a:xfrm>
          <a:prstGeom prst="rect">
            <a:avLst/>
          </a:prstGeom>
          <a:noFill/>
          <a:ln w="9525">
            <a:noFill/>
            <a:miter lim="800000"/>
            <a:headEnd/>
            <a:tailEnd/>
          </a:ln>
        </p:spPr>
      </p:pic>
      <p:sp>
        <p:nvSpPr>
          <p:cNvPr id="12" name="Rectangle 11"/>
          <p:cNvSpPr/>
          <p:nvPr/>
        </p:nvSpPr>
        <p:spPr>
          <a:xfrm>
            <a:off x="296187" y="1477111"/>
            <a:ext cx="2311399"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2</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 Principe</a:t>
            </a:r>
          </a:p>
        </p:txBody>
      </p:sp>
      <p:sp>
        <p:nvSpPr>
          <p:cNvPr id="8" name="Rectangle 2"/>
          <p:cNvSpPr>
            <a:spLocks noChangeArrowheads="1"/>
          </p:cNvSpPr>
          <p:nvPr/>
        </p:nvSpPr>
        <p:spPr bwMode="auto">
          <a:xfrm>
            <a:off x="348057" y="395790"/>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Tree>
    <p:extLst>
      <p:ext uri="{BB962C8B-B14F-4D97-AF65-F5344CB8AC3E}">
        <p14:creationId xmlns:p14="http://schemas.microsoft.com/office/powerpoint/2010/main" val="1951534153"/>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5" presetClass="entr" presetSubtype="1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checkerboard(across)">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15427" name="Text Box 3"/>
          <p:cNvSpPr txBox="1">
            <a:spLocks noChangeArrowheads="1"/>
          </p:cNvSpPr>
          <p:nvPr/>
        </p:nvSpPr>
        <p:spPr bwMode="auto">
          <a:xfrm>
            <a:off x="237365" y="1608525"/>
            <a:ext cx="7620000" cy="1015663"/>
          </a:xfrm>
          <a:prstGeom prst="rect">
            <a:avLst/>
          </a:prstGeom>
          <a:noFill/>
          <a:ln w="12700">
            <a:noFill/>
            <a:miter lim="800000"/>
            <a:headEnd/>
            <a:tailEnd/>
          </a:ln>
        </p:spPr>
        <p:txBody>
          <a:bodyPr anchor="ctr">
            <a:spAutoFit/>
          </a:bodyPr>
          <a:lstStyle/>
          <a:p>
            <a:pPr algn="just">
              <a:spcBef>
                <a:spcPct val="50000"/>
              </a:spcBef>
              <a:defRPr/>
            </a:pPr>
            <a:endParaRPr lang="fr-FR" sz="2400" dirty="0">
              <a:latin typeface="Calibri" pitchFamily="34" charset="0"/>
              <a:cs typeface="Calibri" pitchFamily="34" charset="0"/>
            </a:endParaRPr>
          </a:p>
          <a:p>
            <a:pPr algn="just">
              <a:spcBef>
                <a:spcPct val="50000"/>
              </a:spcBef>
              <a:defRPr/>
            </a:pPr>
            <a:r>
              <a:rPr lang="en-GB" sz="2400" u="sng" dirty="0">
                <a:solidFill>
                  <a:srgbClr val="002060"/>
                </a:solidFill>
                <a:effectLst>
                  <a:outerShdw blurRad="38100" dist="38100" dir="2700000" algn="tl">
                    <a:srgbClr val="000000">
                      <a:alpha val="43137"/>
                    </a:srgbClr>
                  </a:outerShdw>
                </a:effectLst>
                <a:latin typeface="Calibri" pitchFamily="34" charset="0"/>
              </a:rPr>
              <a:t>Quand doit-on </a:t>
            </a:r>
            <a:r>
              <a:rPr lang="en-GB" sz="2400" u="sng" dirty="0" err="1">
                <a:solidFill>
                  <a:srgbClr val="002060"/>
                </a:solidFill>
                <a:effectLst>
                  <a:outerShdw blurRad="38100" dist="38100" dir="2700000" algn="tl">
                    <a:srgbClr val="000000">
                      <a:alpha val="43137"/>
                    </a:srgbClr>
                  </a:outerShdw>
                </a:effectLst>
                <a:latin typeface="Calibri" pitchFamily="34" charset="0"/>
              </a:rPr>
              <a:t>ouvrir</a:t>
            </a:r>
            <a:r>
              <a:rPr lang="en-GB" sz="2400" u="sng" dirty="0">
                <a:solidFill>
                  <a:srgbClr val="002060"/>
                </a:solidFill>
                <a:effectLst>
                  <a:outerShdw blurRad="38100" dist="38100" dir="2700000" algn="tl">
                    <a:srgbClr val="000000">
                      <a:alpha val="43137"/>
                    </a:srgbClr>
                  </a:outerShdw>
                </a:effectLst>
                <a:latin typeface="Calibri" pitchFamily="34" charset="0"/>
              </a:rPr>
              <a:t> un 8D ?</a:t>
            </a:r>
            <a:endParaRPr lang="en-GB" sz="2400" u="sng" dirty="0">
              <a:latin typeface="Calibri" pitchFamily="34" charset="0"/>
            </a:endParaRPr>
          </a:p>
        </p:txBody>
      </p:sp>
      <p:graphicFrame>
        <p:nvGraphicFramePr>
          <p:cNvPr id="30722" name="Object 2"/>
          <p:cNvGraphicFramePr>
            <a:graphicFrameLocks noChangeAspect="1"/>
          </p:cNvGraphicFramePr>
          <p:nvPr>
            <p:extLst>
              <p:ext uri="{D42A27DB-BD31-4B8C-83A1-F6EECF244321}">
                <p14:modId xmlns:p14="http://schemas.microsoft.com/office/powerpoint/2010/main" val="493125896"/>
              </p:ext>
            </p:extLst>
          </p:nvPr>
        </p:nvGraphicFramePr>
        <p:xfrm>
          <a:off x="7272300" y="1824259"/>
          <a:ext cx="1585913" cy="941388"/>
        </p:xfrm>
        <a:graphic>
          <a:graphicData uri="http://schemas.openxmlformats.org/presentationml/2006/ole">
            <mc:AlternateContent xmlns:mc="http://schemas.openxmlformats.org/markup-compatibility/2006">
              <mc:Choice xmlns:v="urn:schemas-microsoft-com:vml" Requires="v">
                <p:oleObj name="Clip" r:id="rId3" imgW="1590897" imgH="942857" progId="">
                  <p:embed/>
                </p:oleObj>
              </mc:Choice>
              <mc:Fallback>
                <p:oleObj name="Clip" r:id="rId3" imgW="1590897" imgH="942857" progId="">
                  <p:embed/>
                  <p:pic>
                    <p:nvPicPr>
                      <p:cNvPr id="3072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72300" y="1824259"/>
                        <a:ext cx="1585913" cy="941388"/>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5126" name="Rectangle 6"/>
          <p:cNvSpPr>
            <a:spLocks noChangeArrowheads="1"/>
          </p:cNvSpPr>
          <p:nvPr/>
        </p:nvSpPr>
        <p:spPr bwMode="auto">
          <a:xfrm>
            <a:off x="268288" y="2941946"/>
            <a:ext cx="6868997" cy="3523016"/>
          </a:xfrm>
          <a:prstGeom prst="rect">
            <a:avLst/>
          </a:prstGeom>
          <a:noFill/>
          <a:ln w="9525">
            <a:noFill/>
            <a:miter lim="800000"/>
            <a:headEnd/>
            <a:tailEnd/>
          </a:ln>
        </p:spPr>
        <p:txBody>
          <a:bodyPr wrap="square">
            <a:spAutoFit/>
          </a:bodyPr>
          <a:lstStyle/>
          <a:p>
            <a:pPr marL="457200" indent="-457200" algn="just" defTabSz="795338">
              <a:lnSpc>
                <a:spcPct val="90000"/>
              </a:lnSpc>
              <a:spcBef>
                <a:spcPct val="50000"/>
              </a:spcBef>
              <a:defRPr/>
            </a:pPr>
            <a:r>
              <a:rPr lang="fr-FR" sz="2400" dirty="0">
                <a:solidFill>
                  <a:srgbClr val="0066CC"/>
                </a:solidFill>
                <a:latin typeface="Calibri" pitchFamily="34" charset="0"/>
              </a:rPr>
              <a:t>Y a-t-il une définition claire du problème  ? 	  </a:t>
            </a:r>
            <a:endParaRPr lang="fr-FR" sz="2400" dirty="0">
              <a:latin typeface="Calibri" pitchFamily="34" charset="0"/>
            </a:endParaRPr>
          </a:p>
          <a:p>
            <a:pPr marL="457200" indent="-457200" algn="just" defTabSz="795338">
              <a:lnSpc>
                <a:spcPct val="90000"/>
              </a:lnSpc>
              <a:spcBef>
                <a:spcPct val="50000"/>
              </a:spcBef>
              <a:defRPr/>
            </a:pPr>
            <a:r>
              <a:rPr lang="fr-FR" sz="2400" dirty="0">
                <a:solidFill>
                  <a:srgbClr val="0066CC"/>
                </a:solidFill>
                <a:latin typeface="Calibri" pitchFamily="34" charset="0"/>
              </a:rPr>
              <a:t>Peut-on améliorer les choses ? 			</a:t>
            </a:r>
            <a:endParaRPr lang="fr-FR" sz="2400" dirty="0">
              <a:latin typeface="Calibri" pitchFamily="34" charset="0"/>
            </a:endParaRPr>
          </a:p>
          <a:p>
            <a:pPr marL="457200" indent="-457200" algn="just" defTabSz="795338">
              <a:lnSpc>
                <a:spcPct val="90000"/>
              </a:lnSpc>
              <a:spcBef>
                <a:spcPct val="50000"/>
              </a:spcBef>
              <a:defRPr/>
            </a:pPr>
            <a:r>
              <a:rPr lang="fr-FR" sz="2400" dirty="0">
                <a:solidFill>
                  <a:srgbClr val="0066CC"/>
                </a:solidFill>
                <a:latin typeface="Calibri" pitchFamily="34" charset="0"/>
              </a:rPr>
              <a:t>La cause est-elle inconnue ?				</a:t>
            </a:r>
            <a:endParaRPr lang="fr-FR" sz="2400" dirty="0">
              <a:latin typeface="Calibri" pitchFamily="34" charset="0"/>
            </a:endParaRPr>
          </a:p>
          <a:p>
            <a:pPr marL="457200" indent="-457200" algn="just" defTabSz="795338">
              <a:lnSpc>
                <a:spcPts val="2000"/>
              </a:lnSpc>
              <a:spcBef>
                <a:spcPct val="50000"/>
              </a:spcBef>
              <a:defRPr/>
            </a:pPr>
            <a:r>
              <a:rPr lang="fr-FR" sz="2400" dirty="0">
                <a:solidFill>
                  <a:srgbClr val="0066CC"/>
                </a:solidFill>
                <a:latin typeface="Calibri" pitchFamily="34" charset="0"/>
              </a:rPr>
              <a:t>Le management est-il prêt à mettre des  ressources</a:t>
            </a:r>
          </a:p>
          <a:p>
            <a:pPr marL="457200" indent="-457200" algn="just" defTabSz="795338">
              <a:lnSpc>
                <a:spcPts val="2000"/>
              </a:lnSpc>
              <a:spcBef>
                <a:spcPct val="50000"/>
              </a:spcBef>
              <a:defRPr/>
            </a:pPr>
            <a:r>
              <a:rPr lang="fr-FR" sz="2400" dirty="0">
                <a:solidFill>
                  <a:srgbClr val="0066CC"/>
                </a:solidFill>
                <a:latin typeface="Calibri" pitchFamily="34" charset="0"/>
              </a:rPr>
              <a:t>pour résoudre le problème ?</a:t>
            </a:r>
            <a:endParaRPr lang="fr-FR" sz="2400" dirty="0">
              <a:latin typeface="Calibri" pitchFamily="34" charset="0"/>
            </a:endParaRPr>
          </a:p>
          <a:p>
            <a:pPr algn="just" defTabSz="795338">
              <a:lnSpc>
                <a:spcPct val="90000"/>
              </a:lnSpc>
              <a:spcBef>
                <a:spcPct val="50000"/>
              </a:spcBef>
              <a:defRPr/>
            </a:pPr>
            <a:r>
              <a:rPr lang="fr-FR" sz="2400" dirty="0">
                <a:solidFill>
                  <a:srgbClr val="0066CC"/>
                </a:solidFill>
                <a:latin typeface="Calibri" pitchFamily="34" charset="0"/>
              </a:rPr>
              <a:t>La complexité du problème impose-t-elle des compétences élargies au-delà d’une personne ? 			</a:t>
            </a:r>
            <a:endParaRPr lang="fr-FR" sz="2400" dirty="0">
              <a:latin typeface="Calibri" pitchFamily="34" charset="0"/>
            </a:endParaRPr>
          </a:p>
        </p:txBody>
      </p:sp>
      <p:sp>
        <p:nvSpPr>
          <p:cNvPr id="13" name="Rectangle 6"/>
          <p:cNvSpPr>
            <a:spLocks noChangeArrowheads="1"/>
          </p:cNvSpPr>
          <p:nvPr/>
        </p:nvSpPr>
        <p:spPr bwMode="auto">
          <a:xfrm>
            <a:off x="7587335" y="2941946"/>
            <a:ext cx="1556665" cy="3010055"/>
          </a:xfrm>
          <a:prstGeom prst="rect">
            <a:avLst/>
          </a:prstGeom>
          <a:noFill/>
          <a:ln w="9525">
            <a:noFill/>
            <a:miter lim="800000"/>
            <a:headEnd/>
            <a:tailEnd/>
          </a:ln>
        </p:spPr>
        <p:txBody>
          <a:bodyPr wrap="square">
            <a:spAutoFit/>
          </a:bodyPr>
          <a:lstStyle/>
          <a:p>
            <a:pPr marL="457200" indent="-457200" algn="just" defTabSz="795338">
              <a:lnSpc>
                <a:spcPct val="90000"/>
              </a:lnSpc>
              <a:spcBef>
                <a:spcPct val="50000"/>
              </a:spcBef>
              <a:buFontTx/>
              <a:buChar char="-"/>
              <a:defRPr/>
            </a:pPr>
            <a:r>
              <a:rPr lang="fr-FR" sz="2400" dirty="0">
                <a:latin typeface="Calibri" pitchFamily="34" charset="0"/>
              </a:rPr>
              <a:t>Oui</a:t>
            </a:r>
          </a:p>
          <a:p>
            <a:pPr marL="457200" indent="-457200" algn="just" defTabSz="795338">
              <a:lnSpc>
                <a:spcPct val="90000"/>
              </a:lnSpc>
              <a:spcBef>
                <a:spcPct val="50000"/>
              </a:spcBef>
              <a:buFontTx/>
              <a:buChar char="-"/>
              <a:defRPr/>
            </a:pPr>
            <a:r>
              <a:rPr lang="fr-FR" sz="2400" dirty="0">
                <a:latin typeface="Calibri" pitchFamily="34" charset="0"/>
              </a:rPr>
              <a:t>Oui</a:t>
            </a:r>
          </a:p>
          <a:p>
            <a:pPr marL="457200" indent="-457200" algn="just" defTabSz="795338">
              <a:lnSpc>
                <a:spcPct val="90000"/>
              </a:lnSpc>
              <a:spcBef>
                <a:spcPct val="50000"/>
              </a:spcBef>
              <a:buFontTx/>
              <a:buChar char="-"/>
              <a:defRPr/>
            </a:pPr>
            <a:r>
              <a:rPr lang="fr-FR" sz="2400" dirty="0">
                <a:latin typeface="Calibri" pitchFamily="34" charset="0"/>
              </a:rPr>
              <a:t>Oui</a:t>
            </a:r>
          </a:p>
          <a:p>
            <a:pPr marL="457200" indent="-457200" algn="just" defTabSz="795338">
              <a:lnSpc>
                <a:spcPct val="90000"/>
              </a:lnSpc>
              <a:spcBef>
                <a:spcPct val="50000"/>
              </a:spcBef>
              <a:buFontTx/>
              <a:buChar char="-"/>
              <a:defRPr/>
            </a:pPr>
            <a:r>
              <a:rPr lang="fr-FR" sz="2400" dirty="0">
                <a:latin typeface="Calibri" pitchFamily="34" charset="0"/>
              </a:rPr>
              <a:t>Oui</a:t>
            </a:r>
          </a:p>
          <a:p>
            <a:pPr marL="457200" indent="-457200" algn="just" defTabSz="795338">
              <a:lnSpc>
                <a:spcPct val="90000"/>
              </a:lnSpc>
              <a:spcBef>
                <a:spcPct val="50000"/>
              </a:spcBef>
              <a:defRPr/>
            </a:pPr>
            <a:endParaRPr lang="fr-FR" sz="2400" dirty="0">
              <a:latin typeface="Calibri" pitchFamily="34" charset="0"/>
            </a:endParaRPr>
          </a:p>
          <a:p>
            <a:pPr marL="457200" indent="-457200" algn="just" defTabSz="795338">
              <a:lnSpc>
                <a:spcPct val="90000"/>
              </a:lnSpc>
              <a:spcBef>
                <a:spcPct val="50000"/>
              </a:spcBef>
              <a:buFontTx/>
              <a:buChar char="-"/>
              <a:defRPr/>
            </a:pPr>
            <a:r>
              <a:rPr lang="fr-FR" sz="2400" dirty="0">
                <a:latin typeface="Calibri" pitchFamily="34" charset="0"/>
              </a:rPr>
              <a:t>Oui</a:t>
            </a:r>
          </a:p>
        </p:txBody>
      </p:sp>
      <p:sp>
        <p:nvSpPr>
          <p:cNvPr id="8" name="Rectangle 7"/>
          <p:cNvSpPr/>
          <p:nvPr/>
        </p:nvSpPr>
        <p:spPr>
          <a:xfrm>
            <a:off x="280381" y="1411690"/>
            <a:ext cx="2311399"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fr-FR" sz="2000" kern="0" spc="50" noProof="0" dirty="0">
                <a:ln w="13500">
                  <a:solidFill>
                    <a:srgbClr val="4F81BD">
                      <a:shade val="2500"/>
                      <a:alpha val="6500"/>
                    </a:srgbClr>
                  </a:solidFill>
                  <a:prstDash val="solid"/>
                </a:ln>
                <a:solidFill>
                  <a:srgbClr val="4F81BD">
                    <a:tint val="3000"/>
                    <a:alpha val="95000"/>
                  </a:srgbClr>
                </a:solidFill>
                <a:effectLst>
                  <a:innerShdw blurRad="63500" dist="50800">
                    <a:prstClr val="black">
                      <a:alpha val="50000"/>
                    </a:prstClr>
                  </a:innerShdw>
                </a:effectLst>
                <a:latin typeface="Calibri"/>
              </a:rPr>
              <a:t>3 – Les Pré-requis</a:t>
            </a:r>
            <a:endParaRPr kumimoji="0" lang="fr-FR" sz="2000" b="1" i="0" u="none" strike="noStrike" kern="0" cap="none" spc="50" normalizeH="0" baseline="0" noProof="0" dirty="0">
              <a:ln w="13500">
                <a:solidFill>
                  <a:srgbClr val="4F81BD">
                    <a:shade val="2500"/>
                    <a:alpha val="6500"/>
                  </a:srgbClr>
                </a:solidFill>
                <a:prstDash val="solid"/>
              </a:ln>
              <a:solidFill>
                <a:srgbClr val="4F81BD">
                  <a:tint val="3000"/>
                  <a:alpha val="95000"/>
                </a:srgbClr>
              </a:solidFill>
              <a:effectLst>
                <a:innerShdw blurRad="63500" dist="50800">
                  <a:prstClr val="black">
                    <a:alpha val="50000"/>
                  </a:prstClr>
                </a:innerShdw>
              </a:effectLst>
              <a:uLnTx/>
              <a:uFillTx/>
              <a:latin typeface="Calibri"/>
              <a:ea typeface="+mn-ea"/>
              <a:cs typeface="+mn-cs"/>
            </a:endParaRPr>
          </a:p>
        </p:txBody>
      </p:sp>
      <p:sp>
        <p:nvSpPr>
          <p:cNvPr id="10" name="Text Box 21"/>
          <p:cNvSpPr txBox="1">
            <a:spLocks noChangeArrowheads="1"/>
          </p:cNvSpPr>
          <p:nvPr/>
        </p:nvSpPr>
        <p:spPr bwMode="auto">
          <a:xfrm>
            <a:off x="202186" y="728700"/>
            <a:ext cx="8924925" cy="457200"/>
          </a:xfrm>
          <a:prstGeom prst="rect">
            <a:avLst/>
          </a:prstGeom>
          <a:noFill/>
          <a:ln w="9525">
            <a:noFill/>
            <a:miter lim="800000"/>
            <a:headEnd/>
            <a:tailEnd/>
          </a:ln>
        </p:spPr>
        <p:txBody>
          <a:bodyPr>
            <a:spAutoFit/>
          </a:bodyPr>
          <a:lstStyle/>
          <a:p>
            <a:pPr>
              <a:defRPr/>
            </a:pPr>
            <a:r>
              <a:rPr lang="fr-FR" sz="2400" dirty="0">
                <a:solidFill>
                  <a:srgbClr val="002060"/>
                </a:solidFill>
                <a:effectLst>
                  <a:outerShdw blurRad="38100" dist="38100" dir="2700000" algn="tl">
                    <a:srgbClr val="C0C0C0"/>
                  </a:outerShdw>
                </a:effectLst>
                <a:latin typeface="Calibri" pitchFamily="34" charset="0"/>
              </a:rPr>
              <a:t>B</a:t>
            </a:r>
            <a:r>
              <a:rPr lang="fr-FR" sz="2400" b="1" dirty="0">
                <a:solidFill>
                  <a:srgbClr val="002060"/>
                </a:solidFill>
                <a:effectLst>
                  <a:outerShdw blurRad="38100" dist="38100" dir="2700000" algn="tl">
                    <a:srgbClr val="C0C0C0"/>
                  </a:outerShdw>
                </a:effectLst>
                <a:latin typeface="Calibri" pitchFamily="34" charset="0"/>
              </a:rPr>
              <a:t>. Méthodologie 8D et outils associés</a:t>
            </a:r>
          </a:p>
        </p:txBody>
      </p:sp>
    </p:spTree>
    <p:extLst>
      <p:ext uri="{BB962C8B-B14F-4D97-AF65-F5344CB8AC3E}">
        <p14:creationId xmlns:p14="http://schemas.microsoft.com/office/powerpoint/2010/main" val="2440790176"/>
      </p:ext>
    </p:extLst>
  </p:cSld>
  <p:clrMapOvr>
    <a:masterClrMapping/>
  </p:clrMapOvr>
  <p:transition>
    <p:wipe dir="d"/>
  </p:transition>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2771" name="Text Box 3"/>
          <p:cNvSpPr txBox="1">
            <a:spLocks noChangeArrowheads="1"/>
          </p:cNvSpPr>
          <p:nvPr/>
        </p:nvSpPr>
        <p:spPr bwMode="auto">
          <a:xfrm>
            <a:off x="441323" y="1995808"/>
            <a:ext cx="8397875" cy="3970318"/>
          </a:xfrm>
          <a:prstGeom prst="rect">
            <a:avLst/>
          </a:prstGeom>
          <a:noFill/>
          <a:ln w="12700">
            <a:noFill/>
            <a:miter lim="800000"/>
            <a:headEnd/>
            <a:tailEnd/>
          </a:ln>
        </p:spPr>
        <p:txBody>
          <a:bodyPr anchor="ctr">
            <a:spAutoFit/>
          </a:bodyPr>
          <a:lstStyle/>
          <a:p>
            <a:pPr algn="just">
              <a:spcBef>
                <a:spcPct val="50000"/>
              </a:spcBef>
            </a:pPr>
            <a:r>
              <a:rPr lang="fr-FR" sz="2400" dirty="0">
                <a:solidFill>
                  <a:srgbClr val="002060"/>
                </a:solidFill>
                <a:latin typeface="Calibri" pitchFamily="34" charset="0"/>
              </a:rPr>
              <a:t>Oui à toutes les questions implique</a:t>
            </a:r>
            <a:r>
              <a:rPr lang="fr-FR" sz="2400" dirty="0">
                <a:latin typeface="Calibri" pitchFamily="34" charset="0"/>
              </a:rPr>
              <a:t> : </a:t>
            </a:r>
          </a:p>
          <a:p>
            <a:pPr algn="just">
              <a:spcBef>
                <a:spcPct val="50000"/>
              </a:spcBef>
            </a:pPr>
            <a:r>
              <a:rPr lang="fr-FR" sz="2400" dirty="0">
                <a:latin typeface="Calibri" pitchFamily="34" charset="0"/>
              </a:rPr>
              <a:t>Lancer le processus  de résolution !</a:t>
            </a:r>
          </a:p>
          <a:p>
            <a:pPr algn="just">
              <a:spcBef>
                <a:spcPct val="50000"/>
              </a:spcBef>
            </a:pPr>
            <a:r>
              <a:rPr lang="fr-FR" sz="2400" dirty="0">
                <a:latin typeface="Calibri" pitchFamily="34" charset="0"/>
              </a:rPr>
              <a:t>Il n’y a pas de place pour le blabla, ouvrez le (le principe de tolérance zéro s’applique)</a:t>
            </a:r>
          </a:p>
          <a:p>
            <a:pPr algn="just">
              <a:spcBef>
                <a:spcPct val="50000"/>
              </a:spcBef>
            </a:pPr>
            <a:r>
              <a:rPr lang="fr-FR" sz="2400" dirty="0">
                <a:latin typeface="Calibri" pitchFamily="34" charset="0"/>
              </a:rPr>
              <a:t>Il est obligatoire  d’éradiquer la récurrence du problème et de déployer les actions correctives associées</a:t>
            </a:r>
          </a:p>
          <a:p>
            <a:pPr algn="just">
              <a:spcBef>
                <a:spcPct val="50000"/>
              </a:spcBef>
            </a:pPr>
            <a:endParaRPr lang="fr-FR" sz="2400" dirty="0">
              <a:latin typeface="Calibri" pitchFamily="34" charset="0"/>
            </a:endParaRPr>
          </a:p>
          <a:p>
            <a:pPr algn="just">
              <a:spcBef>
                <a:spcPct val="50000"/>
              </a:spcBef>
            </a:pPr>
            <a:r>
              <a:rPr lang="fr-FR" sz="2400" dirty="0">
                <a:latin typeface="Calibri" pitchFamily="34" charset="0"/>
              </a:rPr>
              <a:t>…il suffit de vérifier</a:t>
            </a:r>
          </a:p>
        </p:txBody>
      </p:sp>
      <p:sp>
        <p:nvSpPr>
          <p:cNvPr id="4" name="Rectangle 3"/>
          <p:cNvSpPr/>
          <p:nvPr/>
        </p:nvSpPr>
        <p:spPr>
          <a:xfrm>
            <a:off x="280381" y="1273695"/>
            <a:ext cx="2311399"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fr-FR" sz="2000" kern="0" spc="50" noProof="0" dirty="0">
                <a:ln w="13500">
                  <a:solidFill>
                    <a:srgbClr val="4F81BD">
                      <a:shade val="2500"/>
                      <a:alpha val="6500"/>
                    </a:srgbClr>
                  </a:solidFill>
                  <a:prstDash val="solid"/>
                </a:ln>
                <a:solidFill>
                  <a:srgbClr val="4F81BD">
                    <a:tint val="3000"/>
                    <a:alpha val="95000"/>
                  </a:srgbClr>
                </a:solidFill>
                <a:effectLst>
                  <a:innerShdw blurRad="63500" dist="50800">
                    <a:prstClr val="black">
                      <a:alpha val="50000"/>
                    </a:prstClr>
                  </a:innerShdw>
                </a:effectLst>
                <a:latin typeface="Calibri"/>
              </a:rPr>
              <a:t>3 – Les Pré-requis</a:t>
            </a:r>
            <a:endParaRPr kumimoji="0" lang="fr-FR" sz="2000" b="1" i="0" u="none" strike="noStrike" kern="0" cap="none" spc="50" normalizeH="0" baseline="0" noProof="0" dirty="0">
              <a:ln w="13500">
                <a:solidFill>
                  <a:srgbClr val="4F81BD">
                    <a:shade val="2500"/>
                    <a:alpha val="6500"/>
                  </a:srgbClr>
                </a:solidFill>
                <a:prstDash val="solid"/>
              </a:ln>
              <a:solidFill>
                <a:srgbClr val="4F81BD">
                  <a:tint val="3000"/>
                  <a:alpha val="95000"/>
                </a:srgbClr>
              </a:solidFill>
              <a:effectLst>
                <a:innerShdw blurRad="63500" dist="50800">
                  <a:prstClr val="black">
                    <a:alpha val="50000"/>
                  </a:prstClr>
                </a:innerShdw>
              </a:effectLst>
              <a:uLnTx/>
              <a:uFillTx/>
              <a:latin typeface="Calibri"/>
              <a:ea typeface="+mn-ea"/>
              <a:cs typeface="+mn-cs"/>
            </a:endParaRPr>
          </a:p>
        </p:txBody>
      </p:sp>
      <p:sp>
        <p:nvSpPr>
          <p:cNvPr id="6" name="Text Box 21"/>
          <p:cNvSpPr txBox="1">
            <a:spLocks noChangeArrowheads="1"/>
          </p:cNvSpPr>
          <p:nvPr/>
        </p:nvSpPr>
        <p:spPr bwMode="auto">
          <a:xfrm>
            <a:off x="202186" y="728700"/>
            <a:ext cx="8924925" cy="457200"/>
          </a:xfrm>
          <a:prstGeom prst="rect">
            <a:avLst/>
          </a:prstGeom>
          <a:noFill/>
          <a:ln w="9525">
            <a:noFill/>
            <a:miter lim="800000"/>
            <a:headEnd/>
            <a:tailEnd/>
          </a:ln>
        </p:spPr>
        <p:txBody>
          <a:bodyPr>
            <a:spAutoFit/>
          </a:bodyPr>
          <a:lstStyle/>
          <a:p>
            <a:pPr>
              <a:defRPr/>
            </a:pPr>
            <a:r>
              <a:rPr lang="fr-FR" sz="2400" dirty="0">
                <a:solidFill>
                  <a:srgbClr val="002060"/>
                </a:solidFill>
                <a:effectLst>
                  <a:outerShdw blurRad="38100" dist="38100" dir="2700000" algn="tl">
                    <a:srgbClr val="C0C0C0"/>
                  </a:outerShdw>
                </a:effectLst>
                <a:latin typeface="Calibri" pitchFamily="34" charset="0"/>
              </a:rPr>
              <a:t>B</a:t>
            </a:r>
            <a:r>
              <a:rPr lang="fr-FR" sz="2400" b="1" dirty="0">
                <a:solidFill>
                  <a:srgbClr val="002060"/>
                </a:solidFill>
                <a:effectLst>
                  <a:outerShdw blurRad="38100" dist="38100" dir="2700000" algn="tl">
                    <a:srgbClr val="C0C0C0"/>
                  </a:outerShdw>
                </a:effectLst>
                <a:latin typeface="Calibri" pitchFamily="34" charset="0"/>
              </a:rPr>
              <a:t>. Méthodologie </a:t>
            </a:r>
            <a:r>
              <a:rPr lang="fr-FR" sz="2400" dirty="0">
                <a:solidFill>
                  <a:srgbClr val="002060"/>
                </a:solidFill>
                <a:effectLst>
                  <a:outerShdw blurRad="38100" dist="38100" dir="2700000" algn="tl">
                    <a:srgbClr val="C0C0C0"/>
                  </a:outerShdw>
                </a:effectLst>
                <a:latin typeface="Calibri" pitchFamily="34" charset="0"/>
              </a:rPr>
              <a:t>8D </a:t>
            </a:r>
            <a:r>
              <a:rPr lang="fr-FR" sz="2400" b="1" dirty="0">
                <a:solidFill>
                  <a:srgbClr val="002060"/>
                </a:solidFill>
                <a:effectLst>
                  <a:outerShdw blurRad="38100" dist="38100" dir="2700000" algn="tl">
                    <a:srgbClr val="C0C0C0"/>
                  </a:outerShdw>
                </a:effectLst>
                <a:latin typeface="Calibri" pitchFamily="34" charset="0"/>
              </a:rPr>
              <a:t>et outils associés</a:t>
            </a:r>
          </a:p>
        </p:txBody>
      </p:sp>
    </p:spTree>
    <p:extLst>
      <p:ext uri="{BB962C8B-B14F-4D97-AF65-F5344CB8AC3E}">
        <p14:creationId xmlns:p14="http://schemas.microsoft.com/office/powerpoint/2010/main" val="3673552351"/>
      </p:ext>
    </p:extLst>
  </p:cSld>
  <p:clrMapOvr>
    <a:masterClrMapping/>
  </p:clrMapOvr>
  <p:transition>
    <p:wipe dir="d"/>
  </p:transition>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6259" name="Text Box 3"/>
          <p:cNvSpPr txBox="1">
            <a:spLocks noChangeArrowheads="1"/>
          </p:cNvSpPr>
          <p:nvPr/>
        </p:nvSpPr>
        <p:spPr bwMode="auto">
          <a:xfrm>
            <a:off x="476544" y="2390108"/>
            <a:ext cx="8235915" cy="1938992"/>
          </a:xfrm>
          <a:prstGeom prst="rect">
            <a:avLst/>
          </a:prstGeom>
          <a:noFill/>
          <a:ln w="9525">
            <a:noFill/>
            <a:miter lim="800000"/>
            <a:headEnd/>
            <a:tailEnd/>
          </a:ln>
          <a:effectLst/>
        </p:spPr>
        <p:txBody>
          <a:bodyPr wrap="square">
            <a:spAutoFit/>
          </a:bodyPr>
          <a:lstStyle/>
          <a:p>
            <a:pPr algn="just" eaLnBrk="0" hangingPunct="0">
              <a:spcBef>
                <a:spcPct val="50000"/>
              </a:spcBef>
            </a:pPr>
            <a:endParaRPr lang="fr-FR" sz="2000" b="1" dirty="0">
              <a:latin typeface="Calibri" pitchFamily="34" charset="0"/>
              <a:cs typeface="Calibri" pitchFamily="34" charset="0"/>
            </a:endParaRPr>
          </a:p>
          <a:p>
            <a:pPr algn="just" eaLnBrk="0" hangingPunct="0">
              <a:spcBef>
                <a:spcPct val="50000"/>
              </a:spcBef>
            </a:pPr>
            <a:endParaRPr lang="fr-FR" sz="2000" b="1" dirty="0">
              <a:latin typeface="Calibri" pitchFamily="34" charset="0"/>
              <a:cs typeface="Calibri" pitchFamily="34" charset="0"/>
            </a:endParaRPr>
          </a:p>
          <a:p>
            <a:pPr algn="just" eaLnBrk="0" hangingPunct="0">
              <a:spcBef>
                <a:spcPct val="50000"/>
              </a:spcBef>
            </a:pPr>
            <a:r>
              <a:rPr lang="fr-FR" sz="2000" b="1" dirty="0">
                <a:latin typeface="Calibri" pitchFamily="34" charset="0"/>
                <a:cs typeface="Calibri" pitchFamily="34" charset="0"/>
              </a:rPr>
              <a:t>Pour ce faire, il faut mettre sous surveillance la fréquence et la gravité des problèmes – dysfonctionnements rencontrés pour ne déclencher l’emploi de la méthode que sur les cas qui le méritent.</a:t>
            </a:r>
          </a:p>
        </p:txBody>
      </p:sp>
      <p:sp>
        <p:nvSpPr>
          <p:cNvPr id="4" name="Text Box 3" descr="Gouttelettes"/>
          <p:cNvSpPr txBox="1">
            <a:spLocks noChangeArrowheads="1"/>
          </p:cNvSpPr>
          <p:nvPr/>
        </p:nvSpPr>
        <p:spPr bwMode="auto">
          <a:xfrm>
            <a:off x="566553" y="2258870"/>
            <a:ext cx="4952253" cy="52322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800">
                <a:solidFill>
                  <a:srgbClr val="000099"/>
                </a:solidFill>
                <a:latin typeface="Calibri" pitchFamily="34" charset="0"/>
                <a:cs typeface="Calibri" pitchFamily="34" charset="0"/>
              </a:defRPr>
            </a:lvl1pPr>
          </a:lstStyle>
          <a:p>
            <a:r>
              <a:rPr lang="fr-FR" dirty="0"/>
              <a:t>QOS (Quality Operating System)</a:t>
            </a:r>
          </a:p>
        </p:txBody>
      </p:sp>
      <p:sp>
        <p:nvSpPr>
          <p:cNvPr id="6" name="Text Box 3"/>
          <p:cNvSpPr txBox="1">
            <a:spLocks noChangeArrowheads="1"/>
          </p:cNvSpPr>
          <p:nvPr/>
        </p:nvSpPr>
        <p:spPr bwMode="auto">
          <a:xfrm>
            <a:off x="1241630" y="4329100"/>
            <a:ext cx="7221383" cy="1785104"/>
          </a:xfrm>
          <a:prstGeom prst="rect">
            <a:avLst/>
          </a:prstGeom>
          <a:noFill/>
          <a:ln w="9525">
            <a:noFill/>
            <a:miter lim="800000"/>
            <a:headEnd/>
            <a:tailEnd/>
          </a:ln>
          <a:effectLst/>
        </p:spPr>
        <p:txBody>
          <a:bodyPr wrap="square">
            <a:spAutoFit/>
          </a:bodyPr>
          <a:lstStyle/>
          <a:p>
            <a:pPr algn="just" eaLnBrk="0" hangingPunct="0">
              <a:spcBef>
                <a:spcPct val="50000"/>
              </a:spcBef>
            </a:pPr>
            <a:r>
              <a:rPr lang="fr-FR" sz="2000" b="1" dirty="0">
                <a:latin typeface="Calibri" pitchFamily="34" charset="0"/>
                <a:cs typeface="Calibri" pitchFamily="34" charset="0"/>
              </a:rPr>
              <a:t>Pilotage par l’indicateur QOS qui recense les dysfonctionnements :</a:t>
            </a:r>
          </a:p>
          <a:p>
            <a:pPr algn="just" eaLnBrk="0" hangingPunct="0">
              <a:spcBef>
                <a:spcPct val="50000"/>
              </a:spcBef>
              <a:buFontTx/>
              <a:buChar char="•"/>
            </a:pPr>
            <a:r>
              <a:rPr lang="fr-FR" sz="2000" b="1" dirty="0">
                <a:latin typeface="Calibri" pitchFamily="34" charset="0"/>
                <a:cs typeface="Calibri" pitchFamily="34" charset="0"/>
              </a:rPr>
              <a:t> en synchrone</a:t>
            </a:r>
          </a:p>
          <a:p>
            <a:pPr algn="just" eaLnBrk="0" hangingPunct="0">
              <a:spcBef>
                <a:spcPct val="50000"/>
              </a:spcBef>
              <a:buFontTx/>
              <a:buChar char="•"/>
            </a:pPr>
            <a:r>
              <a:rPr lang="fr-FR" sz="2000" b="1" dirty="0">
                <a:latin typeface="Calibri" pitchFamily="34" charset="0"/>
                <a:cs typeface="Calibri" pitchFamily="34" charset="0"/>
              </a:rPr>
              <a:t> en criticité = occurrence x gravité.</a:t>
            </a:r>
          </a:p>
          <a:p>
            <a:pPr algn="just" eaLnBrk="0" hangingPunct="0">
              <a:spcBef>
                <a:spcPct val="50000"/>
              </a:spcBef>
            </a:pPr>
            <a:r>
              <a:rPr lang="fr-FR" sz="1600" b="1" dirty="0">
                <a:latin typeface="Calibri" pitchFamily="34" charset="0"/>
                <a:cs typeface="Calibri" pitchFamily="34" charset="0"/>
              </a:rPr>
              <a:t>			</a:t>
            </a:r>
            <a:r>
              <a:rPr lang="fr-FR" sz="2000" b="1" dirty="0">
                <a:latin typeface="Calibri" pitchFamily="34" charset="0"/>
                <a:cs typeface="Calibri" pitchFamily="34" charset="0"/>
              </a:rPr>
              <a:t>Tri Pareto des problèmes</a:t>
            </a:r>
          </a:p>
        </p:txBody>
      </p:sp>
      <p:sp>
        <p:nvSpPr>
          <p:cNvPr id="7" name="Flèche courbée vers la droite 6"/>
          <p:cNvSpPr/>
          <p:nvPr/>
        </p:nvSpPr>
        <p:spPr bwMode="auto">
          <a:xfrm rot="20393366">
            <a:off x="701208" y="4541824"/>
            <a:ext cx="291870" cy="573213"/>
          </a:xfrm>
          <a:prstGeom prst="curvedRight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1" i="0" u="none" strike="noStrike" cap="none" normalizeH="0" baseline="0">
              <a:ln>
                <a:noFill/>
              </a:ln>
              <a:solidFill>
                <a:schemeClr val="tx1"/>
              </a:solidFill>
              <a:effectLst/>
              <a:latin typeface="Century Gothic" pitchFamily="34" charset="0"/>
            </a:endParaRPr>
          </a:p>
        </p:txBody>
      </p:sp>
      <p:sp>
        <p:nvSpPr>
          <p:cNvPr id="8" name="Flèche courbée vers la droite 7"/>
          <p:cNvSpPr/>
          <p:nvPr/>
        </p:nvSpPr>
        <p:spPr bwMode="auto">
          <a:xfrm rot="20393366">
            <a:off x="3694626" y="5617132"/>
            <a:ext cx="241648" cy="447821"/>
          </a:xfrm>
          <a:prstGeom prst="curvedRight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1" i="0" u="none" strike="noStrike" cap="none" normalizeH="0" baseline="0">
              <a:ln>
                <a:noFill/>
              </a:ln>
              <a:solidFill>
                <a:schemeClr val="tx1"/>
              </a:solidFill>
              <a:effectLst/>
              <a:latin typeface="Century Gothic" pitchFamily="34" charset="0"/>
            </a:endParaRPr>
          </a:p>
        </p:txBody>
      </p:sp>
      <p:sp>
        <p:nvSpPr>
          <p:cNvPr id="10" name="Rectangle 9"/>
          <p:cNvSpPr/>
          <p:nvPr/>
        </p:nvSpPr>
        <p:spPr>
          <a:xfrm>
            <a:off x="325386" y="1435493"/>
            <a:ext cx="2311399"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fr-FR" sz="2000" kern="0" spc="50" dirty="0">
                <a:ln w="13500">
                  <a:solidFill>
                    <a:srgbClr val="4F81BD">
                      <a:shade val="2500"/>
                      <a:alpha val="6500"/>
                    </a:srgbClr>
                  </a:solidFill>
                  <a:prstDash val="solid"/>
                </a:ln>
                <a:solidFill>
                  <a:srgbClr val="4F81BD">
                    <a:tint val="3000"/>
                    <a:alpha val="95000"/>
                  </a:srgbClr>
                </a:solidFill>
                <a:effectLst>
                  <a:innerShdw blurRad="63500" dist="50800">
                    <a:prstClr val="black">
                      <a:alpha val="50000"/>
                    </a:prstClr>
                  </a:innerShdw>
                </a:effectLst>
                <a:latin typeface="Calibri"/>
              </a:rPr>
              <a:t>3</a:t>
            </a:r>
            <a:r>
              <a:rPr lang="fr-FR" sz="2000" kern="0" spc="50" noProof="0" dirty="0">
                <a:ln w="13500">
                  <a:solidFill>
                    <a:srgbClr val="4F81BD">
                      <a:shade val="2500"/>
                      <a:alpha val="6500"/>
                    </a:srgbClr>
                  </a:solidFill>
                  <a:prstDash val="solid"/>
                </a:ln>
                <a:solidFill>
                  <a:srgbClr val="4F81BD">
                    <a:tint val="3000"/>
                    <a:alpha val="95000"/>
                  </a:srgbClr>
                </a:solidFill>
                <a:effectLst>
                  <a:innerShdw blurRad="63500" dist="50800">
                    <a:prstClr val="black">
                      <a:alpha val="50000"/>
                    </a:prstClr>
                  </a:innerShdw>
                </a:effectLst>
                <a:latin typeface="Calibri"/>
              </a:rPr>
              <a:t> – Les Pré-requis</a:t>
            </a:r>
            <a:endParaRPr kumimoji="0" lang="fr-FR" sz="2000" b="1" i="0" u="none" strike="noStrike" kern="0" cap="none" spc="50" normalizeH="0" baseline="0" noProof="0" dirty="0">
              <a:ln w="13500">
                <a:solidFill>
                  <a:srgbClr val="4F81BD">
                    <a:shade val="2500"/>
                    <a:alpha val="6500"/>
                  </a:srgbClr>
                </a:solidFill>
                <a:prstDash val="solid"/>
              </a:ln>
              <a:solidFill>
                <a:srgbClr val="4F81BD">
                  <a:tint val="3000"/>
                  <a:alpha val="95000"/>
                </a:srgbClr>
              </a:solidFill>
              <a:effectLst>
                <a:innerShdw blurRad="63500" dist="50800">
                  <a:prstClr val="black">
                    <a:alpha val="50000"/>
                  </a:prstClr>
                </a:innerShdw>
              </a:effectLst>
              <a:uLnTx/>
              <a:uFillTx/>
              <a:latin typeface="Calibri"/>
              <a:ea typeface="+mn-ea"/>
              <a:cs typeface="+mn-cs"/>
            </a:endParaRPr>
          </a:p>
        </p:txBody>
      </p:sp>
      <p:sp>
        <p:nvSpPr>
          <p:cNvPr id="11" name="Text Box 21"/>
          <p:cNvSpPr txBox="1">
            <a:spLocks noChangeArrowheads="1"/>
          </p:cNvSpPr>
          <p:nvPr/>
        </p:nvSpPr>
        <p:spPr bwMode="auto">
          <a:xfrm>
            <a:off x="202186" y="728700"/>
            <a:ext cx="8924925" cy="457200"/>
          </a:xfrm>
          <a:prstGeom prst="rect">
            <a:avLst/>
          </a:prstGeom>
          <a:noFill/>
          <a:ln w="9525">
            <a:noFill/>
            <a:miter lim="800000"/>
            <a:headEnd/>
            <a:tailEnd/>
          </a:ln>
        </p:spPr>
        <p:txBody>
          <a:bodyPr>
            <a:spAutoFit/>
          </a:bodyPr>
          <a:lstStyle/>
          <a:p>
            <a:pPr>
              <a:defRPr/>
            </a:pPr>
            <a:r>
              <a:rPr lang="fr-FR" sz="2400" dirty="0">
                <a:solidFill>
                  <a:srgbClr val="002060"/>
                </a:solidFill>
                <a:effectLst>
                  <a:outerShdw blurRad="38100" dist="38100" dir="2700000" algn="tl">
                    <a:srgbClr val="C0C0C0"/>
                  </a:outerShdw>
                </a:effectLst>
                <a:latin typeface="Calibri" pitchFamily="34" charset="0"/>
              </a:rPr>
              <a:t>B</a:t>
            </a:r>
            <a:r>
              <a:rPr lang="fr-FR" sz="2400" b="1" dirty="0">
                <a:solidFill>
                  <a:srgbClr val="002060"/>
                </a:solidFill>
                <a:effectLst>
                  <a:outerShdw blurRad="38100" dist="38100" dir="2700000" algn="tl">
                    <a:srgbClr val="C0C0C0"/>
                  </a:outerShdw>
                </a:effectLst>
                <a:latin typeface="Calibri" pitchFamily="34" charset="0"/>
              </a:rPr>
              <a:t>. Méthodologie </a:t>
            </a:r>
            <a:r>
              <a:rPr lang="fr-FR" sz="2400" dirty="0">
                <a:solidFill>
                  <a:srgbClr val="002060"/>
                </a:solidFill>
                <a:effectLst>
                  <a:outerShdw blurRad="38100" dist="38100" dir="2700000" algn="tl">
                    <a:srgbClr val="C0C0C0"/>
                  </a:outerShdw>
                </a:effectLst>
                <a:latin typeface="Calibri" pitchFamily="34" charset="0"/>
              </a:rPr>
              <a:t>8D </a:t>
            </a:r>
            <a:r>
              <a:rPr lang="fr-FR" sz="2400" b="1" dirty="0">
                <a:solidFill>
                  <a:srgbClr val="002060"/>
                </a:solidFill>
                <a:effectLst>
                  <a:outerShdw blurRad="38100" dist="38100" dir="2700000" algn="tl">
                    <a:srgbClr val="C0C0C0"/>
                  </a:outerShdw>
                </a:effectLst>
                <a:latin typeface="Calibri" pitchFamily="34" charset="0"/>
              </a:rPr>
              <a:t>et outils associés</a:t>
            </a:r>
          </a:p>
        </p:txBody>
      </p:sp>
    </p:spTree>
    <p:extLst>
      <p:ext uri="{BB962C8B-B14F-4D97-AF65-F5344CB8AC3E}">
        <p14:creationId xmlns:p14="http://schemas.microsoft.com/office/powerpoint/2010/main" val="1519207550"/>
      </p:ext>
    </p:extLst>
  </p:cSld>
  <p:clrMapOvr>
    <a:masterClrMapping/>
  </p:clrMapOvr>
  <p:transition>
    <p:zoom/>
  </p:transition>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0354" name="Picture 2"/>
          <p:cNvPicPr>
            <a:picLocks noChangeAspect="1" noChangeArrowheads="1"/>
          </p:cNvPicPr>
          <p:nvPr/>
        </p:nvPicPr>
        <p:blipFill>
          <a:blip r:embed="rId3" cstate="print"/>
          <a:srcRect/>
          <a:stretch>
            <a:fillRect/>
          </a:stretch>
        </p:blipFill>
        <p:spPr bwMode="auto">
          <a:xfrm>
            <a:off x="1035792" y="1949003"/>
            <a:ext cx="7931623" cy="4674792"/>
          </a:xfrm>
          <a:prstGeom prst="rect">
            <a:avLst/>
          </a:prstGeom>
          <a:noFill/>
          <a:ln w="9525">
            <a:noFill/>
            <a:miter lim="800000"/>
            <a:headEnd/>
            <a:tailEnd/>
          </a:ln>
          <a:effectLst/>
        </p:spPr>
      </p:pic>
      <p:sp>
        <p:nvSpPr>
          <p:cNvPr id="100356" name="Text Box 4"/>
          <p:cNvSpPr txBox="1">
            <a:spLocks noChangeArrowheads="1"/>
          </p:cNvSpPr>
          <p:nvPr/>
        </p:nvSpPr>
        <p:spPr bwMode="auto">
          <a:xfrm>
            <a:off x="0" y="2303875"/>
            <a:ext cx="1541462" cy="276999"/>
          </a:xfrm>
          <a:prstGeom prst="rect">
            <a:avLst/>
          </a:prstGeom>
          <a:noFill/>
          <a:ln w="9525">
            <a:noFill/>
            <a:miter lim="800000"/>
            <a:headEnd/>
            <a:tailEnd/>
          </a:ln>
          <a:effectLst/>
        </p:spPr>
        <p:txBody>
          <a:bodyPr>
            <a:spAutoFit/>
          </a:bodyPr>
          <a:lstStyle/>
          <a:p>
            <a:pPr algn="just" eaLnBrk="0" hangingPunct="0">
              <a:spcBef>
                <a:spcPct val="50000"/>
              </a:spcBef>
            </a:pPr>
            <a:r>
              <a:rPr lang="fr-FR" sz="1200" b="1" dirty="0">
                <a:latin typeface="Calibri" pitchFamily="34" charset="0"/>
                <a:cs typeface="Calibri" pitchFamily="34" charset="0"/>
              </a:rPr>
              <a:t>Performance globale</a:t>
            </a:r>
          </a:p>
        </p:txBody>
      </p:sp>
      <p:sp>
        <p:nvSpPr>
          <p:cNvPr id="100357" name="Line 5"/>
          <p:cNvSpPr>
            <a:spLocks noChangeShapeType="1"/>
          </p:cNvSpPr>
          <p:nvPr/>
        </p:nvSpPr>
        <p:spPr bwMode="auto">
          <a:xfrm>
            <a:off x="1466655" y="2483894"/>
            <a:ext cx="1174658" cy="135015"/>
          </a:xfrm>
          <a:prstGeom prst="line">
            <a:avLst/>
          </a:prstGeom>
          <a:noFill/>
          <a:ln w="9525">
            <a:solidFill>
              <a:schemeClr val="tx1"/>
            </a:solidFill>
            <a:round/>
            <a:headEnd/>
            <a:tailEnd type="triangle" w="med" len="med"/>
          </a:ln>
          <a:effectLst/>
        </p:spPr>
        <p:txBody>
          <a:bodyPr/>
          <a:lstStyle/>
          <a:p>
            <a:endParaRPr lang="fr-FR"/>
          </a:p>
        </p:txBody>
      </p:sp>
      <p:sp>
        <p:nvSpPr>
          <p:cNvPr id="100358" name="Oval 6"/>
          <p:cNvSpPr>
            <a:spLocks noChangeArrowheads="1"/>
          </p:cNvSpPr>
          <p:nvPr/>
        </p:nvSpPr>
        <p:spPr bwMode="auto">
          <a:xfrm>
            <a:off x="8532440" y="4464115"/>
            <a:ext cx="434975" cy="160337"/>
          </a:xfrm>
          <a:prstGeom prst="ellipse">
            <a:avLst/>
          </a:prstGeom>
          <a:solidFill>
            <a:srgbClr val="00CC99">
              <a:alpha val="44000"/>
            </a:srgbClr>
          </a:solidFill>
          <a:ln w="9525">
            <a:solidFill>
              <a:schemeClr val="tx1"/>
            </a:solidFill>
            <a:round/>
            <a:headEnd/>
            <a:tailEnd/>
          </a:ln>
          <a:effectLst/>
        </p:spPr>
        <p:txBody>
          <a:bodyPr wrap="none" anchor="ctr"/>
          <a:lstStyle/>
          <a:p>
            <a:endParaRPr lang="fr-FR"/>
          </a:p>
        </p:txBody>
      </p:sp>
      <p:sp>
        <p:nvSpPr>
          <p:cNvPr id="100359" name="Text Box 7"/>
          <p:cNvSpPr txBox="1">
            <a:spLocks noChangeArrowheads="1"/>
          </p:cNvSpPr>
          <p:nvPr/>
        </p:nvSpPr>
        <p:spPr bwMode="auto">
          <a:xfrm>
            <a:off x="8215338" y="1931510"/>
            <a:ext cx="928662" cy="461665"/>
          </a:xfrm>
          <a:prstGeom prst="rect">
            <a:avLst/>
          </a:prstGeom>
          <a:noFill/>
          <a:ln w="9525">
            <a:noFill/>
            <a:miter lim="800000"/>
            <a:headEnd/>
            <a:tailEnd/>
          </a:ln>
          <a:effectLst/>
        </p:spPr>
        <p:txBody>
          <a:bodyPr wrap="square">
            <a:spAutoFit/>
          </a:bodyPr>
          <a:lstStyle/>
          <a:p>
            <a:pPr algn="just" eaLnBrk="0" hangingPunct="0">
              <a:spcBef>
                <a:spcPct val="50000"/>
              </a:spcBef>
            </a:pPr>
            <a:r>
              <a:rPr lang="fr-FR" sz="1200" b="1" dirty="0">
                <a:latin typeface="Calibri" pitchFamily="34" charset="0"/>
                <a:cs typeface="Calibri" pitchFamily="34" charset="0"/>
              </a:rPr>
              <a:t>Plus forte criticité</a:t>
            </a:r>
          </a:p>
        </p:txBody>
      </p:sp>
      <p:sp>
        <p:nvSpPr>
          <p:cNvPr id="100360" name="Line 8"/>
          <p:cNvSpPr>
            <a:spLocks noChangeShapeType="1"/>
          </p:cNvSpPr>
          <p:nvPr/>
        </p:nvSpPr>
        <p:spPr bwMode="auto">
          <a:xfrm flipH="1">
            <a:off x="8802469" y="2150586"/>
            <a:ext cx="166905" cy="2313530"/>
          </a:xfrm>
          <a:prstGeom prst="line">
            <a:avLst/>
          </a:prstGeom>
          <a:noFill/>
          <a:ln w="9525">
            <a:solidFill>
              <a:schemeClr val="tx1"/>
            </a:solidFill>
            <a:round/>
            <a:headEnd/>
            <a:tailEnd type="triangle" w="med" len="med"/>
          </a:ln>
          <a:effectLst/>
        </p:spPr>
        <p:txBody>
          <a:bodyPr/>
          <a:lstStyle/>
          <a:p>
            <a:endParaRPr lang="fr-FR"/>
          </a:p>
        </p:txBody>
      </p:sp>
      <p:sp>
        <p:nvSpPr>
          <p:cNvPr id="11" name="Text Box 3" descr="Gouttelettes"/>
          <p:cNvSpPr txBox="1">
            <a:spLocks noChangeArrowheads="1"/>
          </p:cNvSpPr>
          <p:nvPr/>
        </p:nvSpPr>
        <p:spPr bwMode="auto">
          <a:xfrm>
            <a:off x="2995122" y="1223755"/>
            <a:ext cx="4952253" cy="52322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800">
                <a:solidFill>
                  <a:srgbClr val="000099"/>
                </a:solidFill>
                <a:latin typeface="Calibri" pitchFamily="34" charset="0"/>
                <a:cs typeface="Calibri" pitchFamily="34" charset="0"/>
              </a:defRPr>
            </a:lvl1pPr>
          </a:lstStyle>
          <a:p>
            <a:r>
              <a:rPr lang="fr-FR" dirty="0"/>
              <a:t>QOS (Quality Operating System)</a:t>
            </a:r>
          </a:p>
        </p:txBody>
      </p:sp>
      <p:sp>
        <p:nvSpPr>
          <p:cNvPr id="13" name="Rectangle 12"/>
          <p:cNvSpPr/>
          <p:nvPr/>
        </p:nvSpPr>
        <p:spPr>
          <a:xfrm>
            <a:off x="370391" y="1228690"/>
            <a:ext cx="2311399"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wrap="square">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lang="fr-FR" sz="2000" kern="0" spc="50" noProof="0" dirty="0">
                <a:ln w="13500">
                  <a:solidFill>
                    <a:srgbClr val="4F81BD">
                      <a:shade val="2500"/>
                      <a:alpha val="6500"/>
                    </a:srgbClr>
                  </a:solidFill>
                  <a:prstDash val="solid"/>
                </a:ln>
                <a:solidFill>
                  <a:srgbClr val="4F81BD">
                    <a:tint val="3000"/>
                    <a:alpha val="95000"/>
                  </a:srgbClr>
                </a:solidFill>
                <a:effectLst>
                  <a:innerShdw blurRad="63500" dist="50800">
                    <a:prstClr val="black">
                      <a:alpha val="50000"/>
                    </a:prstClr>
                  </a:innerShdw>
                </a:effectLst>
                <a:latin typeface="Calibri"/>
              </a:rPr>
              <a:t>3 – Les Pré-requis</a:t>
            </a:r>
            <a:endParaRPr kumimoji="0" lang="fr-FR" sz="2000" b="1" i="0" u="none" strike="noStrike" kern="0" cap="none" spc="50" normalizeH="0" baseline="0" noProof="0" dirty="0">
              <a:ln w="13500">
                <a:solidFill>
                  <a:srgbClr val="4F81BD">
                    <a:shade val="2500"/>
                    <a:alpha val="6500"/>
                  </a:srgbClr>
                </a:solidFill>
                <a:prstDash val="solid"/>
              </a:ln>
              <a:solidFill>
                <a:srgbClr val="4F81BD">
                  <a:tint val="3000"/>
                  <a:alpha val="95000"/>
                </a:srgbClr>
              </a:solidFill>
              <a:effectLst>
                <a:innerShdw blurRad="63500" dist="50800">
                  <a:prstClr val="black">
                    <a:alpha val="50000"/>
                  </a:prstClr>
                </a:innerShdw>
              </a:effectLst>
              <a:uLnTx/>
              <a:uFillTx/>
              <a:latin typeface="Calibri"/>
              <a:ea typeface="+mn-ea"/>
              <a:cs typeface="+mn-cs"/>
            </a:endParaRPr>
          </a:p>
        </p:txBody>
      </p:sp>
      <p:sp>
        <p:nvSpPr>
          <p:cNvPr id="14" name="Text Box 21"/>
          <p:cNvSpPr txBox="1">
            <a:spLocks noChangeArrowheads="1"/>
          </p:cNvSpPr>
          <p:nvPr/>
        </p:nvSpPr>
        <p:spPr bwMode="auto">
          <a:xfrm>
            <a:off x="202186" y="728700"/>
            <a:ext cx="8924925" cy="461665"/>
          </a:xfrm>
          <a:prstGeom prst="rect">
            <a:avLst/>
          </a:prstGeom>
          <a:noFill/>
          <a:ln w="9525">
            <a:noFill/>
            <a:miter lim="800000"/>
            <a:headEnd/>
            <a:tailEnd/>
          </a:ln>
        </p:spPr>
        <p:txBody>
          <a:bodyPr>
            <a:spAutoFit/>
          </a:bodyPr>
          <a:lstStyle/>
          <a:p>
            <a:pPr>
              <a:defRPr/>
            </a:pPr>
            <a:r>
              <a:rPr lang="fr-FR" sz="2400" dirty="0">
                <a:solidFill>
                  <a:srgbClr val="002060"/>
                </a:solidFill>
                <a:effectLst>
                  <a:outerShdw blurRad="38100" dist="38100" dir="2700000" algn="tl">
                    <a:srgbClr val="C0C0C0"/>
                  </a:outerShdw>
                </a:effectLst>
                <a:latin typeface="Calibri" pitchFamily="34" charset="0"/>
              </a:rPr>
              <a:t>B</a:t>
            </a:r>
            <a:r>
              <a:rPr lang="fr-FR" sz="2400" b="1" dirty="0">
                <a:solidFill>
                  <a:srgbClr val="002060"/>
                </a:solidFill>
                <a:effectLst>
                  <a:outerShdw blurRad="38100" dist="38100" dir="2700000" algn="tl">
                    <a:srgbClr val="C0C0C0"/>
                  </a:outerShdw>
                </a:effectLst>
                <a:latin typeface="Calibri" pitchFamily="34" charset="0"/>
              </a:rPr>
              <a:t>. Méthodologie </a:t>
            </a:r>
            <a:r>
              <a:rPr lang="fr-FR" sz="2400" dirty="0">
                <a:solidFill>
                  <a:srgbClr val="002060"/>
                </a:solidFill>
                <a:effectLst>
                  <a:outerShdw blurRad="38100" dist="38100" dir="2700000" algn="tl">
                    <a:srgbClr val="C0C0C0"/>
                  </a:outerShdw>
                </a:effectLst>
                <a:latin typeface="Calibri" pitchFamily="34" charset="0"/>
              </a:rPr>
              <a:t>8D </a:t>
            </a:r>
            <a:r>
              <a:rPr lang="fr-FR" sz="2400" b="1" dirty="0">
                <a:solidFill>
                  <a:srgbClr val="002060"/>
                </a:solidFill>
                <a:effectLst>
                  <a:outerShdw blurRad="38100" dist="38100" dir="2700000" algn="tl">
                    <a:srgbClr val="C0C0C0"/>
                  </a:outerShdw>
                </a:effectLst>
                <a:latin typeface="Calibri" pitchFamily="34" charset="0"/>
              </a:rPr>
              <a:t>et outils associés</a:t>
            </a:r>
          </a:p>
        </p:txBody>
      </p:sp>
      <p:sp>
        <p:nvSpPr>
          <p:cNvPr id="2" name="Rectangle 1"/>
          <p:cNvSpPr/>
          <p:nvPr/>
        </p:nvSpPr>
        <p:spPr bwMode="auto">
          <a:xfrm>
            <a:off x="1016605" y="1931510"/>
            <a:ext cx="1350150" cy="282355"/>
          </a:xfrm>
          <a:prstGeom prst="rect">
            <a:avLst/>
          </a:prstGeom>
          <a:solidFill>
            <a:schemeClr val="bg1"/>
          </a:solidFill>
          <a:ln w="12700"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fr-FR" sz="1600" b="1" i="0" u="none" strike="noStrike" cap="none" normalizeH="0" baseline="0">
              <a:ln>
                <a:noFill/>
              </a:ln>
              <a:solidFill>
                <a:schemeClr val="tx1"/>
              </a:solidFill>
              <a:effectLst/>
              <a:latin typeface="Century Gothic" pitchFamily="34" charset="0"/>
            </a:endParaRPr>
          </a:p>
        </p:txBody>
      </p:sp>
    </p:spTree>
    <p:extLst>
      <p:ext uri="{BB962C8B-B14F-4D97-AF65-F5344CB8AC3E}">
        <p14:creationId xmlns:p14="http://schemas.microsoft.com/office/powerpoint/2010/main" val="3324936133"/>
      </p:ext>
    </p:extLst>
  </p:cSld>
  <p:clrMapOvr>
    <a:masterClrMapping/>
  </p:clrMapOvr>
  <p:transition>
    <p:zo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8" name="Object 2"/>
          <p:cNvGraphicFramePr>
            <a:graphicFrameLocks noChangeAspect="1"/>
          </p:cNvGraphicFramePr>
          <p:nvPr>
            <p:extLst>
              <p:ext uri="{D42A27DB-BD31-4B8C-83A1-F6EECF244321}">
                <p14:modId xmlns:p14="http://schemas.microsoft.com/office/powerpoint/2010/main" val="4026368515"/>
              </p:ext>
            </p:extLst>
          </p:nvPr>
        </p:nvGraphicFramePr>
        <p:xfrm>
          <a:off x="7974013" y="670076"/>
          <a:ext cx="763587" cy="1028700"/>
        </p:xfrm>
        <a:graphic>
          <a:graphicData uri="http://schemas.openxmlformats.org/presentationml/2006/ole">
            <mc:AlternateContent xmlns:mc="http://schemas.openxmlformats.org/markup-compatibility/2006">
              <mc:Choice xmlns:v="urn:schemas-microsoft-com:vml" Requires="v">
                <p:oleObj name="Clip" r:id="rId3" imgW="2525760" imgH="3407040" progId="MS_ClipArt_Gallery.5">
                  <p:embed/>
                </p:oleObj>
              </mc:Choice>
              <mc:Fallback>
                <p:oleObj name="Clip" r:id="rId3" imgW="2525760" imgH="3407040" progId="MS_ClipArt_Gallery.5">
                  <p:embed/>
                  <p:pic>
                    <p:nvPicPr>
                      <p:cNvPr id="409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74013" y="670076"/>
                        <a:ext cx="763587" cy="1028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4099" name="Text Box 5"/>
          <p:cNvSpPr txBox="1">
            <a:spLocks noChangeArrowheads="1"/>
          </p:cNvSpPr>
          <p:nvPr/>
        </p:nvSpPr>
        <p:spPr bwMode="auto">
          <a:xfrm>
            <a:off x="633413" y="1916113"/>
            <a:ext cx="4521200" cy="366712"/>
          </a:xfrm>
          <a:prstGeom prst="rect">
            <a:avLst/>
          </a:prstGeom>
          <a:noFill/>
          <a:ln w="9525">
            <a:noFill/>
            <a:miter lim="800000"/>
            <a:headEnd/>
            <a:tailEnd/>
          </a:ln>
        </p:spPr>
        <p:txBody>
          <a:bodyPr>
            <a:spAutoFit/>
          </a:bodyPr>
          <a:lstStyle/>
          <a:p>
            <a:pPr eaLnBrk="0" hangingPunct="0">
              <a:spcBef>
                <a:spcPct val="50000"/>
              </a:spcBef>
            </a:pPr>
            <a:r>
              <a:rPr lang="fr-FR" sz="1800" b="1" dirty="0">
                <a:solidFill>
                  <a:srgbClr val="002060"/>
                </a:solidFill>
                <a:latin typeface="Calibri" pitchFamily="34" charset="0"/>
                <a:cs typeface="Calibri" pitchFamily="34" charset="0"/>
              </a:rPr>
              <a:t>Décrire - Clarifier</a:t>
            </a:r>
          </a:p>
        </p:txBody>
      </p:sp>
      <p:grpSp>
        <p:nvGrpSpPr>
          <p:cNvPr id="4100" name="Group 6"/>
          <p:cNvGrpSpPr>
            <a:grpSpLocks/>
          </p:cNvGrpSpPr>
          <p:nvPr/>
        </p:nvGrpSpPr>
        <p:grpSpPr bwMode="auto">
          <a:xfrm>
            <a:off x="301625" y="1900238"/>
            <a:ext cx="320675" cy="366712"/>
            <a:chOff x="1385" y="2247"/>
            <a:chExt cx="202" cy="231"/>
          </a:xfrm>
        </p:grpSpPr>
        <p:pic>
          <p:nvPicPr>
            <p:cNvPr id="4142" name="Picture 7" descr="WB01619_"/>
            <p:cNvPicPr>
              <a:picLocks noChangeAspect="1" noChangeArrowheads="1"/>
            </p:cNvPicPr>
            <p:nvPr/>
          </p:nvPicPr>
          <p:blipFill>
            <a:blip r:embed="rId5" cstate="print"/>
            <a:srcRect/>
            <a:stretch>
              <a:fillRect/>
            </a:stretch>
          </p:blipFill>
          <p:spPr bwMode="auto">
            <a:xfrm>
              <a:off x="1385" y="2263"/>
              <a:ext cx="202" cy="215"/>
            </a:xfrm>
            <a:prstGeom prst="rect">
              <a:avLst/>
            </a:prstGeom>
            <a:noFill/>
            <a:ln w="9525">
              <a:noFill/>
              <a:miter lim="800000"/>
              <a:headEnd/>
              <a:tailEnd/>
            </a:ln>
          </p:spPr>
        </p:pic>
        <p:sp>
          <p:nvSpPr>
            <p:cNvPr id="94216" name="Text Box 8"/>
            <p:cNvSpPr txBox="1">
              <a:spLocks noChangeArrowheads="1"/>
            </p:cNvSpPr>
            <p:nvPr/>
          </p:nvSpPr>
          <p:spPr bwMode="auto">
            <a:xfrm>
              <a:off x="1398" y="2247"/>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b="1" dirty="0">
                  <a:solidFill>
                    <a:srgbClr val="002060"/>
                  </a:solidFill>
                  <a:effectLst>
                    <a:outerShdw blurRad="38100" dist="38100" dir="2700000" algn="tl">
                      <a:srgbClr val="C0C0C0"/>
                    </a:outerShdw>
                  </a:effectLst>
                  <a:latin typeface="Calibri" pitchFamily="34" charset="0"/>
                  <a:cs typeface="Calibri" pitchFamily="34" charset="0"/>
                </a:rPr>
                <a:t>1</a:t>
              </a:r>
            </a:p>
          </p:txBody>
        </p:sp>
      </p:grpSp>
      <p:sp>
        <p:nvSpPr>
          <p:cNvPr id="94217" name="Text Box 9"/>
          <p:cNvSpPr txBox="1">
            <a:spLocks noChangeArrowheads="1"/>
          </p:cNvSpPr>
          <p:nvPr/>
        </p:nvSpPr>
        <p:spPr bwMode="auto">
          <a:xfrm>
            <a:off x="633413" y="2802103"/>
            <a:ext cx="5018707" cy="369332"/>
          </a:xfrm>
          <a:prstGeom prst="rect">
            <a:avLst/>
          </a:prstGeom>
          <a:noFill/>
          <a:ln w="9525">
            <a:noFill/>
            <a:miter lim="800000"/>
            <a:headEnd/>
            <a:tailEnd/>
          </a:ln>
          <a:effectLst/>
        </p:spPr>
        <p:txBody>
          <a:bodyPr wrap="square">
            <a:spAutoFit/>
          </a:bodyPr>
          <a:lstStyle/>
          <a:p>
            <a:pPr eaLnBrk="0" hangingPunct="0">
              <a:spcBef>
                <a:spcPct val="50000"/>
              </a:spcBef>
              <a:defRPr/>
            </a:pPr>
            <a:r>
              <a:rPr lang="fr-FR" sz="1800" b="1" dirty="0">
                <a:solidFill>
                  <a:schemeClr val="bg1">
                    <a:lumMod val="65000"/>
                  </a:schemeClr>
                </a:solidFill>
                <a:latin typeface="Calibri" pitchFamily="34" charset="0"/>
                <a:cs typeface="Calibri" pitchFamily="34" charset="0"/>
              </a:rPr>
              <a:t>Contre(s)-Mesure(s) Immédiate(s)</a:t>
            </a:r>
            <a:endParaRPr lang="fr-FR" sz="1600" b="1" dirty="0">
              <a:solidFill>
                <a:schemeClr val="bg1">
                  <a:lumMod val="65000"/>
                </a:schemeClr>
              </a:solidFill>
              <a:latin typeface="Calibri" pitchFamily="34" charset="0"/>
              <a:cs typeface="Calibri" pitchFamily="34" charset="0"/>
            </a:endParaRPr>
          </a:p>
        </p:txBody>
      </p:sp>
      <p:grpSp>
        <p:nvGrpSpPr>
          <p:cNvPr id="4102" name="Group 10"/>
          <p:cNvGrpSpPr>
            <a:grpSpLocks/>
          </p:cNvGrpSpPr>
          <p:nvPr/>
        </p:nvGrpSpPr>
        <p:grpSpPr bwMode="auto">
          <a:xfrm>
            <a:off x="301625" y="3209925"/>
            <a:ext cx="320675" cy="366713"/>
            <a:chOff x="1377" y="2791"/>
            <a:chExt cx="202" cy="231"/>
          </a:xfrm>
        </p:grpSpPr>
        <p:pic>
          <p:nvPicPr>
            <p:cNvPr id="4140" name="Picture 11" descr="WB01619_"/>
            <p:cNvPicPr>
              <a:picLocks noChangeAspect="1" noChangeArrowheads="1"/>
            </p:cNvPicPr>
            <p:nvPr/>
          </p:nvPicPr>
          <p:blipFill>
            <a:blip r:embed="rId5" cstate="print"/>
            <a:srcRect/>
            <a:stretch>
              <a:fillRect/>
            </a:stretch>
          </p:blipFill>
          <p:spPr bwMode="auto">
            <a:xfrm>
              <a:off x="1377" y="2807"/>
              <a:ext cx="202" cy="215"/>
            </a:xfrm>
            <a:prstGeom prst="rect">
              <a:avLst/>
            </a:prstGeom>
            <a:noFill/>
            <a:ln w="9525">
              <a:noFill/>
              <a:miter lim="800000"/>
              <a:headEnd/>
              <a:tailEnd/>
            </a:ln>
          </p:spPr>
        </p:pic>
        <p:sp>
          <p:nvSpPr>
            <p:cNvPr id="94220" name="Text Box 12"/>
            <p:cNvSpPr txBox="1">
              <a:spLocks noChangeArrowheads="1"/>
            </p:cNvSpPr>
            <p:nvPr/>
          </p:nvSpPr>
          <p:spPr bwMode="auto">
            <a:xfrm>
              <a:off x="1390" y="2791"/>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b="1">
                  <a:solidFill>
                    <a:schemeClr val="bg1">
                      <a:lumMod val="65000"/>
                    </a:schemeClr>
                  </a:solidFill>
                  <a:effectLst>
                    <a:outerShdw blurRad="38100" dist="38100" dir="2700000" algn="tl">
                      <a:srgbClr val="C0C0C0"/>
                    </a:outerShdw>
                  </a:effectLst>
                  <a:latin typeface="Calibri" pitchFamily="34" charset="0"/>
                  <a:cs typeface="Calibri" pitchFamily="34" charset="0"/>
                </a:rPr>
                <a:t>4</a:t>
              </a:r>
            </a:p>
          </p:txBody>
        </p:sp>
      </p:grpSp>
      <p:sp>
        <p:nvSpPr>
          <p:cNvPr id="94221" name="Text Box 13"/>
          <p:cNvSpPr txBox="1">
            <a:spLocks noChangeArrowheads="1"/>
          </p:cNvSpPr>
          <p:nvPr/>
        </p:nvSpPr>
        <p:spPr bwMode="auto">
          <a:xfrm>
            <a:off x="633413" y="4235450"/>
            <a:ext cx="7623175" cy="369332"/>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Recherche des </a:t>
            </a:r>
            <a:r>
              <a:rPr lang="fr-FR" sz="1800" b="1" dirty="0">
                <a:solidFill>
                  <a:schemeClr val="bg1">
                    <a:lumMod val="65000"/>
                  </a:schemeClr>
                </a:solidFill>
                <a:latin typeface="Calibri" pitchFamily="34" charset="0"/>
                <a:cs typeface="Calibri" pitchFamily="34" charset="0"/>
              </a:rPr>
              <a:t>causes racines </a:t>
            </a:r>
            <a:r>
              <a:rPr lang="fr-FR" sz="1200" b="1" dirty="0">
                <a:solidFill>
                  <a:schemeClr val="bg1">
                    <a:lumMod val="65000"/>
                  </a:schemeClr>
                </a:solidFill>
                <a:latin typeface="Calibri" pitchFamily="34" charset="0"/>
                <a:cs typeface="Calibri" pitchFamily="34" charset="0"/>
              </a:rPr>
              <a:t>(facteurs probables, facteurs prouvés, 5P, causes racines)</a:t>
            </a:r>
          </a:p>
        </p:txBody>
      </p:sp>
      <p:grpSp>
        <p:nvGrpSpPr>
          <p:cNvPr id="4104" name="Group 14"/>
          <p:cNvGrpSpPr>
            <a:grpSpLocks/>
          </p:cNvGrpSpPr>
          <p:nvPr/>
        </p:nvGrpSpPr>
        <p:grpSpPr bwMode="auto">
          <a:xfrm>
            <a:off x="301625" y="4219575"/>
            <a:ext cx="320675" cy="366713"/>
            <a:chOff x="1377" y="3081"/>
            <a:chExt cx="202" cy="231"/>
          </a:xfrm>
        </p:grpSpPr>
        <p:pic>
          <p:nvPicPr>
            <p:cNvPr id="4138" name="Picture 15" descr="WB01619_"/>
            <p:cNvPicPr>
              <a:picLocks noChangeAspect="1" noChangeArrowheads="1"/>
            </p:cNvPicPr>
            <p:nvPr/>
          </p:nvPicPr>
          <p:blipFill>
            <a:blip r:embed="rId5" cstate="print"/>
            <a:srcRect/>
            <a:stretch>
              <a:fillRect/>
            </a:stretch>
          </p:blipFill>
          <p:spPr bwMode="auto">
            <a:xfrm>
              <a:off x="1377" y="3097"/>
              <a:ext cx="202" cy="215"/>
            </a:xfrm>
            <a:prstGeom prst="rect">
              <a:avLst/>
            </a:prstGeom>
            <a:noFill/>
            <a:ln w="9525">
              <a:noFill/>
              <a:miter lim="800000"/>
              <a:headEnd/>
              <a:tailEnd/>
            </a:ln>
          </p:spPr>
        </p:pic>
        <p:sp>
          <p:nvSpPr>
            <p:cNvPr id="94224" name="Text Box 16"/>
            <p:cNvSpPr txBox="1">
              <a:spLocks noChangeArrowheads="1"/>
            </p:cNvSpPr>
            <p:nvPr/>
          </p:nvSpPr>
          <p:spPr bwMode="auto">
            <a:xfrm>
              <a:off x="1390" y="3081"/>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b="1">
                  <a:solidFill>
                    <a:schemeClr val="bg1">
                      <a:lumMod val="65000"/>
                    </a:schemeClr>
                  </a:solidFill>
                  <a:effectLst>
                    <a:outerShdw blurRad="38100" dist="38100" dir="2700000" algn="tl">
                      <a:srgbClr val="C0C0C0"/>
                    </a:outerShdw>
                  </a:effectLst>
                  <a:latin typeface="Calibri" pitchFamily="34" charset="0"/>
                  <a:cs typeface="Calibri" pitchFamily="34" charset="0"/>
                </a:rPr>
                <a:t>5</a:t>
              </a:r>
            </a:p>
          </p:txBody>
        </p:sp>
      </p:grpSp>
      <p:sp>
        <p:nvSpPr>
          <p:cNvPr id="94225" name="Text Box 17"/>
          <p:cNvSpPr txBox="1">
            <a:spLocks noChangeArrowheads="1"/>
          </p:cNvSpPr>
          <p:nvPr/>
        </p:nvSpPr>
        <p:spPr bwMode="auto">
          <a:xfrm>
            <a:off x="633413" y="4648200"/>
            <a:ext cx="5826125" cy="366713"/>
          </a:xfrm>
          <a:prstGeom prst="rect">
            <a:avLst/>
          </a:prstGeom>
          <a:noFill/>
          <a:ln w="9525">
            <a:noFill/>
            <a:miter lim="800000"/>
            <a:headEnd/>
            <a:tailEnd/>
          </a:ln>
          <a:effectLst/>
        </p:spPr>
        <p:txBody>
          <a:bodyPr>
            <a:spAutoFit/>
          </a:bodyPr>
          <a:lstStyle/>
          <a:p>
            <a:pPr eaLnBrk="0" hangingPunct="0">
              <a:spcBef>
                <a:spcPct val="50000"/>
              </a:spcBef>
              <a:defRPr/>
            </a:pPr>
            <a:r>
              <a:rPr lang="fr-FR" sz="1800" b="1" dirty="0">
                <a:solidFill>
                  <a:schemeClr val="bg1">
                    <a:lumMod val="65000"/>
                  </a:schemeClr>
                </a:solidFill>
                <a:latin typeface="Calibri" pitchFamily="34" charset="0"/>
                <a:cs typeface="Calibri" pitchFamily="34" charset="0"/>
              </a:rPr>
              <a:t>Actions correctives</a:t>
            </a:r>
            <a:endParaRPr lang="fr-FR" sz="1600" b="1" dirty="0">
              <a:solidFill>
                <a:schemeClr val="bg1">
                  <a:lumMod val="65000"/>
                </a:schemeClr>
              </a:solidFill>
              <a:latin typeface="Calibri" pitchFamily="34" charset="0"/>
              <a:cs typeface="Calibri" pitchFamily="34" charset="0"/>
            </a:endParaRPr>
          </a:p>
        </p:txBody>
      </p:sp>
      <p:pic>
        <p:nvPicPr>
          <p:cNvPr id="4106" name="Picture 18" descr="WB01619_"/>
          <p:cNvPicPr>
            <a:picLocks noChangeAspect="1" noChangeArrowheads="1"/>
          </p:cNvPicPr>
          <p:nvPr/>
        </p:nvPicPr>
        <p:blipFill>
          <a:blip r:embed="rId5" cstate="print"/>
          <a:srcRect/>
          <a:stretch>
            <a:fillRect/>
          </a:stretch>
        </p:blipFill>
        <p:spPr bwMode="auto">
          <a:xfrm>
            <a:off x="301625" y="4657725"/>
            <a:ext cx="320675" cy="341313"/>
          </a:xfrm>
          <a:prstGeom prst="rect">
            <a:avLst/>
          </a:prstGeom>
          <a:noFill/>
          <a:ln w="9525">
            <a:noFill/>
            <a:miter lim="800000"/>
            <a:headEnd/>
            <a:tailEnd/>
          </a:ln>
        </p:spPr>
      </p:pic>
      <p:sp>
        <p:nvSpPr>
          <p:cNvPr id="94227" name="Text Box 19"/>
          <p:cNvSpPr txBox="1">
            <a:spLocks noChangeArrowheads="1"/>
          </p:cNvSpPr>
          <p:nvPr/>
        </p:nvSpPr>
        <p:spPr bwMode="auto">
          <a:xfrm>
            <a:off x="322263" y="4632325"/>
            <a:ext cx="254000" cy="366713"/>
          </a:xfrm>
          <a:prstGeom prst="rect">
            <a:avLst/>
          </a:prstGeom>
          <a:noFill/>
          <a:ln w="9525">
            <a:noFill/>
            <a:miter lim="800000"/>
            <a:headEnd/>
            <a:tailEnd/>
          </a:ln>
          <a:effectLst/>
        </p:spPr>
        <p:txBody>
          <a:bodyPr>
            <a:spAutoFit/>
          </a:bodyPr>
          <a:lstStyle/>
          <a:p>
            <a:pPr eaLnBrk="0" hangingPunct="0">
              <a:spcBef>
                <a:spcPct val="50000"/>
              </a:spcBef>
              <a:defRPr/>
            </a:pPr>
            <a:r>
              <a:rPr lang="fr-FR" sz="1800" b="1">
                <a:solidFill>
                  <a:schemeClr val="bg1">
                    <a:lumMod val="65000"/>
                  </a:schemeClr>
                </a:solidFill>
                <a:effectLst>
                  <a:outerShdw blurRad="38100" dist="38100" dir="2700000" algn="tl">
                    <a:srgbClr val="C0C0C0"/>
                  </a:outerShdw>
                </a:effectLst>
                <a:latin typeface="Calibri" pitchFamily="34" charset="0"/>
                <a:cs typeface="Calibri" pitchFamily="34" charset="0"/>
              </a:rPr>
              <a:t>6</a:t>
            </a:r>
          </a:p>
        </p:txBody>
      </p:sp>
      <p:sp>
        <p:nvSpPr>
          <p:cNvPr id="94228" name="Text Box 20"/>
          <p:cNvSpPr txBox="1">
            <a:spLocks noChangeArrowheads="1"/>
          </p:cNvSpPr>
          <p:nvPr/>
        </p:nvSpPr>
        <p:spPr bwMode="auto">
          <a:xfrm>
            <a:off x="633413" y="5060950"/>
            <a:ext cx="5749925" cy="366713"/>
          </a:xfrm>
          <a:prstGeom prst="rect">
            <a:avLst/>
          </a:prstGeom>
          <a:noFill/>
          <a:ln w="9525">
            <a:noFill/>
            <a:miter lim="800000"/>
            <a:headEnd/>
            <a:tailEnd/>
          </a:ln>
          <a:effectLst/>
        </p:spPr>
        <p:txBody>
          <a:bodyPr>
            <a:spAutoFit/>
          </a:bodyPr>
          <a:lstStyle/>
          <a:p>
            <a:pPr eaLnBrk="0" hangingPunct="0">
              <a:spcBef>
                <a:spcPct val="50000"/>
              </a:spcBef>
              <a:defRPr/>
            </a:pPr>
            <a:r>
              <a:rPr lang="fr-FR" sz="1800" b="1" dirty="0">
                <a:solidFill>
                  <a:schemeClr val="bg1">
                    <a:lumMod val="65000"/>
                  </a:schemeClr>
                </a:solidFill>
                <a:latin typeface="Calibri" pitchFamily="34" charset="0"/>
                <a:cs typeface="Calibri" pitchFamily="34" charset="0"/>
              </a:rPr>
              <a:t>Résultat -Suivi de l’efficacité</a:t>
            </a:r>
            <a:endParaRPr lang="fr-FR" sz="1600" b="1" dirty="0">
              <a:solidFill>
                <a:schemeClr val="bg1">
                  <a:lumMod val="65000"/>
                </a:schemeClr>
              </a:solidFill>
              <a:latin typeface="Calibri" pitchFamily="34" charset="0"/>
              <a:cs typeface="Calibri" pitchFamily="34" charset="0"/>
            </a:endParaRPr>
          </a:p>
        </p:txBody>
      </p:sp>
      <p:grpSp>
        <p:nvGrpSpPr>
          <p:cNvPr id="4109" name="Group 21"/>
          <p:cNvGrpSpPr>
            <a:grpSpLocks/>
          </p:cNvGrpSpPr>
          <p:nvPr/>
        </p:nvGrpSpPr>
        <p:grpSpPr bwMode="auto">
          <a:xfrm>
            <a:off x="301625" y="5045075"/>
            <a:ext cx="320675" cy="366713"/>
            <a:chOff x="1377" y="3591"/>
            <a:chExt cx="202" cy="231"/>
          </a:xfrm>
        </p:grpSpPr>
        <p:pic>
          <p:nvPicPr>
            <p:cNvPr id="4136" name="Picture 22" descr="WB01619_"/>
            <p:cNvPicPr>
              <a:picLocks noChangeAspect="1" noChangeArrowheads="1"/>
            </p:cNvPicPr>
            <p:nvPr/>
          </p:nvPicPr>
          <p:blipFill>
            <a:blip r:embed="rId5" cstate="print"/>
            <a:srcRect/>
            <a:stretch>
              <a:fillRect/>
            </a:stretch>
          </p:blipFill>
          <p:spPr bwMode="auto">
            <a:xfrm>
              <a:off x="1377" y="3607"/>
              <a:ext cx="202" cy="215"/>
            </a:xfrm>
            <a:prstGeom prst="rect">
              <a:avLst/>
            </a:prstGeom>
            <a:noFill/>
            <a:ln w="9525">
              <a:noFill/>
              <a:miter lim="800000"/>
              <a:headEnd/>
              <a:tailEnd/>
            </a:ln>
          </p:spPr>
        </p:pic>
        <p:sp>
          <p:nvSpPr>
            <p:cNvPr id="94231" name="Text Box 23"/>
            <p:cNvSpPr txBox="1">
              <a:spLocks noChangeArrowheads="1"/>
            </p:cNvSpPr>
            <p:nvPr/>
          </p:nvSpPr>
          <p:spPr bwMode="auto">
            <a:xfrm>
              <a:off x="1390" y="3591"/>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b="1">
                  <a:solidFill>
                    <a:schemeClr val="bg1">
                      <a:lumMod val="65000"/>
                    </a:schemeClr>
                  </a:solidFill>
                  <a:effectLst>
                    <a:outerShdw blurRad="38100" dist="38100" dir="2700000" algn="tl">
                      <a:srgbClr val="C0C0C0"/>
                    </a:outerShdw>
                  </a:effectLst>
                  <a:latin typeface="Calibri" pitchFamily="34" charset="0"/>
                  <a:cs typeface="Calibri" pitchFamily="34" charset="0"/>
                </a:rPr>
                <a:t>7</a:t>
              </a:r>
            </a:p>
          </p:txBody>
        </p:sp>
      </p:grpSp>
      <p:grpSp>
        <p:nvGrpSpPr>
          <p:cNvPr id="4110" name="Group 24"/>
          <p:cNvGrpSpPr>
            <a:grpSpLocks/>
          </p:cNvGrpSpPr>
          <p:nvPr/>
        </p:nvGrpSpPr>
        <p:grpSpPr bwMode="auto">
          <a:xfrm>
            <a:off x="301625" y="2360613"/>
            <a:ext cx="320675" cy="366712"/>
            <a:chOff x="1385" y="1999"/>
            <a:chExt cx="202" cy="231"/>
          </a:xfrm>
        </p:grpSpPr>
        <p:pic>
          <p:nvPicPr>
            <p:cNvPr id="4134" name="Picture 25" descr="WB01619_"/>
            <p:cNvPicPr>
              <a:picLocks noChangeAspect="1" noChangeArrowheads="1"/>
            </p:cNvPicPr>
            <p:nvPr/>
          </p:nvPicPr>
          <p:blipFill>
            <a:blip r:embed="rId5" cstate="print"/>
            <a:srcRect/>
            <a:stretch>
              <a:fillRect/>
            </a:stretch>
          </p:blipFill>
          <p:spPr bwMode="auto">
            <a:xfrm>
              <a:off x="1385" y="2015"/>
              <a:ext cx="202" cy="215"/>
            </a:xfrm>
            <a:prstGeom prst="rect">
              <a:avLst/>
            </a:prstGeom>
            <a:noFill/>
            <a:ln w="9525">
              <a:noFill/>
              <a:miter lim="800000"/>
              <a:headEnd/>
              <a:tailEnd/>
            </a:ln>
          </p:spPr>
        </p:pic>
        <p:sp>
          <p:nvSpPr>
            <p:cNvPr id="94234" name="Text Box 26"/>
            <p:cNvSpPr txBox="1">
              <a:spLocks noChangeArrowheads="1"/>
            </p:cNvSpPr>
            <p:nvPr/>
          </p:nvSpPr>
          <p:spPr bwMode="auto">
            <a:xfrm>
              <a:off x="1398" y="1999"/>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b="1" dirty="0">
                  <a:solidFill>
                    <a:schemeClr val="bg1">
                      <a:lumMod val="65000"/>
                    </a:schemeClr>
                  </a:solidFill>
                  <a:effectLst>
                    <a:outerShdw blurRad="38100" dist="38100" dir="2700000" algn="tl">
                      <a:srgbClr val="C0C0C0"/>
                    </a:outerShdw>
                  </a:effectLst>
                  <a:latin typeface="Calibri" pitchFamily="34" charset="0"/>
                  <a:cs typeface="Calibri" pitchFamily="34" charset="0"/>
                </a:rPr>
                <a:t>2</a:t>
              </a:r>
            </a:p>
          </p:txBody>
        </p:sp>
      </p:grpSp>
      <p:sp>
        <p:nvSpPr>
          <p:cNvPr id="94235" name="Text Box 27"/>
          <p:cNvSpPr txBox="1">
            <a:spLocks noChangeArrowheads="1"/>
          </p:cNvSpPr>
          <p:nvPr/>
        </p:nvSpPr>
        <p:spPr bwMode="auto">
          <a:xfrm>
            <a:off x="633412" y="2376488"/>
            <a:ext cx="5918807" cy="369332"/>
          </a:xfrm>
          <a:prstGeom prst="rect">
            <a:avLst/>
          </a:prstGeom>
          <a:noFill/>
          <a:ln w="12700">
            <a:noFill/>
            <a:miter lim="800000"/>
            <a:headEnd/>
            <a:tailEnd/>
          </a:ln>
          <a:effectLst/>
        </p:spPr>
        <p:txBody>
          <a:bodyPr wrap="square">
            <a:spAutoFit/>
          </a:bodyPr>
          <a:lstStyle/>
          <a:p>
            <a:pPr eaLnBrk="0" hangingPunct="0">
              <a:spcBef>
                <a:spcPct val="50000"/>
              </a:spcBef>
              <a:defRPr/>
            </a:pPr>
            <a:r>
              <a:rPr lang="fr-FR" sz="1800" b="1" dirty="0">
                <a:solidFill>
                  <a:schemeClr val="bg1">
                    <a:lumMod val="65000"/>
                  </a:schemeClr>
                </a:solidFill>
                <a:latin typeface="Calibri" pitchFamily="34" charset="0"/>
                <a:cs typeface="Calibri" pitchFamily="34" charset="0"/>
              </a:rPr>
              <a:t>Constitution du Groupe de Travail</a:t>
            </a:r>
            <a:endParaRPr lang="fr-FR" sz="1600" b="1" dirty="0">
              <a:solidFill>
                <a:schemeClr val="bg1">
                  <a:lumMod val="65000"/>
                </a:schemeClr>
              </a:solidFill>
              <a:latin typeface="Calibri" pitchFamily="34" charset="0"/>
              <a:cs typeface="Calibri" pitchFamily="34" charset="0"/>
            </a:endParaRPr>
          </a:p>
        </p:txBody>
      </p:sp>
      <p:grpSp>
        <p:nvGrpSpPr>
          <p:cNvPr id="4112" name="Group 28"/>
          <p:cNvGrpSpPr>
            <a:grpSpLocks/>
          </p:cNvGrpSpPr>
          <p:nvPr/>
        </p:nvGrpSpPr>
        <p:grpSpPr bwMode="auto">
          <a:xfrm>
            <a:off x="301625" y="2797175"/>
            <a:ext cx="320675" cy="366713"/>
            <a:chOff x="1377" y="2511"/>
            <a:chExt cx="202" cy="231"/>
          </a:xfrm>
        </p:grpSpPr>
        <p:pic>
          <p:nvPicPr>
            <p:cNvPr id="4132" name="Picture 29" descr="WB01619_"/>
            <p:cNvPicPr>
              <a:picLocks noChangeAspect="1" noChangeArrowheads="1"/>
            </p:cNvPicPr>
            <p:nvPr/>
          </p:nvPicPr>
          <p:blipFill>
            <a:blip r:embed="rId5" cstate="print"/>
            <a:srcRect/>
            <a:stretch>
              <a:fillRect/>
            </a:stretch>
          </p:blipFill>
          <p:spPr bwMode="auto">
            <a:xfrm>
              <a:off x="1377" y="2527"/>
              <a:ext cx="202" cy="215"/>
            </a:xfrm>
            <a:prstGeom prst="rect">
              <a:avLst/>
            </a:prstGeom>
            <a:noFill/>
            <a:ln w="9525">
              <a:noFill/>
              <a:miter lim="800000"/>
              <a:headEnd/>
              <a:tailEnd/>
            </a:ln>
          </p:spPr>
        </p:pic>
        <p:sp>
          <p:nvSpPr>
            <p:cNvPr id="94238" name="Text Box 30"/>
            <p:cNvSpPr txBox="1">
              <a:spLocks noChangeArrowheads="1"/>
            </p:cNvSpPr>
            <p:nvPr/>
          </p:nvSpPr>
          <p:spPr bwMode="auto">
            <a:xfrm>
              <a:off x="1390" y="2511"/>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b="1">
                  <a:solidFill>
                    <a:schemeClr val="bg1">
                      <a:lumMod val="65000"/>
                    </a:schemeClr>
                  </a:solidFill>
                  <a:effectLst>
                    <a:outerShdw blurRad="38100" dist="38100" dir="2700000" algn="tl">
                      <a:srgbClr val="C0C0C0"/>
                    </a:outerShdw>
                  </a:effectLst>
                  <a:latin typeface="Calibri" pitchFamily="34" charset="0"/>
                  <a:cs typeface="Calibri" pitchFamily="34" charset="0"/>
                </a:rPr>
                <a:t>3</a:t>
              </a:r>
            </a:p>
          </p:txBody>
        </p:sp>
      </p:grpSp>
      <p:sp>
        <p:nvSpPr>
          <p:cNvPr id="94239" name="Text Box 31"/>
          <p:cNvSpPr txBox="1">
            <a:spLocks noChangeArrowheads="1"/>
          </p:cNvSpPr>
          <p:nvPr/>
        </p:nvSpPr>
        <p:spPr bwMode="auto">
          <a:xfrm>
            <a:off x="653731" y="3249897"/>
            <a:ext cx="7550150" cy="369332"/>
          </a:xfrm>
          <a:prstGeom prst="rect">
            <a:avLst/>
          </a:prstGeom>
          <a:noFill/>
          <a:ln w="12700">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Lo</a:t>
            </a:r>
            <a:r>
              <a:rPr lang="fr-FR" sz="1800" b="1" dirty="0">
                <a:solidFill>
                  <a:schemeClr val="bg1">
                    <a:lumMod val="65000"/>
                  </a:schemeClr>
                </a:solidFill>
                <a:latin typeface="Calibri" pitchFamily="34" charset="0"/>
                <a:cs typeface="Calibri" pitchFamily="34" charset="0"/>
              </a:rPr>
              <a:t>caliser la Source de la Cause – Identifier les Causes </a:t>
            </a:r>
            <a:r>
              <a:rPr lang="fr-FR" sz="1800" dirty="0">
                <a:solidFill>
                  <a:schemeClr val="bg1">
                    <a:lumMod val="65000"/>
                  </a:schemeClr>
                </a:solidFill>
                <a:latin typeface="Calibri" pitchFamily="34" charset="0"/>
                <a:cs typeface="Calibri" pitchFamily="34" charset="0"/>
              </a:rPr>
              <a:t>P</a:t>
            </a:r>
            <a:r>
              <a:rPr lang="fr-FR" sz="1800" b="1" dirty="0">
                <a:solidFill>
                  <a:schemeClr val="bg1">
                    <a:lumMod val="65000"/>
                  </a:schemeClr>
                </a:solidFill>
                <a:latin typeface="Calibri" pitchFamily="34" charset="0"/>
                <a:cs typeface="Calibri" pitchFamily="34" charset="0"/>
              </a:rPr>
              <a:t>robables</a:t>
            </a:r>
            <a:endParaRPr lang="fr-FR" sz="1600" b="1" dirty="0">
              <a:solidFill>
                <a:schemeClr val="bg1">
                  <a:lumMod val="65000"/>
                </a:schemeClr>
              </a:solidFill>
              <a:latin typeface="Calibri" pitchFamily="34" charset="0"/>
              <a:cs typeface="Calibri" pitchFamily="34" charset="0"/>
            </a:endParaRPr>
          </a:p>
        </p:txBody>
      </p:sp>
      <p:grpSp>
        <p:nvGrpSpPr>
          <p:cNvPr id="4114" name="Group 32"/>
          <p:cNvGrpSpPr>
            <a:grpSpLocks/>
          </p:cNvGrpSpPr>
          <p:nvPr/>
        </p:nvGrpSpPr>
        <p:grpSpPr bwMode="auto">
          <a:xfrm>
            <a:off x="301625" y="5457825"/>
            <a:ext cx="320675" cy="366713"/>
            <a:chOff x="1377" y="3823"/>
            <a:chExt cx="202" cy="231"/>
          </a:xfrm>
        </p:grpSpPr>
        <p:pic>
          <p:nvPicPr>
            <p:cNvPr id="4130" name="Picture 33" descr="WB01619_"/>
            <p:cNvPicPr>
              <a:picLocks noChangeAspect="1" noChangeArrowheads="1"/>
            </p:cNvPicPr>
            <p:nvPr/>
          </p:nvPicPr>
          <p:blipFill>
            <a:blip r:embed="rId5" cstate="print"/>
            <a:srcRect/>
            <a:stretch>
              <a:fillRect/>
            </a:stretch>
          </p:blipFill>
          <p:spPr bwMode="auto">
            <a:xfrm>
              <a:off x="1377" y="3839"/>
              <a:ext cx="202" cy="215"/>
            </a:xfrm>
            <a:prstGeom prst="rect">
              <a:avLst/>
            </a:prstGeom>
            <a:noFill/>
            <a:ln w="9525">
              <a:noFill/>
              <a:miter lim="800000"/>
              <a:headEnd/>
              <a:tailEnd/>
            </a:ln>
          </p:spPr>
        </p:pic>
        <p:sp>
          <p:nvSpPr>
            <p:cNvPr id="94242" name="Text Box 34"/>
            <p:cNvSpPr txBox="1">
              <a:spLocks noChangeArrowheads="1"/>
            </p:cNvSpPr>
            <p:nvPr/>
          </p:nvSpPr>
          <p:spPr bwMode="auto">
            <a:xfrm>
              <a:off x="1390" y="3823"/>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b="1">
                  <a:solidFill>
                    <a:schemeClr val="bg1">
                      <a:lumMod val="65000"/>
                    </a:schemeClr>
                  </a:solidFill>
                  <a:effectLst>
                    <a:outerShdw blurRad="38100" dist="38100" dir="2700000" algn="tl">
                      <a:srgbClr val="C0C0C0"/>
                    </a:outerShdw>
                  </a:effectLst>
                  <a:latin typeface="Calibri" pitchFamily="34" charset="0"/>
                  <a:cs typeface="Calibri" pitchFamily="34" charset="0"/>
                </a:rPr>
                <a:t>8</a:t>
              </a:r>
            </a:p>
          </p:txBody>
        </p:sp>
      </p:grpSp>
      <p:sp>
        <p:nvSpPr>
          <p:cNvPr id="94243" name="Text Box 35"/>
          <p:cNvSpPr txBox="1">
            <a:spLocks noChangeArrowheads="1"/>
          </p:cNvSpPr>
          <p:nvPr/>
        </p:nvSpPr>
        <p:spPr bwMode="auto">
          <a:xfrm>
            <a:off x="633413" y="5473700"/>
            <a:ext cx="7150868" cy="369332"/>
          </a:xfrm>
          <a:prstGeom prst="rect">
            <a:avLst/>
          </a:prstGeom>
          <a:noFill/>
          <a:ln w="12700">
            <a:noFill/>
            <a:miter lim="800000"/>
            <a:headEnd/>
            <a:tailEnd/>
          </a:ln>
          <a:effectLst/>
        </p:spPr>
        <p:txBody>
          <a:bodyPr wrap="none">
            <a:spAutoFit/>
          </a:bodyPr>
          <a:lstStyle/>
          <a:p>
            <a:pPr eaLnBrk="0" hangingPunct="0">
              <a:spcBef>
                <a:spcPct val="50000"/>
              </a:spcBef>
              <a:defRPr/>
            </a:pPr>
            <a:r>
              <a:rPr lang="fr-FR" sz="1800" b="1" dirty="0">
                <a:solidFill>
                  <a:schemeClr val="bg1">
                    <a:lumMod val="65000"/>
                  </a:schemeClr>
                </a:solidFill>
                <a:latin typeface="Calibri" pitchFamily="34" charset="0"/>
                <a:cs typeface="Calibri" pitchFamily="34" charset="0"/>
              </a:rPr>
              <a:t>Transversalisation – leçons retenues – Actions préventives mises en place</a:t>
            </a:r>
            <a:endParaRPr lang="fr-FR" sz="1600" b="1" dirty="0">
              <a:solidFill>
                <a:schemeClr val="bg1">
                  <a:lumMod val="65000"/>
                </a:schemeClr>
              </a:solidFill>
              <a:latin typeface="Calibri" pitchFamily="34" charset="0"/>
              <a:cs typeface="Calibri" pitchFamily="34" charset="0"/>
            </a:endParaRPr>
          </a:p>
        </p:txBody>
      </p:sp>
      <p:sp>
        <p:nvSpPr>
          <p:cNvPr id="41" name="Rectangle 2"/>
          <p:cNvSpPr>
            <a:spLocks noChangeArrowheads="1"/>
          </p:cNvSpPr>
          <p:nvPr/>
        </p:nvSpPr>
        <p:spPr bwMode="auto">
          <a:xfrm>
            <a:off x="271462" y="395790"/>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8D et outils associés</a:t>
            </a:r>
          </a:p>
        </p:txBody>
      </p:sp>
      <p:sp>
        <p:nvSpPr>
          <p:cNvPr id="48" name="Rectangle 47"/>
          <p:cNvSpPr/>
          <p:nvPr/>
        </p:nvSpPr>
        <p:spPr>
          <a:xfrm>
            <a:off x="322284" y="1328960"/>
            <a:ext cx="1961766"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pic>
        <p:nvPicPr>
          <p:cNvPr id="4120" name="Picture 4"/>
          <p:cNvPicPr>
            <a:picLocks noChangeAspect="1" noChangeArrowheads="1"/>
          </p:cNvPicPr>
          <p:nvPr/>
        </p:nvPicPr>
        <p:blipFill>
          <a:blip r:embed="rId6" cstate="print"/>
          <a:srcRect/>
          <a:stretch>
            <a:fillRect/>
          </a:stretch>
        </p:blipFill>
        <p:spPr bwMode="auto">
          <a:xfrm>
            <a:off x="3028819" y="1547813"/>
            <a:ext cx="1433513" cy="455612"/>
          </a:xfrm>
          <a:prstGeom prst="rect">
            <a:avLst/>
          </a:prstGeom>
          <a:noFill/>
          <a:ln w="9525">
            <a:noFill/>
            <a:miter lim="800000"/>
            <a:headEnd/>
            <a:tailEnd/>
          </a:ln>
        </p:spPr>
      </p:pic>
      <p:sp>
        <p:nvSpPr>
          <p:cNvPr id="49" name="Text Box 48"/>
          <p:cNvSpPr txBox="1">
            <a:spLocks noChangeArrowheads="1"/>
          </p:cNvSpPr>
          <p:nvPr/>
        </p:nvSpPr>
        <p:spPr bwMode="auto">
          <a:xfrm>
            <a:off x="7868792" y="2203450"/>
            <a:ext cx="1084262" cy="400050"/>
          </a:xfrm>
          <a:prstGeom prst="rect">
            <a:avLst/>
          </a:prstGeom>
          <a:noFill/>
          <a:ln w="9525">
            <a:noFill/>
            <a:miter lim="800000"/>
            <a:headEnd/>
            <a:tailEnd/>
          </a:ln>
        </p:spPr>
        <p:txBody>
          <a:bodyPr wrap="none">
            <a:spAutoFit/>
          </a:bodyPr>
          <a:lstStyle/>
          <a:p>
            <a:pPr eaLnBrk="0" hangingPunct="0"/>
            <a:r>
              <a:rPr lang="fr-FR" sz="2000" b="1" i="1" dirty="0">
                <a:latin typeface="Calibri" pitchFamily="34" charset="0"/>
                <a:cs typeface="Calibri" pitchFamily="34" charset="0"/>
              </a:rPr>
              <a:t>≤ 2 jours</a:t>
            </a:r>
          </a:p>
        </p:txBody>
      </p:sp>
      <p:cxnSp>
        <p:nvCxnSpPr>
          <p:cNvPr id="4122" name="Connecteur droit avec flèche 50"/>
          <p:cNvCxnSpPr>
            <a:cxnSpLocks noChangeShapeType="1"/>
          </p:cNvCxnSpPr>
          <p:nvPr/>
        </p:nvCxnSpPr>
        <p:spPr bwMode="auto">
          <a:xfrm flipH="1">
            <a:off x="7767198" y="1944830"/>
            <a:ext cx="3176" cy="1035701"/>
          </a:xfrm>
          <a:prstGeom prst="straightConnector1">
            <a:avLst/>
          </a:prstGeom>
          <a:noFill/>
          <a:ln w="57150" algn="ctr">
            <a:solidFill>
              <a:schemeClr val="tx1"/>
            </a:solidFill>
            <a:round/>
            <a:headEnd/>
            <a:tailEnd type="arrow" w="med" len="med"/>
          </a:ln>
        </p:spPr>
      </p:cxnSp>
      <p:sp>
        <p:nvSpPr>
          <p:cNvPr id="53" name="Text Box 48"/>
          <p:cNvSpPr txBox="1">
            <a:spLocks noChangeArrowheads="1"/>
          </p:cNvSpPr>
          <p:nvPr/>
        </p:nvSpPr>
        <p:spPr bwMode="auto">
          <a:xfrm>
            <a:off x="7861075" y="2840085"/>
            <a:ext cx="1083951" cy="400110"/>
          </a:xfrm>
          <a:prstGeom prst="rect">
            <a:avLst/>
          </a:prstGeom>
          <a:noFill/>
          <a:ln w="9525">
            <a:noFill/>
            <a:miter lim="800000"/>
            <a:headEnd/>
            <a:tailEnd/>
          </a:ln>
        </p:spPr>
        <p:txBody>
          <a:bodyPr wrap="none">
            <a:spAutoFit/>
          </a:bodyPr>
          <a:lstStyle/>
          <a:p>
            <a:pPr eaLnBrk="0" hangingPunct="0"/>
            <a:r>
              <a:rPr lang="fr-FR" sz="2000" b="1" i="1" dirty="0">
                <a:latin typeface="Calibri" pitchFamily="34" charset="0"/>
                <a:cs typeface="Calibri" pitchFamily="34" charset="0"/>
              </a:rPr>
              <a:t>≤ </a:t>
            </a:r>
            <a:r>
              <a:rPr lang="fr-FR" sz="2000" i="1" dirty="0">
                <a:latin typeface="Calibri" pitchFamily="34" charset="0"/>
                <a:cs typeface="Calibri" pitchFamily="34" charset="0"/>
              </a:rPr>
              <a:t>7</a:t>
            </a:r>
            <a:r>
              <a:rPr lang="fr-FR" sz="2000" b="1" i="1" dirty="0">
                <a:latin typeface="Calibri" pitchFamily="34" charset="0"/>
                <a:cs typeface="Calibri" pitchFamily="34" charset="0"/>
              </a:rPr>
              <a:t> jours</a:t>
            </a:r>
          </a:p>
        </p:txBody>
      </p:sp>
      <p:cxnSp>
        <p:nvCxnSpPr>
          <p:cNvPr id="4124" name="Connecteur droit avec flèche 53"/>
          <p:cNvCxnSpPr>
            <a:cxnSpLocks noChangeShapeType="1"/>
          </p:cNvCxnSpPr>
          <p:nvPr/>
        </p:nvCxnSpPr>
        <p:spPr bwMode="auto">
          <a:xfrm>
            <a:off x="7767198" y="3040140"/>
            <a:ext cx="6350" cy="446128"/>
          </a:xfrm>
          <a:prstGeom prst="straightConnector1">
            <a:avLst/>
          </a:prstGeom>
          <a:noFill/>
          <a:ln w="57150" algn="ctr">
            <a:solidFill>
              <a:schemeClr val="tx1"/>
            </a:solidFill>
            <a:round/>
            <a:headEnd/>
            <a:tailEnd type="arrow" w="med" len="med"/>
          </a:ln>
        </p:spPr>
      </p:cxnSp>
      <p:sp>
        <p:nvSpPr>
          <p:cNvPr id="56" name="Text Box 48"/>
          <p:cNvSpPr txBox="1">
            <a:spLocks noChangeArrowheads="1"/>
          </p:cNvSpPr>
          <p:nvPr/>
        </p:nvSpPr>
        <p:spPr bwMode="auto">
          <a:xfrm>
            <a:off x="7796782" y="4316129"/>
            <a:ext cx="1203325" cy="396875"/>
          </a:xfrm>
          <a:prstGeom prst="rect">
            <a:avLst/>
          </a:prstGeom>
          <a:noFill/>
          <a:ln w="9525">
            <a:noFill/>
            <a:miter lim="800000"/>
            <a:headEnd/>
            <a:tailEnd/>
          </a:ln>
        </p:spPr>
        <p:txBody>
          <a:bodyPr wrap="none">
            <a:spAutoFit/>
          </a:bodyPr>
          <a:lstStyle/>
          <a:p>
            <a:pPr eaLnBrk="0" hangingPunct="0"/>
            <a:r>
              <a:rPr lang="fr-FR" sz="2000" b="1" i="1" dirty="0">
                <a:latin typeface="Calibri" pitchFamily="34" charset="0"/>
                <a:cs typeface="Calibri" pitchFamily="34" charset="0"/>
              </a:rPr>
              <a:t>≤ 30 jours</a:t>
            </a:r>
          </a:p>
        </p:txBody>
      </p:sp>
      <p:cxnSp>
        <p:nvCxnSpPr>
          <p:cNvPr id="4126" name="Connecteur droit avec flèche 56"/>
          <p:cNvCxnSpPr>
            <a:cxnSpLocks noChangeShapeType="1"/>
          </p:cNvCxnSpPr>
          <p:nvPr/>
        </p:nvCxnSpPr>
        <p:spPr bwMode="auto">
          <a:xfrm>
            <a:off x="7796782" y="3650966"/>
            <a:ext cx="7937" cy="2124075"/>
          </a:xfrm>
          <a:prstGeom prst="straightConnector1">
            <a:avLst/>
          </a:prstGeom>
          <a:noFill/>
          <a:ln w="57150" algn="ctr">
            <a:solidFill>
              <a:schemeClr val="tx1"/>
            </a:solidFill>
            <a:round/>
            <a:headEnd/>
            <a:tailEnd type="arrow" w="med" len="med"/>
          </a:ln>
        </p:spPr>
      </p:cxnSp>
    </p:spTree>
    <p:extLst>
      <p:ext uri="{BB962C8B-B14F-4D97-AF65-F5344CB8AC3E}">
        <p14:creationId xmlns:p14="http://schemas.microsoft.com/office/powerpoint/2010/main" val="3322353645"/>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49"/>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53"/>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utoUpdateAnimBg="0"/>
      <p:bldP spid="53" grpId="0" autoUpdateAnimBg="0"/>
      <p:bldP spid="56" grpId="0" autoUpdateAnimBg="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22" name="Text Box 2"/>
          <p:cNvSpPr txBox="1">
            <a:spLocks noChangeArrowheads="1"/>
          </p:cNvSpPr>
          <p:nvPr/>
        </p:nvSpPr>
        <p:spPr bwMode="auto">
          <a:xfrm>
            <a:off x="485748" y="1428750"/>
            <a:ext cx="8250238" cy="4755148"/>
          </a:xfrm>
          <a:prstGeom prst="rect">
            <a:avLst/>
          </a:prstGeom>
          <a:noFill/>
          <a:ln w="12700">
            <a:noFill/>
            <a:miter lim="800000"/>
            <a:headEnd/>
            <a:tailEnd/>
          </a:ln>
        </p:spPr>
        <p:txBody>
          <a:bodyPr anchor="ctr">
            <a:spAutoFit/>
          </a:bodyPr>
          <a:lstStyle/>
          <a:p>
            <a:pPr>
              <a:spcBef>
                <a:spcPct val="50000"/>
              </a:spcBef>
              <a:defRPr/>
            </a:pPr>
            <a:r>
              <a:rPr lang="en-GB" sz="2800" dirty="0">
                <a:solidFill>
                  <a:schemeClr val="bg2">
                    <a:lumMod val="90000"/>
                  </a:schemeClr>
                </a:solidFill>
                <a:latin typeface="Calibri" pitchFamily="34" charset="0"/>
              </a:rPr>
              <a:t>Exemple</a:t>
            </a:r>
          </a:p>
          <a:p>
            <a:pPr algn="just">
              <a:spcBef>
                <a:spcPct val="50000"/>
              </a:spcBef>
              <a:defRPr/>
            </a:pPr>
            <a:r>
              <a:rPr lang="fr-FR" sz="2200" dirty="0">
                <a:latin typeface="Calibri" pitchFamily="34" charset="0"/>
              </a:rPr>
              <a:t>Une fois le process X terminé, l’operateur de la machine doit inspecter le produit puis le certifier sur SAP afin de valider que le processus est complété. </a:t>
            </a:r>
          </a:p>
          <a:p>
            <a:pPr algn="just">
              <a:spcBef>
                <a:spcPct val="50000"/>
              </a:spcBef>
              <a:defRPr/>
            </a:pPr>
            <a:r>
              <a:rPr lang="fr-FR" sz="2200" dirty="0">
                <a:latin typeface="Calibri" pitchFamily="34" charset="0"/>
              </a:rPr>
              <a:t>Toutefois, le chef d’équipe du process Y se plaint que la moitié du temps, les produits arrivent sans la bonne certification, ce qui stoppe ses équipes dans leur travail. Il doit passer en moyenne 2 heures à résoudre le problème.</a:t>
            </a:r>
          </a:p>
          <a:p>
            <a:pPr algn="just">
              <a:spcBef>
                <a:spcPct val="50000"/>
              </a:spcBef>
              <a:defRPr/>
            </a:pPr>
            <a:r>
              <a:rPr lang="fr-FR" sz="2200" dirty="0">
                <a:latin typeface="Calibri" pitchFamily="34" charset="0"/>
              </a:rPr>
              <a:t>Il pense que cela est devenu pire depuis qu’ils ont changé de version SAP il y a 6 mois (lui et son équipe n’ont pas été encore formés), ils ont retiré les accès SAP de certains opérateurs. La production a aussi augmenté fortement mettant la pression sur les ressources.</a:t>
            </a:r>
          </a:p>
        </p:txBody>
      </p:sp>
      <p:sp>
        <p:nvSpPr>
          <p:cNvPr id="10" name="Rectangle 2"/>
          <p:cNvSpPr txBox="1">
            <a:spLocks noChangeArrowheads="1"/>
          </p:cNvSpPr>
          <p:nvPr/>
        </p:nvSpPr>
        <p:spPr>
          <a:xfrm>
            <a:off x="331761" y="1428750"/>
            <a:ext cx="8786812" cy="500062"/>
          </a:xfrm>
          <a:prstGeom prst="rect">
            <a:avLst/>
          </a:prstGeom>
        </p:spPr>
        <p:txBody>
          <a:bodyPr/>
          <a:lstStyle/>
          <a:p>
            <a:pPr>
              <a:lnSpc>
                <a:spcPct val="80000"/>
              </a:lnSpc>
              <a:defRPr/>
            </a:pPr>
            <a:endParaRPr lang="en-GB" sz="3200" b="1" i="1" u="sng" kern="0" dirty="0">
              <a:effectLst>
                <a:outerShdw blurRad="38100" dist="38100" dir="2700000" algn="tl">
                  <a:srgbClr val="000000">
                    <a:alpha val="43137"/>
                  </a:srgbClr>
                </a:outerShdw>
              </a:effectLst>
              <a:latin typeface="Calibri" pitchFamily="34" charset="0"/>
              <a:ea typeface="+mj-ea"/>
              <a:cs typeface="+mj-cs"/>
            </a:endParaRPr>
          </a:p>
        </p:txBody>
      </p:sp>
      <p:sp>
        <p:nvSpPr>
          <p:cNvPr id="5" name="Text Box 2"/>
          <p:cNvSpPr txBox="1">
            <a:spLocks noChangeArrowheads="1"/>
          </p:cNvSpPr>
          <p:nvPr/>
        </p:nvSpPr>
        <p:spPr bwMode="auto">
          <a:xfrm>
            <a:off x="2282100" y="1470691"/>
            <a:ext cx="2530180"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800">
                <a:solidFill>
                  <a:srgbClr val="000099"/>
                </a:solidFill>
                <a:latin typeface="Calibri" pitchFamily="34" charset="0"/>
                <a:cs typeface="Calibri" pitchFamily="34" charset="0"/>
              </a:defRPr>
            </a:lvl1pPr>
          </a:lstStyle>
          <a:p>
            <a:r>
              <a:rPr lang="fr-FR" sz="2000" dirty="0"/>
              <a:t>D1 – Décrire - Clarifier</a:t>
            </a:r>
          </a:p>
        </p:txBody>
      </p:sp>
      <p:sp>
        <p:nvSpPr>
          <p:cNvPr id="11" name="Rectangle 10"/>
          <p:cNvSpPr/>
          <p:nvPr/>
        </p:nvSpPr>
        <p:spPr>
          <a:xfrm>
            <a:off x="271098" y="1466523"/>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15" name="Rectangle 2"/>
          <p:cNvSpPr>
            <a:spLocks noChangeArrowheads="1"/>
          </p:cNvSpPr>
          <p:nvPr/>
        </p:nvSpPr>
        <p:spPr bwMode="auto">
          <a:xfrm>
            <a:off x="271462" y="395790"/>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Tree>
    <p:extLst>
      <p:ext uri="{BB962C8B-B14F-4D97-AF65-F5344CB8AC3E}">
        <p14:creationId xmlns:p14="http://schemas.microsoft.com/office/powerpoint/2010/main" val="3671174881"/>
      </p:ext>
    </p:extLst>
  </p:cSld>
  <p:clrMapOvr>
    <a:masterClrMapping/>
  </p:clrMapOvr>
  <p:transition>
    <p:wipe dir="d"/>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966968" y="4141217"/>
            <a:ext cx="6248400" cy="1558925"/>
            <a:chOff x="528" y="2304"/>
            <a:chExt cx="3936" cy="982"/>
          </a:xfrm>
        </p:grpSpPr>
        <p:sp>
          <p:nvSpPr>
            <p:cNvPr id="80911" name="Rectangle 3"/>
            <p:cNvSpPr>
              <a:spLocks noChangeArrowheads="1"/>
            </p:cNvSpPr>
            <p:nvPr/>
          </p:nvSpPr>
          <p:spPr bwMode="auto">
            <a:xfrm>
              <a:off x="528" y="2304"/>
              <a:ext cx="3936" cy="982"/>
            </a:xfrm>
            <a:prstGeom prst="rect">
              <a:avLst/>
            </a:prstGeom>
            <a:solidFill>
              <a:srgbClr val="92D050"/>
            </a:solidFill>
            <a:ln w="9525">
              <a:no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none" anchor="ctr"/>
            <a:lstStyle/>
            <a:p>
              <a:pPr algn="just">
                <a:defRPr/>
              </a:pPr>
              <a:endParaRPr lang="fr-FR">
                <a:latin typeface="Calibri" pitchFamily="34" charset="0"/>
              </a:endParaRPr>
            </a:p>
          </p:txBody>
        </p:sp>
        <p:sp>
          <p:nvSpPr>
            <p:cNvPr id="44055" name="Rectangle 4"/>
            <p:cNvSpPr>
              <a:spLocks noChangeArrowheads="1"/>
            </p:cNvSpPr>
            <p:nvPr/>
          </p:nvSpPr>
          <p:spPr bwMode="auto">
            <a:xfrm>
              <a:off x="576" y="2400"/>
              <a:ext cx="3854" cy="832"/>
            </a:xfrm>
            <a:prstGeom prst="rect">
              <a:avLst/>
            </a:prstGeom>
            <a:noFill/>
            <a:ln w="12700">
              <a:noFill/>
              <a:miter lim="800000"/>
              <a:headEnd/>
              <a:tailEnd/>
            </a:ln>
          </p:spPr>
          <p:txBody>
            <a:bodyPr lIns="90488" tIns="44450" rIns="90488" bIns="44450">
              <a:spAutoFit/>
            </a:bodyPr>
            <a:lstStyle/>
            <a:p>
              <a:pPr algn="just"/>
              <a:r>
                <a:rPr lang="en-GB" sz="2000" dirty="0">
                  <a:solidFill>
                    <a:schemeClr val="bg1"/>
                  </a:solidFill>
                  <a:latin typeface="Calibri" pitchFamily="34" charset="0"/>
                </a:rPr>
                <a:t>“Dans les 6 derniers mois, 50% des produits arrivent au processus Y sans la bonne certification SAP ce qui cause en moyenne </a:t>
              </a:r>
              <a:r>
                <a:rPr lang="en-GB" sz="2000" dirty="0" err="1">
                  <a:solidFill>
                    <a:schemeClr val="bg1"/>
                  </a:solidFill>
                  <a:latin typeface="Calibri" pitchFamily="34" charset="0"/>
                </a:rPr>
                <a:t>une</a:t>
              </a:r>
              <a:r>
                <a:rPr lang="en-GB" sz="2000" dirty="0">
                  <a:solidFill>
                    <a:schemeClr val="bg1"/>
                  </a:solidFill>
                  <a:latin typeface="Calibri" pitchFamily="34" charset="0"/>
                </a:rPr>
                <a:t> perte de 2 h sur le temps de cycle par occurrence”</a:t>
              </a:r>
            </a:p>
          </p:txBody>
        </p:sp>
      </p:grpSp>
      <p:grpSp>
        <p:nvGrpSpPr>
          <p:cNvPr id="3" name="Group 5"/>
          <p:cNvGrpSpPr>
            <a:grpSpLocks/>
          </p:cNvGrpSpPr>
          <p:nvPr/>
        </p:nvGrpSpPr>
        <p:grpSpPr bwMode="auto">
          <a:xfrm>
            <a:off x="1027113" y="1998092"/>
            <a:ext cx="6248400" cy="1363663"/>
            <a:chOff x="528" y="768"/>
            <a:chExt cx="3936" cy="859"/>
          </a:xfrm>
        </p:grpSpPr>
        <p:sp>
          <p:nvSpPr>
            <p:cNvPr id="80909" name="Rectangle 6"/>
            <p:cNvSpPr>
              <a:spLocks noChangeArrowheads="1"/>
            </p:cNvSpPr>
            <p:nvPr/>
          </p:nvSpPr>
          <p:spPr bwMode="auto">
            <a:xfrm>
              <a:off x="528" y="768"/>
              <a:ext cx="3936" cy="859"/>
            </a:xfrm>
            <a:prstGeom prst="rect">
              <a:avLst/>
            </a:prstGeom>
            <a:gradFill flip="none" rotWithShape="1">
              <a:gsLst>
                <a:gs pos="0">
                  <a:srgbClr val="C00000">
                    <a:shade val="30000"/>
                    <a:satMod val="115000"/>
                  </a:srgbClr>
                </a:gs>
                <a:gs pos="50000">
                  <a:srgbClr val="C00000">
                    <a:shade val="67500"/>
                    <a:satMod val="115000"/>
                  </a:srgbClr>
                </a:gs>
                <a:gs pos="100000">
                  <a:srgbClr val="C00000">
                    <a:shade val="100000"/>
                    <a:satMod val="115000"/>
                  </a:srgbClr>
                </a:gs>
              </a:gsLst>
              <a:lin ang="0" scaled="1"/>
              <a:tileRect/>
            </a:gradFill>
            <a:ln w="9525">
              <a:noFill/>
              <a:miter lim="800000"/>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none" anchor="ctr"/>
            <a:lstStyle/>
            <a:p>
              <a:pPr algn="just">
                <a:defRPr/>
              </a:pPr>
              <a:endParaRPr lang="fr-FR">
                <a:latin typeface="Calibri" pitchFamily="34" charset="0"/>
              </a:endParaRPr>
            </a:p>
          </p:txBody>
        </p:sp>
        <p:sp>
          <p:nvSpPr>
            <p:cNvPr id="44051" name="Rectangle 7"/>
            <p:cNvSpPr>
              <a:spLocks noChangeArrowheads="1"/>
            </p:cNvSpPr>
            <p:nvPr/>
          </p:nvSpPr>
          <p:spPr bwMode="auto">
            <a:xfrm>
              <a:off x="536" y="864"/>
              <a:ext cx="3912" cy="638"/>
            </a:xfrm>
            <a:prstGeom prst="rect">
              <a:avLst/>
            </a:prstGeom>
            <a:noFill/>
            <a:ln w="12700">
              <a:noFill/>
              <a:miter lim="800000"/>
              <a:headEnd/>
              <a:tailEnd/>
            </a:ln>
          </p:spPr>
          <p:txBody>
            <a:bodyPr lIns="90488" tIns="44450" rIns="90488" bIns="44450">
              <a:spAutoFit/>
            </a:bodyPr>
            <a:lstStyle/>
            <a:p>
              <a:pPr marL="457200" indent="-457200" algn="just">
                <a:buFontTx/>
                <a:buAutoNum type="arabicPeriod"/>
              </a:pPr>
              <a:r>
                <a:rPr lang="fr-FR" sz="2000" dirty="0">
                  <a:solidFill>
                    <a:schemeClr val="bg1"/>
                  </a:solidFill>
                  <a:latin typeface="Calibri" pitchFamily="34" charset="0"/>
                </a:rPr>
                <a:t>Tout le monde doit être formé à SAP</a:t>
              </a:r>
            </a:p>
            <a:p>
              <a:pPr marL="457200" indent="-457200" algn="just">
                <a:buFontTx/>
                <a:buAutoNum type="arabicPeriod"/>
              </a:pPr>
              <a:r>
                <a:rPr lang="fr-FR" sz="2000" dirty="0">
                  <a:solidFill>
                    <a:schemeClr val="bg1"/>
                  </a:solidFill>
                  <a:latin typeface="Calibri" pitchFamily="34" charset="0"/>
                </a:rPr>
                <a:t>Plus d’accès à SAP sont requis pour certifier</a:t>
              </a:r>
            </a:p>
            <a:p>
              <a:pPr marL="457200" indent="-457200" algn="just">
                <a:buFontTx/>
                <a:buAutoNum type="arabicPeriod"/>
              </a:pPr>
              <a:r>
                <a:rPr lang="fr-FR" sz="2000" dirty="0">
                  <a:solidFill>
                    <a:schemeClr val="bg1"/>
                  </a:solidFill>
                  <a:latin typeface="Calibri" pitchFamily="34" charset="0"/>
                </a:rPr>
                <a:t>Plus de ressources sont requises sur le process X</a:t>
              </a:r>
              <a:r>
                <a:rPr lang="fr-FR" sz="1400" dirty="0">
                  <a:solidFill>
                    <a:schemeClr val="bg1"/>
                  </a:solidFill>
                  <a:latin typeface="Calibri" pitchFamily="34" charset="0"/>
                </a:rPr>
                <a:t> </a:t>
              </a:r>
            </a:p>
          </p:txBody>
        </p:sp>
      </p:grpSp>
      <p:sp>
        <p:nvSpPr>
          <p:cNvPr id="1363976" name="Freeform 8"/>
          <p:cNvSpPr>
            <a:spLocks/>
          </p:cNvSpPr>
          <p:nvPr/>
        </p:nvSpPr>
        <p:spPr bwMode="auto">
          <a:xfrm>
            <a:off x="7601993" y="4434904"/>
            <a:ext cx="1168400" cy="971550"/>
          </a:xfrm>
          <a:custGeom>
            <a:avLst/>
            <a:gdLst>
              <a:gd name="T0" fmla="*/ 2147483647 w 464"/>
              <a:gd name="T1" fmla="*/ 2147483647 h 386"/>
              <a:gd name="T2" fmla="*/ 2147483647 w 464"/>
              <a:gd name="T3" fmla="*/ 2147483647 h 386"/>
              <a:gd name="T4" fmla="*/ 2147483647 w 464"/>
              <a:gd name="T5" fmla="*/ 2147483647 h 386"/>
              <a:gd name="T6" fmla="*/ 2147483647 w 464"/>
              <a:gd name="T7" fmla="*/ 2147483647 h 386"/>
              <a:gd name="T8" fmla="*/ 2147483647 w 464"/>
              <a:gd name="T9" fmla="*/ 2147483647 h 386"/>
              <a:gd name="T10" fmla="*/ 2147483647 w 464"/>
              <a:gd name="T11" fmla="*/ 2147483647 h 386"/>
              <a:gd name="T12" fmla="*/ 2147483647 w 464"/>
              <a:gd name="T13" fmla="*/ 2147483647 h 386"/>
              <a:gd name="T14" fmla="*/ 2147483647 w 464"/>
              <a:gd name="T15" fmla="*/ 2147483647 h 386"/>
              <a:gd name="T16" fmla="*/ 2147483647 w 464"/>
              <a:gd name="T17" fmla="*/ 2147483647 h 386"/>
              <a:gd name="T18" fmla="*/ 2147483647 w 464"/>
              <a:gd name="T19" fmla="*/ 2147483647 h 386"/>
              <a:gd name="T20" fmla="*/ 2147483647 w 464"/>
              <a:gd name="T21" fmla="*/ 2147483647 h 386"/>
              <a:gd name="T22" fmla="*/ 2147483647 w 464"/>
              <a:gd name="T23" fmla="*/ 2147483647 h 386"/>
              <a:gd name="T24" fmla="*/ 2147483647 w 464"/>
              <a:gd name="T25" fmla="*/ 2147483647 h 386"/>
              <a:gd name="T26" fmla="*/ 2147483647 w 464"/>
              <a:gd name="T27" fmla="*/ 2147483647 h 386"/>
              <a:gd name="T28" fmla="*/ 2147483647 w 464"/>
              <a:gd name="T29" fmla="*/ 2147483647 h 386"/>
              <a:gd name="T30" fmla="*/ 2147483647 w 464"/>
              <a:gd name="T31" fmla="*/ 2147483647 h 386"/>
              <a:gd name="T32" fmla="*/ 2147483647 w 464"/>
              <a:gd name="T33" fmla="*/ 2147483647 h 386"/>
              <a:gd name="T34" fmla="*/ 2147483647 w 464"/>
              <a:gd name="T35" fmla="*/ 2147483647 h 386"/>
              <a:gd name="T36" fmla="*/ 2147483647 w 464"/>
              <a:gd name="T37" fmla="*/ 2147483647 h 386"/>
              <a:gd name="T38" fmla="*/ 2147483647 w 464"/>
              <a:gd name="T39" fmla="*/ 2147483647 h 386"/>
              <a:gd name="T40" fmla="*/ 2147483647 w 464"/>
              <a:gd name="T41" fmla="*/ 2147483647 h 386"/>
              <a:gd name="T42" fmla="*/ 2147483647 w 464"/>
              <a:gd name="T43" fmla="*/ 2147483647 h 386"/>
              <a:gd name="T44" fmla="*/ 2147483647 w 464"/>
              <a:gd name="T45" fmla="*/ 2147483647 h 386"/>
              <a:gd name="T46" fmla="*/ 2147483647 w 464"/>
              <a:gd name="T47" fmla="*/ 2147483647 h 386"/>
              <a:gd name="T48" fmla="*/ 2147483647 w 464"/>
              <a:gd name="T49" fmla="*/ 2147483647 h 386"/>
              <a:gd name="T50" fmla="*/ 2147483647 w 464"/>
              <a:gd name="T51" fmla="*/ 2147483647 h 386"/>
              <a:gd name="T52" fmla="*/ 2147483647 w 464"/>
              <a:gd name="T53" fmla="*/ 2147483647 h 386"/>
              <a:gd name="T54" fmla="*/ 2147483647 w 464"/>
              <a:gd name="T55" fmla="*/ 2147483647 h 386"/>
              <a:gd name="T56" fmla="*/ 2147483647 w 464"/>
              <a:gd name="T57" fmla="*/ 2147483647 h 386"/>
              <a:gd name="T58" fmla="*/ 2147483647 w 464"/>
              <a:gd name="T59" fmla="*/ 2147483647 h 386"/>
              <a:gd name="T60" fmla="*/ 2147483647 w 464"/>
              <a:gd name="T61" fmla="*/ 2147483647 h 386"/>
              <a:gd name="T62" fmla="*/ 2147483647 w 464"/>
              <a:gd name="T63" fmla="*/ 2147483647 h 386"/>
              <a:gd name="T64" fmla="*/ 2147483647 w 464"/>
              <a:gd name="T65" fmla="*/ 2147483647 h 386"/>
              <a:gd name="T66" fmla="*/ 2147483647 w 464"/>
              <a:gd name="T67" fmla="*/ 2147483647 h 386"/>
              <a:gd name="T68" fmla="*/ 2147483647 w 464"/>
              <a:gd name="T69" fmla="*/ 2147483647 h 386"/>
              <a:gd name="T70" fmla="*/ 2147483647 w 464"/>
              <a:gd name="T71" fmla="*/ 2147483647 h 386"/>
              <a:gd name="T72" fmla="*/ 2147483647 w 464"/>
              <a:gd name="T73" fmla="*/ 2147483647 h 386"/>
              <a:gd name="T74" fmla="*/ 2147483647 w 464"/>
              <a:gd name="T75" fmla="*/ 2147483647 h 386"/>
              <a:gd name="T76" fmla="*/ 2147483647 w 464"/>
              <a:gd name="T77" fmla="*/ 2147483647 h 386"/>
              <a:gd name="T78" fmla="*/ 2147483647 w 464"/>
              <a:gd name="T79" fmla="*/ 2147483647 h 386"/>
              <a:gd name="T80" fmla="*/ 2147483647 w 464"/>
              <a:gd name="T81" fmla="*/ 2147483647 h 386"/>
              <a:gd name="T82" fmla="*/ 2147483647 w 464"/>
              <a:gd name="T83" fmla="*/ 2147483647 h 386"/>
              <a:gd name="T84" fmla="*/ 2147483647 w 464"/>
              <a:gd name="T85" fmla="*/ 2147483647 h 386"/>
              <a:gd name="T86" fmla="*/ 2147483647 w 464"/>
              <a:gd name="T87" fmla="*/ 2147483647 h 386"/>
              <a:gd name="T88" fmla="*/ 2147483647 w 464"/>
              <a:gd name="T89" fmla="*/ 2147483647 h 386"/>
              <a:gd name="T90" fmla="*/ 2147483647 w 464"/>
              <a:gd name="T91" fmla="*/ 2147483647 h 38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64"/>
              <a:gd name="T139" fmla="*/ 0 h 386"/>
              <a:gd name="T140" fmla="*/ 464 w 464"/>
              <a:gd name="T141" fmla="*/ 386 h 38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64" h="386">
                <a:moveTo>
                  <a:pt x="464" y="55"/>
                </a:moveTo>
                <a:lnTo>
                  <a:pt x="449" y="61"/>
                </a:lnTo>
                <a:lnTo>
                  <a:pt x="433" y="69"/>
                </a:lnTo>
                <a:lnTo>
                  <a:pt x="416" y="78"/>
                </a:lnTo>
                <a:lnTo>
                  <a:pt x="399" y="90"/>
                </a:lnTo>
                <a:lnTo>
                  <a:pt x="381" y="101"/>
                </a:lnTo>
                <a:lnTo>
                  <a:pt x="365" y="112"/>
                </a:lnTo>
                <a:lnTo>
                  <a:pt x="349" y="125"/>
                </a:lnTo>
                <a:lnTo>
                  <a:pt x="334" y="135"/>
                </a:lnTo>
                <a:lnTo>
                  <a:pt x="318" y="149"/>
                </a:lnTo>
                <a:lnTo>
                  <a:pt x="299" y="166"/>
                </a:lnTo>
                <a:lnTo>
                  <a:pt x="278" y="187"/>
                </a:lnTo>
                <a:lnTo>
                  <a:pt x="256" y="208"/>
                </a:lnTo>
                <a:lnTo>
                  <a:pt x="234" y="230"/>
                </a:lnTo>
                <a:lnTo>
                  <a:pt x="215" y="250"/>
                </a:lnTo>
                <a:lnTo>
                  <a:pt x="199" y="267"/>
                </a:lnTo>
                <a:lnTo>
                  <a:pt x="186" y="280"/>
                </a:lnTo>
                <a:lnTo>
                  <a:pt x="176" y="290"/>
                </a:lnTo>
                <a:lnTo>
                  <a:pt x="167" y="301"/>
                </a:lnTo>
                <a:lnTo>
                  <a:pt x="156" y="311"/>
                </a:lnTo>
                <a:lnTo>
                  <a:pt x="145" y="323"/>
                </a:lnTo>
                <a:lnTo>
                  <a:pt x="133" y="336"/>
                </a:lnTo>
                <a:lnTo>
                  <a:pt x="122" y="350"/>
                </a:lnTo>
                <a:lnTo>
                  <a:pt x="108" y="367"/>
                </a:lnTo>
                <a:lnTo>
                  <a:pt x="93" y="386"/>
                </a:lnTo>
                <a:lnTo>
                  <a:pt x="91" y="374"/>
                </a:lnTo>
                <a:lnTo>
                  <a:pt x="88" y="364"/>
                </a:lnTo>
                <a:lnTo>
                  <a:pt x="83" y="352"/>
                </a:lnTo>
                <a:lnTo>
                  <a:pt x="78" y="341"/>
                </a:lnTo>
                <a:lnTo>
                  <a:pt x="73" y="329"/>
                </a:lnTo>
                <a:lnTo>
                  <a:pt x="67" y="319"/>
                </a:lnTo>
                <a:lnTo>
                  <a:pt x="61" y="309"/>
                </a:lnTo>
                <a:lnTo>
                  <a:pt x="57" y="300"/>
                </a:lnTo>
                <a:lnTo>
                  <a:pt x="51" y="289"/>
                </a:lnTo>
                <a:lnTo>
                  <a:pt x="45" y="278"/>
                </a:lnTo>
                <a:lnTo>
                  <a:pt x="38" y="265"/>
                </a:lnTo>
                <a:lnTo>
                  <a:pt x="31" y="253"/>
                </a:lnTo>
                <a:lnTo>
                  <a:pt x="24" y="240"/>
                </a:lnTo>
                <a:lnTo>
                  <a:pt x="16" y="226"/>
                </a:lnTo>
                <a:lnTo>
                  <a:pt x="8" y="212"/>
                </a:lnTo>
                <a:lnTo>
                  <a:pt x="0" y="200"/>
                </a:lnTo>
                <a:lnTo>
                  <a:pt x="1" y="196"/>
                </a:lnTo>
                <a:lnTo>
                  <a:pt x="7" y="191"/>
                </a:lnTo>
                <a:lnTo>
                  <a:pt x="14" y="183"/>
                </a:lnTo>
                <a:lnTo>
                  <a:pt x="24" y="173"/>
                </a:lnTo>
                <a:lnTo>
                  <a:pt x="35" y="164"/>
                </a:lnTo>
                <a:lnTo>
                  <a:pt x="45" y="154"/>
                </a:lnTo>
                <a:lnTo>
                  <a:pt x="54" y="145"/>
                </a:lnTo>
                <a:lnTo>
                  <a:pt x="61" y="137"/>
                </a:lnTo>
                <a:lnTo>
                  <a:pt x="68" y="149"/>
                </a:lnTo>
                <a:lnTo>
                  <a:pt x="74" y="162"/>
                </a:lnTo>
                <a:lnTo>
                  <a:pt x="79" y="173"/>
                </a:lnTo>
                <a:lnTo>
                  <a:pt x="85" y="185"/>
                </a:lnTo>
                <a:lnTo>
                  <a:pt x="90" y="195"/>
                </a:lnTo>
                <a:lnTo>
                  <a:pt x="96" y="204"/>
                </a:lnTo>
                <a:lnTo>
                  <a:pt x="99" y="213"/>
                </a:lnTo>
                <a:lnTo>
                  <a:pt x="104" y="220"/>
                </a:lnTo>
                <a:lnTo>
                  <a:pt x="109" y="230"/>
                </a:lnTo>
                <a:lnTo>
                  <a:pt x="114" y="242"/>
                </a:lnTo>
                <a:lnTo>
                  <a:pt x="121" y="258"/>
                </a:lnTo>
                <a:lnTo>
                  <a:pt x="128" y="277"/>
                </a:lnTo>
                <a:lnTo>
                  <a:pt x="136" y="267"/>
                </a:lnTo>
                <a:lnTo>
                  <a:pt x="144" y="257"/>
                </a:lnTo>
                <a:lnTo>
                  <a:pt x="152" y="247"/>
                </a:lnTo>
                <a:lnTo>
                  <a:pt x="161" y="235"/>
                </a:lnTo>
                <a:lnTo>
                  <a:pt x="169" y="225"/>
                </a:lnTo>
                <a:lnTo>
                  <a:pt x="177" y="215"/>
                </a:lnTo>
                <a:lnTo>
                  <a:pt x="186" y="204"/>
                </a:lnTo>
                <a:lnTo>
                  <a:pt x="194" y="195"/>
                </a:lnTo>
                <a:lnTo>
                  <a:pt x="203" y="185"/>
                </a:lnTo>
                <a:lnTo>
                  <a:pt x="216" y="170"/>
                </a:lnTo>
                <a:lnTo>
                  <a:pt x="231" y="153"/>
                </a:lnTo>
                <a:lnTo>
                  <a:pt x="247" y="134"/>
                </a:lnTo>
                <a:lnTo>
                  <a:pt x="263" y="117"/>
                </a:lnTo>
                <a:lnTo>
                  <a:pt x="279" y="100"/>
                </a:lnTo>
                <a:lnTo>
                  <a:pt x="293" y="85"/>
                </a:lnTo>
                <a:lnTo>
                  <a:pt x="306" y="75"/>
                </a:lnTo>
                <a:lnTo>
                  <a:pt x="317" y="65"/>
                </a:lnTo>
                <a:lnTo>
                  <a:pt x="330" y="54"/>
                </a:lnTo>
                <a:lnTo>
                  <a:pt x="343" y="42"/>
                </a:lnTo>
                <a:lnTo>
                  <a:pt x="357" y="32"/>
                </a:lnTo>
                <a:lnTo>
                  <a:pt x="371" y="21"/>
                </a:lnTo>
                <a:lnTo>
                  <a:pt x="385" y="11"/>
                </a:lnTo>
                <a:lnTo>
                  <a:pt x="399" y="5"/>
                </a:lnTo>
                <a:lnTo>
                  <a:pt x="410" y="0"/>
                </a:lnTo>
                <a:lnTo>
                  <a:pt x="417" y="6"/>
                </a:lnTo>
                <a:lnTo>
                  <a:pt x="425" y="13"/>
                </a:lnTo>
                <a:lnTo>
                  <a:pt x="434" y="22"/>
                </a:lnTo>
                <a:lnTo>
                  <a:pt x="443" y="31"/>
                </a:lnTo>
                <a:lnTo>
                  <a:pt x="451" y="40"/>
                </a:lnTo>
                <a:lnTo>
                  <a:pt x="458" y="48"/>
                </a:lnTo>
                <a:lnTo>
                  <a:pt x="463" y="53"/>
                </a:lnTo>
                <a:lnTo>
                  <a:pt x="464" y="55"/>
                </a:lnTo>
                <a:close/>
              </a:path>
            </a:pathLst>
          </a:custGeom>
          <a:solidFill>
            <a:srgbClr val="009900"/>
          </a:solidFill>
          <a:ln w="9525">
            <a:noFill/>
            <a:round/>
            <a:headEnd/>
            <a:tailEnd/>
          </a:ln>
        </p:spPr>
        <p:txBody>
          <a:bodyPr/>
          <a:lstStyle/>
          <a:p>
            <a:endParaRPr lang="en-US"/>
          </a:p>
        </p:txBody>
      </p:sp>
      <p:grpSp>
        <p:nvGrpSpPr>
          <p:cNvPr id="4" name="Group 9"/>
          <p:cNvGrpSpPr>
            <a:grpSpLocks/>
          </p:cNvGrpSpPr>
          <p:nvPr/>
        </p:nvGrpSpPr>
        <p:grpSpPr bwMode="auto">
          <a:xfrm>
            <a:off x="7580313" y="2150492"/>
            <a:ext cx="974725" cy="973138"/>
            <a:chOff x="1776" y="3168"/>
            <a:chExt cx="964" cy="1056"/>
          </a:xfrm>
        </p:grpSpPr>
        <p:sp>
          <p:nvSpPr>
            <p:cNvPr id="44046" name="Freeform 10"/>
            <p:cNvSpPr>
              <a:spLocks/>
            </p:cNvSpPr>
            <p:nvPr/>
          </p:nvSpPr>
          <p:spPr bwMode="auto">
            <a:xfrm>
              <a:off x="1824" y="3216"/>
              <a:ext cx="916" cy="960"/>
            </a:xfrm>
            <a:custGeom>
              <a:avLst/>
              <a:gdLst>
                <a:gd name="T0" fmla="*/ 2147483647 w 342"/>
                <a:gd name="T1" fmla="*/ 2147483647 h 392"/>
                <a:gd name="T2" fmla="*/ 2147483647 w 342"/>
                <a:gd name="T3" fmla="*/ 2147483647 h 392"/>
                <a:gd name="T4" fmla="*/ 2147483647 w 342"/>
                <a:gd name="T5" fmla="*/ 0 h 392"/>
                <a:gd name="T6" fmla="*/ 0 w 342"/>
                <a:gd name="T7" fmla="*/ 2147483647 h 392"/>
                <a:gd name="T8" fmla="*/ 2147483647 w 342"/>
                <a:gd name="T9" fmla="*/ 2147483647 h 392"/>
                <a:gd name="T10" fmla="*/ 2147483647 w 342"/>
                <a:gd name="T11" fmla="*/ 2147483647 h 392"/>
                <a:gd name="T12" fmla="*/ 0 60000 65536"/>
                <a:gd name="T13" fmla="*/ 0 60000 65536"/>
                <a:gd name="T14" fmla="*/ 0 60000 65536"/>
                <a:gd name="T15" fmla="*/ 0 60000 65536"/>
                <a:gd name="T16" fmla="*/ 0 60000 65536"/>
                <a:gd name="T17" fmla="*/ 0 60000 65536"/>
                <a:gd name="T18" fmla="*/ 0 w 342"/>
                <a:gd name="T19" fmla="*/ 0 h 392"/>
                <a:gd name="T20" fmla="*/ 342 w 342"/>
                <a:gd name="T21" fmla="*/ 392 h 392"/>
              </a:gdLst>
              <a:ahLst/>
              <a:cxnLst>
                <a:cxn ang="T12">
                  <a:pos x="T0" y="T1"/>
                </a:cxn>
                <a:cxn ang="T13">
                  <a:pos x="T2" y="T3"/>
                </a:cxn>
                <a:cxn ang="T14">
                  <a:pos x="T4" y="T5"/>
                </a:cxn>
                <a:cxn ang="T15">
                  <a:pos x="T6" y="T7"/>
                </a:cxn>
                <a:cxn ang="T16">
                  <a:pos x="T8" y="T9"/>
                </a:cxn>
                <a:cxn ang="T17">
                  <a:pos x="T10" y="T11"/>
                </a:cxn>
              </a:cxnLst>
              <a:rect l="T18" t="T19" r="T20" b="T21"/>
              <a:pathLst>
                <a:path w="342" h="392">
                  <a:moveTo>
                    <a:pt x="327" y="379"/>
                  </a:moveTo>
                  <a:lnTo>
                    <a:pt x="342" y="367"/>
                  </a:lnTo>
                  <a:lnTo>
                    <a:pt x="30" y="0"/>
                  </a:lnTo>
                  <a:lnTo>
                    <a:pt x="0" y="25"/>
                  </a:lnTo>
                  <a:lnTo>
                    <a:pt x="312" y="392"/>
                  </a:lnTo>
                  <a:lnTo>
                    <a:pt x="327" y="379"/>
                  </a:lnTo>
                  <a:close/>
                </a:path>
              </a:pathLst>
            </a:custGeom>
            <a:solidFill>
              <a:srgbClr val="CC0000"/>
            </a:solidFill>
            <a:ln w="9525">
              <a:noFill/>
              <a:round/>
              <a:headEnd/>
              <a:tailEnd/>
            </a:ln>
          </p:spPr>
          <p:txBody>
            <a:bodyPr/>
            <a:lstStyle/>
            <a:p>
              <a:endParaRPr lang="en-US"/>
            </a:p>
          </p:txBody>
        </p:sp>
        <p:sp>
          <p:nvSpPr>
            <p:cNvPr id="44047" name="Freeform 11"/>
            <p:cNvSpPr>
              <a:spLocks/>
            </p:cNvSpPr>
            <p:nvPr/>
          </p:nvSpPr>
          <p:spPr bwMode="auto">
            <a:xfrm>
              <a:off x="1776" y="3168"/>
              <a:ext cx="875" cy="1056"/>
            </a:xfrm>
            <a:custGeom>
              <a:avLst/>
              <a:gdLst>
                <a:gd name="T0" fmla="*/ 2147483647 w 320"/>
                <a:gd name="T1" fmla="*/ 2147483647 h 358"/>
                <a:gd name="T2" fmla="*/ 2147483647 w 320"/>
                <a:gd name="T3" fmla="*/ 2147483647 h 358"/>
                <a:gd name="T4" fmla="*/ 2147483647 w 320"/>
                <a:gd name="T5" fmla="*/ 2147483647 h 358"/>
                <a:gd name="T6" fmla="*/ 2147483647 w 320"/>
                <a:gd name="T7" fmla="*/ 0 h 358"/>
                <a:gd name="T8" fmla="*/ 0 w 320"/>
                <a:gd name="T9" fmla="*/ 2147483647 h 358"/>
                <a:gd name="T10" fmla="*/ 2147483647 w 320"/>
                <a:gd name="T11" fmla="*/ 2147483647 h 358"/>
                <a:gd name="T12" fmla="*/ 0 60000 65536"/>
                <a:gd name="T13" fmla="*/ 0 60000 65536"/>
                <a:gd name="T14" fmla="*/ 0 60000 65536"/>
                <a:gd name="T15" fmla="*/ 0 60000 65536"/>
                <a:gd name="T16" fmla="*/ 0 60000 65536"/>
                <a:gd name="T17" fmla="*/ 0 60000 65536"/>
                <a:gd name="T18" fmla="*/ 0 w 320"/>
                <a:gd name="T19" fmla="*/ 0 h 358"/>
                <a:gd name="T20" fmla="*/ 320 w 320"/>
                <a:gd name="T21" fmla="*/ 358 h 358"/>
              </a:gdLst>
              <a:ahLst/>
              <a:cxnLst>
                <a:cxn ang="T12">
                  <a:pos x="T0" y="T1"/>
                </a:cxn>
                <a:cxn ang="T13">
                  <a:pos x="T2" y="T3"/>
                </a:cxn>
                <a:cxn ang="T14">
                  <a:pos x="T4" y="T5"/>
                </a:cxn>
                <a:cxn ang="T15">
                  <a:pos x="T6" y="T7"/>
                </a:cxn>
                <a:cxn ang="T16">
                  <a:pos x="T8" y="T9"/>
                </a:cxn>
                <a:cxn ang="T17">
                  <a:pos x="T10" y="T11"/>
                </a:cxn>
              </a:cxnLst>
              <a:rect l="T18" t="T19" r="T20" b="T21"/>
              <a:pathLst>
                <a:path w="320" h="358">
                  <a:moveTo>
                    <a:pt x="15" y="346"/>
                  </a:moveTo>
                  <a:lnTo>
                    <a:pt x="30" y="358"/>
                  </a:lnTo>
                  <a:lnTo>
                    <a:pt x="320" y="25"/>
                  </a:lnTo>
                  <a:lnTo>
                    <a:pt x="290" y="0"/>
                  </a:lnTo>
                  <a:lnTo>
                    <a:pt x="0" y="333"/>
                  </a:lnTo>
                  <a:lnTo>
                    <a:pt x="15" y="346"/>
                  </a:lnTo>
                  <a:close/>
                </a:path>
              </a:pathLst>
            </a:custGeom>
            <a:solidFill>
              <a:srgbClr val="CC0000"/>
            </a:solidFill>
            <a:ln w="9525">
              <a:noFill/>
              <a:round/>
              <a:headEnd/>
              <a:tailEnd/>
            </a:ln>
          </p:spPr>
          <p:txBody>
            <a:bodyPr/>
            <a:lstStyle/>
            <a:p>
              <a:endParaRPr lang="en-US"/>
            </a:p>
          </p:txBody>
        </p:sp>
      </p:grpSp>
      <p:sp>
        <p:nvSpPr>
          <p:cNvPr id="1363981" name="Text Box 13"/>
          <p:cNvSpPr txBox="1">
            <a:spLocks noChangeArrowheads="1"/>
          </p:cNvSpPr>
          <p:nvPr/>
        </p:nvSpPr>
        <p:spPr bwMode="auto">
          <a:xfrm>
            <a:off x="966968" y="5938952"/>
            <a:ext cx="7275512" cy="400110"/>
          </a:xfrm>
          <a:prstGeom prst="rect">
            <a:avLst/>
          </a:prstGeom>
          <a:noFill/>
          <a:ln w="12700">
            <a:noFill/>
            <a:miter lim="800000"/>
            <a:headEnd/>
            <a:tailEnd/>
          </a:ln>
        </p:spPr>
        <p:txBody>
          <a:bodyPr>
            <a:spAutoFit/>
          </a:bodyPr>
          <a:lstStyle/>
          <a:p>
            <a:pPr algn="just">
              <a:spcBef>
                <a:spcPct val="50000"/>
              </a:spcBef>
            </a:pPr>
            <a:r>
              <a:rPr lang="en-GB" sz="2000" dirty="0">
                <a:latin typeface="Calibri" pitchFamily="34" charset="0"/>
              </a:rPr>
              <a:t>Des faits, des fréquences, une échelle de temps, un impact</a:t>
            </a:r>
          </a:p>
        </p:txBody>
      </p:sp>
      <p:sp>
        <p:nvSpPr>
          <p:cNvPr id="15" name="Text Box 2"/>
          <p:cNvSpPr txBox="1">
            <a:spLocks noChangeArrowheads="1"/>
          </p:cNvSpPr>
          <p:nvPr/>
        </p:nvSpPr>
        <p:spPr bwMode="auto">
          <a:xfrm>
            <a:off x="2307527" y="1365346"/>
            <a:ext cx="2530180"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D1 – Décrire - Clarifier</a:t>
            </a:r>
          </a:p>
        </p:txBody>
      </p:sp>
      <p:sp>
        <p:nvSpPr>
          <p:cNvPr id="20" name="Rectangle 19"/>
          <p:cNvSpPr/>
          <p:nvPr/>
        </p:nvSpPr>
        <p:spPr>
          <a:xfrm>
            <a:off x="296525" y="1361178"/>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 – Les étapes</a:t>
            </a:r>
          </a:p>
        </p:txBody>
      </p:sp>
      <p:sp>
        <p:nvSpPr>
          <p:cNvPr id="22" name="Rectangle 2"/>
          <p:cNvSpPr>
            <a:spLocks noChangeArrowheads="1"/>
          </p:cNvSpPr>
          <p:nvPr/>
        </p:nvSpPr>
        <p:spPr bwMode="auto">
          <a:xfrm>
            <a:off x="271462" y="395790"/>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Tree>
    <p:extLst>
      <p:ext uri="{BB962C8B-B14F-4D97-AF65-F5344CB8AC3E}">
        <p14:creationId xmlns:p14="http://schemas.microsoft.com/office/powerpoint/2010/main" val="1817856312"/>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100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0-#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8"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 calcmode="lin" valueType="num">
                                      <p:cBhvr additive="base">
                                        <p:cTn id="18" dur="500" fill="hold"/>
                                        <p:tgtEl>
                                          <p:spTgt spid="2"/>
                                        </p:tgtEl>
                                        <p:attrNameLst>
                                          <p:attrName>ppt_x</p:attrName>
                                        </p:attrNameLst>
                                      </p:cBhvr>
                                      <p:tavLst>
                                        <p:tav tm="0">
                                          <p:val>
                                            <p:strVal val="0-#ppt_w/2"/>
                                          </p:val>
                                        </p:tav>
                                        <p:tav tm="100000">
                                          <p:val>
                                            <p:strVal val="#ppt_x"/>
                                          </p:val>
                                        </p:tav>
                                      </p:tavLst>
                                    </p:anim>
                                    <p:anim calcmode="lin" valueType="num">
                                      <p:cBhvr additive="base">
                                        <p:cTn id="19" dur="500" fill="hold"/>
                                        <p:tgtEl>
                                          <p:spTgt spid="2"/>
                                        </p:tgtEl>
                                        <p:attrNameLst>
                                          <p:attrName>ppt_y</p:attrName>
                                        </p:attrNameLst>
                                      </p:cBhvr>
                                      <p:tavLst>
                                        <p:tav tm="0">
                                          <p:val>
                                            <p:strVal val="#ppt_y"/>
                                          </p:val>
                                        </p:tav>
                                        <p:tav tm="100000">
                                          <p:val>
                                            <p:strVal val="#ppt_y"/>
                                          </p:val>
                                        </p:tav>
                                      </p:tavLst>
                                    </p:anim>
                                  </p:childTnLst>
                                </p:cTn>
                              </p:par>
                            </p:childTnLst>
                          </p:cTn>
                        </p:par>
                        <p:par>
                          <p:cTn id="20" fill="hold">
                            <p:stCondLst>
                              <p:cond delay="500"/>
                            </p:stCondLst>
                            <p:childTnLst>
                              <p:par>
                                <p:cTn id="21" presetID="2" presetClass="entr" presetSubtype="8" fill="hold" grpId="0" nodeType="afterEffect">
                                  <p:stCondLst>
                                    <p:cond delay="1000"/>
                                  </p:stCondLst>
                                  <p:childTnLst>
                                    <p:set>
                                      <p:cBhvr>
                                        <p:cTn id="22" dur="1" fill="hold">
                                          <p:stCondLst>
                                            <p:cond delay="0"/>
                                          </p:stCondLst>
                                        </p:cTn>
                                        <p:tgtEl>
                                          <p:spTgt spid="1363976"/>
                                        </p:tgtEl>
                                        <p:attrNameLst>
                                          <p:attrName>style.visibility</p:attrName>
                                        </p:attrNameLst>
                                      </p:cBhvr>
                                      <p:to>
                                        <p:strVal val="visible"/>
                                      </p:to>
                                    </p:set>
                                    <p:anim calcmode="lin" valueType="num">
                                      <p:cBhvr additive="base">
                                        <p:cTn id="23" dur="500" fill="hold"/>
                                        <p:tgtEl>
                                          <p:spTgt spid="1363976"/>
                                        </p:tgtEl>
                                        <p:attrNameLst>
                                          <p:attrName>ppt_x</p:attrName>
                                        </p:attrNameLst>
                                      </p:cBhvr>
                                      <p:tavLst>
                                        <p:tav tm="0">
                                          <p:val>
                                            <p:strVal val="0-#ppt_w/2"/>
                                          </p:val>
                                        </p:tav>
                                        <p:tav tm="100000">
                                          <p:val>
                                            <p:strVal val="#ppt_x"/>
                                          </p:val>
                                        </p:tav>
                                      </p:tavLst>
                                    </p:anim>
                                    <p:anim calcmode="lin" valueType="num">
                                      <p:cBhvr additive="base">
                                        <p:cTn id="24" dur="500" fill="hold"/>
                                        <p:tgtEl>
                                          <p:spTgt spid="1363976"/>
                                        </p:tgtEl>
                                        <p:attrNameLst>
                                          <p:attrName>ppt_y</p:attrName>
                                        </p:attrNameLst>
                                      </p:cBhvr>
                                      <p:tavLst>
                                        <p:tav tm="0">
                                          <p:val>
                                            <p:strVal val="#ppt_y"/>
                                          </p:val>
                                        </p:tav>
                                        <p:tav tm="100000">
                                          <p:val>
                                            <p:strVal val="#ppt_y"/>
                                          </p:val>
                                        </p:tav>
                                      </p:tavLst>
                                    </p:anim>
                                  </p:childTnLst>
                                </p:cTn>
                              </p:par>
                            </p:childTnLst>
                          </p:cTn>
                        </p:par>
                        <p:par>
                          <p:cTn id="25" fill="hold">
                            <p:stCondLst>
                              <p:cond delay="2000"/>
                            </p:stCondLst>
                            <p:childTnLst>
                              <p:par>
                                <p:cTn id="26" presetID="2" presetClass="entr" presetSubtype="8" fill="hold" grpId="0" nodeType="afterEffect">
                                  <p:stCondLst>
                                    <p:cond delay="1000"/>
                                  </p:stCondLst>
                                  <p:childTnLst>
                                    <p:set>
                                      <p:cBhvr>
                                        <p:cTn id="27" dur="1" fill="hold">
                                          <p:stCondLst>
                                            <p:cond delay="0"/>
                                          </p:stCondLst>
                                        </p:cTn>
                                        <p:tgtEl>
                                          <p:spTgt spid="1363981"/>
                                        </p:tgtEl>
                                        <p:attrNameLst>
                                          <p:attrName>style.visibility</p:attrName>
                                        </p:attrNameLst>
                                      </p:cBhvr>
                                      <p:to>
                                        <p:strVal val="visible"/>
                                      </p:to>
                                    </p:set>
                                    <p:anim calcmode="lin" valueType="num">
                                      <p:cBhvr additive="base">
                                        <p:cTn id="28" dur="500" fill="hold"/>
                                        <p:tgtEl>
                                          <p:spTgt spid="1363981"/>
                                        </p:tgtEl>
                                        <p:attrNameLst>
                                          <p:attrName>ppt_x</p:attrName>
                                        </p:attrNameLst>
                                      </p:cBhvr>
                                      <p:tavLst>
                                        <p:tav tm="0">
                                          <p:val>
                                            <p:strVal val="0-#ppt_w/2"/>
                                          </p:val>
                                        </p:tav>
                                        <p:tav tm="100000">
                                          <p:val>
                                            <p:strVal val="#ppt_x"/>
                                          </p:val>
                                        </p:tav>
                                      </p:tavLst>
                                    </p:anim>
                                    <p:anim calcmode="lin" valueType="num">
                                      <p:cBhvr additive="base">
                                        <p:cTn id="29" dur="500" fill="hold"/>
                                        <p:tgtEl>
                                          <p:spTgt spid="136398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63976" grpId="0" animBg="1"/>
      <p:bldP spid="1363981"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3"/>
          <p:cNvSpPr>
            <a:spLocks noGrp="1" noChangeArrowheads="1"/>
          </p:cNvSpPr>
          <p:nvPr>
            <p:ph type="body" idx="4294967295"/>
          </p:nvPr>
        </p:nvSpPr>
        <p:spPr>
          <a:xfrm>
            <a:off x="0" y="1879600"/>
            <a:ext cx="8686800" cy="4019550"/>
          </a:xfrm>
          <a:prstGeom prst="rect">
            <a:avLst/>
          </a:prstGeom>
        </p:spPr>
        <p:txBody>
          <a:bodyPr/>
          <a:lstStyle/>
          <a:p>
            <a:pPr algn="just">
              <a:buFont typeface="Wingdings" pitchFamily="2" charset="2"/>
              <a:buNone/>
            </a:pPr>
            <a:r>
              <a:rPr lang="en-US" dirty="0">
                <a:latin typeface="Calibri" pitchFamily="34" charset="0"/>
                <a:cs typeface="Calibri" pitchFamily="34" charset="0"/>
              </a:rPr>
              <a:t>	</a:t>
            </a:r>
          </a:p>
          <a:p>
            <a:pPr algn="just">
              <a:buFont typeface="Wingdings" pitchFamily="2" charset="2"/>
              <a:buNone/>
            </a:pPr>
            <a:r>
              <a:rPr lang="fr-FR" sz="2400" b="1" u="sng" dirty="0">
                <a:solidFill>
                  <a:srgbClr val="002060"/>
                </a:solidFill>
                <a:latin typeface="Calibri" pitchFamily="34" charset="0"/>
                <a:cs typeface="Calibri" pitchFamily="34" charset="0"/>
              </a:rPr>
              <a:t>Qu’est-ce qu’un problème ?</a:t>
            </a:r>
          </a:p>
          <a:p>
            <a:pPr algn="just">
              <a:buFont typeface="Wingdings" pitchFamily="2" charset="2"/>
              <a:buNone/>
            </a:pPr>
            <a:endParaRPr lang="fr-FR" sz="2400" b="1" u="sng" dirty="0">
              <a:solidFill>
                <a:srgbClr val="002060"/>
              </a:solidFill>
              <a:latin typeface="Calibri" pitchFamily="34" charset="0"/>
              <a:cs typeface="Calibri" pitchFamily="34" charset="0"/>
            </a:endParaRPr>
          </a:p>
          <a:p>
            <a:pPr algn="just">
              <a:buFont typeface="Wingdings" pitchFamily="2" charset="2"/>
              <a:buNone/>
            </a:pPr>
            <a:r>
              <a:rPr lang="fr-FR" sz="2400" dirty="0">
                <a:solidFill>
                  <a:schemeClr val="tx1"/>
                </a:solidFill>
                <a:latin typeface="Calibri" pitchFamily="34" charset="0"/>
                <a:cs typeface="Calibri" pitchFamily="34" charset="0"/>
              </a:rPr>
              <a:t>	Un problème est un écart par rapport au résultat attendu.</a:t>
            </a:r>
          </a:p>
          <a:p>
            <a:pPr algn="just">
              <a:buFont typeface="Wingdings" pitchFamily="2" charset="2"/>
              <a:buNone/>
            </a:pPr>
            <a:endParaRPr lang="fr-FR" sz="2400" dirty="0">
              <a:solidFill>
                <a:schemeClr val="tx1"/>
              </a:solidFill>
              <a:latin typeface="Calibri" pitchFamily="34" charset="0"/>
              <a:cs typeface="Calibri" pitchFamily="34" charset="0"/>
            </a:endParaRPr>
          </a:p>
          <a:p>
            <a:pPr algn="just">
              <a:buFont typeface="Wingdings" pitchFamily="2" charset="2"/>
              <a:buNone/>
            </a:pPr>
            <a:r>
              <a:rPr lang="fr-FR" sz="2400" dirty="0">
                <a:solidFill>
                  <a:schemeClr val="tx1"/>
                </a:solidFill>
                <a:latin typeface="Calibri" pitchFamily="34" charset="0"/>
                <a:cs typeface="Calibri" pitchFamily="34" charset="0"/>
              </a:rPr>
              <a:t>	C’est la différence entre ce qui devrait se passer et ce qui se passe réellement.</a:t>
            </a:r>
          </a:p>
          <a:p>
            <a:pPr algn="just">
              <a:buFont typeface="Wingdings" pitchFamily="2" charset="2"/>
              <a:buNone/>
            </a:pPr>
            <a:endParaRPr lang="fr-FR" sz="2400" dirty="0">
              <a:solidFill>
                <a:schemeClr val="tx1"/>
              </a:solidFill>
              <a:latin typeface="Calibri" pitchFamily="34" charset="0"/>
              <a:cs typeface="Calibri" pitchFamily="34" charset="0"/>
            </a:endParaRPr>
          </a:p>
          <a:p>
            <a:pPr algn="just">
              <a:buFont typeface="Wingdings" pitchFamily="2" charset="2"/>
              <a:buNone/>
            </a:pPr>
            <a:r>
              <a:rPr lang="fr-FR" sz="2400" dirty="0">
                <a:solidFill>
                  <a:schemeClr val="tx1"/>
                </a:solidFill>
                <a:latin typeface="Calibri" pitchFamily="34" charset="0"/>
                <a:cs typeface="Calibri" pitchFamily="34" charset="0"/>
              </a:rPr>
              <a:t>	Le résultat obtenu et le résultat attendu doivent être quantifiés (avec des données et faits).</a:t>
            </a:r>
          </a:p>
          <a:p>
            <a:pPr>
              <a:buFont typeface="Wingdings" pitchFamily="2" charset="2"/>
              <a:buNone/>
            </a:pPr>
            <a:r>
              <a:rPr lang="fr-FR" sz="2400" dirty="0"/>
              <a:t>	</a:t>
            </a:r>
          </a:p>
          <a:p>
            <a:pPr>
              <a:buFont typeface="Wingdings" pitchFamily="2" charset="2"/>
              <a:buNone/>
            </a:pPr>
            <a:endParaRPr lang="fr-FR" dirty="0"/>
          </a:p>
        </p:txBody>
      </p:sp>
      <p:sp>
        <p:nvSpPr>
          <p:cNvPr id="8" name="Text Box 2"/>
          <p:cNvSpPr txBox="1">
            <a:spLocks noChangeArrowheads="1"/>
          </p:cNvSpPr>
          <p:nvPr/>
        </p:nvSpPr>
        <p:spPr bwMode="auto">
          <a:xfrm>
            <a:off x="2307527" y="1538790"/>
            <a:ext cx="2530180"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D1 – Décrire - Clarifier</a:t>
            </a:r>
          </a:p>
        </p:txBody>
      </p:sp>
      <p:pic>
        <p:nvPicPr>
          <p:cNvPr id="64518" name="Picture 3" descr="C:\Users\annie\Documents\Images\who-what-where-how-when-why.jpg"/>
          <p:cNvPicPr>
            <a:picLocks noChangeAspect="1" noChangeArrowheads="1"/>
          </p:cNvPicPr>
          <p:nvPr/>
        </p:nvPicPr>
        <p:blipFill>
          <a:blip r:embed="rId3" cstate="print"/>
          <a:srcRect/>
          <a:stretch>
            <a:fillRect/>
          </a:stretch>
        </p:blipFill>
        <p:spPr bwMode="auto">
          <a:xfrm>
            <a:off x="7564438" y="967290"/>
            <a:ext cx="1181100" cy="1601787"/>
          </a:xfrm>
          <a:prstGeom prst="rect">
            <a:avLst/>
          </a:prstGeom>
          <a:noFill/>
          <a:ln w="9525">
            <a:noFill/>
            <a:miter lim="800000"/>
            <a:headEnd/>
            <a:tailEnd/>
          </a:ln>
        </p:spPr>
      </p:pic>
      <p:sp>
        <p:nvSpPr>
          <p:cNvPr id="15" name="Rectangle 14"/>
          <p:cNvSpPr/>
          <p:nvPr/>
        </p:nvSpPr>
        <p:spPr>
          <a:xfrm>
            <a:off x="296525" y="1534622"/>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11" name="Rectangle 2"/>
          <p:cNvSpPr>
            <a:spLocks noChangeArrowheads="1"/>
          </p:cNvSpPr>
          <p:nvPr/>
        </p:nvSpPr>
        <p:spPr bwMode="auto">
          <a:xfrm>
            <a:off x="468170" y="391622"/>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Tree>
    <p:extLst>
      <p:ext uri="{BB962C8B-B14F-4D97-AF65-F5344CB8AC3E}">
        <p14:creationId xmlns:p14="http://schemas.microsoft.com/office/powerpoint/2010/main" val="3759340230"/>
      </p:ext>
    </p:extLst>
  </p:cSld>
  <p:clrMapOvr>
    <a:masterClrMapping/>
  </p:clrMapOvr>
  <p:transition>
    <p:zoom/>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13"/>
          <p:cNvSpPr>
            <a:spLocks noChangeArrowheads="1"/>
          </p:cNvSpPr>
          <p:nvPr/>
        </p:nvSpPr>
        <p:spPr bwMode="auto">
          <a:xfrm>
            <a:off x="269875" y="2027238"/>
            <a:ext cx="8642350" cy="3943350"/>
          </a:xfrm>
          <a:prstGeom prst="rect">
            <a:avLst/>
          </a:prstGeom>
          <a:noFill/>
          <a:ln w="9525">
            <a:noFill/>
            <a:miter lim="800000"/>
            <a:headEnd/>
            <a:tailEnd/>
          </a:ln>
        </p:spPr>
        <p:txBody>
          <a:bodyPr/>
          <a:lstStyle/>
          <a:p>
            <a:pPr marL="290513" indent="-290513" eaLnBrk="0" hangingPunct="0">
              <a:spcBef>
                <a:spcPct val="20000"/>
              </a:spcBef>
              <a:buClr>
                <a:schemeClr val="accent1"/>
              </a:buClr>
              <a:buSzPct val="75000"/>
              <a:defRPr/>
            </a:pPr>
            <a:r>
              <a:rPr lang="fr-FR" sz="2000" dirty="0">
                <a:latin typeface="Calibri" pitchFamily="34" charset="0"/>
                <a:cs typeface="Calibri" pitchFamily="34" charset="0"/>
              </a:rPr>
              <a:t>- </a:t>
            </a:r>
            <a:r>
              <a:rPr lang="fr-FR" sz="2000" b="1" dirty="0">
                <a:solidFill>
                  <a:srgbClr val="002060"/>
                </a:solidFill>
                <a:effectLst>
                  <a:outerShdw blurRad="38100" dist="38100" dir="2700000" algn="tl">
                    <a:srgbClr val="000000">
                      <a:alpha val="43137"/>
                    </a:srgbClr>
                  </a:outerShdw>
                </a:effectLst>
                <a:latin typeface="Calibri" pitchFamily="34" charset="0"/>
                <a:cs typeface="Calibri" pitchFamily="34" charset="0"/>
              </a:rPr>
              <a:t>Q</a:t>
            </a:r>
            <a:r>
              <a:rPr lang="fr-FR" sz="2000" dirty="0">
                <a:latin typeface="Calibri" pitchFamily="34" charset="0"/>
                <a:cs typeface="Calibri" pitchFamily="34" charset="0"/>
              </a:rPr>
              <a:t>uel est le problème</a:t>
            </a:r>
            <a:r>
              <a:rPr lang="fr-FR" sz="2000" b="1" dirty="0">
                <a:latin typeface="Calibri" pitchFamily="34" charset="0"/>
                <a:cs typeface="Calibri" pitchFamily="34" charset="0"/>
              </a:rPr>
              <a:t> </a:t>
            </a:r>
            <a:r>
              <a:rPr lang="fr-FR" sz="2000" dirty="0">
                <a:latin typeface="Calibri" pitchFamily="34" charset="0"/>
                <a:cs typeface="Calibri" pitchFamily="34" charset="0"/>
              </a:rPr>
              <a:t>? – Voyez par vous-même</a:t>
            </a:r>
          </a:p>
          <a:p>
            <a:pPr marL="290513" indent="-290513" eaLnBrk="0" hangingPunct="0">
              <a:spcBef>
                <a:spcPct val="20000"/>
              </a:spcBef>
              <a:buClr>
                <a:schemeClr val="accent1"/>
              </a:buClr>
              <a:buSzPct val="75000"/>
              <a:defRPr/>
            </a:pPr>
            <a:r>
              <a:rPr lang="fr-FR" sz="2000" dirty="0">
                <a:latin typeface="Calibri" pitchFamily="34" charset="0"/>
                <a:cs typeface="Calibri" pitchFamily="34" charset="0"/>
              </a:rPr>
              <a:t>- </a:t>
            </a:r>
            <a:r>
              <a:rPr lang="fr-FR" sz="2000" b="1" dirty="0">
                <a:solidFill>
                  <a:srgbClr val="002060"/>
                </a:solidFill>
                <a:effectLst>
                  <a:outerShdw blurRad="38100" dist="38100" dir="2700000" algn="tl">
                    <a:srgbClr val="000000">
                      <a:alpha val="43137"/>
                    </a:srgbClr>
                  </a:outerShdw>
                </a:effectLst>
                <a:latin typeface="Calibri" pitchFamily="34" charset="0"/>
                <a:cs typeface="Calibri" pitchFamily="34" charset="0"/>
              </a:rPr>
              <a:t>P</a:t>
            </a:r>
            <a:r>
              <a:rPr lang="fr-FR" sz="2000" dirty="0">
                <a:latin typeface="Calibri" pitchFamily="34" charset="0"/>
                <a:cs typeface="Calibri" pitchFamily="34" charset="0"/>
              </a:rPr>
              <a:t>ourquoi est-ce un problème ?</a:t>
            </a:r>
          </a:p>
          <a:p>
            <a:pPr marL="290513" indent="-290513" eaLnBrk="0" hangingPunct="0">
              <a:spcBef>
                <a:spcPct val="20000"/>
              </a:spcBef>
              <a:buClr>
                <a:schemeClr val="accent1"/>
              </a:buClr>
              <a:buSzPct val="75000"/>
              <a:buFont typeface="Wingdings" pitchFamily="2" charset="2"/>
              <a:buNone/>
              <a:defRPr/>
            </a:pPr>
            <a:r>
              <a:rPr lang="fr-FR" sz="2000" dirty="0">
                <a:latin typeface="Calibri" pitchFamily="34" charset="0"/>
                <a:cs typeface="Calibri" pitchFamily="34" charset="0"/>
              </a:rPr>
              <a:t>- </a:t>
            </a:r>
            <a:r>
              <a:rPr lang="fr-FR" sz="2000" b="1" dirty="0">
                <a:solidFill>
                  <a:srgbClr val="002060"/>
                </a:solidFill>
                <a:effectLst>
                  <a:outerShdw blurRad="38100" dist="38100" dir="2700000" algn="tl">
                    <a:srgbClr val="000000">
                      <a:alpha val="43137"/>
                    </a:srgbClr>
                  </a:outerShdw>
                </a:effectLst>
                <a:latin typeface="Calibri" pitchFamily="34" charset="0"/>
                <a:cs typeface="Calibri" pitchFamily="34" charset="0"/>
              </a:rPr>
              <a:t>Q</a:t>
            </a:r>
            <a:r>
              <a:rPr lang="fr-FR" sz="2000" dirty="0">
                <a:latin typeface="Calibri" pitchFamily="34" charset="0"/>
                <a:cs typeface="Calibri" pitchFamily="34" charset="0"/>
              </a:rPr>
              <a:t>ue se passe-t-il ?</a:t>
            </a:r>
          </a:p>
          <a:p>
            <a:pPr marL="290513" indent="-290513" eaLnBrk="0" hangingPunct="0">
              <a:spcBef>
                <a:spcPct val="20000"/>
              </a:spcBef>
              <a:buClr>
                <a:schemeClr val="accent1"/>
              </a:buClr>
              <a:buSzPct val="75000"/>
              <a:buFont typeface="Wingdings" pitchFamily="2" charset="2"/>
              <a:buNone/>
              <a:defRPr/>
            </a:pPr>
            <a:r>
              <a:rPr lang="fr-FR" sz="2000" dirty="0">
                <a:latin typeface="Calibri" pitchFamily="34" charset="0"/>
                <a:cs typeface="Calibri" pitchFamily="34" charset="0"/>
              </a:rPr>
              <a:t>- </a:t>
            </a:r>
            <a:r>
              <a:rPr lang="fr-FR" sz="2000" b="1" dirty="0">
                <a:solidFill>
                  <a:srgbClr val="002060"/>
                </a:solidFill>
                <a:effectLst>
                  <a:outerShdw blurRad="38100" dist="38100" dir="2700000" algn="tl">
                    <a:srgbClr val="000000">
                      <a:alpha val="43137"/>
                    </a:srgbClr>
                  </a:outerShdw>
                </a:effectLst>
                <a:latin typeface="Calibri" pitchFamily="34" charset="0"/>
                <a:cs typeface="Calibri" pitchFamily="34" charset="0"/>
              </a:rPr>
              <a:t>Q</a:t>
            </a:r>
            <a:r>
              <a:rPr lang="fr-FR" sz="2000" dirty="0">
                <a:latin typeface="Calibri" pitchFamily="34" charset="0"/>
                <a:cs typeface="Calibri" pitchFamily="34" charset="0"/>
              </a:rPr>
              <a:t>ue devrait-il se passer ?</a:t>
            </a:r>
          </a:p>
          <a:p>
            <a:pPr marL="90488" indent="-90488" eaLnBrk="0" hangingPunct="0">
              <a:spcBef>
                <a:spcPct val="20000"/>
              </a:spcBef>
              <a:buClr>
                <a:schemeClr val="accent1"/>
              </a:buClr>
              <a:buSzPct val="75000"/>
              <a:buFont typeface="Wingdings" pitchFamily="2" charset="2"/>
              <a:buNone/>
              <a:defRPr/>
            </a:pPr>
            <a:r>
              <a:rPr lang="fr-FR" sz="2000" dirty="0">
                <a:latin typeface="Calibri" pitchFamily="34" charset="0"/>
                <a:cs typeface="Calibri" pitchFamily="34" charset="0"/>
              </a:rPr>
              <a:t>- </a:t>
            </a:r>
            <a:r>
              <a:rPr lang="fr-FR" sz="2000" b="1" dirty="0">
                <a:solidFill>
                  <a:srgbClr val="002060"/>
                </a:solidFill>
                <a:effectLst>
                  <a:outerShdw blurRad="38100" dist="38100" dir="2700000" algn="tl">
                    <a:srgbClr val="000000">
                      <a:alpha val="43137"/>
                    </a:srgbClr>
                  </a:outerShdw>
                </a:effectLst>
                <a:latin typeface="Calibri" pitchFamily="34" charset="0"/>
                <a:cs typeface="Calibri" pitchFamily="34" charset="0"/>
              </a:rPr>
              <a:t>Q</a:t>
            </a:r>
            <a:r>
              <a:rPr lang="fr-FR" sz="2000" dirty="0">
                <a:latin typeface="Calibri" pitchFamily="34" charset="0"/>
                <a:cs typeface="Calibri" pitchFamily="34" charset="0"/>
              </a:rPr>
              <a:t>uelle est la Spécification ? Est-ce que la Spécification est suffisamment claire ?</a:t>
            </a:r>
          </a:p>
          <a:p>
            <a:pPr marL="290513" indent="-290513" eaLnBrk="0" hangingPunct="0">
              <a:spcBef>
                <a:spcPct val="20000"/>
              </a:spcBef>
              <a:buClr>
                <a:schemeClr val="accent1"/>
              </a:buClr>
              <a:buSzPct val="75000"/>
              <a:buFont typeface="Wingdings" pitchFamily="2" charset="2"/>
              <a:buNone/>
              <a:defRPr/>
            </a:pPr>
            <a:r>
              <a:rPr lang="fr-FR" sz="2000" dirty="0">
                <a:latin typeface="Calibri" pitchFamily="34" charset="0"/>
                <a:cs typeface="Calibri" pitchFamily="34" charset="0"/>
              </a:rPr>
              <a:t>- </a:t>
            </a:r>
            <a:r>
              <a:rPr lang="fr-FR" sz="2000" b="1" dirty="0">
                <a:solidFill>
                  <a:srgbClr val="002060"/>
                </a:solidFill>
                <a:effectLst>
                  <a:outerShdw blurRad="38100" dist="38100" dir="2700000" algn="tl">
                    <a:srgbClr val="000000">
                      <a:alpha val="43137"/>
                    </a:srgbClr>
                  </a:outerShdw>
                </a:effectLst>
                <a:latin typeface="Calibri" pitchFamily="34" charset="0"/>
                <a:cs typeface="Calibri" pitchFamily="34" charset="0"/>
              </a:rPr>
              <a:t>C</a:t>
            </a:r>
            <a:r>
              <a:rPr lang="fr-FR" sz="2000" dirty="0">
                <a:latin typeface="Calibri" pitchFamily="34" charset="0"/>
                <a:cs typeface="Calibri" pitchFamily="34" charset="0"/>
              </a:rPr>
              <a:t>omment et quand le problème a-t-il été détecté ?</a:t>
            </a:r>
          </a:p>
          <a:p>
            <a:pPr marL="290513" indent="-290513" eaLnBrk="0" hangingPunct="0">
              <a:spcBef>
                <a:spcPct val="20000"/>
              </a:spcBef>
              <a:buClr>
                <a:schemeClr val="accent1"/>
              </a:buClr>
              <a:buSzPct val="75000"/>
              <a:buFont typeface="Wingdings" pitchFamily="2" charset="2"/>
              <a:buNone/>
              <a:defRPr/>
            </a:pPr>
            <a:r>
              <a:rPr lang="fr-FR" sz="2000" dirty="0">
                <a:latin typeface="Calibri" pitchFamily="34" charset="0"/>
                <a:cs typeface="Calibri" pitchFamily="34" charset="0"/>
              </a:rPr>
              <a:t>- </a:t>
            </a:r>
            <a:r>
              <a:rPr lang="fr-FR" sz="2000" b="1" dirty="0">
                <a:solidFill>
                  <a:srgbClr val="002060"/>
                </a:solidFill>
                <a:effectLst>
                  <a:outerShdw blurRad="38100" dist="38100" dir="2700000" algn="tl">
                    <a:srgbClr val="000000">
                      <a:alpha val="43137"/>
                    </a:srgbClr>
                  </a:outerShdw>
                </a:effectLst>
                <a:latin typeface="Calibri" pitchFamily="34" charset="0"/>
                <a:cs typeface="Calibri" pitchFamily="34" charset="0"/>
              </a:rPr>
              <a:t>C</a:t>
            </a:r>
            <a:r>
              <a:rPr lang="fr-FR" sz="2000" dirty="0">
                <a:latin typeface="Calibri" pitchFamily="34" charset="0"/>
                <a:cs typeface="Calibri" pitchFamily="34" charset="0"/>
              </a:rPr>
              <a:t>ombien de pièces sont concernées ?</a:t>
            </a:r>
          </a:p>
          <a:p>
            <a:pPr marL="290513" indent="-290513" eaLnBrk="0" hangingPunct="0">
              <a:spcBef>
                <a:spcPct val="20000"/>
              </a:spcBef>
              <a:buClr>
                <a:schemeClr val="accent1"/>
              </a:buClr>
              <a:buSzPct val="75000"/>
              <a:buFont typeface="Wingdings" pitchFamily="2" charset="2"/>
              <a:buNone/>
              <a:defRPr/>
            </a:pPr>
            <a:endParaRPr lang="fr-FR" sz="2000" dirty="0">
              <a:solidFill>
                <a:schemeClr val="accent1"/>
              </a:solidFill>
              <a:latin typeface="Calibri" pitchFamily="34" charset="0"/>
              <a:cs typeface="Calibri" pitchFamily="34" charset="0"/>
            </a:endParaRPr>
          </a:p>
          <a:p>
            <a:pPr marL="290513" indent="-290513" algn="ctr" eaLnBrk="0" hangingPunct="0">
              <a:spcBef>
                <a:spcPct val="20000"/>
              </a:spcBef>
              <a:buClr>
                <a:schemeClr val="accent1"/>
              </a:buClr>
              <a:buSzPct val="75000"/>
              <a:buFont typeface="Wingdings" pitchFamily="2" charset="2"/>
              <a:buNone/>
              <a:defRPr/>
            </a:pPr>
            <a:r>
              <a:rPr lang="fr-FR" sz="2000" b="1" i="1" dirty="0">
                <a:solidFill>
                  <a:srgbClr val="002060"/>
                </a:solidFill>
                <a:latin typeface="Calibri" pitchFamily="34" charset="0"/>
                <a:cs typeface="Calibri" pitchFamily="34" charset="0"/>
              </a:rPr>
              <a:t>“ Si vous commencez à vous poser ces questions, c’est que vous êtes sur la bonne voie pour clarifier le problème”</a:t>
            </a:r>
          </a:p>
        </p:txBody>
      </p:sp>
      <p:sp>
        <p:nvSpPr>
          <p:cNvPr id="9" name="Text Box 2"/>
          <p:cNvSpPr txBox="1">
            <a:spLocks noChangeArrowheads="1"/>
          </p:cNvSpPr>
          <p:nvPr/>
        </p:nvSpPr>
        <p:spPr bwMode="auto">
          <a:xfrm>
            <a:off x="2333284" y="1524565"/>
            <a:ext cx="2530180"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D1 – Décrire - Clarifier</a:t>
            </a:r>
          </a:p>
        </p:txBody>
      </p:sp>
      <p:sp>
        <p:nvSpPr>
          <p:cNvPr id="15" name="Rectangle 14"/>
          <p:cNvSpPr/>
          <p:nvPr/>
        </p:nvSpPr>
        <p:spPr>
          <a:xfrm>
            <a:off x="296525" y="1507519"/>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12" name="Rectangle 2"/>
          <p:cNvSpPr>
            <a:spLocks noChangeArrowheads="1"/>
          </p:cNvSpPr>
          <p:nvPr/>
        </p:nvSpPr>
        <p:spPr bwMode="auto">
          <a:xfrm>
            <a:off x="271462" y="395790"/>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Tree>
    <p:extLst>
      <p:ext uri="{BB962C8B-B14F-4D97-AF65-F5344CB8AC3E}">
        <p14:creationId xmlns:p14="http://schemas.microsoft.com/office/powerpoint/2010/main" val="605859850"/>
      </p:ext>
    </p:extLst>
  </p:cSld>
  <p:clrMapOvr>
    <a:masterClrMapping/>
  </p:clrMapOvr>
  <p:transition>
    <p:zoom/>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9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395" y="2233540"/>
            <a:ext cx="8784867" cy="369059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2" name="Rectangle 1"/>
          <p:cNvSpPr/>
          <p:nvPr/>
        </p:nvSpPr>
        <p:spPr>
          <a:xfrm>
            <a:off x="2871564" y="2088885"/>
            <a:ext cx="3744423" cy="289310"/>
          </a:xfrm>
          <a:prstGeom prst="rect">
            <a:avLst/>
          </a:prstGeom>
        </p:spPr>
        <p:txBody>
          <a:bodyPr wrap="none">
            <a:spAutoFit/>
          </a:bodyPr>
          <a:lstStyle/>
          <a:p>
            <a:pPr marL="290513" indent="-290513" algn="ctr" eaLnBrk="0" hangingPunct="0">
              <a:lnSpc>
                <a:spcPct val="80000"/>
              </a:lnSpc>
              <a:spcBef>
                <a:spcPct val="20000"/>
              </a:spcBef>
              <a:buClr>
                <a:schemeClr val="accent1"/>
              </a:buClr>
              <a:buSzPct val="75000"/>
              <a:buFont typeface="Wingdings" pitchFamily="2" charset="2"/>
              <a:buNone/>
              <a:defRPr/>
            </a:pPr>
            <a:r>
              <a:rPr lang="fr-FR" dirty="0">
                <a:latin typeface="Calibri" pitchFamily="34" charset="0"/>
                <a:cs typeface="Calibri" pitchFamily="34" charset="0"/>
              </a:rPr>
              <a:t>Attitude des 3 Réels</a:t>
            </a:r>
            <a:r>
              <a:rPr lang="fr-FR" dirty="0"/>
              <a:t> « San Gen Shugi » </a:t>
            </a:r>
            <a:endParaRPr lang="fr-FR" dirty="0">
              <a:latin typeface="Calibri" pitchFamily="34" charset="0"/>
              <a:cs typeface="Calibri" pitchFamily="34" charset="0"/>
            </a:endParaRPr>
          </a:p>
        </p:txBody>
      </p:sp>
      <p:sp>
        <p:nvSpPr>
          <p:cNvPr id="5" name="Text Box 2"/>
          <p:cNvSpPr txBox="1">
            <a:spLocks noChangeArrowheads="1"/>
          </p:cNvSpPr>
          <p:nvPr/>
        </p:nvSpPr>
        <p:spPr bwMode="auto">
          <a:xfrm>
            <a:off x="2333284" y="1524565"/>
            <a:ext cx="2530180"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D1 – Décrire - Clarifier</a:t>
            </a:r>
          </a:p>
        </p:txBody>
      </p:sp>
      <p:sp>
        <p:nvSpPr>
          <p:cNvPr id="6" name="Rectangle 5"/>
          <p:cNvSpPr/>
          <p:nvPr/>
        </p:nvSpPr>
        <p:spPr>
          <a:xfrm>
            <a:off x="296525" y="1507519"/>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7" name="Rectangle 2"/>
          <p:cNvSpPr>
            <a:spLocks noChangeArrowheads="1"/>
          </p:cNvSpPr>
          <p:nvPr/>
        </p:nvSpPr>
        <p:spPr bwMode="auto">
          <a:xfrm>
            <a:off x="271462" y="395790"/>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Tree>
    <p:extLst>
      <p:ext uri="{BB962C8B-B14F-4D97-AF65-F5344CB8AC3E}">
        <p14:creationId xmlns:p14="http://schemas.microsoft.com/office/powerpoint/2010/main" val="753615027"/>
      </p:ext>
    </p:extLst>
  </p:cSld>
  <p:clrMapOvr>
    <a:masterClrMapping/>
  </p:clrMapOvr>
  <p:transition>
    <p:zo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3"/>
          <p:cNvSpPr>
            <a:spLocks noGrp="1" noChangeArrowheads="1"/>
          </p:cNvSpPr>
          <p:nvPr>
            <p:ph type="body" idx="4294967295"/>
          </p:nvPr>
        </p:nvSpPr>
        <p:spPr>
          <a:xfrm>
            <a:off x="0" y="1662113"/>
            <a:ext cx="8496300" cy="488950"/>
          </a:xfrm>
          <a:prstGeom prst="rect">
            <a:avLst/>
          </a:prstGeom>
        </p:spPr>
        <p:txBody>
          <a:bodyPr/>
          <a:lstStyle/>
          <a:p>
            <a:pPr eaLnBrk="1" hangingPunct="1">
              <a:buFontTx/>
              <a:buNone/>
            </a:pPr>
            <a:endParaRPr lang="en-GB" sz="800" dirty="0">
              <a:latin typeface="Calibri" pitchFamily="34" charset="0"/>
            </a:endParaRPr>
          </a:p>
          <a:p>
            <a:pPr eaLnBrk="1" hangingPunct="1">
              <a:buFontTx/>
              <a:buNone/>
            </a:pPr>
            <a:r>
              <a:rPr lang="fr-FR" sz="2400" b="1" dirty="0">
                <a:solidFill>
                  <a:srgbClr val="C00000"/>
                </a:solidFill>
                <a:latin typeface="Calibri" pitchFamily="34" charset="0"/>
              </a:rPr>
              <a:t>Problème bien défini </a:t>
            </a:r>
            <a:r>
              <a:rPr lang="fr-FR" sz="2400" b="1" dirty="0">
                <a:solidFill>
                  <a:srgbClr val="C00000"/>
                </a:solidFill>
                <a:latin typeface="Calibri" pitchFamily="34" charset="0"/>
                <a:sym typeface="Wingdings" pitchFamily="2" charset="2"/>
              </a:rPr>
              <a:t> problème à moitié résolu !</a:t>
            </a:r>
            <a:endParaRPr lang="fr-FR" sz="2400" b="1" dirty="0">
              <a:solidFill>
                <a:srgbClr val="C00000"/>
              </a:solidFill>
              <a:latin typeface="Calibri" pitchFamily="34" charset="0"/>
            </a:endParaRPr>
          </a:p>
        </p:txBody>
      </p:sp>
      <p:grpSp>
        <p:nvGrpSpPr>
          <p:cNvPr id="66563" name="Group 6"/>
          <p:cNvGrpSpPr>
            <a:grpSpLocks/>
          </p:cNvGrpSpPr>
          <p:nvPr/>
        </p:nvGrpSpPr>
        <p:grpSpPr bwMode="auto">
          <a:xfrm>
            <a:off x="703263" y="4065588"/>
            <a:ext cx="1981200" cy="2133600"/>
            <a:chOff x="335" y="2544"/>
            <a:chExt cx="1057" cy="1376"/>
          </a:xfrm>
        </p:grpSpPr>
        <p:sp>
          <p:nvSpPr>
            <p:cNvPr id="66590" name="Rectangle 7"/>
            <p:cNvSpPr>
              <a:spLocks noChangeArrowheads="1"/>
            </p:cNvSpPr>
            <p:nvPr/>
          </p:nvSpPr>
          <p:spPr bwMode="auto">
            <a:xfrm>
              <a:off x="335" y="2752"/>
              <a:ext cx="1057" cy="1168"/>
            </a:xfrm>
            <a:prstGeom prst="rect">
              <a:avLst/>
            </a:prstGeom>
            <a:solidFill>
              <a:srgbClr val="0066FF">
                <a:alpha val="50195"/>
              </a:srgbClr>
            </a:solidFill>
            <a:ln w="9525">
              <a:noFill/>
              <a:miter lim="800000"/>
              <a:headEnd/>
              <a:tailEnd/>
            </a:ln>
          </p:spPr>
          <p:txBody>
            <a:bodyPr wrap="none" anchor="ctr"/>
            <a:lstStyle/>
            <a:p>
              <a:endParaRPr lang="fr-FR">
                <a:latin typeface="Calibri" pitchFamily="34" charset="0"/>
              </a:endParaRPr>
            </a:p>
          </p:txBody>
        </p:sp>
        <p:grpSp>
          <p:nvGrpSpPr>
            <p:cNvPr id="66591" name="Group 8"/>
            <p:cNvGrpSpPr>
              <a:grpSpLocks/>
            </p:cNvGrpSpPr>
            <p:nvPr/>
          </p:nvGrpSpPr>
          <p:grpSpPr bwMode="auto">
            <a:xfrm>
              <a:off x="336" y="2672"/>
              <a:ext cx="1056" cy="1248"/>
              <a:chOff x="336" y="2592"/>
              <a:chExt cx="1056" cy="1248"/>
            </a:xfrm>
          </p:grpSpPr>
          <p:sp>
            <p:nvSpPr>
              <p:cNvPr id="66595" name="Line 9"/>
              <p:cNvSpPr>
                <a:spLocks noChangeShapeType="1"/>
              </p:cNvSpPr>
              <p:nvPr/>
            </p:nvSpPr>
            <p:spPr bwMode="auto">
              <a:xfrm>
                <a:off x="336" y="2592"/>
                <a:ext cx="0" cy="1248"/>
              </a:xfrm>
              <a:prstGeom prst="line">
                <a:avLst/>
              </a:prstGeom>
              <a:noFill/>
              <a:ln w="9525">
                <a:solidFill>
                  <a:srgbClr val="000000"/>
                </a:solidFill>
                <a:round/>
                <a:headEnd/>
                <a:tailEnd/>
              </a:ln>
            </p:spPr>
            <p:txBody>
              <a:bodyPr wrap="none" anchor="ctr"/>
              <a:lstStyle/>
              <a:p>
                <a:endParaRPr lang="fr-FR"/>
              </a:p>
            </p:txBody>
          </p:sp>
          <p:sp>
            <p:nvSpPr>
              <p:cNvPr id="66596" name="Line 10"/>
              <p:cNvSpPr>
                <a:spLocks noChangeShapeType="1"/>
              </p:cNvSpPr>
              <p:nvPr/>
            </p:nvSpPr>
            <p:spPr bwMode="auto">
              <a:xfrm>
                <a:off x="336" y="3840"/>
                <a:ext cx="1056" cy="0"/>
              </a:xfrm>
              <a:prstGeom prst="line">
                <a:avLst/>
              </a:prstGeom>
              <a:noFill/>
              <a:ln w="9525">
                <a:solidFill>
                  <a:srgbClr val="000000"/>
                </a:solidFill>
                <a:round/>
                <a:headEnd/>
                <a:tailEnd/>
              </a:ln>
            </p:spPr>
            <p:txBody>
              <a:bodyPr wrap="none" anchor="ctr"/>
              <a:lstStyle/>
              <a:p>
                <a:endParaRPr lang="fr-FR"/>
              </a:p>
            </p:txBody>
          </p:sp>
          <p:sp>
            <p:nvSpPr>
              <p:cNvPr id="66597" name="Line 11"/>
              <p:cNvSpPr>
                <a:spLocks noChangeShapeType="1"/>
              </p:cNvSpPr>
              <p:nvPr/>
            </p:nvSpPr>
            <p:spPr bwMode="auto">
              <a:xfrm flipV="1">
                <a:off x="1392" y="2592"/>
                <a:ext cx="0" cy="1248"/>
              </a:xfrm>
              <a:prstGeom prst="line">
                <a:avLst/>
              </a:prstGeom>
              <a:noFill/>
              <a:ln w="9525">
                <a:solidFill>
                  <a:srgbClr val="000000"/>
                </a:solidFill>
                <a:round/>
                <a:headEnd/>
                <a:tailEnd/>
              </a:ln>
            </p:spPr>
            <p:txBody>
              <a:bodyPr wrap="none" anchor="ctr"/>
              <a:lstStyle/>
              <a:p>
                <a:endParaRPr lang="fr-FR"/>
              </a:p>
            </p:txBody>
          </p:sp>
          <p:sp>
            <p:nvSpPr>
              <p:cNvPr id="66598" name="Freeform 12"/>
              <p:cNvSpPr>
                <a:spLocks/>
              </p:cNvSpPr>
              <p:nvPr/>
            </p:nvSpPr>
            <p:spPr bwMode="auto">
              <a:xfrm>
                <a:off x="336" y="2672"/>
                <a:ext cx="1056" cy="112"/>
              </a:xfrm>
              <a:custGeom>
                <a:avLst/>
                <a:gdLst>
                  <a:gd name="T0" fmla="*/ 0 w 1056"/>
                  <a:gd name="T1" fmla="*/ 16 h 112"/>
                  <a:gd name="T2" fmla="*/ 240 w 1056"/>
                  <a:gd name="T3" fmla="*/ 16 h 112"/>
                  <a:gd name="T4" fmla="*/ 528 w 1056"/>
                  <a:gd name="T5" fmla="*/ 112 h 112"/>
                  <a:gd name="T6" fmla="*/ 576 w 1056"/>
                  <a:gd name="T7" fmla="*/ 16 h 112"/>
                  <a:gd name="T8" fmla="*/ 768 w 1056"/>
                  <a:gd name="T9" fmla="*/ 64 h 112"/>
                  <a:gd name="T10" fmla="*/ 864 w 1056"/>
                  <a:gd name="T11" fmla="*/ 112 h 112"/>
                  <a:gd name="T12" fmla="*/ 960 w 1056"/>
                  <a:gd name="T13" fmla="*/ 64 h 112"/>
                  <a:gd name="T14" fmla="*/ 1056 w 1056"/>
                  <a:gd name="T15" fmla="*/ 16 h 112"/>
                  <a:gd name="T16" fmla="*/ 0 60000 65536"/>
                  <a:gd name="T17" fmla="*/ 0 60000 65536"/>
                  <a:gd name="T18" fmla="*/ 0 60000 65536"/>
                  <a:gd name="T19" fmla="*/ 0 60000 65536"/>
                  <a:gd name="T20" fmla="*/ 0 60000 65536"/>
                  <a:gd name="T21" fmla="*/ 0 60000 65536"/>
                  <a:gd name="T22" fmla="*/ 0 60000 65536"/>
                  <a:gd name="T23" fmla="*/ 0 60000 65536"/>
                  <a:gd name="T24" fmla="*/ 0 w 1056"/>
                  <a:gd name="T25" fmla="*/ 0 h 112"/>
                  <a:gd name="T26" fmla="*/ 1056 w 1056"/>
                  <a:gd name="T27" fmla="*/ 112 h 11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056" h="112">
                    <a:moveTo>
                      <a:pt x="0" y="16"/>
                    </a:moveTo>
                    <a:cubicBezTo>
                      <a:pt x="76" y="8"/>
                      <a:pt x="152" y="0"/>
                      <a:pt x="240" y="16"/>
                    </a:cubicBezTo>
                    <a:cubicBezTo>
                      <a:pt x="328" y="32"/>
                      <a:pt x="472" y="112"/>
                      <a:pt x="528" y="112"/>
                    </a:cubicBezTo>
                    <a:cubicBezTo>
                      <a:pt x="584" y="112"/>
                      <a:pt x="536" y="24"/>
                      <a:pt x="576" y="16"/>
                    </a:cubicBezTo>
                    <a:cubicBezTo>
                      <a:pt x="616" y="8"/>
                      <a:pt x="720" y="48"/>
                      <a:pt x="768" y="64"/>
                    </a:cubicBezTo>
                    <a:cubicBezTo>
                      <a:pt x="816" y="80"/>
                      <a:pt x="832" y="112"/>
                      <a:pt x="864" y="112"/>
                    </a:cubicBezTo>
                    <a:cubicBezTo>
                      <a:pt x="896" y="112"/>
                      <a:pt x="928" y="80"/>
                      <a:pt x="960" y="64"/>
                    </a:cubicBezTo>
                    <a:cubicBezTo>
                      <a:pt x="992" y="48"/>
                      <a:pt x="1048" y="16"/>
                      <a:pt x="1056" y="16"/>
                    </a:cubicBezTo>
                  </a:path>
                </a:pathLst>
              </a:custGeom>
              <a:solidFill>
                <a:schemeClr val="bg1"/>
              </a:solidFill>
              <a:ln w="9525">
                <a:solidFill>
                  <a:srgbClr val="000000"/>
                </a:solidFill>
                <a:round/>
                <a:headEnd/>
                <a:tailEnd/>
              </a:ln>
            </p:spPr>
            <p:txBody>
              <a:bodyPr wrap="none" anchor="ctr"/>
              <a:lstStyle/>
              <a:p>
                <a:endParaRPr lang="fr-FR"/>
              </a:p>
            </p:txBody>
          </p:sp>
        </p:grpSp>
        <p:sp>
          <p:nvSpPr>
            <p:cNvPr id="5151" name="Freeform 13"/>
            <p:cNvSpPr>
              <a:spLocks/>
            </p:cNvSpPr>
            <p:nvPr/>
          </p:nvSpPr>
          <p:spPr bwMode="auto">
            <a:xfrm>
              <a:off x="495" y="2544"/>
              <a:ext cx="845" cy="1167"/>
            </a:xfrm>
            <a:custGeom>
              <a:avLst/>
              <a:gdLst>
                <a:gd name="T0" fmla="*/ 354 w 845"/>
                <a:gd name="T1" fmla="*/ 130 h 1167"/>
                <a:gd name="T2" fmla="*/ 253 w 845"/>
                <a:gd name="T3" fmla="*/ 348 h 1167"/>
                <a:gd name="T4" fmla="*/ 222 w 845"/>
                <a:gd name="T5" fmla="*/ 395 h 1167"/>
                <a:gd name="T6" fmla="*/ 183 w 845"/>
                <a:gd name="T7" fmla="*/ 449 h 1167"/>
                <a:gd name="T8" fmla="*/ 97 w 845"/>
                <a:gd name="T9" fmla="*/ 566 h 1167"/>
                <a:gd name="T10" fmla="*/ 105 w 845"/>
                <a:gd name="T11" fmla="*/ 714 h 1167"/>
                <a:gd name="T12" fmla="*/ 121 w 845"/>
                <a:gd name="T13" fmla="*/ 761 h 1167"/>
                <a:gd name="T14" fmla="*/ 58 w 845"/>
                <a:gd name="T15" fmla="*/ 893 h 1167"/>
                <a:gd name="T16" fmla="*/ 19 w 845"/>
                <a:gd name="T17" fmla="*/ 964 h 1167"/>
                <a:gd name="T18" fmla="*/ 58 w 845"/>
                <a:gd name="T19" fmla="*/ 1119 h 1167"/>
                <a:gd name="T20" fmla="*/ 66 w 845"/>
                <a:gd name="T21" fmla="*/ 1143 h 1167"/>
                <a:gd name="T22" fmla="*/ 113 w 845"/>
                <a:gd name="T23" fmla="*/ 1166 h 1167"/>
                <a:gd name="T24" fmla="*/ 276 w 845"/>
                <a:gd name="T25" fmla="*/ 1119 h 1167"/>
                <a:gd name="T26" fmla="*/ 456 w 845"/>
                <a:gd name="T27" fmla="*/ 1166 h 1167"/>
                <a:gd name="T28" fmla="*/ 541 w 845"/>
                <a:gd name="T29" fmla="*/ 1151 h 1167"/>
                <a:gd name="T30" fmla="*/ 658 w 845"/>
                <a:gd name="T31" fmla="*/ 1166 h 1167"/>
                <a:gd name="T32" fmla="*/ 806 w 845"/>
                <a:gd name="T33" fmla="*/ 1135 h 1167"/>
                <a:gd name="T34" fmla="*/ 814 w 845"/>
                <a:gd name="T35" fmla="*/ 1112 h 1167"/>
                <a:gd name="T36" fmla="*/ 830 w 845"/>
                <a:gd name="T37" fmla="*/ 1088 h 1167"/>
                <a:gd name="T38" fmla="*/ 845 w 845"/>
                <a:gd name="T39" fmla="*/ 1010 h 1167"/>
                <a:gd name="T40" fmla="*/ 838 w 845"/>
                <a:gd name="T41" fmla="*/ 956 h 1167"/>
                <a:gd name="T42" fmla="*/ 814 w 845"/>
                <a:gd name="T43" fmla="*/ 932 h 1167"/>
                <a:gd name="T44" fmla="*/ 767 w 845"/>
                <a:gd name="T45" fmla="*/ 855 h 1167"/>
                <a:gd name="T46" fmla="*/ 728 w 845"/>
                <a:gd name="T47" fmla="*/ 714 h 1167"/>
                <a:gd name="T48" fmla="*/ 697 w 845"/>
                <a:gd name="T49" fmla="*/ 636 h 1167"/>
                <a:gd name="T50" fmla="*/ 666 w 845"/>
                <a:gd name="T51" fmla="*/ 449 h 1167"/>
                <a:gd name="T52" fmla="*/ 619 w 845"/>
                <a:gd name="T53" fmla="*/ 247 h 1167"/>
                <a:gd name="T54" fmla="*/ 588 w 845"/>
                <a:gd name="T55" fmla="*/ 75 h 1167"/>
                <a:gd name="T56" fmla="*/ 526 w 845"/>
                <a:gd name="T57" fmla="*/ 21 h 1167"/>
                <a:gd name="T58" fmla="*/ 479 w 845"/>
                <a:gd name="T59" fmla="*/ 5 h 1167"/>
                <a:gd name="T60" fmla="*/ 409 w 845"/>
                <a:gd name="T61" fmla="*/ 13 h 1167"/>
                <a:gd name="T62" fmla="*/ 386 w 845"/>
                <a:gd name="T63" fmla="*/ 83 h 1167"/>
                <a:gd name="T64" fmla="*/ 354 w 845"/>
                <a:gd name="T65" fmla="*/ 130 h 1167"/>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845"/>
                <a:gd name="T100" fmla="*/ 0 h 1167"/>
                <a:gd name="T101" fmla="*/ 845 w 845"/>
                <a:gd name="T102" fmla="*/ 1167 h 1167"/>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845" h="1167">
                  <a:moveTo>
                    <a:pt x="354" y="130"/>
                  </a:moveTo>
                  <a:cubicBezTo>
                    <a:pt x="336" y="210"/>
                    <a:pt x="282" y="272"/>
                    <a:pt x="253" y="348"/>
                  </a:cubicBezTo>
                  <a:cubicBezTo>
                    <a:pt x="235" y="393"/>
                    <a:pt x="259" y="349"/>
                    <a:pt x="222" y="395"/>
                  </a:cubicBezTo>
                  <a:cubicBezTo>
                    <a:pt x="208" y="412"/>
                    <a:pt x="183" y="449"/>
                    <a:pt x="183" y="449"/>
                  </a:cubicBezTo>
                  <a:cubicBezTo>
                    <a:pt x="168" y="494"/>
                    <a:pt x="124" y="527"/>
                    <a:pt x="97" y="566"/>
                  </a:cubicBezTo>
                  <a:cubicBezTo>
                    <a:pt x="78" y="625"/>
                    <a:pt x="84" y="653"/>
                    <a:pt x="105" y="714"/>
                  </a:cubicBezTo>
                  <a:cubicBezTo>
                    <a:pt x="110" y="730"/>
                    <a:pt x="121" y="761"/>
                    <a:pt x="121" y="761"/>
                  </a:cubicBezTo>
                  <a:cubicBezTo>
                    <a:pt x="112" y="829"/>
                    <a:pt x="104" y="849"/>
                    <a:pt x="58" y="893"/>
                  </a:cubicBezTo>
                  <a:cubicBezTo>
                    <a:pt x="49" y="919"/>
                    <a:pt x="19" y="964"/>
                    <a:pt x="19" y="964"/>
                  </a:cubicBezTo>
                  <a:cubicBezTo>
                    <a:pt x="0" y="1026"/>
                    <a:pt x="25" y="1070"/>
                    <a:pt x="58" y="1119"/>
                  </a:cubicBezTo>
                  <a:cubicBezTo>
                    <a:pt x="63" y="1126"/>
                    <a:pt x="60" y="1137"/>
                    <a:pt x="66" y="1143"/>
                  </a:cubicBezTo>
                  <a:cubicBezTo>
                    <a:pt x="78" y="1156"/>
                    <a:pt x="98" y="1157"/>
                    <a:pt x="113" y="1166"/>
                  </a:cubicBezTo>
                  <a:cubicBezTo>
                    <a:pt x="168" y="1152"/>
                    <a:pt x="223" y="1138"/>
                    <a:pt x="276" y="1119"/>
                  </a:cubicBezTo>
                  <a:cubicBezTo>
                    <a:pt x="341" y="1130"/>
                    <a:pt x="391" y="1157"/>
                    <a:pt x="456" y="1166"/>
                  </a:cubicBezTo>
                  <a:cubicBezTo>
                    <a:pt x="485" y="1162"/>
                    <a:pt x="512" y="1151"/>
                    <a:pt x="541" y="1151"/>
                  </a:cubicBezTo>
                  <a:cubicBezTo>
                    <a:pt x="561" y="1151"/>
                    <a:pt x="635" y="1163"/>
                    <a:pt x="658" y="1166"/>
                  </a:cubicBezTo>
                  <a:cubicBezTo>
                    <a:pt x="717" y="1161"/>
                    <a:pt x="760" y="1167"/>
                    <a:pt x="806" y="1135"/>
                  </a:cubicBezTo>
                  <a:cubicBezTo>
                    <a:pt x="809" y="1127"/>
                    <a:pt x="810" y="1119"/>
                    <a:pt x="814" y="1112"/>
                  </a:cubicBezTo>
                  <a:cubicBezTo>
                    <a:pt x="818" y="1103"/>
                    <a:pt x="826" y="1097"/>
                    <a:pt x="830" y="1088"/>
                  </a:cubicBezTo>
                  <a:cubicBezTo>
                    <a:pt x="838" y="1070"/>
                    <a:pt x="843" y="1025"/>
                    <a:pt x="845" y="1010"/>
                  </a:cubicBezTo>
                  <a:cubicBezTo>
                    <a:pt x="843" y="992"/>
                    <a:pt x="845" y="973"/>
                    <a:pt x="838" y="956"/>
                  </a:cubicBezTo>
                  <a:cubicBezTo>
                    <a:pt x="834" y="945"/>
                    <a:pt x="821" y="941"/>
                    <a:pt x="814" y="932"/>
                  </a:cubicBezTo>
                  <a:cubicBezTo>
                    <a:pt x="799" y="913"/>
                    <a:pt x="777" y="879"/>
                    <a:pt x="767" y="855"/>
                  </a:cubicBezTo>
                  <a:cubicBezTo>
                    <a:pt x="747" y="808"/>
                    <a:pt x="757" y="757"/>
                    <a:pt x="728" y="714"/>
                  </a:cubicBezTo>
                  <a:cubicBezTo>
                    <a:pt x="719" y="685"/>
                    <a:pt x="705" y="665"/>
                    <a:pt x="697" y="636"/>
                  </a:cubicBezTo>
                  <a:cubicBezTo>
                    <a:pt x="692" y="563"/>
                    <a:pt x="683" y="515"/>
                    <a:pt x="666" y="449"/>
                  </a:cubicBezTo>
                  <a:cubicBezTo>
                    <a:pt x="658" y="376"/>
                    <a:pt x="643" y="315"/>
                    <a:pt x="619" y="247"/>
                  </a:cubicBezTo>
                  <a:cubicBezTo>
                    <a:pt x="601" y="194"/>
                    <a:pt x="613" y="125"/>
                    <a:pt x="588" y="75"/>
                  </a:cubicBezTo>
                  <a:cubicBezTo>
                    <a:pt x="572" y="42"/>
                    <a:pt x="562" y="44"/>
                    <a:pt x="526" y="21"/>
                  </a:cubicBezTo>
                  <a:cubicBezTo>
                    <a:pt x="512" y="12"/>
                    <a:pt x="479" y="5"/>
                    <a:pt x="479" y="5"/>
                  </a:cubicBezTo>
                  <a:cubicBezTo>
                    <a:pt x="456" y="8"/>
                    <a:pt x="429" y="0"/>
                    <a:pt x="409" y="13"/>
                  </a:cubicBezTo>
                  <a:cubicBezTo>
                    <a:pt x="407" y="15"/>
                    <a:pt x="390" y="70"/>
                    <a:pt x="386" y="83"/>
                  </a:cubicBezTo>
                  <a:cubicBezTo>
                    <a:pt x="380" y="101"/>
                    <a:pt x="354" y="130"/>
                    <a:pt x="354" y="130"/>
                  </a:cubicBezTo>
                  <a:close/>
                </a:path>
              </a:pathLst>
            </a:custGeom>
            <a:solidFill>
              <a:schemeClr val="bg2"/>
            </a:solidFill>
            <a:ln w="9525">
              <a:noFill/>
              <a:round/>
              <a:headEnd/>
              <a:tailEnd/>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none" anchor="ctr"/>
            <a:lstStyle/>
            <a:p>
              <a:pPr>
                <a:defRPr/>
              </a:pPr>
              <a:endParaRPr lang="fr-FR">
                <a:latin typeface="Calibri" pitchFamily="34" charset="0"/>
              </a:endParaRPr>
            </a:p>
          </p:txBody>
        </p:sp>
      </p:grpSp>
      <p:sp>
        <p:nvSpPr>
          <p:cNvPr id="16" name="Rectangle 14"/>
          <p:cNvSpPr txBox="1">
            <a:spLocks noChangeArrowheads="1"/>
          </p:cNvSpPr>
          <p:nvPr/>
        </p:nvSpPr>
        <p:spPr bwMode="auto">
          <a:xfrm>
            <a:off x="220107" y="2343150"/>
            <a:ext cx="8762383" cy="1538288"/>
          </a:xfrm>
          <a:prstGeom prst="rect">
            <a:avLst/>
          </a:prstGeom>
          <a:noFill/>
          <a:ln w="9525">
            <a:noFill/>
            <a:miter lim="800000"/>
            <a:headEnd/>
            <a:tailEnd/>
          </a:ln>
        </p:spPr>
        <p:txBody>
          <a:bodyPr/>
          <a:lstStyle/>
          <a:p>
            <a:pPr marL="190500" indent="-190500">
              <a:spcBef>
                <a:spcPct val="20000"/>
              </a:spcBef>
              <a:buSzPct val="120000"/>
              <a:defRPr/>
            </a:pPr>
            <a:r>
              <a:rPr lang="fr-FR" sz="2000" kern="0" dirty="0">
                <a:latin typeface="Calibri" pitchFamily="34" charset="0"/>
              </a:rPr>
              <a:t>Caractérisation</a:t>
            </a:r>
          </a:p>
          <a:p>
            <a:pPr marL="571500" lvl="1" indent="-190500">
              <a:spcBef>
                <a:spcPct val="20000"/>
              </a:spcBef>
              <a:buSzPct val="80000"/>
              <a:buFont typeface="Webdings" pitchFamily="18" charset="2"/>
              <a:buChar char="4"/>
              <a:defRPr/>
            </a:pPr>
            <a:r>
              <a:rPr lang="fr-FR" sz="2000" kern="0" dirty="0">
                <a:latin typeface="Calibri" pitchFamily="34" charset="0"/>
              </a:rPr>
              <a:t>Effet -  ce qui résulte d’une cause.</a:t>
            </a:r>
          </a:p>
          <a:p>
            <a:pPr marL="571500" lvl="1" indent="-190500">
              <a:spcBef>
                <a:spcPct val="20000"/>
              </a:spcBef>
              <a:buSzPct val="80000"/>
              <a:buFont typeface="Webdings" pitchFamily="18" charset="2"/>
              <a:buChar char="4"/>
              <a:defRPr/>
            </a:pPr>
            <a:r>
              <a:rPr lang="fr-FR" sz="2000" kern="0" dirty="0">
                <a:latin typeface="Calibri" pitchFamily="34" charset="0"/>
              </a:rPr>
              <a:t>Cause – ce qui produit un effet</a:t>
            </a:r>
          </a:p>
          <a:p>
            <a:pPr marL="571500" lvl="1" indent="-190500">
              <a:spcBef>
                <a:spcPct val="20000"/>
              </a:spcBef>
              <a:buSzPct val="80000"/>
              <a:buFont typeface="Webdings" pitchFamily="18" charset="2"/>
              <a:buChar char="4"/>
              <a:defRPr/>
            </a:pPr>
            <a:r>
              <a:rPr lang="fr-FR" sz="2000" kern="0" dirty="0">
                <a:latin typeface="Calibri" pitchFamily="34" charset="0"/>
              </a:rPr>
              <a:t>Description du problème = </a:t>
            </a:r>
            <a:r>
              <a:rPr lang="fr-FR" sz="2000" b="1" kern="0" dirty="0">
                <a:solidFill>
                  <a:srgbClr val="002060"/>
                </a:solidFill>
                <a:effectLst>
                  <a:outerShdw blurRad="38100" dist="38100" dir="2700000" algn="tl">
                    <a:srgbClr val="000000">
                      <a:alpha val="43137"/>
                    </a:srgbClr>
                  </a:outerShdw>
                </a:effectLst>
                <a:latin typeface="Calibri" pitchFamily="34" charset="0"/>
              </a:rPr>
              <a:t>Faits + Données / sur le terrain  / Pièces réelles</a:t>
            </a:r>
            <a:endParaRPr lang="fr-FR" sz="2000" b="1" kern="0" dirty="0">
              <a:latin typeface="Calibri" pitchFamily="34" charset="0"/>
            </a:endParaRPr>
          </a:p>
        </p:txBody>
      </p:sp>
      <p:grpSp>
        <p:nvGrpSpPr>
          <p:cNvPr id="66565" name="Group 15"/>
          <p:cNvGrpSpPr>
            <a:grpSpLocks/>
          </p:cNvGrpSpPr>
          <p:nvPr/>
        </p:nvGrpSpPr>
        <p:grpSpPr bwMode="auto">
          <a:xfrm>
            <a:off x="5245100" y="4013200"/>
            <a:ext cx="1703388" cy="2201863"/>
            <a:chOff x="1789" y="2160"/>
            <a:chExt cx="1073" cy="1760"/>
          </a:xfrm>
        </p:grpSpPr>
        <p:grpSp>
          <p:nvGrpSpPr>
            <p:cNvPr id="66582" name="Group 16"/>
            <p:cNvGrpSpPr>
              <a:grpSpLocks/>
            </p:cNvGrpSpPr>
            <p:nvPr/>
          </p:nvGrpSpPr>
          <p:grpSpPr bwMode="auto">
            <a:xfrm>
              <a:off x="1789" y="2213"/>
              <a:ext cx="1056" cy="1707"/>
              <a:chOff x="1872" y="2544"/>
              <a:chExt cx="1056" cy="1376"/>
            </a:xfrm>
          </p:grpSpPr>
          <p:sp>
            <p:nvSpPr>
              <p:cNvPr id="66585" name="Line 17"/>
              <p:cNvSpPr>
                <a:spLocks noChangeShapeType="1"/>
              </p:cNvSpPr>
              <p:nvPr/>
            </p:nvSpPr>
            <p:spPr bwMode="auto">
              <a:xfrm>
                <a:off x="1872" y="2544"/>
                <a:ext cx="0" cy="1376"/>
              </a:xfrm>
              <a:prstGeom prst="line">
                <a:avLst/>
              </a:prstGeom>
              <a:noFill/>
              <a:ln w="9525">
                <a:solidFill>
                  <a:srgbClr val="000000"/>
                </a:solidFill>
                <a:round/>
                <a:headEnd/>
                <a:tailEnd/>
              </a:ln>
            </p:spPr>
            <p:txBody>
              <a:bodyPr wrap="none" anchor="ctr"/>
              <a:lstStyle/>
              <a:p>
                <a:endParaRPr lang="fr-FR"/>
              </a:p>
            </p:txBody>
          </p:sp>
          <p:sp>
            <p:nvSpPr>
              <p:cNvPr id="66586" name="Line 18"/>
              <p:cNvSpPr>
                <a:spLocks noChangeShapeType="1"/>
              </p:cNvSpPr>
              <p:nvPr/>
            </p:nvSpPr>
            <p:spPr bwMode="auto">
              <a:xfrm>
                <a:off x="1872" y="3920"/>
                <a:ext cx="1056" cy="0"/>
              </a:xfrm>
              <a:prstGeom prst="line">
                <a:avLst/>
              </a:prstGeom>
              <a:noFill/>
              <a:ln w="9525">
                <a:solidFill>
                  <a:srgbClr val="000000"/>
                </a:solidFill>
                <a:round/>
                <a:headEnd/>
                <a:tailEnd/>
              </a:ln>
            </p:spPr>
            <p:txBody>
              <a:bodyPr wrap="none" anchor="ctr"/>
              <a:lstStyle/>
              <a:p>
                <a:endParaRPr lang="fr-FR"/>
              </a:p>
            </p:txBody>
          </p:sp>
          <p:sp>
            <p:nvSpPr>
              <p:cNvPr id="66587" name="Line 19"/>
              <p:cNvSpPr>
                <a:spLocks noChangeShapeType="1"/>
              </p:cNvSpPr>
              <p:nvPr/>
            </p:nvSpPr>
            <p:spPr bwMode="auto">
              <a:xfrm flipV="1">
                <a:off x="2928" y="2544"/>
                <a:ext cx="0" cy="1376"/>
              </a:xfrm>
              <a:prstGeom prst="line">
                <a:avLst/>
              </a:prstGeom>
              <a:noFill/>
              <a:ln w="9525">
                <a:solidFill>
                  <a:srgbClr val="000000"/>
                </a:solidFill>
                <a:round/>
                <a:headEnd/>
                <a:tailEnd/>
              </a:ln>
            </p:spPr>
            <p:txBody>
              <a:bodyPr wrap="none" anchor="ctr"/>
              <a:lstStyle/>
              <a:p>
                <a:endParaRPr lang="fr-FR"/>
              </a:p>
            </p:txBody>
          </p:sp>
          <p:sp>
            <p:nvSpPr>
              <p:cNvPr id="66588" name="Line 20"/>
              <p:cNvSpPr>
                <a:spLocks noChangeShapeType="1"/>
              </p:cNvSpPr>
              <p:nvPr/>
            </p:nvSpPr>
            <p:spPr bwMode="auto">
              <a:xfrm>
                <a:off x="1872" y="2752"/>
                <a:ext cx="1056" cy="0"/>
              </a:xfrm>
              <a:prstGeom prst="line">
                <a:avLst/>
              </a:prstGeom>
              <a:noFill/>
              <a:ln w="9525">
                <a:solidFill>
                  <a:srgbClr val="000000"/>
                </a:solidFill>
                <a:round/>
                <a:headEnd/>
                <a:tailEnd/>
              </a:ln>
            </p:spPr>
            <p:txBody>
              <a:bodyPr wrap="none" anchor="ctr"/>
              <a:lstStyle/>
              <a:p>
                <a:endParaRPr lang="fr-FR"/>
              </a:p>
            </p:txBody>
          </p:sp>
          <p:sp>
            <p:nvSpPr>
              <p:cNvPr id="66589" name="Line 21"/>
              <p:cNvSpPr>
                <a:spLocks noChangeShapeType="1"/>
              </p:cNvSpPr>
              <p:nvPr/>
            </p:nvSpPr>
            <p:spPr bwMode="auto">
              <a:xfrm>
                <a:off x="1872" y="2544"/>
                <a:ext cx="1056" cy="0"/>
              </a:xfrm>
              <a:prstGeom prst="line">
                <a:avLst/>
              </a:prstGeom>
              <a:noFill/>
              <a:ln w="9525">
                <a:solidFill>
                  <a:srgbClr val="000000"/>
                </a:solidFill>
                <a:round/>
                <a:headEnd/>
                <a:tailEnd/>
              </a:ln>
            </p:spPr>
            <p:txBody>
              <a:bodyPr wrap="none" anchor="ctr"/>
              <a:lstStyle/>
              <a:p>
                <a:endParaRPr lang="fr-FR"/>
              </a:p>
            </p:txBody>
          </p:sp>
        </p:grpSp>
        <p:sp>
          <p:nvSpPr>
            <p:cNvPr id="66583" name="Text Box 22"/>
            <p:cNvSpPr txBox="1">
              <a:spLocks noChangeArrowheads="1"/>
            </p:cNvSpPr>
            <p:nvPr/>
          </p:nvSpPr>
          <p:spPr bwMode="auto">
            <a:xfrm>
              <a:off x="1910" y="2160"/>
              <a:ext cx="580" cy="369"/>
            </a:xfrm>
            <a:prstGeom prst="rect">
              <a:avLst/>
            </a:prstGeom>
            <a:noFill/>
            <a:ln w="9525">
              <a:noFill/>
              <a:miter lim="800000"/>
              <a:headEnd/>
              <a:tailEnd/>
            </a:ln>
          </p:spPr>
          <p:txBody>
            <a:bodyPr wrap="none">
              <a:spAutoFit/>
            </a:bodyPr>
            <a:lstStyle/>
            <a:p>
              <a:pPr algn="ctr"/>
              <a:r>
                <a:rPr lang="en-GB" sz="2400">
                  <a:latin typeface="Calibri" pitchFamily="34" charset="0"/>
                </a:rPr>
                <a:t>EFFET</a:t>
              </a:r>
            </a:p>
          </p:txBody>
        </p:sp>
        <p:sp>
          <p:nvSpPr>
            <p:cNvPr id="66584" name="Text Box 23"/>
            <p:cNvSpPr txBox="1">
              <a:spLocks noChangeArrowheads="1"/>
            </p:cNvSpPr>
            <p:nvPr/>
          </p:nvSpPr>
          <p:spPr bwMode="auto">
            <a:xfrm rot="-1551738">
              <a:off x="1837" y="3156"/>
              <a:ext cx="1025" cy="369"/>
            </a:xfrm>
            <a:prstGeom prst="rect">
              <a:avLst/>
            </a:prstGeom>
            <a:noFill/>
            <a:ln w="9525">
              <a:noFill/>
              <a:miter lim="800000"/>
              <a:headEnd/>
              <a:tailEnd/>
            </a:ln>
          </p:spPr>
          <p:txBody>
            <a:bodyPr>
              <a:spAutoFit/>
            </a:bodyPr>
            <a:lstStyle/>
            <a:p>
              <a:pPr algn="ctr"/>
              <a:r>
                <a:rPr lang="en-GB" sz="2400">
                  <a:latin typeface="Calibri" pitchFamily="34" charset="0"/>
                </a:rPr>
                <a:t>CAUSES</a:t>
              </a:r>
            </a:p>
          </p:txBody>
        </p:sp>
      </p:grpSp>
      <p:grpSp>
        <p:nvGrpSpPr>
          <p:cNvPr id="66566" name="Group 24"/>
          <p:cNvGrpSpPr>
            <a:grpSpLocks/>
          </p:cNvGrpSpPr>
          <p:nvPr/>
        </p:nvGrpSpPr>
        <p:grpSpPr bwMode="auto">
          <a:xfrm>
            <a:off x="2052638" y="3940175"/>
            <a:ext cx="2570162" cy="457200"/>
            <a:chOff x="1021" y="2028"/>
            <a:chExt cx="1619" cy="288"/>
          </a:xfrm>
        </p:grpSpPr>
        <p:sp>
          <p:nvSpPr>
            <p:cNvPr id="66580" name="Text Box 25"/>
            <p:cNvSpPr txBox="1">
              <a:spLocks noChangeArrowheads="1"/>
            </p:cNvSpPr>
            <p:nvPr/>
          </p:nvSpPr>
          <p:spPr bwMode="auto">
            <a:xfrm>
              <a:off x="1392" y="2028"/>
              <a:ext cx="1248" cy="288"/>
            </a:xfrm>
            <a:prstGeom prst="rect">
              <a:avLst/>
            </a:prstGeom>
            <a:noFill/>
            <a:ln w="9525">
              <a:noFill/>
              <a:miter lim="800000"/>
              <a:headEnd/>
              <a:tailEnd/>
            </a:ln>
          </p:spPr>
          <p:txBody>
            <a:bodyPr>
              <a:spAutoFit/>
            </a:bodyPr>
            <a:lstStyle/>
            <a:p>
              <a:pPr algn="ctr"/>
              <a:r>
                <a:rPr lang="en-GB" sz="2400">
                  <a:latin typeface="Calibri" pitchFamily="34" charset="0"/>
                </a:rPr>
                <a:t>Symptomes</a:t>
              </a:r>
              <a:endParaRPr lang="en-GB">
                <a:latin typeface="Calibri" pitchFamily="34" charset="0"/>
              </a:endParaRPr>
            </a:p>
          </p:txBody>
        </p:sp>
        <p:sp>
          <p:nvSpPr>
            <p:cNvPr id="66581" name="Line 26"/>
            <p:cNvSpPr>
              <a:spLocks noChangeShapeType="1"/>
            </p:cNvSpPr>
            <p:nvPr/>
          </p:nvSpPr>
          <p:spPr bwMode="auto">
            <a:xfrm flipH="1">
              <a:off x="1021" y="2164"/>
              <a:ext cx="510" cy="69"/>
            </a:xfrm>
            <a:prstGeom prst="line">
              <a:avLst/>
            </a:prstGeom>
            <a:noFill/>
            <a:ln w="9525">
              <a:solidFill>
                <a:srgbClr val="000000"/>
              </a:solidFill>
              <a:round/>
              <a:headEnd/>
              <a:tailEnd type="triangle" w="med" len="med"/>
            </a:ln>
          </p:spPr>
          <p:txBody>
            <a:bodyPr wrap="none" anchor="ctr"/>
            <a:lstStyle/>
            <a:p>
              <a:endParaRPr lang="fr-FR"/>
            </a:p>
          </p:txBody>
        </p:sp>
      </p:grpSp>
      <p:grpSp>
        <p:nvGrpSpPr>
          <p:cNvPr id="66567" name="Group 27"/>
          <p:cNvGrpSpPr>
            <a:grpSpLocks/>
          </p:cNvGrpSpPr>
          <p:nvPr/>
        </p:nvGrpSpPr>
        <p:grpSpPr bwMode="auto">
          <a:xfrm>
            <a:off x="2282825" y="5173663"/>
            <a:ext cx="2339975" cy="457200"/>
            <a:chOff x="1166" y="2915"/>
            <a:chExt cx="1474" cy="288"/>
          </a:xfrm>
        </p:grpSpPr>
        <p:sp>
          <p:nvSpPr>
            <p:cNvPr id="66578" name="Text Box 28"/>
            <p:cNvSpPr txBox="1">
              <a:spLocks noChangeArrowheads="1"/>
            </p:cNvSpPr>
            <p:nvPr/>
          </p:nvSpPr>
          <p:spPr bwMode="auto">
            <a:xfrm>
              <a:off x="1392" y="2915"/>
              <a:ext cx="1248" cy="288"/>
            </a:xfrm>
            <a:prstGeom prst="rect">
              <a:avLst/>
            </a:prstGeom>
            <a:noFill/>
            <a:ln w="9525">
              <a:noFill/>
              <a:miter lim="800000"/>
              <a:headEnd/>
              <a:tailEnd/>
            </a:ln>
          </p:spPr>
          <p:txBody>
            <a:bodyPr>
              <a:spAutoFit/>
            </a:bodyPr>
            <a:lstStyle/>
            <a:p>
              <a:pPr algn="ctr"/>
              <a:r>
                <a:rPr lang="en-GB" sz="2400">
                  <a:latin typeface="Calibri" pitchFamily="34" charset="0"/>
                </a:rPr>
                <a:t>Problèmes</a:t>
              </a:r>
              <a:endParaRPr lang="en-GB">
                <a:latin typeface="Calibri" pitchFamily="34" charset="0"/>
              </a:endParaRPr>
            </a:p>
          </p:txBody>
        </p:sp>
        <p:sp>
          <p:nvSpPr>
            <p:cNvPr id="66579" name="Line 29"/>
            <p:cNvSpPr>
              <a:spLocks noChangeShapeType="1"/>
            </p:cNvSpPr>
            <p:nvPr/>
          </p:nvSpPr>
          <p:spPr bwMode="auto">
            <a:xfrm flipH="1">
              <a:off x="1166" y="3072"/>
              <a:ext cx="398" cy="0"/>
            </a:xfrm>
            <a:prstGeom prst="line">
              <a:avLst/>
            </a:prstGeom>
            <a:noFill/>
            <a:ln w="9525">
              <a:solidFill>
                <a:srgbClr val="000000"/>
              </a:solidFill>
              <a:round/>
              <a:headEnd/>
              <a:tailEnd type="triangle" w="med" len="med"/>
            </a:ln>
          </p:spPr>
          <p:txBody>
            <a:bodyPr wrap="none" anchor="ctr"/>
            <a:lstStyle/>
            <a:p>
              <a:endParaRPr lang="fr-FR"/>
            </a:p>
          </p:txBody>
        </p:sp>
      </p:grpSp>
      <p:sp>
        <p:nvSpPr>
          <p:cNvPr id="43" name="Text Box 2"/>
          <p:cNvSpPr txBox="1">
            <a:spLocks noChangeArrowheads="1"/>
          </p:cNvSpPr>
          <p:nvPr/>
        </p:nvSpPr>
        <p:spPr bwMode="auto">
          <a:xfrm>
            <a:off x="2331147" y="1411086"/>
            <a:ext cx="2530180"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D1 – Décrire - Clarifier</a:t>
            </a:r>
          </a:p>
        </p:txBody>
      </p:sp>
      <p:sp>
        <p:nvSpPr>
          <p:cNvPr id="38" name="Rectangle 37"/>
          <p:cNvSpPr/>
          <p:nvPr/>
        </p:nvSpPr>
        <p:spPr>
          <a:xfrm>
            <a:off x="307266" y="1406919"/>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36" name="Rectangle 2"/>
          <p:cNvSpPr>
            <a:spLocks noChangeArrowheads="1"/>
          </p:cNvSpPr>
          <p:nvPr/>
        </p:nvSpPr>
        <p:spPr bwMode="auto">
          <a:xfrm>
            <a:off x="271462" y="395790"/>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Tree>
    <p:extLst>
      <p:ext uri="{BB962C8B-B14F-4D97-AF65-F5344CB8AC3E}">
        <p14:creationId xmlns:p14="http://schemas.microsoft.com/office/powerpoint/2010/main" val="684208804"/>
      </p:ext>
    </p:extLst>
  </p:cSld>
  <p:clrMapOvr>
    <a:masterClrMapping/>
  </p:clrMapOvr>
  <p:transition>
    <p:wipe di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3"/>
          <p:cNvSpPr txBox="1">
            <a:spLocks noChangeArrowheads="1"/>
          </p:cNvSpPr>
          <p:nvPr/>
        </p:nvSpPr>
        <p:spPr bwMode="auto">
          <a:xfrm>
            <a:off x="638175" y="1431925"/>
            <a:ext cx="7843838" cy="304800"/>
          </a:xfrm>
          <a:prstGeom prst="rect">
            <a:avLst/>
          </a:prstGeom>
          <a:noFill/>
          <a:ln w="9525">
            <a:noFill/>
            <a:miter lim="800000"/>
            <a:headEnd/>
            <a:tailEnd/>
          </a:ln>
        </p:spPr>
        <p:txBody>
          <a:bodyPr>
            <a:spAutoFit/>
          </a:bodyPr>
          <a:lstStyle/>
          <a:p>
            <a:pPr eaLnBrk="0" hangingPunct="0">
              <a:spcBef>
                <a:spcPct val="50000"/>
              </a:spcBef>
            </a:pPr>
            <a:endParaRPr lang="en-GB"/>
          </a:p>
        </p:txBody>
      </p:sp>
      <p:sp>
        <p:nvSpPr>
          <p:cNvPr id="68611" name="Text Box 4"/>
          <p:cNvSpPr txBox="1">
            <a:spLocks noChangeArrowheads="1"/>
          </p:cNvSpPr>
          <p:nvPr/>
        </p:nvSpPr>
        <p:spPr bwMode="auto">
          <a:xfrm>
            <a:off x="1574800" y="1736725"/>
            <a:ext cx="5854700" cy="304800"/>
          </a:xfrm>
          <a:prstGeom prst="rect">
            <a:avLst/>
          </a:prstGeom>
          <a:noFill/>
          <a:ln w="9525">
            <a:noFill/>
            <a:miter lim="800000"/>
            <a:headEnd/>
            <a:tailEnd/>
          </a:ln>
        </p:spPr>
        <p:txBody>
          <a:bodyPr>
            <a:spAutoFit/>
          </a:bodyPr>
          <a:lstStyle/>
          <a:p>
            <a:pPr eaLnBrk="0" hangingPunct="0">
              <a:spcBef>
                <a:spcPct val="50000"/>
              </a:spcBef>
            </a:pPr>
            <a:endParaRPr lang="fr-FR"/>
          </a:p>
        </p:txBody>
      </p:sp>
      <p:sp>
        <p:nvSpPr>
          <p:cNvPr id="68612" name="Text Box 5"/>
          <p:cNvSpPr txBox="1">
            <a:spLocks noChangeArrowheads="1"/>
          </p:cNvSpPr>
          <p:nvPr/>
        </p:nvSpPr>
        <p:spPr bwMode="auto">
          <a:xfrm>
            <a:off x="1123950" y="1885950"/>
            <a:ext cx="7358063" cy="304800"/>
          </a:xfrm>
          <a:prstGeom prst="rect">
            <a:avLst/>
          </a:prstGeom>
          <a:noFill/>
          <a:ln w="9525">
            <a:noFill/>
            <a:miter lim="800000"/>
            <a:headEnd/>
            <a:tailEnd/>
          </a:ln>
        </p:spPr>
        <p:txBody>
          <a:bodyPr>
            <a:spAutoFit/>
          </a:bodyPr>
          <a:lstStyle/>
          <a:p>
            <a:pPr eaLnBrk="0" hangingPunct="0">
              <a:spcBef>
                <a:spcPct val="50000"/>
              </a:spcBef>
            </a:pPr>
            <a:endParaRPr lang="fr-FR"/>
          </a:p>
        </p:txBody>
      </p:sp>
      <p:sp>
        <p:nvSpPr>
          <p:cNvPr id="40966" name="Rectangle 6"/>
          <p:cNvSpPr>
            <a:spLocks noChangeArrowheads="1"/>
          </p:cNvSpPr>
          <p:nvPr/>
        </p:nvSpPr>
        <p:spPr bwMode="auto">
          <a:xfrm>
            <a:off x="195263" y="1752600"/>
            <a:ext cx="8394700" cy="1531938"/>
          </a:xfrm>
          <a:prstGeom prst="rect">
            <a:avLst/>
          </a:prstGeom>
          <a:noFill/>
          <a:ln w="9525">
            <a:noFill/>
            <a:miter lim="800000"/>
            <a:headEnd/>
            <a:tailEnd/>
          </a:ln>
        </p:spPr>
        <p:txBody>
          <a:bodyPr lIns="0" tIns="0" rIns="0" bIns="0"/>
          <a:lstStyle/>
          <a:p>
            <a:pPr marL="290513" indent="-290513" algn="ctr" eaLnBrk="0" hangingPunct="0">
              <a:lnSpc>
                <a:spcPct val="80000"/>
              </a:lnSpc>
              <a:spcBef>
                <a:spcPct val="20000"/>
              </a:spcBef>
              <a:buClr>
                <a:schemeClr val="accent1"/>
              </a:buClr>
              <a:buSzPct val="75000"/>
              <a:buFont typeface="Wingdings" pitchFamily="2" charset="2"/>
              <a:buNone/>
              <a:defRPr/>
            </a:pPr>
            <a:endParaRPr lang="fr-FR" sz="1800" b="1" dirty="0">
              <a:solidFill>
                <a:schemeClr val="tx2"/>
              </a:solidFill>
              <a:latin typeface="Arial" pitchFamily="34" charset="0"/>
            </a:endParaRPr>
          </a:p>
          <a:p>
            <a:pPr marL="290513" indent="-290513" algn="ctr" eaLnBrk="0" hangingPunct="0">
              <a:lnSpc>
                <a:spcPct val="80000"/>
              </a:lnSpc>
              <a:spcBef>
                <a:spcPct val="20000"/>
              </a:spcBef>
              <a:buClr>
                <a:schemeClr val="accent1"/>
              </a:buClr>
              <a:buSzPct val="75000"/>
              <a:buFont typeface="Wingdings" pitchFamily="2" charset="2"/>
              <a:buNone/>
              <a:defRPr/>
            </a:pPr>
            <a:r>
              <a:rPr lang="fr-FR" sz="1800" b="1" dirty="0">
                <a:latin typeface="Calibri" pitchFamily="34" charset="0"/>
                <a:cs typeface="Calibri" pitchFamily="34" charset="0"/>
              </a:rPr>
              <a:t>Attitude des 3 Réels</a:t>
            </a:r>
          </a:p>
          <a:p>
            <a:pPr marL="290513" indent="-290513" algn="ctr" eaLnBrk="0" hangingPunct="0">
              <a:lnSpc>
                <a:spcPct val="80000"/>
              </a:lnSpc>
              <a:spcBef>
                <a:spcPct val="20000"/>
              </a:spcBef>
              <a:buClr>
                <a:schemeClr val="accent1"/>
              </a:buClr>
              <a:buSzPct val="75000"/>
              <a:buFont typeface="Wingdings" pitchFamily="2" charset="2"/>
              <a:buNone/>
              <a:defRPr/>
            </a:pPr>
            <a:endParaRPr lang="fr-FR" sz="1000" b="1" u="sng" dirty="0">
              <a:solidFill>
                <a:schemeClr val="tx2"/>
              </a:solidFill>
              <a:latin typeface="Calibri" pitchFamily="34" charset="0"/>
              <a:cs typeface="Calibri" pitchFamily="34" charset="0"/>
            </a:endParaRPr>
          </a:p>
          <a:p>
            <a:pPr marL="360363" indent="-360363" algn="just" eaLnBrk="0" hangingPunct="0">
              <a:spcBef>
                <a:spcPct val="20000"/>
              </a:spcBef>
              <a:buClr>
                <a:schemeClr val="accent1"/>
              </a:buClr>
              <a:buSzPct val="75000"/>
              <a:buFont typeface="Wingdings" pitchFamily="2" charset="2"/>
              <a:buNone/>
              <a:defRPr/>
            </a:pPr>
            <a:r>
              <a:rPr lang="fr-FR" sz="2400" b="1" dirty="0">
                <a:solidFill>
                  <a:srgbClr val="002060"/>
                </a:solidFill>
                <a:latin typeface="Calibri" pitchFamily="34" charset="0"/>
                <a:cs typeface="Calibri" pitchFamily="34" charset="0"/>
              </a:rPr>
              <a:t>1. </a:t>
            </a:r>
            <a:r>
              <a:rPr lang="fr-FR" sz="2400" b="1" u="sng" dirty="0">
                <a:solidFill>
                  <a:srgbClr val="002060"/>
                </a:solidFill>
                <a:latin typeface="Calibri" pitchFamily="34" charset="0"/>
                <a:cs typeface="Calibri" pitchFamily="34" charset="0"/>
              </a:rPr>
              <a:t>Lieu réel avec les opérateurs</a:t>
            </a:r>
            <a:r>
              <a:rPr lang="fr-FR" sz="2400" b="1" u="sng" dirty="0">
                <a:solidFill>
                  <a:srgbClr val="009900"/>
                </a:solidFill>
                <a:latin typeface="Calibri" pitchFamily="34" charset="0"/>
                <a:cs typeface="Calibri" pitchFamily="34" charset="0"/>
              </a:rPr>
              <a:t> GEN-BA</a:t>
            </a:r>
            <a:r>
              <a:rPr lang="fr-FR" sz="2400" b="1" dirty="0">
                <a:latin typeface="Calibri" pitchFamily="34" charset="0"/>
                <a:cs typeface="Calibri" pitchFamily="34" charset="0"/>
              </a:rPr>
              <a:t>: </a:t>
            </a:r>
            <a:r>
              <a:rPr lang="fr-FR" sz="1800" b="1" dirty="0">
                <a:latin typeface="Calibri" pitchFamily="34" charset="0"/>
                <a:cs typeface="Calibri" pitchFamily="34" charset="0"/>
              </a:rPr>
              <a:t>déterminer le lieu où le problème s’est  produit et quand il s’est produit.</a:t>
            </a:r>
          </a:p>
          <a:p>
            <a:pPr marL="290513" indent="-290513" algn="ctr" eaLnBrk="0" hangingPunct="0">
              <a:spcBef>
                <a:spcPct val="20000"/>
              </a:spcBef>
              <a:buClr>
                <a:schemeClr val="accent1"/>
              </a:buClr>
              <a:buSzPct val="75000"/>
              <a:buFont typeface="Wingdings" pitchFamily="2" charset="2"/>
              <a:buNone/>
              <a:defRPr/>
            </a:pPr>
            <a:endParaRPr lang="fr-FR" sz="2400" b="1" dirty="0">
              <a:solidFill>
                <a:schemeClr val="tx2"/>
              </a:solidFill>
              <a:latin typeface="Arial" pitchFamily="34" charset="0"/>
            </a:endParaRPr>
          </a:p>
        </p:txBody>
      </p:sp>
      <p:pic>
        <p:nvPicPr>
          <p:cNvPr id="40967" name="Picture 7"/>
          <p:cNvPicPr>
            <a:picLocks noChangeAspect="1" noChangeArrowheads="1"/>
          </p:cNvPicPr>
          <p:nvPr/>
        </p:nvPicPr>
        <p:blipFill>
          <a:blip r:embed="rId3" cstate="email"/>
          <a:srcRect t="1788"/>
          <a:stretch>
            <a:fillRect/>
          </a:stretch>
        </p:blipFill>
        <p:spPr bwMode="auto">
          <a:xfrm>
            <a:off x="528034" y="3429064"/>
            <a:ext cx="2774526" cy="2636598"/>
          </a:xfrm>
          <a:prstGeom prst="rect">
            <a:avLst/>
          </a:prstGeom>
          <a:noFill/>
          <a:ln w="28575" algn="ctr">
            <a:noFill/>
            <a:miter lim="800000"/>
            <a:headEnd/>
            <a:tailEnd/>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pic>
      <p:sp>
        <p:nvSpPr>
          <p:cNvPr id="40968" name="Rectangle 8"/>
          <p:cNvSpPr>
            <a:spLocks noChangeArrowheads="1"/>
          </p:cNvSpPr>
          <p:nvPr/>
        </p:nvSpPr>
        <p:spPr bwMode="auto">
          <a:xfrm>
            <a:off x="3306763" y="3251200"/>
            <a:ext cx="5305425" cy="2724150"/>
          </a:xfrm>
          <a:prstGeom prst="rect">
            <a:avLst/>
          </a:prstGeom>
          <a:noFill/>
          <a:ln w="9525">
            <a:noFill/>
            <a:miter lim="800000"/>
            <a:headEnd/>
            <a:tailEnd/>
          </a:ln>
        </p:spPr>
        <p:txBody>
          <a:bodyPr>
            <a:spAutoFit/>
          </a:bodyPr>
          <a:lstStyle/>
          <a:p>
            <a:pPr algn="just">
              <a:spcBef>
                <a:spcPct val="50000"/>
              </a:spcBef>
            </a:pPr>
            <a:r>
              <a:rPr lang="fr-FR" sz="1800" dirty="0">
                <a:latin typeface="Calibri" pitchFamily="34" charset="0"/>
                <a:cs typeface="Calibri" pitchFamily="34" charset="0"/>
              </a:rPr>
              <a:t>Toujours en mouvement, il a du mal à rester assis à son bureau. Dès qu’il a connaissance d’un problème, il se rend sur place pour observer et analyser tous les facteurs pertinents. </a:t>
            </a:r>
            <a:r>
              <a:rPr lang="fr-FR" sz="1800" dirty="0">
                <a:solidFill>
                  <a:srgbClr val="FF0000"/>
                </a:solidFill>
                <a:latin typeface="Calibri" pitchFamily="34" charset="0"/>
                <a:cs typeface="Calibri" pitchFamily="34" charset="0"/>
              </a:rPr>
              <a:t>Il parle à tous les opérateurs</a:t>
            </a:r>
            <a:r>
              <a:rPr lang="fr-FR" sz="1800" dirty="0">
                <a:solidFill>
                  <a:schemeClr val="tx2"/>
                </a:solidFill>
                <a:latin typeface="Calibri" pitchFamily="34" charset="0"/>
                <a:cs typeface="Calibri" pitchFamily="34" charset="0"/>
              </a:rPr>
              <a:t> </a:t>
            </a:r>
            <a:r>
              <a:rPr lang="fr-FR" sz="1800" dirty="0">
                <a:latin typeface="Calibri" pitchFamily="34" charset="0"/>
                <a:cs typeface="Calibri" pitchFamily="34" charset="0"/>
              </a:rPr>
              <a:t>qui étaient présents sur le lieu quand le problème a été détecté.</a:t>
            </a:r>
          </a:p>
          <a:p>
            <a:pPr algn="just">
              <a:spcBef>
                <a:spcPct val="50000"/>
              </a:spcBef>
            </a:pPr>
            <a:r>
              <a:rPr lang="fr-FR" sz="1800" dirty="0">
                <a:latin typeface="Calibri" pitchFamily="34" charset="0"/>
                <a:cs typeface="Calibri" pitchFamily="34" charset="0"/>
              </a:rPr>
              <a:t>Il adore être sur le terrain. Il se déplace dans l’atelier et sur la zone où le problème a été détecté pour évaluer tous les facteurs - </a:t>
            </a:r>
            <a:r>
              <a:rPr lang="fr-FR" sz="1800" dirty="0">
                <a:solidFill>
                  <a:schemeClr val="tx2"/>
                </a:solidFill>
                <a:latin typeface="Calibri" pitchFamily="34" charset="0"/>
                <a:cs typeface="Calibri" pitchFamily="34" charset="0"/>
              </a:rPr>
              <a:t> </a:t>
            </a:r>
            <a:r>
              <a:rPr lang="fr-FR" sz="1800" dirty="0">
                <a:solidFill>
                  <a:srgbClr val="FF0000"/>
                </a:solidFill>
                <a:latin typeface="Calibri" pitchFamily="34" charset="0"/>
                <a:cs typeface="Calibri" pitchFamily="34" charset="0"/>
              </a:rPr>
              <a:t>il n’a pas ses yeux dans la poche !</a:t>
            </a:r>
          </a:p>
        </p:txBody>
      </p:sp>
      <p:sp>
        <p:nvSpPr>
          <p:cNvPr id="14" name="Text Box 2"/>
          <p:cNvSpPr txBox="1">
            <a:spLocks noChangeArrowheads="1"/>
          </p:cNvSpPr>
          <p:nvPr/>
        </p:nvSpPr>
        <p:spPr bwMode="auto">
          <a:xfrm>
            <a:off x="2268441" y="1431925"/>
            <a:ext cx="2530180"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D1 – Décrire - Clarifier</a:t>
            </a:r>
          </a:p>
        </p:txBody>
      </p:sp>
      <p:sp>
        <p:nvSpPr>
          <p:cNvPr id="15" name="Rectangle 2"/>
          <p:cNvSpPr>
            <a:spLocks noChangeArrowheads="1"/>
          </p:cNvSpPr>
          <p:nvPr/>
        </p:nvSpPr>
        <p:spPr bwMode="auto">
          <a:xfrm>
            <a:off x="352425" y="6350"/>
            <a:ext cx="8686800" cy="1143000"/>
          </a:xfrm>
          <a:prstGeom prst="rect">
            <a:avLst/>
          </a:prstGeom>
          <a:noFill/>
          <a:ln w="9525">
            <a:noFill/>
            <a:miter lim="800000"/>
            <a:headEnd/>
            <a:tailEnd/>
          </a:ln>
        </p:spPr>
        <p:txBody>
          <a:bodyPr anchor="ctr"/>
          <a:lstStyle/>
          <a:p>
            <a:pPr eaLnBrk="0" hangingPunct="0">
              <a:defRPr/>
            </a:pPr>
            <a:endParaRPr lang="en-GB" sz="2400" b="1" dirty="0">
              <a:solidFill>
                <a:srgbClr val="002060"/>
              </a:solidFill>
              <a:effectLst>
                <a:outerShdw blurRad="38100" dist="38100" dir="2700000" algn="tl">
                  <a:srgbClr val="C0C0C0"/>
                </a:outerShdw>
              </a:effectLst>
              <a:latin typeface="Calibri" pitchFamily="34" charset="0"/>
              <a:cs typeface="Calibri" pitchFamily="34" charset="0"/>
            </a:endParaRPr>
          </a:p>
        </p:txBody>
      </p:sp>
      <p:sp>
        <p:nvSpPr>
          <p:cNvPr id="20" name="Rectangle 19"/>
          <p:cNvSpPr/>
          <p:nvPr/>
        </p:nvSpPr>
        <p:spPr>
          <a:xfrm>
            <a:off x="296525" y="1384270"/>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17" name="Rectangle 2"/>
          <p:cNvSpPr>
            <a:spLocks noChangeArrowheads="1"/>
          </p:cNvSpPr>
          <p:nvPr/>
        </p:nvSpPr>
        <p:spPr bwMode="auto">
          <a:xfrm>
            <a:off x="271462" y="395790"/>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Tree>
    <p:extLst>
      <p:ext uri="{BB962C8B-B14F-4D97-AF65-F5344CB8AC3E}">
        <p14:creationId xmlns:p14="http://schemas.microsoft.com/office/powerpoint/2010/main" val="3149559810"/>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4096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8" fill="hold" nodeType="clickEffect">
                                  <p:stCondLst>
                                    <p:cond delay="0"/>
                                  </p:stCondLst>
                                  <p:childTnLst>
                                    <p:set>
                                      <p:cBhvr>
                                        <p:cTn id="10" dur="1" fill="hold">
                                          <p:stCondLst>
                                            <p:cond delay="0"/>
                                          </p:stCondLst>
                                        </p:cTn>
                                        <p:tgtEl>
                                          <p:spTgt spid="40967"/>
                                        </p:tgtEl>
                                        <p:attrNameLst>
                                          <p:attrName>style.visibility</p:attrName>
                                        </p:attrNameLst>
                                      </p:cBhvr>
                                      <p:to>
                                        <p:strVal val="visible"/>
                                      </p:to>
                                    </p:set>
                                    <p:anim calcmode="lin" valueType="num">
                                      <p:cBhvr additive="base">
                                        <p:cTn id="11" dur="500" fill="hold"/>
                                        <p:tgtEl>
                                          <p:spTgt spid="40967"/>
                                        </p:tgtEl>
                                        <p:attrNameLst>
                                          <p:attrName>ppt_x</p:attrName>
                                        </p:attrNameLst>
                                      </p:cBhvr>
                                      <p:tavLst>
                                        <p:tav tm="0">
                                          <p:val>
                                            <p:strVal val="0-#ppt_w/2"/>
                                          </p:val>
                                        </p:tav>
                                        <p:tav tm="100000">
                                          <p:val>
                                            <p:strVal val="#ppt_x"/>
                                          </p:val>
                                        </p:tav>
                                      </p:tavLst>
                                    </p:anim>
                                    <p:anim calcmode="lin" valueType="num">
                                      <p:cBhvr additive="base">
                                        <p:cTn id="12" dur="500" fill="hold"/>
                                        <p:tgtEl>
                                          <p:spTgt spid="40967"/>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499"/>
                                          </p:stCondLst>
                                        </p:cTn>
                                        <p:tgtEl>
                                          <p:spTgt spid="4096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6" grpId="0" autoUpdateAnimBg="0"/>
      <p:bldP spid="40968" grpId="0"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ext Box 3"/>
          <p:cNvSpPr txBox="1">
            <a:spLocks noChangeArrowheads="1"/>
          </p:cNvSpPr>
          <p:nvPr/>
        </p:nvSpPr>
        <p:spPr bwMode="auto">
          <a:xfrm>
            <a:off x="638175" y="1431925"/>
            <a:ext cx="7843838" cy="304800"/>
          </a:xfrm>
          <a:prstGeom prst="rect">
            <a:avLst/>
          </a:prstGeom>
          <a:noFill/>
          <a:ln w="9525">
            <a:noFill/>
            <a:miter lim="800000"/>
            <a:headEnd/>
            <a:tailEnd/>
          </a:ln>
        </p:spPr>
        <p:txBody>
          <a:bodyPr>
            <a:spAutoFit/>
          </a:bodyPr>
          <a:lstStyle/>
          <a:p>
            <a:pPr eaLnBrk="0" hangingPunct="0">
              <a:spcBef>
                <a:spcPct val="50000"/>
              </a:spcBef>
            </a:pPr>
            <a:endParaRPr lang="en-GB"/>
          </a:p>
        </p:txBody>
      </p:sp>
      <p:sp>
        <p:nvSpPr>
          <p:cNvPr id="69635" name="Text Box 4"/>
          <p:cNvSpPr txBox="1">
            <a:spLocks noChangeArrowheads="1"/>
          </p:cNvSpPr>
          <p:nvPr/>
        </p:nvSpPr>
        <p:spPr bwMode="auto">
          <a:xfrm>
            <a:off x="1574800" y="1736725"/>
            <a:ext cx="5854700" cy="304800"/>
          </a:xfrm>
          <a:prstGeom prst="rect">
            <a:avLst/>
          </a:prstGeom>
          <a:noFill/>
          <a:ln w="9525">
            <a:noFill/>
            <a:miter lim="800000"/>
            <a:headEnd/>
            <a:tailEnd/>
          </a:ln>
        </p:spPr>
        <p:txBody>
          <a:bodyPr>
            <a:spAutoFit/>
          </a:bodyPr>
          <a:lstStyle/>
          <a:p>
            <a:pPr eaLnBrk="0" hangingPunct="0">
              <a:spcBef>
                <a:spcPct val="50000"/>
              </a:spcBef>
            </a:pPr>
            <a:endParaRPr lang="fr-FR"/>
          </a:p>
        </p:txBody>
      </p:sp>
      <p:sp>
        <p:nvSpPr>
          <p:cNvPr id="69636" name="Text Box 5"/>
          <p:cNvSpPr txBox="1">
            <a:spLocks noChangeArrowheads="1"/>
          </p:cNvSpPr>
          <p:nvPr/>
        </p:nvSpPr>
        <p:spPr bwMode="auto">
          <a:xfrm>
            <a:off x="1123950" y="1885950"/>
            <a:ext cx="7358063" cy="304800"/>
          </a:xfrm>
          <a:prstGeom prst="rect">
            <a:avLst/>
          </a:prstGeom>
          <a:noFill/>
          <a:ln w="9525">
            <a:noFill/>
            <a:miter lim="800000"/>
            <a:headEnd/>
            <a:tailEnd/>
          </a:ln>
        </p:spPr>
        <p:txBody>
          <a:bodyPr>
            <a:spAutoFit/>
          </a:bodyPr>
          <a:lstStyle/>
          <a:p>
            <a:pPr eaLnBrk="0" hangingPunct="0">
              <a:spcBef>
                <a:spcPct val="50000"/>
              </a:spcBef>
            </a:pPr>
            <a:endParaRPr lang="fr-FR"/>
          </a:p>
        </p:txBody>
      </p:sp>
      <p:sp>
        <p:nvSpPr>
          <p:cNvPr id="69637" name="Text Box 6"/>
          <p:cNvSpPr txBox="1">
            <a:spLocks noChangeArrowheads="1"/>
          </p:cNvSpPr>
          <p:nvPr/>
        </p:nvSpPr>
        <p:spPr bwMode="auto">
          <a:xfrm>
            <a:off x="800100" y="5419725"/>
            <a:ext cx="7419975" cy="304800"/>
          </a:xfrm>
          <a:prstGeom prst="rect">
            <a:avLst/>
          </a:prstGeom>
          <a:noFill/>
          <a:ln w="9525">
            <a:noFill/>
            <a:miter lim="800000"/>
            <a:headEnd/>
            <a:tailEnd/>
          </a:ln>
        </p:spPr>
        <p:txBody>
          <a:bodyPr>
            <a:spAutoFit/>
          </a:bodyPr>
          <a:lstStyle/>
          <a:p>
            <a:pPr eaLnBrk="0" hangingPunct="0">
              <a:spcBef>
                <a:spcPct val="50000"/>
              </a:spcBef>
            </a:pPr>
            <a:endParaRPr lang="fr-FR"/>
          </a:p>
        </p:txBody>
      </p:sp>
      <p:sp>
        <p:nvSpPr>
          <p:cNvPr id="41991" name="Rectangle 7"/>
          <p:cNvSpPr>
            <a:spLocks noChangeArrowheads="1"/>
          </p:cNvSpPr>
          <p:nvPr/>
        </p:nvSpPr>
        <p:spPr bwMode="auto">
          <a:xfrm>
            <a:off x="454025" y="1779588"/>
            <a:ext cx="8277225" cy="1311275"/>
          </a:xfrm>
          <a:prstGeom prst="rect">
            <a:avLst/>
          </a:prstGeom>
          <a:noFill/>
          <a:ln w="9525">
            <a:noFill/>
            <a:miter lim="800000"/>
            <a:headEnd/>
            <a:tailEnd/>
          </a:ln>
        </p:spPr>
        <p:txBody>
          <a:bodyPr lIns="0" tIns="0" rIns="0" bIns="0"/>
          <a:lstStyle/>
          <a:p>
            <a:pPr marL="290513" indent="-290513" algn="ctr" eaLnBrk="0" hangingPunct="0">
              <a:lnSpc>
                <a:spcPct val="80000"/>
              </a:lnSpc>
              <a:spcBef>
                <a:spcPct val="20000"/>
              </a:spcBef>
              <a:buClr>
                <a:schemeClr val="accent1"/>
              </a:buClr>
              <a:buSzPct val="75000"/>
              <a:buFont typeface="Wingdings" pitchFamily="2" charset="2"/>
              <a:buNone/>
            </a:pPr>
            <a:endParaRPr lang="fr-FR" sz="1800" b="1" dirty="0">
              <a:solidFill>
                <a:schemeClr val="tx2"/>
              </a:solidFill>
              <a:latin typeface="Arial" pitchFamily="34" charset="0"/>
            </a:endParaRPr>
          </a:p>
          <a:p>
            <a:pPr marL="290513" indent="-290513" algn="ctr" eaLnBrk="0" hangingPunct="0">
              <a:lnSpc>
                <a:spcPct val="80000"/>
              </a:lnSpc>
              <a:spcBef>
                <a:spcPct val="20000"/>
              </a:spcBef>
              <a:buClr>
                <a:schemeClr val="accent1"/>
              </a:buClr>
              <a:buSzPct val="75000"/>
              <a:buFont typeface="Wingdings" pitchFamily="2" charset="2"/>
              <a:buNone/>
            </a:pPr>
            <a:r>
              <a:rPr lang="fr-FR" sz="1800" b="1" dirty="0">
                <a:latin typeface="Calibri" pitchFamily="34" charset="0"/>
                <a:cs typeface="Calibri" pitchFamily="34" charset="0"/>
              </a:rPr>
              <a:t>Attitude des 3 Réels</a:t>
            </a:r>
          </a:p>
          <a:p>
            <a:pPr marL="290513" indent="-290513" eaLnBrk="0" hangingPunct="0">
              <a:spcBef>
                <a:spcPct val="20000"/>
              </a:spcBef>
              <a:buClr>
                <a:schemeClr val="accent1"/>
              </a:buClr>
              <a:buSzPct val="75000"/>
              <a:buFont typeface="Wingdings" pitchFamily="2" charset="2"/>
              <a:buNone/>
            </a:pPr>
            <a:r>
              <a:rPr lang="fr-FR" sz="2400" b="1" dirty="0">
                <a:solidFill>
                  <a:srgbClr val="002060"/>
                </a:solidFill>
                <a:latin typeface="Calibri" pitchFamily="34" charset="0"/>
                <a:cs typeface="Calibri" pitchFamily="34" charset="0"/>
              </a:rPr>
              <a:t>2. </a:t>
            </a:r>
            <a:r>
              <a:rPr lang="fr-FR" sz="2400" b="1" u="sng" dirty="0">
                <a:solidFill>
                  <a:srgbClr val="002060"/>
                </a:solidFill>
                <a:latin typeface="Calibri" pitchFamily="34" charset="0"/>
                <a:cs typeface="Calibri" pitchFamily="34" charset="0"/>
              </a:rPr>
              <a:t>Pièces réelles </a:t>
            </a:r>
            <a:r>
              <a:rPr lang="fr-FR" sz="2400" u="sng" dirty="0">
                <a:solidFill>
                  <a:srgbClr val="009900"/>
                </a:solidFill>
                <a:latin typeface="Calibri" pitchFamily="34" charset="0"/>
                <a:cs typeface="Calibri" pitchFamily="34" charset="0"/>
              </a:rPr>
              <a:t>GEN-BUTSU</a:t>
            </a:r>
            <a:r>
              <a:rPr lang="fr-FR" sz="2400" b="1" u="sng" dirty="0">
                <a:solidFill>
                  <a:srgbClr val="002060"/>
                </a:solidFill>
                <a:latin typeface="Calibri" pitchFamily="34" charset="0"/>
                <a:cs typeface="Calibri" pitchFamily="34" charset="0"/>
              </a:rPr>
              <a:t> </a:t>
            </a:r>
            <a:r>
              <a:rPr lang="fr-FR" sz="2400" b="1" dirty="0">
                <a:latin typeface="Calibri" pitchFamily="34" charset="0"/>
                <a:cs typeface="Calibri" pitchFamily="34" charset="0"/>
              </a:rPr>
              <a:t>: </a:t>
            </a:r>
            <a:r>
              <a:rPr lang="fr-FR" sz="1800" b="1" dirty="0">
                <a:latin typeface="Calibri" pitchFamily="34" charset="0"/>
                <a:cs typeface="Calibri" pitchFamily="34" charset="0"/>
              </a:rPr>
              <a:t>pièces bonnes, pièces mauvaises, comparaison par rapport au Standard</a:t>
            </a:r>
            <a:endParaRPr lang="fr-FR" sz="2400" b="1" dirty="0">
              <a:latin typeface="Calibri" pitchFamily="34" charset="0"/>
              <a:cs typeface="Calibri" pitchFamily="34" charset="0"/>
            </a:endParaRPr>
          </a:p>
        </p:txBody>
      </p:sp>
      <p:pic>
        <p:nvPicPr>
          <p:cNvPr id="41992" name="Picture 8"/>
          <p:cNvPicPr>
            <a:picLocks noChangeAspect="1" noChangeArrowheads="1"/>
          </p:cNvPicPr>
          <p:nvPr/>
        </p:nvPicPr>
        <p:blipFill>
          <a:blip r:embed="rId3" cstate="email"/>
          <a:srcRect b="2693"/>
          <a:stretch>
            <a:fillRect/>
          </a:stretch>
        </p:blipFill>
        <p:spPr bwMode="auto">
          <a:xfrm>
            <a:off x="579549" y="4127500"/>
            <a:ext cx="3227165" cy="2110126"/>
          </a:xfrm>
          <a:prstGeom prst="rect">
            <a:avLst/>
          </a:prstGeom>
          <a:noFill/>
          <a:ln w="28575" algn="ctr">
            <a:noFill/>
            <a:miter lim="800000"/>
            <a:headEnd/>
            <a:tailEnd/>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pic>
      <p:sp>
        <p:nvSpPr>
          <p:cNvPr id="41993" name="Rectangle 9"/>
          <p:cNvSpPr>
            <a:spLocks noChangeArrowheads="1"/>
          </p:cNvSpPr>
          <p:nvPr/>
        </p:nvSpPr>
        <p:spPr bwMode="auto">
          <a:xfrm>
            <a:off x="3697288" y="4127500"/>
            <a:ext cx="5137150" cy="2170113"/>
          </a:xfrm>
          <a:prstGeom prst="rect">
            <a:avLst/>
          </a:prstGeom>
          <a:noFill/>
          <a:ln w="9525" algn="ctr">
            <a:noFill/>
            <a:miter lim="800000"/>
            <a:headEnd/>
            <a:tailEnd/>
          </a:ln>
        </p:spPr>
        <p:txBody>
          <a:bodyPr>
            <a:spAutoFit/>
          </a:bodyPr>
          <a:lstStyle/>
          <a:p>
            <a:pPr algn="just">
              <a:spcBef>
                <a:spcPct val="50000"/>
              </a:spcBef>
            </a:pPr>
            <a:r>
              <a:rPr lang="fr-FR" sz="1800" dirty="0">
                <a:latin typeface="Calibri" pitchFamily="34" charset="0"/>
                <a:cs typeface="Calibri" pitchFamily="34" charset="0"/>
              </a:rPr>
              <a:t>Une fois en possession des pièces, il les analyse, refait tous les essais et montages nécessaires avant de rendre son verdict.</a:t>
            </a:r>
          </a:p>
          <a:p>
            <a:pPr algn="just">
              <a:spcBef>
                <a:spcPct val="50000"/>
              </a:spcBef>
            </a:pPr>
            <a:r>
              <a:rPr lang="fr-FR" sz="1800" dirty="0">
                <a:solidFill>
                  <a:srgbClr val="FF0000"/>
                </a:solidFill>
                <a:latin typeface="Calibri" pitchFamily="34" charset="0"/>
                <a:cs typeface="Calibri" pitchFamily="34" charset="0"/>
              </a:rPr>
              <a:t>Il est très important qu’il manipule les pièces, bonnes et mauvaises </a:t>
            </a:r>
            <a:r>
              <a:rPr lang="fr-FR" sz="1800" dirty="0">
                <a:solidFill>
                  <a:schemeClr val="tx2"/>
                </a:solidFill>
                <a:latin typeface="Calibri" pitchFamily="34" charset="0"/>
                <a:cs typeface="Calibri" pitchFamily="34" charset="0"/>
              </a:rPr>
              <a:t>: </a:t>
            </a:r>
            <a:r>
              <a:rPr lang="fr-FR" sz="1800" dirty="0">
                <a:latin typeface="Calibri" pitchFamily="34" charset="0"/>
                <a:cs typeface="Calibri" pitchFamily="34" charset="0"/>
              </a:rPr>
              <a:t>il a besoin de les toucher, de les comparer pour comprendre le client et l’aider à résoudre le problème. </a:t>
            </a:r>
          </a:p>
        </p:txBody>
      </p:sp>
      <p:sp>
        <p:nvSpPr>
          <p:cNvPr id="41994" name="Text Box 10"/>
          <p:cNvSpPr txBox="1">
            <a:spLocks noChangeArrowheads="1"/>
          </p:cNvSpPr>
          <p:nvPr/>
        </p:nvSpPr>
        <p:spPr bwMode="auto">
          <a:xfrm>
            <a:off x="385763" y="3052763"/>
            <a:ext cx="8435975" cy="922337"/>
          </a:xfrm>
          <a:prstGeom prst="rect">
            <a:avLst/>
          </a:prstGeom>
          <a:noFill/>
          <a:ln w="9525" algn="ctr">
            <a:noFill/>
            <a:miter lim="800000"/>
            <a:headEnd/>
            <a:tailEnd/>
          </a:ln>
        </p:spPr>
        <p:txBody>
          <a:bodyPr>
            <a:spAutoFit/>
          </a:bodyPr>
          <a:lstStyle/>
          <a:p>
            <a:pPr algn="just">
              <a:spcBef>
                <a:spcPct val="50000"/>
              </a:spcBef>
            </a:pPr>
            <a:r>
              <a:rPr lang="fr-FR" sz="1800" b="1" dirty="0">
                <a:latin typeface="Calibri" pitchFamily="34" charset="0"/>
                <a:cs typeface="Calibri" pitchFamily="34" charset="0"/>
              </a:rPr>
              <a:t>Il veut voir les pièces et les avoir en mains avant de confirmer le problème. Lorsqu’il a connaissance d’un problème, tout ce qu’il veut c’est </a:t>
            </a:r>
            <a:r>
              <a:rPr lang="fr-FR" sz="1800" b="1" dirty="0">
                <a:solidFill>
                  <a:srgbClr val="FF0000"/>
                </a:solidFill>
                <a:latin typeface="Calibri" pitchFamily="34" charset="0"/>
                <a:cs typeface="Calibri" pitchFamily="34" charset="0"/>
              </a:rPr>
              <a:t>voir les pièces. </a:t>
            </a:r>
            <a:r>
              <a:rPr lang="fr-FR" sz="1800" b="1" dirty="0">
                <a:solidFill>
                  <a:schemeClr val="tx2"/>
                </a:solidFill>
                <a:latin typeface="Calibri" pitchFamily="34" charset="0"/>
                <a:cs typeface="Calibri" pitchFamily="34" charset="0"/>
              </a:rPr>
              <a:t> </a:t>
            </a:r>
            <a:r>
              <a:rPr lang="fr-FR" sz="1800" b="1" dirty="0">
                <a:latin typeface="Calibri" pitchFamily="34" charset="0"/>
                <a:cs typeface="Calibri" pitchFamily="34" charset="0"/>
              </a:rPr>
              <a:t>Il ne portera aucun jugement tant qu’il n’aura pas vu les pièces</a:t>
            </a:r>
            <a:r>
              <a:rPr lang="fr-FR" sz="1800" b="1" dirty="0">
                <a:latin typeface="Arial" pitchFamily="34" charset="0"/>
              </a:rPr>
              <a:t>.</a:t>
            </a:r>
          </a:p>
        </p:txBody>
      </p:sp>
      <p:sp>
        <p:nvSpPr>
          <p:cNvPr id="16" name="Text Box 2"/>
          <p:cNvSpPr txBox="1">
            <a:spLocks noChangeArrowheads="1"/>
          </p:cNvSpPr>
          <p:nvPr/>
        </p:nvSpPr>
        <p:spPr bwMode="auto">
          <a:xfrm>
            <a:off x="2333285" y="1489596"/>
            <a:ext cx="2530180"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D1 – Décrire - Clarifier</a:t>
            </a:r>
          </a:p>
        </p:txBody>
      </p:sp>
      <p:sp>
        <p:nvSpPr>
          <p:cNvPr id="22" name="Rectangle 21"/>
          <p:cNvSpPr/>
          <p:nvPr/>
        </p:nvSpPr>
        <p:spPr>
          <a:xfrm>
            <a:off x="296525" y="1472550"/>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19" name="Rectangle 2"/>
          <p:cNvSpPr>
            <a:spLocks noChangeArrowheads="1"/>
          </p:cNvSpPr>
          <p:nvPr/>
        </p:nvSpPr>
        <p:spPr bwMode="auto">
          <a:xfrm>
            <a:off x="271462" y="395790"/>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Tree>
    <p:extLst>
      <p:ext uri="{BB962C8B-B14F-4D97-AF65-F5344CB8AC3E}">
        <p14:creationId xmlns:p14="http://schemas.microsoft.com/office/powerpoint/2010/main" val="1699898093"/>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4199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41994"/>
                                        </p:tgtEl>
                                        <p:attrNameLst>
                                          <p:attrName>style.visibility</p:attrName>
                                        </p:attrNameLst>
                                      </p:cBhvr>
                                      <p:to>
                                        <p:strVal val="visible"/>
                                      </p:to>
                                    </p:set>
                                  </p:childTnLst>
                                </p:cTn>
                              </p:par>
                            </p:childTnLst>
                          </p:cTn>
                        </p:par>
                        <p:par>
                          <p:cTn id="11" fill="hold">
                            <p:stCondLst>
                              <p:cond delay="500"/>
                            </p:stCondLst>
                            <p:childTnLst>
                              <p:par>
                                <p:cTn id="12" presetID="2" presetClass="entr" presetSubtype="4" fill="hold" nodeType="afterEffect">
                                  <p:stCondLst>
                                    <p:cond delay="0"/>
                                  </p:stCondLst>
                                  <p:childTnLst>
                                    <p:set>
                                      <p:cBhvr>
                                        <p:cTn id="13" dur="1" fill="hold">
                                          <p:stCondLst>
                                            <p:cond delay="0"/>
                                          </p:stCondLst>
                                        </p:cTn>
                                        <p:tgtEl>
                                          <p:spTgt spid="41992"/>
                                        </p:tgtEl>
                                        <p:attrNameLst>
                                          <p:attrName>style.visibility</p:attrName>
                                        </p:attrNameLst>
                                      </p:cBhvr>
                                      <p:to>
                                        <p:strVal val="visible"/>
                                      </p:to>
                                    </p:set>
                                    <p:anim calcmode="lin" valueType="num">
                                      <p:cBhvr additive="base">
                                        <p:cTn id="14" dur="500" fill="hold"/>
                                        <p:tgtEl>
                                          <p:spTgt spid="41992"/>
                                        </p:tgtEl>
                                        <p:attrNameLst>
                                          <p:attrName>ppt_x</p:attrName>
                                        </p:attrNameLst>
                                      </p:cBhvr>
                                      <p:tavLst>
                                        <p:tav tm="0">
                                          <p:val>
                                            <p:strVal val="#ppt_x"/>
                                          </p:val>
                                        </p:tav>
                                        <p:tav tm="100000">
                                          <p:val>
                                            <p:strVal val="#ppt_x"/>
                                          </p:val>
                                        </p:tav>
                                      </p:tavLst>
                                    </p:anim>
                                    <p:anim calcmode="lin" valueType="num">
                                      <p:cBhvr additive="base">
                                        <p:cTn id="15" dur="500" fill="hold"/>
                                        <p:tgtEl>
                                          <p:spTgt spid="41992"/>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499"/>
                                          </p:stCondLst>
                                        </p:cTn>
                                        <p:tgtEl>
                                          <p:spTgt spid="419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91" grpId="0" autoUpdateAnimBg="0"/>
      <p:bldP spid="41993" grpId="0" autoUpdateAnimBg="0"/>
      <p:bldP spid="41994"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4819" name="Text Box 4"/>
          <p:cNvSpPr txBox="1">
            <a:spLocks noChangeArrowheads="1"/>
          </p:cNvSpPr>
          <p:nvPr/>
        </p:nvSpPr>
        <p:spPr bwMode="auto">
          <a:xfrm>
            <a:off x="1574800" y="1736725"/>
            <a:ext cx="5854700" cy="304800"/>
          </a:xfrm>
          <a:prstGeom prst="rect">
            <a:avLst/>
          </a:prstGeom>
          <a:noFill/>
          <a:ln w="9525">
            <a:noFill/>
            <a:miter lim="800000"/>
            <a:headEnd/>
            <a:tailEnd/>
          </a:ln>
          <a:scene3d>
            <a:camera prst="orthographicFront"/>
            <a:lightRig rig="threePt" dir="t"/>
          </a:scene3d>
          <a:sp3d>
            <a:bevelT w="165100" prst="coolSlant"/>
          </a:sp3d>
        </p:spPr>
        <p:txBody>
          <a:bodyPr>
            <a:spAutoFit/>
          </a:bodyPr>
          <a:lstStyle/>
          <a:p>
            <a:pPr eaLnBrk="0" hangingPunct="0">
              <a:spcBef>
                <a:spcPct val="50000"/>
              </a:spcBef>
              <a:defRPr/>
            </a:pPr>
            <a:endParaRPr lang="fr-FR"/>
          </a:p>
        </p:txBody>
      </p:sp>
      <p:sp>
        <p:nvSpPr>
          <p:cNvPr id="43013" name="Rectangle 5"/>
          <p:cNvSpPr>
            <a:spLocks noChangeArrowheads="1"/>
          </p:cNvSpPr>
          <p:nvPr/>
        </p:nvSpPr>
        <p:spPr bwMode="auto">
          <a:xfrm>
            <a:off x="193182" y="1905918"/>
            <a:ext cx="8673139" cy="1236528"/>
          </a:xfrm>
          <a:prstGeom prst="rect">
            <a:avLst/>
          </a:prstGeom>
          <a:noFill/>
          <a:ln w="9525">
            <a:noFill/>
            <a:miter lim="800000"/>
            <a:headEnd/>
            <a:tailEnd/>
          </a:ln>
          <a:scene3d>
            <a:camera prst="orthographicFront"/>
            <a:lightRig rig="threePt" dir="t"/>
          </a:scene3d>
          <a:sp3d>
            <a:bevelT w="165100" prst="coolSlant"/>
          </a:sp3d>
        </p:spPr>
        <p:txBody>
          <a:bodyPr lIns="0" tIns="0" rIns="0" bIns="0"/>
          <a:lstStyle/>
          <a:p>
            <a:pPr marL="290513" indent="-290513" algn="ctr" eaLnBrk="0" hangingPunct="0">
              <a:lnSpc>
                <a:spcPct val="80000"/>
              </a:lnSpc>
              <a:spcBef>
                <a:spcPct val="20000"/>
              </a:spcBef>
              <a:buClr>
                <a:schemeClr val="accent1"/>
              </a:buClr>
              <a:buSzPct val="75000"/>
              <a:buFont typeface="Wingdings" pitchFamily="2" charset="2"/>
              <a:buNone/>
              <a:defRPr/>
            </a:pPr>
            <a:endParaRPr lang="fr-FR" sz="1800" b="1" dirty="0">
              <a:solidFill>
                <a:schemeClr val="tx2"/>
              </a:solidFill>
              <a:latin typeface="Arial" pitchFamily="34" charset="0"/>
            </a:endParaRPr>
          </a:p>
          <a:p>
            <a:pPr marL="290513" indent="-290513" algn="ctr" eaLnBrk="0" hangingPunct="0">
              <a:lnSpc>
                <a:spcPct val="80000"/>
              </a:lnSpc>
              <a:spcBef>
                <a:spcPct val="20000"/>
              </a:spcBef>
              <a:buClr>
                <a:schemeClr val="accent1"/>
              </a:buClr>
              <a:buSzPct val="75000"/>
              <a:buFont typeface="Wingdings" pitchFamily="2" charset="2"/>
              <a:buNone/>
              <a:defRPr/>
            </a:pPr>
            <a:r>
              <a:rPr lang="fr-FR" sz="1800" b="1" dirty="0">
                <a:latin typeface="Calibri" pitchFamily="34" charset="0"/>
                <a:cs typeface="Calibri" pitchFamily="34" charset="0"/>
              </a:rPr>
              <a:t>Attitude des 3 Réels</a:t>
            </a:r>
          </a:p>
          <a:p>
            <a:pPr marL="290513" indent="-290513" algn="ctr" eaLnBrk="0" hangingPunct="0">
              <a:lnSpc>
                <a:spcPct val="80000"/>
              </a:lnSpc>
              <a:spcBef>
                <a:spcPct val="20000"/>
              </a:spcBef>
              <a:buClr>
                <a:schemeClr val="accent1"/>
              </a:buClr>
              <a:buSzPct val="75000"/>
              <a:buFont typeface="Wingdings" pitchFamily="2" charset="2"/>
              <a:buNone/>
              <a:defRPr/>
            </a:pPr>
            <a:endParaRPr lang="fr-FR" sz="900" b="1" u="sng" dirty="0">
              <a:solidFill>
                <a:srgbClr val="002060"/>
              </a:solidFill>
              <a:latin typeface="Calibri" pitchFamily="34" charset="0"/>
              <a:cs typeface="Calibri" pitchFamily="34" charset="0"/>
            </a:endParaRPr>
          </a:p>
          <a:p>
            <a:pPr marL="290513" indent="-290513" eaLnBrk="0" hangingPunct="0">
              <a:spcBef>
                <a:spcPct val="20000"/>
              </a:spcBef>
              <a:buClr>
                <a:schemeClr val="accent1"/>
              </a:buClr>
              <a:buSzPct val="75000"/>
              <a:buFont typeface="Wingdings" pitchFamily="2" charset="2"/>
              <a:buNone/>
              <a:defRPr/>
            </a:pPr>
            <a:r>
              <a:rPr lang="fr-FR" sz="2400" b="1" dirty="0">
                <a:solidFill>
                  <a:srgbClr val="002060"/>
                </a:solidFill>
                <a:latin typeface="Calibri" pitchFamily="34" charset="0"/>
                <a:cs typeface="Calibri" pitchFamily="34" charset="0"/>
              </a:rPr>
              <a:t>3. </a:t>
            </a:r>
            <a:r>
              <a:rPr lang="fr-FR" sz="2400" b="1" u="sng" dirty="0">
                <a:solidFill>
                  <a:srgbClr val="002060"/>
                </a:solidFill>
                <a:latin typeface="Calibri" pitchFamily="34" charset="0"/>
                <a:cs typeface="Calibri" pitchFamily="34" charset="0"/>
              </a:rPr>
              <a:t>Données réelles </a:t>
            </a:r>
            <a:r>
              <a:rPr lang="fr-FR" sz="2400" u="sng" dirty="0">
                <a:solidFill>
                  <a:srgbClr val="009900"/>
                </a:solidFill>
                <a:latin typeface="Calibri" pitchFamily="34" charset="0"/>
                <a:cs typeface="Calibri" pitchFamily="34" charset="0"/>
              </a:rPr>
              <a:t>GEN-JITSU </a:t>
            </a:r>
            <a:r>
              <a:rPr lang="fr-FR" sz="2400" b="1" dirty="0">
                <a:latin typeface="Calibri" pitchFamily="34" charset="0"/>
                <a:cs typeface="Calibri" pitchFamily="34" charset="0"/>
              </a:rPr>
              <a:t>: </a:t>
            </a:r>
            <a:r>
              <a:rPr lang="fr-FR" sz="1800" b="1" dirty="0">
                <a:latin typeface="Calibri" pitchFamily="34" charset="0"/>
                <a:cs typeface="Calibri" pitchFamily="34" charset="0"/>
              </a:rPr>
              <a:t>pas de blabla – </a:t>
            </a:r>
            <a:r>
              <a:rPr lang="fr-FR" sz="1800" b="1" dirty="0">
                <a:solidFill>
                  <a:srgbClr val="FF0000"/>
                </a:solidFill>
                <a:latin typeface="Calibri" pitchFamily="34" charset="0"/>
                <a:cs typeface="Calibri" pitchFamily="34" charset="0"/>
              </a:rPr>
              <a:t>données et faits UNIQUEMENT</a:t>
            </a:r>
            <a:endParaRPr lang="fr-FR" sz="1800" b="1" dirty="0">
              <a:solidFill>
                <a:schemeClr val="tx2"/>
              </a:solidFill>
              <a:latin typeface="Calibri" pitchFamily="34" charset="0"/>
              <a:cs typeface="Calibri" pitchFamily="34" charset="0"/>
            </a:endParaRPr>
          </a:p>
        </p:txBody>
      </p:sp>
      <p:pic>
        <p:nvPicPr>
          <p:cNvPr id="43014" name="Picture 6"/>
          <p:cNvPicPr>
            <a:picLocks noGrp="1" noChangeAspect="1" noChangeArrowheads="1"/>
          </p:cNvPicPr>
          <p:nvPr>
            <p:ph sz="half" idx="4294967295"/>
          </p:nvPr>
        </p:nvPicPr>
        <p:blipFill>
          <a:blip r:embed="rId3" cstate="email"/>
          <a:srcRect r="12932"/>
          <a:stretch>
            <a:fillRect/>
          </a:stretch>
        </p:blipFill>
        <p:spPr>
          <a:xfrm>
            <a:off x="0" y="3206750"/>
            <a:ext cx="3311525" cy="2260600"/>
          </a:xfrm>
          <a:prstGeom prst="rect">
            <a:avLst/>
          </a:prstGeom>
          <a:scene3d>
            <a:camera prst="orthographicFront"/>
            <a:lightRig rig="threePt" dir="t"/>
          </a:scene3d>
          <a:sp3d>
            <a:bevelT w="165100" prst="coolSlant"/>
          </a:sp3d>
        </p:spPr>
      </p:pic>
      <p:sp>
        <p:nvSpPr>
          <p:cNvPr id="43015" name="Rectangle 7"/>
          <p:cNvSpPr>
            <a:spLocks noChangeArrowheads="1"/>
          </p:cNvSpPr>
          <p:nvPr/>
        </p:nvSpPr>
        <p:spPr bwMode="auto">
          <a:xfrm>
            <a:off x="3721458" y="3557633"/>
            <a:ext cx="5248275" cy="2031325"/>
          </a:xfrm>
          <a:prstGeom prst="rect">
            <a:avLst/>
          </a:prstGeom>
          <a:noFill/>
          <a:ln w="9525">
            <a:noFill/>
            <a:miter lim="800000"/>
            <a:headEnd/>
            <a:tailEnd/>
          </a:ln>
          <a:scene3d>
            <a:camera prst="orthographicFront"/>
            <a:lightRig rig="threePt" dir="t"/>
          </a:scene3d>
          <a:sp3d>
            <a:bevelT w="165100" prst="coolSlant"/>
          </a:sp3d>
        </p:spPr>
        <p:txBody>
          <a:bodyPr>
            <a:spAutoFit/>
          </a:bodyPr>
          <a:lstStyle/>
          <a:p>
            <a:pPr algn="just">
              <a:spcBef>
                <a:spcPct val="50000"/>
              </a:spcBef>
              <a:defRPr/>
            </a:pPr>
            <a:r>
              <a:rPr lang="fr-FR" sz="1800" dirty="0">
                <a:latin typeface="Calibri" pitchFamily="34" charset="0"/>
                <a:cs typeface="Calibri" pitchFamily="34" charset="0"/>
              </a:rPr>
              <a:t>Il est très méthodique.</a:t>
            </a:r>
          </a:p>
          <a:p>
            <a:pPr algn="just">
              <a:spcBef>
                <a:spcPct val="50000"/>
              </a:spcBef>
              <a:defRPr/>
            </a:pPr>
            <a:r>
              <a:rPr lang="fr-FR" sz="1800" dirty="0">
                <a:latin typeface="Calibri" pitchFamily="34" charset="0"/>
                <a:cs typeface="Calibri" pitchFamily="34" charset="0"/>
              </a:rPr>
              <a:t>S’il a un problème à résoudre, il commence par analyser les faits : il passe en revue toutes les listes, toutes les courbes et tous les rapports qu’il peut obtenir pour refaire les essais.</a:t>
            </a:r>
          </a:p>
          <a:p>
            <a:pPr algn="just">
              <a:spcBef>
                <a:spcPct val="50000"/>
              </a:spcBef>
              <a:defRPr/>
            </a:pPr>
            <a:r>
              <a:rPr lang="fr-FR" sz="1800" dirty="0">
                <a:solidFill>
                  <a:srgbClr val="FF0000"/>
                </a:solidFill>
                <a:latin typeface="Calibri" pitchFamily="34" charset="0"/>
                <a:cs typeface="Calibri" pitchFamily="34" charset="0"/>
              </a:rPr>
              <a:t>" Pas d’incertitude, il veut tout vérifier ! "</a:t>
            </a:r>
          </a:p>
        </p:txBody>
      </p:sp>
      <p:sp>
        <p:nvSpPr>
          <p:cNvPr id="43016" name="Text Box 8"/>
          <p:cNvSpPr txBox="1">
            <a:spLocks noChangeArrowheads="1"/>
          </p:cNvSpPr>
          <p:nvPr/>
        </p:nvSpPr>
        <p:spPr bwMode="auto">
          <a:xfrm>
            <a:off x="309092" y="5578811"/>
            <a:ext cx="8654603" cy="646331"/>
          </a:xfrm>
          <a:prstGeom prst="rect">
            <a:avLst/>
          </a:prstGeom>
          <a:noFill/>
          <a:ln w="9525" algn="ctr">
            <a:noFill/>
            <a:miter lim="800000"/>
            <a:headEnd/>
            <a:tailEnd/>
          </a:ln>
          <a:scene3d>
            <a:camera prst="orthographicFront"/>
            <a:lightRig rig="threePt" dir="t"/>
          </a:scene3d>
          <a:sp3d>
            <a:bevelT w="165100" prst="coolSlant"/>
          </a:sp3d>
        </p:spPr>
        <p:txBody>
          <a:bodyPr>
            <a:spAutoFit/>
          </a:bodyPr>
          <a:lstStyle/>
          <a:p>
            <a:pPr algn="just">
              <a:spcBef>
                <a:spcPct val="50000"/>
              </a:spcBef>
              <a:defRPr/>
            </a:pPr>
            <a:r>
              <a:rPr lang="fr-FR" sz="1800" b="1" dirty="0">
                <a:latin typeface="Calibri" pitchFamily="34" charset="0"/>
                <a:cs typeface="Calibri" pitchFamily="34" charset="0"/>
              </a:rPr>
              <a:t>Il est important de déterminer la source du problème, de comprendre comment il est apparu et d’évaluer les risques qu’il se reproduise. </a:t>
            </a:r>
          </a:p>
        </p:txBody>
      </p:sp>
      <p:sp>
        <p:nvSpPr>
          <p:cNvPr id="14" name="Text Box 2"/>
          <p:cNvSpPr txBox="1">
            <a:spLocks noChangeArrowheads="1"/>
          </p:cNvSpPr>
          <p:nvPr/>
        </p:nvSpPr>
        <p:spPr bwMode="auto">
          <a:xfrm>
            <a:off x="2312180" y="1552059"/>
            <a:ext cx="2530180"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D1 – Décrire - Clarifier</a:t>
            </a:r>
          </a:p>
        </p:txBody>
      </p:sp>
      <p:sp>
        <p:nvSpPr>
          <p:cNvPr id="20" name="Rectangle 19"/>
          <p:cNvSpPr/>
          <p:nvPr/>
        </p:nvSpPr>
        <p:spPr>
          <a:xfrm>
            <a:off x="288299" y="1547892"/>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17" name="Rectangle 2"/>
          <p:cNvSpPr>
            <a:spLocks noChangeArrowheads="1"/>
          </p:cNvSpPr>
          <p:nvPr/>
        </p:nvSpPr>
        <p:spPr bwMode="auto">
          <a:xfrm>
            <a:off x="271462" y="395790"/>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Tree>
    <p:extLst>
      <p:ext uri="{BB962C8B-B14F-4D97-AF65-F5344CB8AC3E}">
        <p14:creationId xmlns:p14="http://schemas.microsoft.com/office/powerpoint/2010/main" val="1222458903"/>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499"/>
                                          </p:stCondLst>
                                        </p:cTn>
                                        <p:tgtEl>
                                          <p:spTgt spid="430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499"/>
                                          </p:stCondLst>
                                        </p:cTn>
                                        <p:tgtEl>
                                          <p:spTgt spid="43015"/>
                                        </p:tgtEl>
                                        <p:attrNameLst>
                                          <p:attrName>style.visibility</p:attrName>
                                        </p:attrNameLst>
                                      </p:cBhvr>
                                      <p:to>
                                        <p:strVal val="visible"/>
                                      </p:to>
                                    </p:set>
                                  </p:childTnLst>
                                </p:cTn>
                              </p:par>
                            </p:childTnLst>
                          </p:cTn>
                        </p:par>
                        <p:par>
                          <p:cTn id="11" fill="hold">
                            <p:stCondLst>
                              <p:cond delay="500"/>
                            </p:stCondLst>
                            <p:childTnLst>
                              <p:par>
                                <p:cTn id="12" presetID="1" presetClass="entr" presetSubtype="0" fill="hold" nodeType="afterEffect">
                                  <p:stCondLst>
                                    <p:cond delay="0"/>
                                  </p:stCondLst>
                                  <p:childTnLst>
                                    <p:set>
                                      <p:cBhvr>
                                        <p:cTn id="13" dur="1" fill="hold">
                                          <p:stCondLst>
                                            <p:cond delay="499"/>
                                          </p:stCondLst>
                                        </p:cTn>
                                        <p:tgtEl>
                                          <p:spTgt spid="4301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499"/>
                                          </p:stCondLst>
                                        </p:cTn>
                                        <p:tgtEl>
                                          <p:spTgt spid="430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3"/>
          <p:cNvSpPr>
            <a:spLocks noGrp="1" noChangeArrowheads="1"/>
          </p:cNvSpPr>
          <p:nvPr>
            <p:ph type="body" idx="4294967295"/>
          </p:nvPr>
        </p:nvSpPr>
        <p:spPr>
          <a:xfrm>
            <a:off x="0" y="2151063"/>
            <a:ext cx="8686800" cy="2279650"/>
          </a:xfrm>
          <a:prstGeom prst="rect">
            <a:avLst/>
          </a:prstGeom>
        </p:spPr>
        <p:txBody>
          <a:bodyPr/>
          <a:lstStyle/>
          <a:p>
            <a:pPr marL="0" indent="0" algn="just">
              <a:buFont typeface="Wingdings" pitchFamily="2" charset="2"/>
              <a:buNone/>
              <a:defRPr/>
            </a:pPr>
            <a:r>
              <a:rPr lang="fr-FR" b="1" dirty="0">
                <a:solidFill>
                  <a:srgbClr val="002060"/>
                </a:solidFill>
                <a:latin typeface="Calibri" pitchFamily="34" charset="0"/>
                <a:cs typeface="Calibri" pitchFamily="34" charset="0"/>
              </a:rPr>
              <a:t>Les problèmes se résolvent dans l’atelier, pas dans un bureau ou assis derrière son ordinateur</a:t>
            </a:r>
            <a:endParaRPr lang="fr-FR" dirty="0">
              <a:solidFill>
                <a:srgbClr val="002060"/>
              </a:solidFill>
              <a:latin typeface="Calibri" pitchFamily="34" charset="0"/>
              <a:cs typeface="Calibri" pitchFamily="34" charset="0"/>
            </a:endParaRPr>
          </a:p>
          <a:p>
            <a:pPr algn="just">
              <a:buFont typeface="Wingdings" pitchFamily="2" charset="2"/>
              <a:buNone/>
              <a:defRPr/>
            </a:pPr>
            <a:r>
              <a:rPr lang="fr-FR" u="sng" dirty="0">
                <a:solidFill>
                  <a:schemeClr val="tx1"/>
                </a:solidFill>
                <a:latin typeface="Calibri" pitchFamily="34" charset="0"/>
                <a:cs typeface="Calibri" pitchFamily="34" charset="0"/>
              </a:rPr>
              <a:t>Conséquence :</a:t>
            </a:r>
          </a:p>
          <a:p>
            <a:pPr algn="just">
              <a:buFont typeface="Wingdings" pitchFamily="2" charset="2"/>
              <a:buNone/>
              <a:defRPr/>
            </a:pPr>
            <a:r>
              <a:rPr lang="fr-FR" sz="1600" dirty="0">
                <a:solidFill>
                  <a:schemeClr val="tx1"/>
                </a:solidFill>
                <a:latin typeface="Calibri" pitchFamily="34" charset="0"/>
                <a:cs typeface="Calibri" pitchFamily="34" charset="0"/>
              </a:rPr>
              <a:t>Utiliser les imprimés dans l’atelier, les remplir au crayon sur le terrain.</a:t>
            </a:r>
          </a:p>
        </p:txBody>
      </p:sp>
      <p:pic>
        <p:nvPicPr>
          <p:cNvPr id="71683" name="Picture 28" descr="O:\DCIM\107CANON\IMG_0775.JPG"/>
          <p:cNvPicPr>
            <a:picLocks noChangeAspect="1" noChangeArrowheads="1"/>
          </p:cNvPicPr>
          <p:nvPr/>
        </p:nvPicPr>
        <p:blipFill>
          <a:blip r:embed="rId3" cstate="print"/>
          <a:srcRect/>
          <a:stretch>
            <a:fillRect/>
          </a:stretch>
        </p:blipFill>
        <p:spPr bwMode="auto">
          <a:xfrm>
            <a:off x="741363" y="4603750"/>
            <a:ext cx="1951037" cy="1463675"/>
          </a:xfrm>
          <a:prstGeom prst="rect">
            <a:avLst/>
          </a:prstGeom>
          <a:noFill/>
          <a:ln w="9525">
            <a:noFill/>
            <a:miter lim="800000"/>
            <a:headEnd/>
            <a:tailEnd/>
          </a:ln>
        </p:spPr>
      </p:pic>
      <p:grpSp>
        <p:nvGrpSpPr>
          <p:cNvPr id="71684" name="Groupe 9"/>
          <p:cNvGrpSpPr>
            <a:grpSpLocks/>
          </p:cNvGrpSpPr>
          <p:nvPr/>
        </p:nvGrpSpPr>
        <p:grpSpPr bwMode="auto">
          <a:xfrm>
            <a:off x="265113" y="4527550"/>
            <a:ext cx="2747962" cy="1524000"/>
            <a:chOff x="2514600" y="2000240"/>
            <a:chExt cx="2747946" cy="1524000"/>
          </a:xfrm>
        </p:grpSpPr>
        <p:sp>
          <p:nvSpPr>
            <p:cNvPr id="71705" name="Line 29"/>
            <p:cNvSpPr>
              <a:spLocks noChangeShapeType="1"/>
            </p:cNvSpPr>
            <p:nvPr/>
          </p:nvSpPr>
          <p:spPr bwMode="auto">
            <a:xfrm flipH="1">
              <a:off x="2514600" y="2057400"/>
              <a:ext cx="2743200" cy="1371600"/>
            </a:xfrm>
            <a:prstGeom prst="line">
              <a:avLst/>
            </a:prstGeom>
            <a:noFill/>
            <a:ln w="38100">
              <a:solidFill>
                <a:srgbClr val="FF0000"/>
              </a:solidFill>
              <a:round/>
              <a:headEnd/>
              <a:tailEnd/>
            </a:ln>
          </p:spPr>
          <p:txBody>
            <a:bodyPr wrap="none" anchor="ctr"/>
            <a:lstStyle/>
            <a:p>
              <a:endParaRPr lang="fr-FR"/>
            </a:p>
          </p:txBody>
        </p:sp>
        <p:sp>
          <p:nvSpPr>
            <p:cNvPr id="71706" name="Line 30"/>
            <p:cNvSpPr>
              <a:spLocks noChangeShapeType="1"/>
            </p:cNvSpPr>
            <p:nvPr/>
          </p:nvSpPr>
          <p:spPr bwMode="auto">
            <a:xfrm>
              <a:off x="2595546" y="2000240"/>
              <a:ext cx="2667000" cy="1524000"/>
            </a:xfrm>
            <a:prstGeom prst="line">
              <a:avLst/>
            </a:prstGeom>
            <a:noFill/>
            <a:ln w="38100">
              <a:solidFill>
                <a:srgbClr val="FF0000"/>
              </a:solidFill>
              <a:round/>
              <a:headEnd/>
              <a:tailEnd/>
            </a:ln>
          </p:spPr>
          <p:txBody>
            <a:bodyPr wrap="none" anchor="ctr"/>
            <a:lstStyle/>
            <a:p>
              <a:endParaRPr lang="fr-FR"/>
            </a:p>
          </p:txBody>
        </p:sp>
      </p:grpSp>
      <p:pic>
        <p:nvPicPr>
          <p:cNvPr id="71685" name="Picture 27" descr="O:\DCIM\107CANON\IMG_0776.JPG"/>
          <p:cNvPicPr>
            <a:picLocks noChangeAspect="1" noChangeArrowheads="1"/>
          </p:cNvPicPr>
          <p:nvPr/>
        </p:nvPicPr>
        <p:blipFill>
          <a:blip r:embed="rId4" cstate="print"/>
          <a:srcRect/>
          <a:stretch>
            <a:fillRect/>
          </a:stretch>
        </p:blipFill>
        <p:spPr bwMode="auto">
          <a:xfrm>
            <a:off x="6369050" y="4425950"/>
            <a:ext cx="2381250" cy="1785938"/>
          </a:xfrm>
          <a:prstGeom prst="rect">
            <a:avLst/>
          </a:prstGeom>
          <a:noFill/>
          <a:ln w="9525">
            <a:noFill/>
            <a:miter lim="800000"/>
            <a:headEnd/>
            <a:tailEnd/>
          </a:ln>
        </p:spPr>
      </p:pic>
      <p:sp>
        <p:nvSpPr>
          <p:cNvPr id="13" name="Text Box 2"/>
          <p:cNvSpPr txBox="1">
            <a:spLocks noChangeArrowheads="1"/>
          </p:cNvSpPr>
          <p:nvPr/>
        </p:nvSpPr>
        <p:spPr bwMode="auto">
          <a:xfrm>
            <a:off x="2346163" y="1552357"/>
            <a:ext cx="2530180"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D1 – Décrire - Clarifier</a:t>
            </a:r>
          </a:p>
        </p:txBody>
      </p:sp>
      <p:sp>
        <p:nvSpPr>
          <p:cNvPr id="14" name="Rectangle 2"/>
          <p:cNvSpPr>
            <a:spLocks noChangeArrowheads="1"/>
          </p:cNvSpPr>
          <p:nvPr/>
        </p:nvSpPr>
        <p:spPr bwMode="auto">
          <a:xfrm>
            <a:off x="265113" y="294487"/>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
        <p:nvSpPr>
          <p:cNvPr id="19" name="Rectangle 18"/>
          <p:cNvSpPr/>
          <p:nvPr/>
        </p:nvSpPr>
        <p:spPr>
          <a:xfrm>
            <a:off x="296525" y="1535311"/>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20" name="Text Box 6"/>
          <p:cNvSpPr txBox="1">
            <a:spLocks noChangeArrowheads="1"/>
          </p:cNvSpPr>
          <p:nvPr/>
        </p:nvSpPr>
        <p:spPr bwMode="auto">
          <a:xfrm>
            <a:off x="3846512" y="4730702"/>
            <a:ext cx="1887824" cy="369332"/>
          </a:xfrm>
          <a:prstGeom prst="rect">
            <a:avLst/>
          </a:prstGeom>
          <a:blipFill dpi="0" rotWithShape="0">
            <a:blip r:embed="rId5" cstate="email"/>
            <a:srcRect/>
            <a:tile tx="0" ty="0" sx="100000" sy="100000" flip="none" algn="tl"/>
          </a:blipFill>
          <a:ln w="9525">
            <a:noFill/>
            <a:miter lim="800000"/>
            <a:headEnd/>
            <a:tailEnd/>
          </a:ln>
          <a:effectLst>
            <a:glow rad="228600">
              <a:schemeClr val="accent4">
                <a:satMod val="175000"/>
                <a:alpha val="40000"/>
              </a:schemeClr>
            </a:glow>
          </a:effectLst>
        </p:spPr>
        <p:txBody>
          <a:bodyPr wrap="none">
            <a:spAutoFit/>
          </a:bodyPr>
          <a:lstStyle/>
          <a:p>
            <a:pPr eaLnBrk="0" hangingPunct="0">
              <a:spcBef>
                <a:spcPct val="50000"/>
              </a:spcBef>
              <a:defRPr/>
            </a:pPr>
            <a:r>
              <a:rPr lang="fr-FR" sz="1800" b="1" dirty="0">
                <a:latin typeface="Calibri" pitchFamily="34" charset="0"/>
                <a:cs typeface="Calibri" pitchFamily="34" charset="0"/>
              </a:rPr>
              <a:t>GO &amp; LOOK &amp; SEE</a:t>
            </a:r>
          </a:p>
        </p:txBody>
      </p:sp>
      <p:pic>
        <p:nvPicPr>
          <p:cNvPr id="21" name="Image 20" descr="3D group.jpg"/>
          <p:cNvPicPr>
            <a:picLocks noChangeAspect="1"/>
          </p:cNvPicPr>
          <p:nvPr/>
        </p:nvPicPr>
        <p:blipFill>
          <a:blip r:embed="rId6" cstate="print"/>
          <a:stretch>
            <a:fillRect/>
          </a:stretch>
        </p:blipFill>
        <p:spPr>
          <a:xfrm>
            <a:off x="3470275" y="5614988"/>
            <a:ext cx="752475" cy="561975"/>
          </a:xfrm>
          <a:prstGeom prst="rect">
            <a:avLst/>
          </a:prstGeom>
          <a:ln>
            <a:noFill/>
          </a:ln>
          <a:effectLst>
            <a:outerShdw blurRad="292100" dist="139700" dir="2700000" algn="tl" rotWithShape="0">
              <a:srgbClr val="333333">
                <a:alpha val="65000"/>
              </a:srgbClr>
            </a:outerShdw>
          </a:effectLst>
        </p:spPr>
      </p:pic>
      <p:pic>
        <p:nvPicPr>
          <p:cNvPr id="22" name="Image 21" descr="loupe2.jpg"/>
          <p:cNvPicPr>
            <a:picLocks noChangeAspect="1"/>
          </p:cNvPicPr>
          <p:nvPr/>
        </p:nvPicPr>
        <p:blipFill>
          <a:blip r:embed="rId7" cstate="email"/>
          <a:srcRect/>
          <a:stretch>
            <a:fillRect/>
          </a:stretch>
        </p:blipFill>
        <p:spPr>
          <a:xfrm>
            <a:off x="4359847" y="5100034"/>
            <a:ext cx="891561" cy="960702"/>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23" name="Image 22" descr="investigation.jpg"/>
          <p:cNvPicPr>
            <a:picLocks noChangeAspect="1"/>
          </p:cNvPicPr>
          <p:nvPr/>
        </p:nvPicPr>
        <p:blipFill>
          <a:blip r:embed="rId8" cstate="print"/>
          <a:stretch>
            <a:fillRect/>
          </a:stretch>
        </p:blipFill>
        <p:spPr>
          <a:xfrm>
            <a:off x="5327650" y="5578475"/>
            <a:ext cx="847725" cy="577850"/>
          </a:xfrm>
          <a:prstGeom prst="rect">
            <a:avLst/>
          </a:prstGeom>
          <a:ln>
            <a:noFill/>
          </a:ln>
          <a:effectLst>
            <a:outerShdw blurRad="292100" dist="139700" dir="2700000" algn="tl" rotWithShape="0">
              <a:srgbClr val="333333">
                <a:alpha val="65000"/>
              </a:srgbClr>
            </a:outerShdw>
          </a:effectLst>
        </p:spPr>
      </p:pic>
      <p:grpSp>
        <p:nvGrpSpPr>
          <p:cNvPr id="4" name="Groupe 21"/>
          <p:cNvGrpSpPr>
            <a:grpSpLocks/>
          </p:cNvGrpSpPr>
          <p:nvPr/>
        </p:nvGrpSpPr>
        <p:grpSpPr bwMode="auto">
          <a:xfrm>
            <a:off x="2781300" y="4868863"/>
            <a:ext cx="523875" cy="668337"/>
            <a:chOff x="4143372" y="1285860"/>
            <a:chExt cx="1500198" cy="1928904"/>
          </a:xfrm>
        </p:grpSpPr>
        <p:pic>
          <p:nvPicPr>
            <p:cNvPr id="71699" name="Image 15" descr="homme jumelle retouche.jpg"/>
            <p:cNvPicPr>
              <a:picLocks noChangeAspect="1"/>
            </p:cNvPicPr>
            <p:nvPr/>
          </p:nvPicPr>
          <p:blipFill>
            <a:blip r:embed="rId9" cstate="print"/>
            <a:srcRect/>
            <a:stretch>
              <a:fillRect/>
            </a:stretch>
          </p:blipFill>
          <p:spPr bwMode="auto">
            <a:xfrm>
              <a:off x="4357686" y="1428736"/>
              <a:ext cx="1125496" cy="1537891"/>
            </a:xfrm>
            <a:prstGeom prst="rect">
              <a:avLst/>
            </a:prstGeom>
            <a:noFill/>
            <a:ln w="9525">
              <a:noFill/>
              <a:miter lim="800000"/>
              <a:headEnd/>
              <a:tailEnd/>
            </a:ln>
          </p:spPr>
        </p:pic>
        <p:cxnSp>
          <p:nvCxnSpPr>
            <p:cNvPr id="71700" name="Connecteur droit 17"/>
            <p:cNvCxnSpPr>
              <a:cxnSpLocks noChangeShapeType="1"/>
            </p:cNvCxnSpPr>
            <p:nvPr/>
          </p:nvCxnSpPr>
          <p:spPr bwMode="auto">
            <a:xfrm rot="5400000" flipH="1" flipV="1">
              <a:off x="4000496" y="1428736"/>
              <a:ext cx="1785950" cy="1500198"/>
            </a:xfrm>
            <a:prstGeom prst="line">
              <a:avLst/>
            </a:prstGeom>
            <a:noFill/>
            <a:ln w="28575" algn="ctr">
              <a:solidFill>
                <a:srgbClr val="C00000"/>
              </a:solidFill>
              <a:round/>
              <a:headEnd/>
              <a:tailEnd/>
            </a:ln>
          </p:spPr>
        </p:cxnSp>
        <p:cxnSp>
          <p:nvCxnSpPr>
            <p:cNvPr id="71701" name="Connecteur droit 18"/>
            <p:cNvCxnSpPr>
              <a:cxnSpLocks noChangeShapeType="1"/>
            </p:cNvCxnSpPr>
            <p:nvPr/>
          </p:nvCxnSpPr>
          <p:spPr bwMode="auto">
            <a:xfrm rot="16200000" flipH="1">
              <a:off x="4174315" y="1816948"/>
              <a:ext cx="1571635" cy="1223998"/>
            </a:xfrm>
            <a:prstGeom prst="line">
              <a:avLst/>
            </a:prstGeom>
            <a:noFill/>
            <a:ln w="28575" algn="ctr">
              <a:solidFill>
                <a:srgbClr val="C00000"/>
              </a:solidFill>
              <a:round/>
              <a:headEnd/>
              <a:tailEnd/>
            </a:ln>
          </p:spPr>
        </p:cxnSp>
      </p:grpSp>
    </p:spTree>
    <p:extLst>
      <p:ext uri="{BB962C8B-B14F-4D97-AF65-F5344CB8AC3E}">
        <p14:creationId xmlns:p14="http://schemas.microsoft.com/office/powerpoint/2010/main" val="4012147596"/>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2000"/>
                                        <p:tgtEl>
                                          <p:spTgt spid="21"/>
                                        </p:tgtEl>
                                      </p:cBhvr>
                                    </p:animEffect>
                                  </p:childTnLst>
                                </p:cTn>
                              </p:par>
                              <p:par>
                                <p:cTn id="8" presetID="10" presetClass="entr" presetSubtype="0" fill="hold" nodeType="withEffect">
                                  <p:stCondLst>
                                    <p:cond delay="0"/>
                                  </p:stCondLst>
                                  <p:childTnLst>
                                    <p:set>
                                      <p:cBhvr>
                                        <p:cTn id="9" dur="1" fill="hold">
                                          <p:stCondLst>
                                            <p:cond delay="0"/>
                                          </p:stCondLst>
                                        </p:cTn>
                                        <p:tgtEl>
                                          <p:spTgt spid="22"/>
                                        </p:tgtEl>
                                        <p:attrNameLst>
                                          <p:attrName>style.visibility</p:attrName>
                                        </p:attrNameLst>
                                      </p:cBhvr>
                                      <p:to>
                                        <p:strVal val="visible"/>
                                      </p:to>
                                    </p:set>
                                    <p:animEffect transition="in" filter="fade">
                                      <p:cBhvr>
                                        <p:cTn id="10" dur="2000"/>
                                        <p:tgtEl>
                                          <p:spTgt spid="22"/>
                                        </p:tgtEl>
                                      </p:cBhvr>
                                    </p:animEffect>
                                  </p:childTnLst>
                                </p:cTn>
                              </p:par>
                              <p:par>
                                <p:cTn id="11" presetID="10" presetClass="entr" presetSubtype="0" fill="hold"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fade">
                                      <p:cBhvr>
                                        <p:cTn id="13" dur="2000"/>
                                        <p:tgtEl>
                                          <p:spTgt spid="23"/>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16"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box(in)">
                                      <p:cBhvr>
                                        <p:cTn id="18" dur="5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3" presetClass="exit" presetSubtype="10" fill="hold" nodeType="clickEffect">
                                  <p:stCondLst>
                                    <p:cond delay="0"/>
                                  </p:stCondLst>
                                  <p:childTnLst>
                                    <p:animEffect transition="out" filter="blinds(horizontal)">
                                      <p:cBhvr>
                                        <p:cTn id="22" dur="500"/>
                                        <p:tgtEl>
                                          <p:spTgt spid="4"/>
                                        </p:tgtEl>
                                      </p:cBhvr>
                                    </p:animEffect>
                                    <p:set>
                                      <p:cBhvr>
                                        <p:cTn id="23" dur="1" fill="hold">
                                          <p:stCondLst>
                                            <p:cond delay="499"/>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Box 2"/>
          <p:cNvSpPr txBox="1">
            <a:spLocks noChangeArrowheads="1"/>
          </p:cNvSpPr>
          <p:nvPr/>
        </p:nvSpPr>
        <p:spPr bwMode="auto">
          <a:xfrm>
            <a:off x="2346163" y="1195796"/>
            <a:ext cx="2530180"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D1 – Décrire - Clarifier</a:t>
            </a:r>
          </a:p>
        </p:txBody>
      </p:sp>
      <p:sp>
        <p:nvSpPr>
          <p:cNvPr id="19" name="Rectangle 18"/>
          <p:cNvSpPr/>
          <p:nvPr/>
        </p:nvSpPr>
        <p:spPr>
          <a:xfrm>
            <a:off x="296525" y="1178750"/>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149507" name="Rectangle 3"/>
          <p:cNvSpPr>
            <a:spLocks noGrp="1" noChangeArrowheads="1"/>
          </p:cNvSpPr>
          <p:nvPr>
            <p:ph type="body" idx="4294967295"/>
          </p:nvPr>
        </p:nvSpPr>
        <p:spPr>
          <a:xfrm>
            <a:off x="1458913" y="2157413"/>
            <a:ext cx="7685087" cy="4030662"/>
          </a:xfrm>
          <a:prstGeom prst="rect">
            <a:avLst/>
          </a:prstGeom>
          <a:noFill/>
          <a:ln>
            <a:noFill/>
          </a:ln>
        </p:spPr>
        <p:style>
          <a:lnRef idx="2">
            <a:schemeClr val="accent2">
              <a:shade val="50000"/>
            </a:schemeClr>
          </a:lnRef>
          <a:fillRef idx="1">
            <a:schemeClr val="accent2"/>
          </a:fillRef>
          <a:effectRef idx="0">
            <a:schemeClr val="accent2"/>
          </a:effectRef>
          <a:fontRef idx="minor">
            <a:schemeClr val="lt1"/>
          </a:fontRef>
        </p:style>
        <p:txBody>
          <a:bodyPr/>
          <a:lstStyle/>
          <a:p>
            <a:pPr marL="360363" indent="-360363" algn="just">
              <a:spcBef>
                <a:spcPts val="600"/>
              </a:spcBef>
              <a:buClr>
                <a:srgbClr val="000099"/>
              </a:buClr>
              <a:buFont typeface="Wingdings" pitchFamily="2" charset="2"/>
              <a:buChar char="§"/>
              <a:defRPr/>
            </a:pPr>
            <a:r>
              <a:rPr lang="fr-FR" sz="1800" b="1" kern="1200" dirty="0">
                <a:solidFill>
                  <a:schemeClr val="tx1"/>
                </a:solidFill>
                <a:latin typeface="Calibri" pitchFamily="34" charset="0"/>
                <a:cs typeface="Calibri" pitchFamily="34" charset="0"/>
              </a:rPr>
              <a:t>Les données sont des “nombres” et des “faits”.</a:t>
            </a:r>
          </a:p>
          <a:p>
            <a:pPr marL="360363" indent="-360363" algn="just">
              <a:spcBef>
                <a:spcPts val="600"/>
              </a:spcBef>
              <a:buClr>
                <a:srgbClr val="000099"/>
              </a:buClr>
              <a:buFont typeface="Wingdings" pitchFamily="2" charset="2"/>
              <a:buChar char="§"/>
              <a:defRPr/>
            </a:pPr>
            <a:endParaRPr lang="fr-FR" sz="1800" b="1" kern="1200" dirty="0">
              <a:solidFill>
                <a:schemeClr val="tx1"/>
              </a:solidFill>
              <a:latin typeface="Calibri" pitchFamily="34" charset="0"/>
              <a:cs typeface="Calibri" pitchFamily="34" charset="0"/>
            </a:endParaRPr>
          </a:p>
          <a:p>
            <a:pPr marL="360363" indent="-360363" algn="just">
              <a:spcBef>
                <a:spcPts val="600"/>
              </a:spcBef>
              <a:buClr>
                <a:srgbClr val="000099"/>
              </a:buClr>
              <a:buFont typeface="Wingdings" pitchFamily="2" charset="2"/>
              <a:buChar char="§"/>
              <a:defRPr/>
            </a:pPr>
            <a:r>
              <a:rPr lang="fr-FR" sz="1800" b="1" kern="1200" dirty="0">
                <a:solidFill>
                  <a:schemeClr val="tx1"/>
                </a:solidFill>
                <a:latin typeface="Calibri" pitchFamily="34" charset="0"/>
                <a:cs typeface="Calibri" pitchFamily="34" charset="0"/>
              </a:rPr>
              <a:t>La récolte initiale des données commence sur le lieu du problème.</a:t>
            </a:r>
          </a:p>
          <a:p>
            <a:pPr marL="360363" indent="-360363" algn="just">
              <a:spcBef>
                <a:spcPts val="600"/>
              </a:spcBef>
              <a:buClr>
                <a:srgbClr val="000099"/>
              </a:buClr>
              <a:buFont typeface="Wingdings" pitchFamily="2" charset="2"/>
              <a:buChar char="§"/>
              <a:defRPr/>
            </a:pPr>
            <a:endParaRPr lang="fr-FR" sz="1800" b="1" kern="1200" dirty="0">
              <a:solidFill>
                <a:schemeClr val="tx1"/>
              </a:solidFill>
              <a:latin typeface="Calibri" pitchFamily="34" charset="0"/>
              <a:cs typeface="Calibri" pitchFamily="34" charset="0"/>
            </a:endParaRPr>
          </a:p>
          <a:p>
            <a:pPr marL="360363" indent="-360363" algn="just">
              <a:spcBef>
                <a:spcPts val="600"/>
              </a:spcBef>
              <a:buClr>
                <a:srgbClr val="000099"/>
              </a:buClr>
              <a:buFont typeface="Wingdings" pitchFamily="2" charset="2"/>
              <a:buChar char="§"/>
              <a:defRPr/>
            </a:pPr>
            <a:r>
              <a:rPr lang="fr-FR" sz="1800" b="1" kern="1200" dirty="0">
                <a:solidFill>
                  <a:schemeClr val="tx1"/>
                </a:solidFill>
                <a:latin typeface="Calibri" pitchFamily="34" charset="0"/>
                <a:cs typeface="Calibri" pitchFamily="34" charset="0"/>
              </a:rPr>
              <a:t>Attraper les données immédiatement !  Une donnée est vite oubliée.  Elle a sa propre durée de vie.  Le temps qui passe est l’ennemi de l’information fiable.</a:t>
            </a:r>
          </a:p>
          <a:p>
            <a:pPr marL="360363" indent="-360363" algn="just">
              <a:spcBef>
                <a:spcPts val="600"/>
              </a:spcBef>
              <a:buClr>
                <a:srgbClr val="000099"/>
              </a:buClr>
              <a:buFont typeface="Wingdings" pitchFamily="2" charset="2"/>
              <a:buChar char="§"/>
              <a:defRPr/>
            </a:pPr>
            <a:endParaRPr lang="fr-FR" sz="1800" b="1" kern="1200" dirty="0">
              <a:solidFill>
                <a:schemeClr val="tx1"/>
              </a:solidFill>
              <a:latin typeface="Calibri" pitchFamily="34" charset="0"/>
              <a:cs typeface="Calibri" pitchFamily="34" charset="0"/>
            </a:endParaRPr>
          </a:p>
          <a:p>
            <a:pPr marL="360363" indent="-360363" algn="just">
              <a:spcBef>
                <a:spcPts val="600"/>
              </a:spcBef>
              <a:buClr>
                <a:srgbClr val="000099"/>
              </a:buClr>
              <a:buFont typeface="Wingdings" pitchFamily="2" charset="2"/>
              <a:buChar char="§"/>
              <a:defRPr/>
            </a:pPr>
            <a:r>
              <a:rPr lang="fr-FR" sz="1800" b="1" kern="1200" dirty="0">
                <a:solidFill>
                  <a:schemeClr val="tx1"/>
                </a:solidFill>
                <a:latin typeface="Calibri" pitchFamily="34" charset="0"/>
                <a:cs typeface="Calibri" pitchFamily="34" charset="0"/>
              </a:rPr>
              <a:t>Le “moment” ou quelque chose a “changé” pour la première fois est souvent la donnée la plus importante qui va conduire à cibler les symptômes et les causes racines.</a:t>
            </a:r>
          </a:p>
        </p:txBody>
      </p:sp>
      <p:sp>
        <p:nvSpPr>
          <p:cNvPr id="73737" name="Rectangle 2"/>
          <p:cNvSpPr>
            <a:spLocks noChangeArrowheads="1"/>
          </p:cNvSpPr>
          <p:nvPr/>
        </p:nvSpPr>
        <p:spPr bwMode="gray">
          <a:xfrm>
            <a:off x="704850" y="1683640"/>
            <a:ext cx="4292600" cy="530225"/>
          </a:xfrm>
          <a:prstGeom prst="rect">
            <a:avLst/>
          </a:prstGeom>
          <a:noFill/>
          <a:ln w="9525">
            <a:noFill/>
            <a:miter lim="800000"/>
            <a:headEnd/>
            <a:tailEnd/>
          </a:ln>
        </p:spPr>
        <p:txBody>
          <a:bodyPr anchor="ctr"/>
          <a:lstStyle/>
          <a:p>
            <a:r>
              <a:rPr lang="en-US" sz="2400" dirty="0">
                <a:solidFill>
                  <a:schemeClr val="accent1"/>
                </a:solidFill>
                <a:latin typeface="Calibri" pitchFamily="34" charset="0"/>
                <a:cs typeface="Calibri" pitchFamily="34" charset="0"/>
              </a:rPr>
              <a:t>Collecte des données</a:t>
            </a:r>
          </a:p>
        </p:txBody>
      </p:sp>
      <p:sp>
        <p:nvSpPr>
          <p:cNvPr id="12" name="Rectangle 2"/>
          <p:cNvSpPr>
            <a:spLocks noChangeArrowheads="1"/>
          </p:cNvSpPr>
          <p:nvPr/>
        </p:nvSpPr>
        <p:spPr bwMode="auto">
          <a:xfrm>
            <a:off x="251520" y="368660"/>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Tree>
    <p:extLst>
      <p:ext uri="{BB962C8B-B14F-4D97-AF65-F5344CB8AC3E}">
        <p14:creationId xmlns:p14="http://schemas.microsoft.com/office/powerpoint/2010/main" val="2809490038"/>
      </p:ext>
    </p:extLst>
  </p:cSld>
  <p:clrMapOvr>
    <a:masterClrMapping/>
  </p:clrMapOvr>
  <p:transition>
    <p:zoom/>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3"/>
          <p:cNvSpPr>
            <a:spLocks noGrp="1" noChangeArrowheads="1"/>
          </p:cNvSpPr>
          <p:nvPr>
            <p:ph type="body" idx="4294967295"/>
          </p:nvPr>
        </p:nvSpPr>
        <p:spPr>
          <a:xfrm>
            <a:off x="0" y="2208213"/>
            <a:ext cx="7408863" cy="3522662"/>
          </a:xfrm>
          <a:prstGeom prst="rect">
            <a:avLst/>
          </a:prstGeom>
        </p:spPr>
        <p:txBody>
          <a:bodyPr/>
          <a:lstStyle/>
          <a:p>
            <a:pPr marL="0" indent="0" algn="just">
              <a:lnSpc>
                <a:spcPct val="90000"/>
              </a:lnSpc>
              <a:buFont typeface="Wingdings" pitchFamily="2" charset="2"/>
              <a:buNone/>
              <a:defRPr/>
            </a:pPr>
            <a:r>
              <a:rPr lang="fr-FR" sz="2400" b="1" dirty="0">
                <a:solidFill>
                  <a:srgbClr val="002060"/>
                </a:solidFill>
                <a:effectLst>
                  <a:outerShdw blurRad="38100" dist="38100" dir="2700000" algn="tl">
                    <a:srgbClr val="C0C0C0"/>
                  </a:outerShdw>
                </a:effectLst>
                <a:latin typeface="Calibri" pitchFamily="34" charset="0"/>
                <a:cs typeface="Calibri" pitchFamily="34" charset="0"/>
              </a:rPr>
              <a:t>Comparaison :</a:t>
            </a:r>
          </a:p>
          <a:p>
            <a:pPr marL="0" indent="0" algn="just">
              <a:lnSpc>
                <a:spcPct val="90000"/>
              </a:lnSpc>
              <a:buFont typeface="Wingdings" pitchFamily="2" charset="2"/>
              <a:buNone/>
              <a:defRPr/>
            </a:pPr>
            <a:endParaRPr lang="fr-FR" sz="2400" b="1" dirty="0">
              <a:solidFill>
                <a:srgbClr val="002060"/>
              </a:solidFill>
              <a:effectLst>
                <a:outerShdw blurRad="38100" dist="38100" dir="2700000" algn="tl">
                  <a:srgbClr val="C0C0C0"/>
                </a:outerShdw>
              </a:effectLst>
              <a:latin typeface="Calibri" pitchFamily="34" charset="0"/>
              <a:cs typeface="Calibri" pitchFamily="34" charset="0"/>
            </a:endParaRPr>
          </a:p>
          <a:p>
            <a:pPr marL="0" indent="0" algn="just">
              <a:lnSpc>
                <a:spcPct val="90000"/>
              </a:lnSpc>
              <a:buFont typeface="Wingdings" pitchFamily="2" charset="2"/>
              <a:buNone/>
              <a:defRPr/>
            </a:pPr>
            <a:r>
              <a:rPr lang="fr-FR" sz="2400" b="1" dirty="0">
                <a:solidFill>
                  <a:srgbClr val="002060"/>
                </a:solidFill>
                <a:effectLst>
                  <a:outerShdw blurRad="38100" dist="38100" dir="2700000" algn="tl">
                    <a:srgbClr val="C0C0C0"/>
                  </a:outerShdw>
                </a:effectLst>
                <a:latin typeface="Calibri" pitchFamily="34" charset="0"/>
                <a:cs typeface="Calibri" pitchFamily="34" charset="0"/>
              </a:rPr>
              <a:t>On est sur une scène du crime,</a:t>
            </a:r>
          </a:p>
          <a:p>
            <a:pPr marL="0" indent="0" algn="just">
              <a:lnSpc>
                <a:spcPct val="90000"/>
              </a:lnSpc>
              <a:buFont typeface="Wingdings" pitchFamily="2" charset="2"/>
              <a:buNone/>
              <a:defRPr/>
            </a:pPr>
            <a:endParaRPr lang="fr-FR" sz="2400" b="1" dirty="0">
              <a:solidFill>
                <a:srgbClr val="002060"/>
              </a:solidFill>
              <a:effectLst>
                <a:outerShdw blurRad="38100" dist="38100" dir="2700000" algn="tl">
                  <a:srgbClr val="C0C0C0"/>
                </a:outerShdw>
              </a:effectLst>
              <a:latin typeface="Calibri" pitchFamily="34" charset="0"/>
              <a:cs typeface="Calibri" pitchFamily="34" charset="0"/>
            </a:endParaRPr>
          </a:p>
          <a:p>
            <a:pPr marL="0" indent="0" algn="just">
              <a:lnSpc>
                <a:spcPct val="90000"/>
              </a:lnSpc>
              <a:buFont typeface="Wingdings" pitchFamily="2" charset="2"/>
              <a:buNone/>
              <a:defRPr/>
            </a:pPr>
            <a:r>
              <a:rPr lang="fr-FR" sz="2400" b="1" dirty="0">
                <a:solidFill>
                  <a:srgbClr val="002060"/>
                </a:solidFill>
                <a:effectLst>
                  <a:outerShdw blurRad="38100" dist="38100" dir="2700000" algn="tl">
                    <a:srgbClr val="C0C0C0"/>
                  </a:outerShdw>
                </a:effectLst>
                <a:latin typeface="Calibri" pitchFamily="34" charset="0"/>
                <a:cs typeface="Calibri" pitchFamily="34" charset="0"/>
              </a:rPr>
              <a:t>	on collecte tous les indices sur le terrain au plus 	vite, plus tard ….il sera trop tard …</a:t>
            </a:r>
          </a:p>
          <a:p>
            <a:pPr marL="0" indent="0" algn="just">
              <a:lnSpc>
                <a:spcPct val="90000"/>
              </a:lnSpc>
              <a:buFont typeface="Wingdings" pitchFamily="2" charset="2"/>
              <a:buNone/>
              <a:defRPr/>
            </a:pPr>
            <a:endParaRPr lang="fr-FR" sz="2400" b="1" dirty="0">
              <a:solidFill>
                <a:srgbClr val="002060"/>
              </a:solidFill>
              <a:effectLst>
                <a:outerShdw blurRad="38100" dist="38100" dir="2700000" algn="tl">
                  <a:srgbClr val="C0C0C0"/>
                </a:outerShdw>
              </a:effectLst>
              <a:latin typeface="Calibri" pitchFamily="34" charset="0"/>
              <a:cs typeface="Calibri" pitchFamily="34" charset="0"/>
            </a:endParaRPr>
          </a:p>
          <a:p>
            <a:pPr marL="0" indent="0" algn="just">
              <a:lnSpc>
                <a:spcPct val="90000"/>
              </a:lnSpc>
              <a:buFont typeface="Wingdings" pitchFamily="2" charset="2"/>
              <a:buNone/>
              <a:defRPr/>
            </a:pPr>
            <a:r>
              <a:rPr lang="fr-FR" sz="2400" b="1" dirty="0">
                <a:solidFill>
                  <a:srgbClr val="002060"/>
                </a:solidFill>
                <a:effectLst>
                  <a:outerShdw blurRad="38100" dist="38100" dir="2700000" algn="tl">
                    <a:srgbClr val="C0C0C0"/>
                  </a:outerShdw>
                </a:effectLst>
                <a:latin typeface="Calibri" pitchFamily="34" charset="0"/>
                <a:cs typeface="Calibri" pitchFamily="34" charset="0"/>
              </a:rPr>
              <a:t>		on questionne les témoins (opérateurs).</a:t>
            </a:r>
            <a:endParaRPr lang="fr-FR" sz="2400" dirty="0">
              <a:solidFill>
                <a:srgbClr val="002060"/>
              </a:solidFill>
              <a:effectLst>
                <a:outerShdw blurRad="38100" dist="38100" dir="2700000" algn="tl">
                  <a:srgbClr val="C0C0C0"/>
                </a:outerShdw>
              </a:effectLst>
              <a:latin typeface="Calibri" pitchFamily="34" charset="0"/>
              <a:cs typeface="Calibri" pitchFamily="34" charset="0"/>
            </a:endParaRPr>
          </a:p>
        </p:txBody>
      </p:sp>
      <p:sp>
        <p:nvSpPr>
          <p:cNvPr id="13" name="Text Box 2"/>
          <p:cNvSpPr txBox="1">
            <a:spLocks noChangeArrowheads="1"/>
          </p:cNvSpPr>
          <p:nvPr/>
        </p:nvSpPr>
        <p:spPr bwMode="auto">
          <a:xfrm>
            <a:off x="2339986" y="1311605"/>
            <a:ext cx="2530180"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D1 – Décrire - Clarifier</a:t>
            </a:r>
          </a:p>
        </p:txBody>
      </p:sp>
      <p:sp>
        <p:nvSpPr>
          <p:cNvPr id="19" name="Rectangle 18"/>
          <p:cNvSpPr/>
          <p:nvPr/>
        </p:nvSpPr>
        <p:spPr>
          <a:xfrm>
            <a:off x="290348" y="1311605"/>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 – Les étapes</a:t>
            </a:r>
          </a:p>
        </p:txBody>
      </p:sp>
      <p:sp>
        <p:nvSpPr>
          <p:cNvPr id="12" name="Rectangle 2"/>
          <p:cNvSpPr>
            <a:spLocks noChangeArrowheads="1"/>
          </p:cNvSpPr>
          <p:nvPr/>
        </p:nvSpPr>
        <p:spPr bwMode="auto">
          <a:xfrm>
            <a:off x="251520" y="368660"/>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pic>
        <p:nvPicPr>
          <p:cNvPr id="10035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337085" y="1762602"/>
            <a:ext cx="2511650" cy="1787212"/>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100355"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452320" y="3046747"/>
            <a:ext cx="1410959" cy="727787"/>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92003526"/>
      </p:ext>
    </p:extLst>
  </p:cSld>
  <p:clrMapOvr>
    <a:masterClrMapping/>
  </p:clrMapOvr>
  <p:transition>
    <p:zoom/>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793069-15BF-45D8-981B-BCA6FCC7D31E}"/>
              </a:ext>
            </a:extLst>
          </p:cNvPr>
          <p:cNvSpPr>
            <a:spLocks noGrp="1"/>
          </p:cNvSpPr>
          <p:nvPr>
            <p:ph type="title"/>
          </p:nvPr>
        </p:nvSpPr>
        <p:spPr/>
        <p:txBody>
          <a:bodyPr/>
          <a:lstStyle/>
          <a:p>
            <a:endParaRPr lang="fr-FR"/>
          </a:p>
        </p:txBody>
      </p:sp>
      <p:sp>
        <p:nvSpPr>
          <p:cNvPr id="3" name="Ellipse 2">
            <a:extLst>
              <a:ext uri="{FF2B5EF4-FFF2-40B4-BE49-F238E27FC236}">
                <a16:creationId xmlns:a16="http://schemas.microsoft.com/office/drawing/2014/main" id="{51388B68-5591-4B47-BAE3-3B8F45029F95}"/>
              </a:ext>
            </a:extLst>
          </p:cNvPr>
          <p:cNvSpPr/>
          <p:nvPr/>
        </p:nvSpPr>
        <p:spPr>
          <a:xfrm>
            <a:off x="2681790" y="2773033"/>
            <a:ext cx="2880320" cy="3060340"/>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5" name="Étoile : 4 branches 4">
            <a:extLst>
              <a:ext uri="{FF2B5EF4-FFF2-40B4-BE49-F238E27FC236}">
                <a16:creationId xmlns:a16="http://schemas.microsoft.com/office/drawing/2014/main" id="{233ADD87-2A9D-444F-B3FA-2B0176CB4C6D}"/>
              </a:ext>
            </a:extLst>
          </p:cNvPr>
          <p:cNvSpPr/>
          <p:nvPr/>
        </p:nvSpPr>
        <p:spPr>
          <a:xfrm>
            <a:off x="4210545" y="3681336"/>
            <a:ext cx="128914" cy="262997"/>
          </a:xfrm>
          <a:prstGeom prst="star4">
            <a:avLst/>
          </a:prstGeom>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6" name="Étoile : 4 branches 5">
            <a:extLst>
              <a:ext uri="{FF2B5EF4-FFF2-40B4-BE49-F238E27FC236}">
                <a16:creationId xmlns:a16="http://schemas.microsoft.com/office/drawing/2014/main" id="{3D497624-9DA0-4843-B7E9-E402D304D76C}"/>
              </a:ext>
            </a:extLst>
          </p:cNvPr>
          <p:cNvSpPr/>
          <p:nvPr/>
        </p:nvSpPr>
        <p:spPr>
          <a:xfrm>
            <a:off x="4361660" y="3429000"/>
            <a:ext cx="128914" cy="262997"/>
          </a:xfrm>
          <a:prstGeom prst="star4">
            <a:avLst/>
          </a:prstGeom>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7" name="Étoile : 4 branches 6">
            <a:extLst>
              <a:ext uri="{FF2B5EF4-FFF2-40B4-BE49-F238E27FC236}">
                <a16:creationId xmlns:a16="http://schemas.microsoft.com/office/drawing/2014/main" id="{440F1974-4CEF-49A5-82BC-0EBD36363482}"/>
              </a:ext>
            </a:extLst>
          </p:cNvPr>
          <p:cNvSpPr/>
          <p:nvPr/>
        </p:nvSpPr>
        <p:spPr>
          <a:xfrm>
            <a:off x="4057493" y="3418339"/>
            <a:ext cx="128914" cy="262997"/>
          </a:xfrm>
          <a:prstGeom prst="star4">
            <a:avLst/>
          </a:prstGeom>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8" name="Étoile : 4 branches 7">
            <a:extLst>
              <a:ext uri="{FF2B5EF4-FFF2-40B4-BE49-F238E27FC236}">
                <a16:creationId xmlns:a16="http://schemas.microsoft.com/office/drawing/2014/main" id="{C387C943-B09D-40A5-BDD4-EE6890A5E67B}"/>
              </a:ext>
            </a:extLst>
          </p:cNvPr>
          <p:cNvSpPr/>
          <p:nvPr/>
        </p:nvSpPr>
        <p:spPr>
          <a:xfrm>
            <a:off x="3907499" y="3843461"/>
            <a:ext cx="225025" cy="262997"/>
          </a:xfrm>
          <a:prstGeom prst="star4">
            <a:avLst/>
          </a:prstGeom>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9" name="Ellipse 8">
            <a:extLst>
              <a:ext uri="{FF2B5EF4-FFF2-40B4-BE49-F238E27FC236}">
                <a16:creationId xmlns:a16="http://schemas.microsoft.com/office/drawing/2014/main" id="{CCC3ED49-80CA-4720-A2A2-1C89EF88BC01}"/>
              </a:ext>
            </a:extLst>
          </p:cNvPr>
          <p:cNvSpPr/>
          <p:nvPr/>
        </p:nvSpPr>
        <p:spPr>
          <a:xfrm>
            <a:off x="3626895" y="3203975"/>
            <a:ext cx="1035115" cy="1125125"/>
          </a:xfrm>
          <a:custGeom>
            <a:avLst/>
            <a:gdLst>
              <a:gd name="connsiteX0" fmla="*/ 0 w 1035115"/>
              <a:gd name="connsiteY0" fmla="*/ 562563 h 1125125"/>
              <a:gd name="connsiteX1" fmla="*/ 517558 w 1035115"/>
              <a:gd name="connsiteY1" fmla="*/ 0 h 1125125"/>
              <a:gd name="connsiteX2" fmla="*/ 1035116 w 1035115"/>
              <a:gd name="connsiteY2" fmla="*/ 562563 h 1125125"/>
              <a:gd name="connsiteX3" fmla="*/ 517558 w 1035115"/>
              <a:gd name="connsiteY3" fmla="*/ 1125126 h 1125125"/>
              <a:gd name="connsiteX4" fmla="*/ 0 w 1035115"/>
              <a:gd name="connsiteY4" fmla="*/ 562563 h 11251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35115" h="1125125" extrusionOk="0">
                <a:moveTo>
                  <a:pt x="0" y="562563"/>
                </a:moveTo>
                <a:cubicBezTo>
                  <a:pt x="23386" y="307546"/>
                  <a:pt x="198261" y="-7938"/>
                  <a:pt x="517558" y="0"/>
                </a:cubicBezTo>
                <a:cubicBezTo>
                  <a:pt x="731880" y="11227"/>
                  <a:pt x="1069354" y="238851"/>
                  <a:pt x="1035116" y="562563"/>
                </a:cubicBezTo>
                <a:cubicBezTo>
                  <a:pt x="1039849" y="890537"/>
                  <a:pt x="777171" y="1057585"/>
                  <a:pt x="517558" y="1125126"/>
                </a:cubicBezTo>
                <a:cubicBezTo>
                  <a:pt x="259052" y="1122476"/>
                  <a:pt x="-24577" y="852286"/>
                  <a:pt x="0" y="562563"/>
                </a:cubicBezTo>
                <a:close/>
              </a:path>
            </a:pathLst>
          </a:custGeom>
          <a:noFill/>
          <a:ln>
            <a:solidFill>
              <a:srgbClr val="C00000"/>
            </a:solidFill>
            <a:extLst>
              <a:ext uri="{C807C97D-BFC1-408E-A445-0C87EB9F89A2}">
                <ask:lineSketchStyleProps xmlns:ask="http://schemas.microsoft.com/office/drawing/2018/sketchyshapes" sd="52657929">
                  <a:prstGeom prst="ellipse">
                    <a:avLst/>
                  </a:prstGeom>
                  <ask:type>
                    <ask:lineSketchScribble/>
                  </ask:type>
                </ask:lineSketchStyleProps>
              </a:ext>
            </a:extLst>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sp>
        <p:nvSpPr>
          <p:cNvPr id="10" name="Étoile : 4 branches 9">
            <a:extLst>
              <a:ext uri="{FF2B5EF4-FFF2-40B4-BE49-F238E27FC236}">
                <a16:creationId xmlns:a16="http://schemas.microsoft.com/office/drawing/2014/main" id="{B3E949F1-C929-4685-B79A-DB6E6F387074}"/>
              </a:ext>
            </a:extLst>
          </p:cNvPr>
          <p:cNvSpPr/>
          <p:nvPr/>
        </p:nvSpPr>
        <p:spPr>
          <a:xfrm>
            <a:off x="3777464" y="3519010"/>
            <a:ext cx="128914" cy="262997"/>
          </a:xfrm>
          <a:prstGeom prst="star4">
            <a:avLst/>
          </a:prstGeom>
          <a:ln>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a:p>
        </p:txBody>
      </p:sp>
      <p:cxnSp>
        <p:nvCxnSpPr>
          <p:cNvPr id="12" name="Connecteur droit avec flèche 11">
            <a:extLst>
              <a:ext uri="{FF2B5EF4-FFF2-40B4-BE49-F238E27FC236}">
                <a16:creationId xmlns:a16="http://schemas.microsoft.com/office/drawing/2014/main" id="{55254484-CCFA-4CD4-B49C-F85A289D8723}"/>
              </a:ext>
            </a:extLst>
          </p:cNvPr>
          <p:cNvCxnSpPr>
            <a:cxnSpLocks/>
          </p:cNvCxnSpPr>
          <p:nvPr/>
        </p:nvCxnSpPr>
        <p:spPr>
          <a:xfrm>
            <a:off x="4077669" y="1962943"/>
            <a:ext cx="0" cy="81009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23469756"/>
      </p:ext>
    </p:extLst>
  </p:cSld>
  <p:clrMapOvr>
    <a:masterClrMapping/>
  </p:clrMapOvr>
  <p:transition>
    <p:zoom/>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4" name="Text Box 7"/>
          <p:cNvSpPr txBox="1">
            <a:spLocks noChangeArrowheads="1"/>
          </p:cNvSpPr>
          <p:nvPr/>
        </p:nvSpPr>
        <p:spPr bwMode="auto">
          <a:xfrm>
            <a:off x="407988" y="2071688"/>
            <a:ext cx="6165850" cy="854075"/>
          </a:xfrm>
          <a:prstGeom prst="rect">
            <a:avLst/>
          </a:prstGeom>
          <a:noFill/>
          <a:ln w="9525">
            <a:noFill/>
            <a:miter lim="800000"/>
            <a:headEnd/>
            <a:tailEnd/>
          </a:ln>
        </p:spPr>
        <p:txBody>
          <a:bodyPr>
            <a:spAutoFit/>
          </a:bodyPr>
          <a:lstStyle/>
          <a:p>
            <a:pPr eaLnBrk="0" hangingPunct="0">
              <a:spcBef>
                <a:spcPct val="50000"/>
              </a:spcBef>
            </a:pPr>
            <a:r>
              <a:rPr lang="fr-FR" sz="2000" b="1" dirty="0">
                <a:latin typeface="Calibri" pitchFamily="34" charset="0"/>
                <a:cs typeface="Calibri" pitchFamily="34" charset="0"/>
              </a:rPr>
              <a:t>Des faits, des nombres, pas d’opinions ni de jugements</a:t>
            </a:r>
          </a:p>
          <a:p>
            <a:pPr eaLnBrk="0" hangingPunct="0">
              <a:spcBef>
                <a:spcPct val="50000"/>
              </a:spcBef>
            </a:pPr>
            <a:r>
              <a:rPr lang="fr-FR" sz="2000" dirty="0">
                <a:latin typeface="Calibri" pitchFamily="34" charset="0"/>
                <a:cs typeface="Calibri" pitchFamily="34" charset="0"/>
              </a:rPr>
              <a:t>Effets du problème</a:t>
            </a:r>
            <a:endParaRPr lang="fr-FR" sz="2000" b="1" dirty="0">
              <a:latin typeface="Calibri" pitchFamily="34" charset="0"/>
              <a:cs typeface="Calibri" pitchFamily="34" charset="0"/>
            </a:endParaRPr>
          </a:p>
        </p:txBody>
      </p:sp>
      <p:grpSp>
        <p:nvGrpSpPr>
          <p:cNvPr id="5125" name="Group 8"/>
          <p:cNvGrpSpPr>
            <a:grpSpLocks/>
          </p:cNvGrpSpPr>
          <p:nvPr/>
        </p:nvGrpSpPr>
        <p:grpSpPr bwMode="auto">
          <a:xfrm>
            <a:off x="6740525" y="2209800"/>
            <a:ext cx="1951038" cy="614363"/>
            <a:chOff x="2159" y="2147"/>
            <a:chExt cx="991" cy="333"/>
          </a:xfrm>
        </p:grpSpPr>
        <p:sp>
          <p:nvSpPr>
            <p:cNvPr id="104457" name="Rectangle 9"/>
            <p:cNvSpPr>
              <a:spLocks noChangeArrowheads="1"/>
            </p:cNvSpPr>
            <p:nvPr/>
          </p:nvSpPr>
          <p:spPr bwMode="auto">
            <a:xfrm>
              <a:off x="2172" y="2160"/>
              <a:ext cx="970" cy="312"/>
            </a:xfrm>
            <a:prstGeom prst="rect">
              <a:avLst/>
            </a:prstGeom>
            <a:solidFill>
              <a:srgbClr val="CCFF99"/>
            </a:solidFill>
            <a:ln w="3175">
              <a:solidFill>
                <a:schemeClr val="tx1"/>
              </a:solidFill>
              <a:miter lim="800000"/>
              <a:headEnd/>
              <a:tailEnd/>
            </a:ln>
            <a:effectLst/>
            <a:scene3d>
              <a:camera prst="orthographicFront"/>
              <a:lightRig rig="threePt" dir="t"/>
            </a:scene3d>
            <a:sp3d>
              <a:bevelT w="165100" prst="coolSlant"/>
            </a:sp3d>
          </p:spPr>
          <p:txBody>
            <a:bodyPr wrap="none" anchor="ctr"/>
            <a:lstStyle/>
            <a:p>
              <a:pPr>
                <a:defRPr/>
              </a:pPr>
              <a:endParaRPr lang="fr-FR" sz="1800">
                <a:latin typeface="Calibri" pitchFamily="34" charset="0"/>
                <a:cs typeface="Calibri" pitchFamily="34" charset="0"/>
              </a:endParaRPr>
            </a:p>
          </p:txBody>
        </p:sp>
        <p:sp>
          <p:nvSpPr>
            <p:cNvPr id="104459" name="Text Box 11"/>
            <p:cNvSpPr txBox="1">
              <a:spLocks noChangeArrowheads="1"/>
            </p:cNvSpPr>
            <p:nvPr/>
          </p:nvSpPr>
          <p:spPr bwMode="auto">
            <a:xfrm>
              <a:off x="2550" y="2213"/>
              <a:ext cx="393" cy="200"/>
            </a:xfrm>
            <a:prstGeom prst="rect">
              <a:avLst/>
            </a:prstGeom>
            <a:noFill/>
            <a:ln w="9525">
              <a:noFill/>
              <a:miter lim="800000"/>
              <a:headEnd/>
              <a:tailEnd/>
            </a:ln>
            <a:effectLst/>
            <a:scene3d>
              <a:camera prst="orthographicFront"/>
              <a:lightRig rig="threePt" dir="t"/>
            </a:scene3d>
            <a:sp3d>
              <a:bevelT w="165100" prst="coolSlant"/>
            </a:sp3d>
          </p:spPr>
          <p:txBody>
            <a:bodyPr wrap="none">
              <a:spAutoFit/>
            </a:bodyPr>
            <a:lstStyle/>
            <a:p>
              <a:pPr eaLnBrk="0" hangingPunct="0">
                <a:spcBef>
                  <a:spcPct val="50000"/>
                </a:spcBef>
                <a:defRPr/>
              </a:pPr>
              <a:r>
                <a:rPr lang="fr-FR" sz="1800" b="1" dirty="0">
                  <a:solidFill>
                    <a:srgbClr val="002060"/>
                  </a:solidFill>
                  <a:effectLst>
                    <a:outerShdw blurRad="38100" dist="38100" dir="2700000" algn="tl">
                      <a:srgbClr val="000000">
                        <a:alpha val="43137"/>
                      </a:srgbClr>
                    </a:outerShdw>
                  </a:effectLst>
                  <a:latin typeface="Calibri" pitchFamily="34" charset="0"/>
                  <a:cs typeface="Calibri" pitchFamily="34" charset="0"/>
                </a:rPr>
                <a:t>5W2H</a:t>
              </a:r>
            </a:p>
          </p:txBody>
        </p:sp>
      </p:grpSp>
      <p:sp>
        <p:nvSpPr>
          <p:cNvPr id="11" name="Rectangle 10"/>
          <p:cNvSpPr/>
          <p:nvPr/>
        </p:nvSpPr>
        <p:spPr bwMode="auto">
          <a:xfrm>
            <a:off x="1095038" y="3231677"/>
            <a:ext cx="2133600" cy="2453232"/>
          </a:xfrm>
          <a:prstGeom prst="rect">
            <a:avLst/>
          </a:prstGeom>
          <a:solidFill>
            <a:srgbClr val="66FF66"/>
          </a:solidFill>
          <a:ln w="9525" cap="flat" cmpd="sng" algn="ctr">
            <a:noFill/>
            <a:prstDash val="solid"/>
            <a:round/>
            <a:headEnd type="none" w="med" len="med"/>
            <a:tailEnd type="none" w="med" len="med"/>
          </a:ln>
          <a:effectLst>
            <a:outerShdw blurRad="225425" dist="50800" dir="5220000" algn="ctr">
              <a:srgbClr val="000000">
                <a:alpha val="33000"/>
              </a:srgbClr>
            </a:outerShdw>
          </a:effectLst>
          <a:scene3d>
            <a:camera prst="perspectiveFront" fov="3300000">
              <a:rot lat="486000" lon="19530000" rev="174000"/>
            </a:camera>
            <a:lightRig rig="harsh" dir="t">
              <a:rot lat="0" lon="0" rev="3000000"/>
            </a:lightRig>
          </a:scene3d>
          <a:sp3d extrusionH="254000" contourW="19050">
            <a:bevelT w="82550" h="44450" prst="angle"/>
            <a:bevelB w="82550" h="44450" prst="angle"/>
            <a:contourClr>
              <a:srgbClr val="FFFFFF"/>
            </a:contourClr>
          </a:sp3d>
        </p:spPr>
        <p:txBody>
          <a:bodyPr/>
          <a:lstStyle/>
          <a:p>
            <a:pPr marL="457200" indent="-457200">
              <a:buFontTx/>
              <a:buAutoNum type="arabicPeriod"/>
              <a:defRPr/>
            </a:pPr>
            <a:endParaRPr lang="en-US">
              <a:latin typeface="Calibri" pitchFamily="34" charset="0"/>
            </a:endParaRPr>
          </a:p>
        </p:txBody>
      </p:sp>
      <p:sp>
        <p:nvSpPr>
          <p:cNvPr id="12" name="Rectangle 3"/>
          <p:cNvSpPr txBox="1">
            <a:spLocks noChangeArrowheads="1"/>
          </p:cNvSpPr>
          <p:nvPr/>
        </p:nvSpPr>
        <p:spPr>
          <a:xfrm>
            <a:off x="1293813" y="3254375"/>
            <a:ext cx="1933575" cy="2697163"/>
          </a:xfrm>
          <a:prstGeom prst="rect">
            <a:avLst/>
          </a:prstGeom>
        </p:spPr>
        <p:txBody>
          <a:bodyPr/>
          <a:lstStyle/>
          <a:p>
            <a:pPr marL="342900" indent="-342900">
              <a:spcBef>
                <a:spcPct val="20000"/>
              </a:spcBef>
              <a:buSzPct val="100000"/>
              <a:buFontTx/>
              <a:buChar char="•"/>
              <a:defRPr/>
            </a:pPr>
            <a:r>
              <a:rPr lang="en-GB" sz="2000" b="1" kern="0" dirty="0">
                <a:solidFill>
                  <a:srgbClr val="002060"/>
                </a:solidFill>
                <a:effectLst>
                  <a:outerShdw blurRad="38100" dist="38100" dir="2700000" algn="tl">
                    <a:srgbClr val="000000">
                      <a:alpha val="43137"/>
                    </a:srgbClr>
                  </a:outerShdw>
                </a:effectLst>
                <a:latin typeface="Calibri" pitchFamily="34" charset="0"/>
              </a:rPr>
              <a:t>Qui</a:t>
            </a:r>
          </a:p>
          <a:p>
            <a:pPr marL="342900" indent="-342900">
              <a:spcBef>
                <a:spcPct val="20000"/>
              </a:spcBef>
              <a:buSzPct val="100000"/>
              <a:buFontTx/>
              <a:buChar char="•"/>
              <a:defRPr/>
            </a:pPr>
            <a:r>
              <a:rPr lang="en-GB" sz="2000" b="1" kern="0" dirty="0">
                <a:solidFill>
                  <a:srgbClr val="002060"/>
                </a:solidFill>
                <a:effectLst>
                  <a:outerShdw blurRad="38100" dist="38100" dir="2700000" algn="tl">
                    <a:srgbClr val="000000">
                      <a:alpha val="43137"/>
                    </a:srgbClr>
                  </a:outerShdw>
                </a:effectLst>
                <a:latin typeface="Calibri" pitchFamily="34" charset="0"/>
              </a:rPr>
              <a:t>Quoi</a:t>
            </a:r>
          </a:p>
          <a:p>
            <a:pPr marL="342900" indent="-342900">
              <a:spcBef>
                <a:spcPct val="20000"/>
              </a:spcBef>
              <a:buSzPct val="100000"/>
              <a:buFontTx/>
              <a:buChar char="•"/>
              <a:defRPr/>
            </a:pPr>
            <a:r>
              <a:rPr lang="en-GB" sz="2000" b="1" kern="0" dirty="0">
                <a:solidFill>
                  <a:srgbClr val="002060"/>
                </a:solidFill>
                <a:effectLst>
                  <a:outerShdw blurRad="38100" dist="38100" dir="2700000" algn="tl">
                    <a:srgbClr val="000000">
                      <a:alpha val="43137"/>
                    </a:srgbClr>
                  </a:outerShdw>
                </a:effectLst>
                <a:latin typeface="Calibri" pitchFamily="34" charset="0"/>
              </a:rPr>
              <a:t>Où</a:t>
            </a:r>
          </a:p>
          <a:p>
            <a:pPr marL="342900" indent="-342900">
              <a:spcBef>
                <a:spcPct val="20000"/>
              </a:spcBef>
              <a:buSzPct val="100000"/>
              <a:buFontTx/>
              <a:buChar char="•"/>
              <a:defRPr/>
            </a:pPr>
            <a:r>
              <a:rPr lang="en-GB" sz="2000" b="1" kern="0" dirty="0">
                <a:solidFill>
                  <a:srgbClr val="002060"/>
                </a:solidFill>
                <a:effectLst>
                  <a:outerShdw blurRad="38100" dist="38100" dir="2700000" algn="tl">
                    <a:srgbClr val="000000">
                      <a:alpha val="43137"/>
                    </a:srgbClr>
                  </a:outerShdw>
                </a:effectLst>
                <a:latin typeface="Calibri" pitchFamily="34" charset="0"/>
              </a:rPr>
              <a:t>Quand</a:t>
            </a:r>
          </a:p>
          <a:p>
            <a:pPr marL="342900" indent="-342900">
              <a:spcBef>
                <a:spcPct val="20000"/>
              </a:spcBef>
              <a:buSzPct val="100000"/>
              <a:buFontTx/>
              <a:buChar char="•"/>
              <a:defRPr/>
            </a:pPr>
            <a:r>
              <a:rPr lang="en-GB" sz="2000" b="1" kern="0" dirty="0">
                <a:solidFill>
                  <a:srgbClr val="002060"/>
                </a:solidFill>
                <a:effectLst>
                  <a:outerShdw blurRad="38100" dist="38100" dir="2700000" algn="tl">
                    <a:srgbClr val="000000">
                      <a:alpha val="43137"/>
                    </a:srgbClr>
                  </a:outerShdw>
                </a:effectLst>
                <a:latin typeface="Calibri" pitchFamily="34" charset="0"/>
              </a:rPr>
              <a:t>Comment</a:t>
            </a:r>
          </a:p>
          <a:p>
            <a:pPr marL="342900" indent="-342900">
              <a:spcBef>
                <a:spcPct val="20000"/>
              </a:spcBef>
              <a:buSzPct val="100000"/>
              <a:buFontTx/>
              <a:buChar char="•"/>
              <a:defRPr/>
            </a:pPr>
            <a:r>
              <a:rPr lang="en-GB" sz="2000" b="1" kern="0" dirty="0">
                <a:solidFill>
                  <a:srgbClr val="002060"/>
                </a:solidFill>
                <a:effectLst>
                  <a:outerShdw blurRad="38100" dist="38100" dir="2700000" algn="tl">
                    <a:srgbClr val="000000">
                      <a:alpha val="43137"/>
                    </a:srgbClr>
                  </a:outerShdw>
                </a:effectLst>
                <a:latin typeface="Calibri" pitchFamily="34" charset="0"/>
              </a:rPr>
              <a:t>Pourquoi</a:t>
            </a:r>
          </a:p>
        </p:txBody>
      </p:sp>
      <p:sp>
        <p:nvSpPr>
          <p:cNvPr id="15" name="Flèche droite 14"/>
          <p:cNvSpPr/>
          <p:nvPr/>
        </p:nvSpPr>
        <p:spPr bwMode="auto">
          <a:xfrm>
            <a:off x="3446875" y="4644135"/>
            <a:ext cx="885371" cy="406400"/>
          </a:xfrm>
          <a:prstGeom prst="rightArrow">
            <a:avLst/>
          </a:prstGeom>
          <a:solidFill>
            <a:srgbClr val="66FF66"/>
          </a:solidFill>
          <a:ln w="9525" cap="flat" cmpd="sng" algn="ctr">
            <a:noFill/>
            <a:prstDash val="solid"/>
            <a:round/>
            <a:headEnd type="none" w="med" len="med"/>
            <a:tailEnd type="none" w="med" len="med"/>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txBody>
          <a:bodyPr/>
          <a:lstStyle/>
          <a:p>
            <a:pPr marL="457200" indent="-457200">
              <a:buFontTx/>
              <a:buAutoNum type="arabicPeriod"/>
              <a:defRPr/>
            </a:pPr>
            <a:endParaRPr lang="en-US">
              <a:latin typeface="Calibri" pitchFamily="34" charset="0"/>
            </a:endParaRPr>
          </a:p>
        </p:txBody>
      </p:sp>
      <p:sp>
        <p:nvSpPr>
          <p:cNvPr id="16" name="Rectangle 15"/>
          <p:cNvSpPr/>
          <p:nvPr/>
        </p:nvSpPr>
        <p:spPr bwMode="auto">
          <a:xfrm>
            <a:off x="4166955" y="3883217"/>
            <a:ext cx="3060340" cy="2070230"/>
          </a:xfrm>
          <a:prstGeom prst="rect">
            <a:avLst/>
          </a:prstGeom>
          <a:solidFill>
            <a:srgbClr val="66FF66"/>
          </a:solidFill>
          <a:ln w="9525" cap="flat" cmpd="sng" algn="ctr">
            <a:noFill/>
            <a:prstDash val="solid"/>
            <a:round/>
            <a:headEnd type="none" w="med" len="med"/>
            <a:tailEnd type="none" w="med" len="med"/>
          </a:ln>
          <a:effectLst>
            <a:outerShdw blurRad="184150" dist="241300" dir="11520000" sx="110000" sy="110000" algn="ctr">
              <a:srgbClr val="000000">
                <a:alpha val="18000"/>
              </a:srgbClr>
            </a:outerShdw>
          </a:effectLst>
          <a:scene3d>
            <a:camera prst="perspectiveFront" fov="5100000">
              <a:rot lat="0" lon="2100000" rev="0"/>
            </a:camera>
            <a:lightRig rig="flood" dir="t">
              <a:rot lat="0" lon="0" rev="13800000"/>
            </a:lightRig>
          </a:scene3d>
          <a:sp3d extrusionH="107950" prstMaterial="plastic">
            <a:bevelT w="82550" h="63500" prst="divot"/>
            <a:bevelB/>
          </a:sp3d>
        </p:spPr>
        <p:txBody>
          <a:bodyPr/>
          <a:lstStyle/>
          <a:p>
            <a:pPr marL="457200" indent="-457200">
              <a:buFontTx/>
              <a:buAutoNum type="arabicPeriod"/>
              <a:defRPr/>
            </a:pPr>
            <a:endParaRPr lang="en-US">
              <a:latin typeface="Calibri" pitchFamily="34" charset="0"/>
            </a:endParaRPr>
          </a:p>
        </p:txBody>
      </p:sp>
      <p:sp>
        <p:nvSpPr>
          <p:cNvPr id="17" name="Rectangle 3"/>
          <p:cNvSpPr txBox="1">
            <a:spLocks noChangeArrowheads="1"/>
          </p:cNvSpPr>
          <p:nvPr/>
        </p:nvSpPr>
        <p:spPr bwMode="auto">
          <a:xfrm>
            <a:off x="4616450" y="4179888"/>
            <a:ext cx="2520950" cy="1228725"/>
          </a:xfrm>
          <a:prstGeom prst="rect">
            <a:avLst/>
          </a:prstGeom>
          <a:noFill/>
          <a:ln w="9525">
            <a:noFill/>
            <a:miter lim="800000"/>
            <a:headEnd/>
            <a:tailEnd/>
          </a:ln>
        </p:spPr>
        <p:txBody>
          <a:bodyPr/>
          <a:lstStyle/>
          <a:p>
            <a:pPr marL="190500" indent="-190500" algn="just">
              <a:spcBef>
                <a:spcPct val="20000"/>
              </a:spcBef>
              <a:buSzPct val="120000"/>
              <a:buFont typeface="Arial" pitchFamily="34" charset="0"/>
              <a:buChar char="•"/>
              <a:defRPr/>
            </a:pPr>
            <a:r>
              <a:rPr lang="en-GB" sz="2000" b="1" kern="0" dirty="0">
                <a:solidFill>
                  <a:srgbClr val="002060"/>
                </a:solidFill>
                <a:effectLst>
                  <a:outerShdw blurRad="38100" dist="38100" dir="2700000" algn="tl">
                    <a:srgbClr val="000000">
                      <a:alpha val="43137"/>
                    </a:srgbClr>
                  </a:outerShdw>
                </a:effectLst>
                <a:latin typeface="Calibri" pitchFamily="34" charset="0"/>
              </a:rPr>
              <a:t>Combien</a:t>
            </a:r>
          </a:p>
          <a:p>
            <a:pPr marL="190500" indent="-190500" algn="just">
              <a:spcBef>
                <a:spcPct val="20000"/>
              </a:spcBef>
              <a:buSzPct val="120000"/>
              <a:defRPr/>
            </a:pPr>
            <a:r>
              <a:rPr lang="en-GB" sz="2000" kern="0" dirty="0">
                <a:solidFill>
                  <a:srgbClr val="002060"/>
                </a:solidFill>
                <a:effectLst>
                  <a:outerShdw blurRad="38100" dist="38100" dir="2700000" algn="tl">
                    <a:srgbClr val="000000">
                      <a:alpha val="43137"/>
                    </a:srgbClr>
                  </a:outerShdw>
                </a:effectLst>
                <a:latin typeface="Calibri" pitchFamily="34" charset="0"/>
              </a:rPr>
              <a:t>Photos, documents</a:t>
            </a:r>
            <a:endParaRPr lang="en-GB" sz="2000" kern="0" dirty="0">
              <a:solidFill>
                <a:srgbClr val="002060"/>
              </a:solidFill>
              <a:latin typeface="Calibri" pitchFamily="34" charset="0"/>
            </a:endParaRPr>
          </a:p>
        </p:txBody>
      </p:sp>
      <p:graphicFrame>
        <p:nvGraphicFramePr>
          <p:cNvPr id="5122" name="Object 2"/>
          <p:cNvGraphicFramePr>
            <a:graphicFrameLocks noChangeAspect="1"/>
          </p:cNvGraphicFramePr>
          <p:nvPr/>
        </p:nvGraphicFramePr>
        <p:xfrm>
          <a:off x="5202238" y="5003800"/>
          <a:ext cx="704850" cy="800100"/>
        </p:xfrm>
        <a:graphic>
          <a:graphicData uri="http://schemas.openxmlformats.org/presentationml/2006/ole">
            <mc:AlternateContent xmlns:mc="http://schemas.openxmlformats.org/markup-compatibility/2006">
              <mc:Choice xmlns:v="urn:schemas-microsoft-com:vml" Requires="v">
                <p:oleObj name="Document" r:id="rId3" imgW="848520" imgH="961920" progId="Word.Document.8">
                  <p:embed/>
                </p:oleObj>
              </mc:Choice>
              <mc:Fallback>
                <p:oleObj name="Document" r:id="rId3" imgW="848520" imgH="961920" progId="Word.Document.8">
                  <p:embed/>
                  <p:pic>
                    <p:nvPicPr>
                      <p:cNvPr id="5122"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02238" y="5003800"/>
                        <a:ext cx="704850" cy="8001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123" name="Object 3"/>
          <p:cNvGraphicFramePr>
            <a:graphicFrameLocks noChangeAspect="1"/>
          </p:cNvGraphicFramePr>
          <p:nvPr/>
        </p:nvGraphicFramePr>
        <p:xfrm>
          <a:off x="6327775" y="5003800"/>
          <a:ext cx="666750" cy="873125"/>
        </p:xfrm>
        <a:graphic>
          <a:graphicData uri="http://schemas.openxmlformats.org/presentationml/2006/ole">
            <mc:AlternateContent xmlns:mc="http://schemas.openxmlformats.org/markup-compatibility/2006">
              <mc:Choice xmlns:v="urn:schemas-microsoft-com:vml" Requires="v">
                <p:oleObj name="Document" r:id="rId5" imgW="735480" imgH="961920" progId="Word.Document.8">
                  <p:embed/>
                </p:oleObj>
              </mc:Choice>
              <mc:Fallback>
                <p:oleObj name="Document" r:id="rId5" imgW="735480" imgH="961920" progId="Word.Document.8">
                  <p:embed/>
                  <p:pic>
                    <p:nvPicPr>
                      <p:cNvPr id="5123"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27775" y="5003800"/>
                        <a:ext cx="666750" cy="87312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5131" name="Group 21"/>
          <p:cNvGrpSpPr>
            <a:grpSpLocks/>
          </p:cNvGrpSpPr>
          <p:nvPr/>
        </p:nvGrpSpPr>
        <p:grpSpPr bwMode="auto">
          <a:xfrm>
            <a:off x="1720850" y="5762625"/>
            <a:ext cx="787400" cy="576263"/>
            <a:chOff x="403" y="2977"/>
            <a:chExt cx="936" cy="598"/>
          </a:xfrm>
        </p:grpSpPr>
        <p:sp>
          <p:nvSpPr>
            <p:cNvPr id="5143" name="Freeform 22"/>
            <p:cNvSpPr>
              <a:spLocks/>
            </p:cNvSpPr>
            <p:nvPr/>
          </p:nvSpPr>
          <p:spPr bwMode="auto">
            <a:xfrm>
              <a:off x="403" y="2977"/>
              <a:ext cx="936" cy="598"/>
            </a:xfrm>
            <a:custGeom>
              <a:avLst/>
              <a:gdLst>
                <a:gd name="T0" fmla="*/ 468 w 1871"/>
                <a:gd name="T1" fmla="*/ 299 h 1197"/>
                <a:gd name="T2" fmla="*/ 236 w 1871"/>
                <a:gd name="T3" fmla="*/ 0 h 1197"/>
                <a:gd name="T4" fmla="*/ 0 w 1871"/>
                <a:gd name="T5" fmla="*/ 299 h 1197"/>
                <a:gd name="T6" fmla="*/ 468 w 1871"/>
                <a:gd name="T7" fmla="*/ 299 h 1197"/>
                <a:gd name="T8" fmla="*/ 0 60000 65536"/>
                <a:gd name="T9" fmla="*/ 0 60000 65536"/>
                <a:gd name="T10" fmla="*/ 0 60000 65536"/>
                <a:gd name="T11" fmla="*/ 0 60000 65536"/>
                <a:gd name="T12" fmla="*/ 0 w 1871"/>
                <a:gd name="T13" fmla="*/ 0 h 1197"/>
                <a:gd name="T14" fmla="*/ 1871 w 1871"/>
                <a:gd name="T15" fmla="*/ 1197 h 1197"/>
              </a:gdLst>
              <a:ahLst/>
              <a:cxnLst>
                <a:cxn ang="T8">
                  <a:pos x="T0" y="T1"/>
                </a:cxn>
                <a:cxn ang="T9">
                  <a:pos x="T2" y="T3"/>
                </a:cxn>
                <a:cxn ang="T10">
                  <a:pos x="T4" y="T5"/>
                </a:cxn>
                <a:cxn ang="T11">
                  <a:pos x="T6" y="T7"/>
                </a:cxn>
              </a:cxnLst>
              <a:rect l="T12" t="T13" r="T14" b="T15"/>
              <a:pathLst>
                <a:path w="1871" h="1197">
                  <a:moveTo>
                    <a:pt x="1871" y="1197"/>
                  </a:moveTo>
                  <a:lnTo>
                    <a:pt x="944" y="0"/>
                  </a:lnTo>
                  <a:lnTo>
                    <a:pt x="0" y="1197"/>
                  </a:lnTo>
                  <a:lnTo>
                    <a:pt x="1871" y="1197"/>
                  </a:lnTo>
                  <a:close/>
                </a:path>
              </a:pathLst>
            </a:custGeom>
            <a:solidFill>
              <a:srgbClr val="000000"/>
            </a:solidFill>
            <a:ln w="9525">
              <a:noFill/>
              <a:round/>
              <a:headEnd/>
              <a:tailEnd/>
            </a:ln>
          </p:spPr>
          <p:txBody>
            <a:bodyPr/>
            <a:lstStyle/>
            <a:p>
              <a:endParaRPr lang="fr-FR"/>
            </a:p>
          </p:txBody>
        </p:sp>
        <p:sp>
          <p:nvSpPr>
            <p:cNvPr id="5144" name="Freeform 23"/>
            <p:cNvSpPr>
              <a:spLocks/>
            </p:cNvSpPr>
            <p:nvPr/>
          </p:nvSpPr>
          <p:spPr bwMode="auto">
            <a:xfrm>
              <a:off x="472" y="3035"/>
              <a:ext cx="799" cy="511"/>
            </a:xfrm>
            <a:custGeom>
              <a:avLst/>
              <a:gdLst>
                <a:gd name="T0" fmla="*/ 201 w 1599"/>
                <a:gd name="T1" fmla="*/ 0 h 1024"/>
                <a:gd name="T2" fmla="*/ 0 w 1599"/>
                <a:gd name="T3" fmla="*/ 255 h 1024"/>
                <a:gd name="T4" fmla="*/ 399 w 1599"/>
                <a:gd name="T5" fmla="*/ 255 h 1024"/>
                <a:gd name="T6" fmla="*/ 201 w 1599"/>
                <a:gd name="T7" fmla="*/ 0 h 1024"/>
                <a:gd name="T8" fmla="*/ 0 60000 65536"/>
                <a:gd name="T9" fmla="*/ 0 60000 65536"/>
                <a:gd name="T10" fmla="*/ 0 60000 65536"/>
                <a:gd name="T11" fmla="*/ 0 60000 65536"/>
                <a:gd name="T12" fmla="*/ 0 w 1599"/>
                <a:gd name="T13" fmla="*/ 0 h 1024"/>
                <a:gd name="T14" fmla="*/ 1599 w 1599"/>
                <a:gd name="T15" fmla="*/ 1024 h 1024"/>
              </a:gdLst>
              <a:ahLst/>
              <a:cxnLst>
                <a:cxn ang="T8">
                  <a:pos x="T0" y="T1"/>
                </a:cxn>
                <a:cxn ang="T9">
                  <a:pos x="T2" y="T3"/>
                </a:cxn>
                <a:cxn ang="T10">
                  <a:pos x="T4" y="T5"/>
                </a:cxn>
                <a:cxn ang="T11">
                  <a:pos x="T6" y="T7"/>
                </a:cxn>
              </a:cxnLst>
              <a:rect l="T12" t="T13" r="T14" b="T15"/>
              <a:pathLst>
                <a:path w="1599" h="1024">
                  <a:moveTo>
                    <a:pt x="807" y="0"/>
                  </a:moveTo>
                  <a:lnTo>
                    <a:pt x="0" y="1024"/>
                  </a:lnTo>
                  <a:lnTo>
                    <a:pt x="1599" y="1024"/>
                  </a:lnTo>
                  <a:lnTo>
                    <a:pt x="807" y="0"/>
                  </a:lnTo>
                  <a:close/>
                </a:path>
              </a:pathLst>
            </a:custGeom>
            <a:solidFill>
              <a:srgbClr val="FFFFFF"/>
            </a:solidFill>
            <a:ln w="9525">
              <a:noFill/>
              <a:round/>
              <a:headEnd/>
              <a:tailEnd/>
            </a:ln>
          </p:spPr>
          <p:txBody>
            <a:bodyPr/>
            <a:lstStyle/>
            <a:p>
              <a:endParaRPr lang="fr-FR"/>
            </a:p>
          </p:txBody>
        </p:sp>
        <p:sp>
          <p:nvSpPr>
            <p:cNvPr id="5145" name="Freeform 24"/>
            <p:cNvSpPr>
              <a:spLocks/>
            </p:cNvSpPr>
            <p:nvPr/>
          </p:nvSpPr>
          <p:spPr bwMode="auto">
            <a:xfrm>
              <a:off x="539" y="3092"/>
              <a:ext cx="666" cy="426"/>
            </a:xfrm>
            <a:custGeom>
              <a:avLst/>
              <a:gdLst>
                <a:gd name="T0" fmla="*/ 169 w 1330"/>
                <a:gd name="T1" fmla="*/ 0 h 851"/>
                <a:gd name="T2" fmla="*/ 0 w 1330"/>
                <a:gd name="T3" fmla="*/ 213 h 851"/>
                <a:gd name="T4" fmla="*/ 334 w 1330"/>
                <a:gd name="T5" fmla="*/ 213 h 851"/>
                <a:gd name="T6" fmla="*/ 169 w 1330"/>
                <a:gd name="T7" fmla="*/ 0 h 851"/>
                <a:gd name="T8" fmla="*/ 0 60000 65536"/>
                <a:gd name="T9" fmla="*/ 0 60000 65536"/>
                <a:gd name="T10" fmla="*/ 0 60000 65536"/>
                <a:gd name="T11" fmla="*/ 0 60000 65536"/>
                <a:gd name="T12" fmla="*/ 0 w 1330"/>
                <a:gd name="T13" fmla="*/ 0 h 851"/>
                <a:gd name="T14" fmla="*/ 1330 w 1330"/>
                <a:gd name="T15" fmla="*/ 851 h 851"/>
              </a:gdLst>
              <a:ahLst/>
              <a:cxnLst>
                <a:cxn ang="T8">
                  <a:pos x="T0" y="T1"/>
                </a:cxn>
                <a:cxn ang="T9">
                  <a:pos x="T2" y="T3"/>
                </a:cxn>
                <a:cxn ang="T10">
                  <a:pos x="T4" y="T5"/>
                </a:cxn>
                <a:cxn ang="T11">
                  <a:pos x="T6" y="T7"/>
                </a:cxn>
              </a:cxnLst>
              <a:rect l="T12" t="T13" r="T14" b="T15"/>
              <a:pathLst>
                <a:path w="1330" h="851">
                  <a:moveTo>
                    <a:pt x="672" y="0"/>
                  </a:moveTo>
                  <a:lnTo>
                    <a:pt x="0" y="851"/>
                  </a:lnTo>
                  <a:lnTo>
                    <a:pt x="1330" y="851"/>
                  </a:lnTo>
                  <a:lnTo>
                    <a:pt x="672" y="0"/>
                  </a:lnTo>
                  <a:close/>
                </a:path>
              </a:pathLst>
            </a:custGeom>
            <a:solidFill>
              <a:srgbClr val="FF0000"/>
            </a:solidFill>
            <a:ln w="9525">
              <a:noFill/>
              <a:round/>
              <a:headEnd/>
              <a:tailEnd/>
            </a:ln>
          </p:spPr>
          <p:txBody>
            <a:bodyPr/>
            <a:lstStyle/>
            <a:p>
              <a:endParaRPr lang="fr-FR"/>
            </a:p>
          </p:txBody>
        </p:sp>
        <p:sp>
          <p:nvSpPr>
            <p:cNvPr id="5146" name="Freeform 25"/>
            <p:cNvSpPr>
              <a:spLocks/>
            </p:cNvSpPr>
            <p:nvPr/>
          </p:nvSpPr>
          <p:spPr bwMode="auto">
            <a:xfrm>
              <a:off x="628" y="3166"/>
              <a:ext cx="489" cy="312"/>
            </a:xfrm>
            <a:custGeom>
              <a:avLst/>
              <a:gdLst>
                <a:gd name="T0" fmla="*/ 123 w 979"/>
                <a:gd name="T1" fmla="*/ 0 h 625"/>
                <a:gd name="T2" fmla="*/ 0 w 979"/>
                <a:gd name="T3" fmla="*/ 156 h 625"/>
                <a:gd name="T4" fmla="*/ 244 w 979"/>
                <a:gd name="T5" fmla="*/ 156 h 625"/>
                <a:gd name="T6" fmla="*/ 123 w 979"/>
                <a:gd name="T7" fmla="*/ 0 h 625"/>
                <a:gd name="T8" fmla="*/ 0 60000 65536"/>
                <a:gd name="T9" fmla="*/ 0 60000 65536"/>
                <a:gd name="T10" fmla="*/ 0 60000 65536"/>
                <a:gd name="T11" fmla="*/ 0 60000 65536"/>
                <a:gd name="T12" fmla="*/ 0 w 979"/>
                <a:gd name="T13" fmla="*/ 0 h 625"/>
                <a:gd name="T14" fmla="*/ 979 w 979"/>
                <a:gd name="T15" fmla="*/ 625 h 625"/>
              </a:gdLst>
              <a:ahLst/>
              <a:cxnLst>
                <a:cxn ang="T8">
                  <a:pos x="T0" y="T1"/>
                </a:cxn>
                <a:cxn ang="T9">
                  <a:pos x="T2" y="T3"/>
                </a:cxn>
                <a:cxn ang="T10">
                  <a:pos x="T4" y="T5"/>
                </a:cxn>
                <a:cxn ang="T11">
                  <a:pos x="T6" y="T7"/>
                </a:cxn>
              </a:cxnLst>
              <a:rect l="T12" t="T13" r="T14" b="T15"/>
              <a:pathLst>
                <a:path w="979" h="625">
                  <a:moveTo>
                    <a:pt x="494" y="0"/>
                  </a:moveTo>
                  <a:lnTo>
                    <a:pt x="0" y="625"/>
                  </a:lnTo>
                  <a:lnTo>
                    <a:pt x="979" y="625"/>
                  </a:lnTo>
                  <a:lnTo>
                    <a:pt x="494" y="0"/>
                  </a:lnTo>
                  <a:close/>
                </a:path>
              </a:pathLst>
            </a:custGeom>
            <a:solidFill>
              <a:srgbClr val="FFFFFF"/>
            </a:solidFill>
            <a:ln w="9525">
              <a:noFill/>
              <a:round/>
              <a:headEnd/>
              <a:tailEnd/>
            </a:ln>
          </p:spPr>
          <p:txBody>
            <a:bodyPr/>
            <a:lstStyle/>
            <a:p>
              <a:endParaRPr lang="fr-FR"/>
            </a:p>
          </p:txBody>
        </p:sp>
        <p:sp>
          <p:nvSpPr>
            <p:cNvPr id="5147" name="Freeform 26"/>
            <p:cNvSpPr>
              <a:spLocks/>
            </p:cNvSpPr>
            <p:nvPr/>
          </p:nvSpPr>
          <p:spPr bwMode="auto">
            <a:xfrm>
              <a:off x="857" y="3439"/>
              <a:ext cx="31" cy="26"/>
            </a:xfrm>
            <a:custGeom>
              <a:avLst/>
              <a:gdLst>
                <a:gd name="T0" fmla="*/ 10 w 63"/>
                <a:gd name="T1" fmla="*/ 13 h 52"/>
                <a:gd name="T2" fmla="*/ 12 w 63"/>
                <a:gd name="T3" fmla="*/ 13 h 52"/>
                <a:gd name="T4" fmla="*/ 14 w 63"/>
                <a:gd name="T5" fmla="*/ 12 h 52"/>
                <a:gd name="T6" fmla="*/ 15 w 63"/>
                <a:gd name="T7" fmla="*/ 11 h 52"/>
                <a:gd name="T8" fmla="*/ 15 w 63"/>
                <a:gd name="T9" fmla="*/ 10 h 52"/>
                <a:gd name="T10" fmla="*/ 15 w 63"/>
                <a:gd name="T11" fmla="*/ 3 h 52"/>
                <a:gd name="T12" fmla="*/ 15 w 63"/>
                <a:gd name="T13" fmla="*/ 3 h 52"/>
                <a:gd name="T14" fmla="*/ 14 w 63"/>
                <a:gd name="T15" fmla="*/ 1 h 52"/>
                <a:gd name="T16" fmla="*/ 12 w 63"/>
                <a:gd name="T17" fmla="*/ 1 h 52"/>
                <a:gd name="T18" fmla="*/ 10 w 63"/>
                <a:gd name="T19" fmla="*/ 0 h 52"/>
                <a:gd name="T20" fmla="*/ 5 w 63"/>
                <a:gd name="T21" fmla="*/ 0 h 52"/>
                <a:gd name="T22" fmla="*/ 3 w 63"/>
                <a:gd name="T23" fmla="*/ 1 h 52"/>
                <a:gd name="T24" fmla="*/ 1 w 63"/>
                <a:gd name="T25" fmla="*/ 1 h 52"/>
                <a:gd name="T26" fmla="*/ 0 w 63"/>
                <a:gd name="T27" fmla="*/ 3 h 52"/>
                <a:gd name="T28" fmla="*/ 0 w 63"/>
                <a:gd name="T29" fmla="*/ 3 h 52"/>
                <a:gd name="T30" fmla="*/ 0 w 63"/>
                <a:gd name="T31" fmla="*/ 10 h 52"/>
                <a:gd name="T32" fmla="*/ 0 w 63"/>
                <a:gd name="T33" fmla="*/ 11 h 52"/>
                <a:gd name="T34" fmla="*/ 1 w 63"/>
                <a:gd name="T35" fmla="*/ 12 h 52"/>
                <a:gd name="T36" fmla="*/ 3 w 63"/>
                <a:gd name="T37" fmla="*/ 13 h 52"/>
                <a:gd name="T38" fmla="*/ 5 w 63"/>
                <a:gd name="T39" fmla="*/ 13 h 52"/>
                <a:gd name="T40" fmla="*/ 10 w 63"/>
                <a:gd name="T41" fmla="*/ 13 h 5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63"/>
                <a:gd name="T64" fmla="*/ 0 h 52"/>
                <a:gd name="T65" fmla="*/ 63 w 63"/>
                <a:gd name="T66" fmla="*/ 52 h 5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63" h="52">
                  <a:moveTo>
                    <a:pt x="41" y="52"/>
                  </a:moveTo>
                  <a:lnTo>
                    <a:pt x="51" y="51"/>
                  </a:lnTo>
                  <a:lnTo>
                    <a:pt x="57" y="48"/>
                  </a:lnTo>
                  <a:lnTo>
                    <a:pt x="61" y="43"/>
                  </a:lnTo>
                  <a:lnTo>
                    <a:pt x="63" y="37"/>
                  </a:lnTo>
                  <a:lnTo>
                    <a:pt x="63" y="14"/>
                  </a:lnTo>
                  <a:lnTo>
                    <a:pt x="61" y="9"/>
                  </a:lnTo>
                  <a:lnTo>
                    <a:pt x="57" y="4"/>
                  </a:lnTo>
                  <a:lnTo>
                    <a:pt x="51" y="1"/>
                  </a:lnTo>
                  <a:lnTo>
                    <a:pt x="41" y="0"/>
                  </a:lnTo>
                  <a:lnTo>
                    <a:pt x="20" y="0"/>
                  </a:lnTo>
                  <a:lnTo>
                    <a:pt x="13" y="1"/>
                  </a:lnTo>
                  <a:lnTo>
                    <a:pt x="6" y="4"/>
                  </a:lnTo>
                  <a:lnTo>
                    <a:pt x="2" y="9"/>
                  </a:lnTo>
                  <a:lnTo>
                    <a:pt x="0" y="14"/>
                  </a:lnTo>
                  <a:lnTo>
                    <a:pt x="0" y="37"/>
                  </a:lnTo>
                  <a:lnTo>
                    <a:pt x="2" y="43"/>
                  </a:lnTo>
                  <a:lnTo>
                    <a:pt x="6" y="48"/>
                  </a:lnTo>
                  <a:lnTo>
                    <a:pt x="13" y="51"/>
                  </a:lnTo>
                  <a:lnTo>
                    <a:pt x="20" y="52"/>
                  </a:lnTo>
                  <a:lnTo>
                    <a:pt x="41" y="52"/>
                  </a:lnTo>
                  <a:close/>
                </a:path>
              </a:pathLst>
            </a:custGeom>
            <a:solidFill>
              <a:srgbClr val="004FFF"/>
            </a:solidFill>
            <a:ln w="9525">
              <a:noFill/>
              <a:round/>
              <a:headEnd/>
              <a:tailEnd/>
            </a:ln>
          </p:spPr>
          <p:txBody>
            <a:bodyPr/>
            <a:lstStyle/>
            <a:p>
              <a:endParaRPr lang="fr-FR"/>
            </a:p>
          </p:txBody>
        </p:sp>
        <p:sp>
          <p:nvSpPr>
            <p:cNvPr id="5148" name="Freeform 27"/>
            <p:cNvSpPr>
              <a:spLocks/>
            </p:cNvSpPr>
            <p:nvPr/>
          </p:nvSpPr>
          <p:spPr bwMode="auto">
            <a:xfrm>
              <a:off x="846" y="3231"/>
              <a:ext cx="51" cy="199"/>
            </a:xfrm>
            <a:custGeom>
              <a:avLst/>
              <a:gdLst>
                <a:gd name="T0" fmla="*/ 26 w 101"/>
                <a:gd name="T1" fmla="*/ 7 h 397"/>
                <a:gd name="T2" fmla="*/ 25 w 101"/>
                <a:gd name="T3" fmla="*/ 6 h 397"/>
                <a:gd name="T4" fmla="*/ 25 w 101"/>
                <a:gd name="T5" fmla="*/ 5 h 397"/>
                <a:gd name="T6" fmla="*/ 23 w 101"/>
                <a:gd name="T7" fmla="*/ 3 h 397"/>
                <a:gd name="T8" fmla="*/ 22 w 101"/>
                <a:gd name="T9" fmla="*/ 2 h 397"/>
                <a:gd name="T10" fmla="*/ 20 w 101"/>
                <a:gd name="T11" fmla="*/ 1 h 397"/>
                <a:gd name="T12" fmla="*/ 18 w 101"/>
                <a:gd name="T13" fmla="*/ 1 h 397"/>
                <a:gd name="T14" fmla="*/ 15 w 101"/>
                <a:gd name="T15" fmla="*/ 0 h 397"/>
                <a:gd name="T16" fmla="*/ 14 w 101"/>
                <a:gd name="T17" fmla="*/ 0 h 397"/>
                <a:gd name="T18" fmla="*/ 11 w 101"/>
                <a:gd name="T19" fmla="*/ 0 h 397"/>
                <a:gd name="T20" fmla="*/ 9 w 101"/>
                <a:gd name="T21" fmla="*/ 1 h 397"/>
                <a:gd name="T22" fmla="*/ 7 w 101"/>
                <a:gd name="T23" fmla="*/ 1 h 397"/>
                <a:gd name="T24" fmla="*/ 5 w 101"/>
                <a:gd name="T25" fmla="*/ 2 h 397"/>
                <a:gd name="T26" fmla="*/ 3 w 101"/>
                <a:gd name="T27" fmla="*/ 3 h 397"/>
                <a:gd name="T28" fmla="*/ 2 w 101"/>
                <a:gd name="T29" fmla="*/ 5 h 397"/>
                <a:gd name="T30" fmla="*/ 1 w 101"/>
                <a:gd name="T31" fmla="*/ 6 h 397"/>
                <a:gd name="T32" fmla="*/ 0 w 101"/>
                <a:gd name="T33" fmla="*/ 7 h 397"/>
                <a:gd name="T34" fmla="*/ 7 w 101"/>
                <a:gd name="T35" fmla="*/ 100 h 397"/>
                <a:gd name="T36" fmla="*/ 21 w 101"/>
                <a:gd name="T37" fmla="*/ 100 h 397"/>
                <a:gd name="T38" fmla="*/ 26 w 101"/>
                <a:gd name="T39" fmla="*/ 7 h 39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01"/>
                <a:gd name="T61" fmla="*/ 0 h 397"/>
                <a:gd name="T62" fmla="*/ 101 w 101"/>
                <a:gd name="T63" fmla="*/ 397 h 39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01" h="397">
                  <a:moveTo>
                    <a:pt x="101" y="28"/>
                  </a:moveTo>
                  <a:lnTo>
                    <a:pt x="100" y="22"/>
                  </a:lnTo>
                  <a:lnTo>
                    <a:pt x="97" y="17"/>
                  </a:lnTo>
                  <a:lnTo>
                    <a:pt x="92" y="12"/>
                  </a:lnTo>
                  <a:lnTo>
                    <a:pt x="85" y="8"/>
                  </a:lnTo>
                  <a:lnTo>
                    <a:pt x="77" y="4"/>
                  </a:lnTo>
                  <a:lnTo>
                    <a:pt x="70" y="2"/>
                  </a:lnTo>
                  <a:lnTo>
                    <a:pt x="60" y="0"/>
                  </a:lnTo>
                  <a:lnTo>
                    <a:pt x="53" y="0"/>
                  </a:lnTo>
                  <a:lnTo>
                    <a:pt x="44" y="0"/>
                  </a:lnTo>
                  <a:lnTo>
                    <a:pt x="36" y="2"/>
                  </a:lnTo>
                  <a:lnTo>
                    <a:pt x="27" y="4"/>
                  </a:lnTo>
                  <a:lnTo>
                    <a:pt x="18" y="8"/>
                  </a:lnTo>
                  <a:lnTo>
                    <a:pt x="10" y="12"/>
                  </a:lnTo>
                  <a:lnTo>
                    <a:pt x="6" y="17"/>
                  </a:lnTo>
                  <a:lnTo>
                    <a:pt x="1" y="22"/>
                  </a:lnTo>
                  <a:lnTo>
                    <a:pt x="0" y="28"/>
                  </a:lnTo>
                  <a:lnTo>
                    <a:pt x="25" y="397"/>
                  </a:lnTo>
                  <a:lnTo>
                    <a:pt x="82" y="397"/>
                  </a:lnTo>
                  <a:lnTo>
                    <a:pt x="101" y="28"/>
                  </a:lnTo>
                  <a:close/>
                </a:path>
              </a:pathLst>
            </a:custGeom>
            <a:solidFill>
              <a:srgbClr val="004FFF"/>
            </a:solidFill>
            <a:ln w="9525">
              <a:noFill/>
              <a:round/>
              <a:headEnd/>
              <a:tailEnd/>
            </a:ln>
          </p:spPr>
          <p:txBody>
            <a:bodyPr/>
            <a:lstStyle/>
            <a:p>
              <a:endParaRPr lang="fr-FR"/>
            </a:p>
          </p:txBody>
        </p:sp>
      </p:grpSp>
      <p:sp>
        <p:nvSpPr>
          <p:cNvPr id="5132" name="Text Box 29"/>
          <p:cNvSpPr txBox="1">
            <a:spLocks noChangeArrowheads="1"/>
          </p:cNvSpPr>
          <p:nvPr/>
        </p:nvSpPr>
        <p:spPr bwMode="auto">
          <a:xfrm>
            <a:off x="2416175" y="5988050"/>
            <a:ext cx="4394200" cy="336550"/>
          </a:xfrm>
          <a:prstGeom prst="rect">
            <a:avLst/>
          </a:prstGeom>
          <a:noFill/>
          <a:ln w="12700">
            <a:noFill/>
            <a:miter lim="800000"/>
            <a:headEnd/>
            <a:tailEnd/>
          </a:ln>
        </p:spPr>
        <p:txBody>
          <a:bodyPr>
            <a:spAutoFit/>
          </a:bodyPr>
          <a:lstStyle/>
          <a:p>
            <a:pPr eaLnBrk="0" hangingPunct="0">
              <a:spcBef>
                <a:spcPct val="50000"/>
              </a:spcBef>
            </a:pPr>
            <a:r>
              <a:rPr lang="fr-FR" sz="1600" b="1">
                <a:solidFill>
                  <a:srgbClr val="C00000"/>
                </a:solidFill>
                <a:latin typeface="Calibri" pitchFamily="34" charset="0"/>
                <a:cs typeface="Calibri" pitchFamily="34" charset="0"/>
              </a:rPr>
              <a:t>Ne pas aller directement à la solution !</a:t>
            </a:r>
          </a:p>
        </p:txBody>
      </p:sp>
      <p:pic>
        <p:nvPicPr>
          <p:cNvPr id="5133" name="Picture 5" descr="C:\Users\annie\Documents\Images\boite-outils-L-1.jpg"/>
          <p:cNvPicPr>
            <a:picLocks noChangeAspect="1" noChangeArrowheads="1"/>
          </p:cNvPicPr>
          <p:nvPr/>
        </p:nvPicPr>
        <p:blipFill>
          <a:blip r:embed="rId7" cstate="print"/>
          <a:srcRect/>
          <a:stretch>
            <a:fillRect/>
          </a:stretch>
        </p:blipFill>
        <p:spPr bwMode="auto">
          <a:xfrm>
            <a:off x="6902450" y="2278063"/>
            <a:ext cx="482600" cy="484187"/>
          </a:xfrm>
          <a:prstGeom prst="rect">
            <a:avLst/>
          </a:prstGeom>
          <a:noFill/>
          <a:ln w="9525">
            <a:noFill/>
            <a:miter lim="800000"/>
            <a:headEnd/>
            <a:tailEnd/>
          </a:ln>
        </p:spPr>
      </p:pic>
      <p:sp>
        <p:nvSpPr>
          <p:cNvPr id="28" name="Text Box 2"/>
          <p:cNvSpPr txBox="1">
            <a:spLocks noChangeArrowheads="1"/>
          </p:cNvSpPr>
          <p:nvPr/>
        </p:nvSpPr>
        <p:spPr bwMode="auto">
          <a:xfrm>
            <a:off x="2346164" y="1417234"/>
            <a:ext cx="2530180"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D1 – Décrire - Clarifier</a:t>
            </a:r>
          </a:p>
        </p:txBody>
      </p:sp>
      <p:sp>
        <p:nvSpPr>
          <p:cNvPr id="29" name="Rectangle 2"/>
          <p:cNvSpPr>
            <a:spLocks noChangeArrowheads="1"/>
          </p:cNvSpPr>
          <p:nvPr/>
        </p:nvSpPr>
        <p:spPr bwMode="auto">
          <a:xfrm>
            <a:off x="352425" y="6350"/>
            <a:ext cx="8686800" cy="1143000"/>
          </a:xfrm>
          <a:prstGeom prst="rect">
            <a:avLst/>
          </a:prstGeom>
          <a:noFill/>
          <a:ln w="9525">
            <a:noFill/>
            <a:miter lim="800000"/>
            <a:headEnd/>
            <a:tailEnd/>
          </a:ln>
        </p:spPr>
        <p:txBody>
          <a:bodyPr anchor="ctr"/>
          <a:lstStyle/>
          <a:p>
            <a:pPr eaLnBrk="0" hangingPunct="0">
              <a:defRPr/>
            </a:pPr>
            <a:endParaRPr lang="en-GB" sz="2400" b="1" dirty="0">
              <a:solidFill>
                <a:srgbClr val="002060"/>
              </a:solidFill>
              <a:effectLst>
                <a:outerShdw blurRad="38100" dist="38100" dir="2700000" algn="tl">
                  <a:srgbClr val="C0C0C0"/>
                </a:outerShdw>
              </a:effectLst>
              <a:latin typeface="Calibri" pitchFamily="34" charset="0"/>
              <a:cs typeface="Calibri" pitchFamily="34" charset="0"/>
            </a:endParaRPr>
          </a:p>
        </p:txBody>
      </p:sp>
      <p:sp>
        <p:nvSpPr>
          <p:cNvPr id="34" name="Rectangle 33"/>
          <p:cNvSpPr/>
          <p:nvPr/>
        </p:nvSpPr>
        <p:spPr>
          <a:xfrm>
            <a:off x="296525" y="1387121"/>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31" name="Rectangle 2"/>
          <p:cNvSpPr>
            <a:spLocks noChangeArrowheads="1"/>
          </p:cNvSpPr>
          <p:nvPr/>
        </p:nvSpPr>
        <p:spPr bwMode="auto">
          <a:xfrm>
            <a:off x="251520" y="368660"/>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Tree>
    <p:extLst>
      <p:ext uri="{BB962C8B-B14F-4D97-AF65-F5344CB8AC3E}">
        <p14:creationId xmlns:p14="http://schemas.microsoft.com/office/powerpoint/2010/main" val="1334571023"/>
      </p:ext>
    </p:extLst>
  </p:cSld>
  <p:clrMapOvr>
    <a:masterClrMapping/>
  </p:clrMapOvr>
  <p:transition>
    <p:zoom/>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8" name="Picture 1" descr="C:\Users\annie\Documents\Images\qqoqcp.jpg"/>
          <p:cNvPicPr>
            <a:picLocks noChangeAspect="1" noChangeArrowheads="1"/>
          </p:cNvPicPr>
          <p:nvPr/>
        </p:nvPicPr>
        <p:blipFill>
          <a:blip r:embed="rId3" cstate="print"/>
          <a:srcRect/>
          <a:stretch>
            <a:fillRect/>
          </a:stretch>
        </p:blipFill>
        <p:spPr bwMode="auto">
          <a:xfrm>
            <a:off x="7594006" y="1898830"/>
            <a:ext cx="1549994" cy="1549994"/>
          </a:xfrm>
          <a:prstGeom prst="rect">
            <a:avLst/>
          </a:prstGeom>
          <a:noFill/>
          <a:ln w="9525">
            <a:noFill/>
            <a:miter lim="800000"/>
            <a:headEnd/>
            <a:tailEnd/>
          </a:ln>
        </p:spPr>
      </p:pic>
      <p:sp>
        <p:nvSpPr>
          <p:cNvPr id="523267" name="Text Box 3"/>
          <p:cNvSpPr txBox="1">
            <a:spLocks noChangeArrowheads="1"/>
          </p:cNvSpPr>
          <p:nvPr/>
        </p:nvSpPr>
        <p:spPr bwMode="auto">
          <a:xfrm>
            <a:off x="285750" y="1555750"/>
            <a:ext cx="8535988" cy="4954588"/>
          </a:xfrm>
          <a:prstGeom prst="rect">
            <a:avLst/>
          </a:prstGeom>
          <a:noFill/>
          <a:ln w="9525">
            <a:noFill/>
            <a:miter lim="800000"/>
            <a:headEnd/>
            <a:tailEnd/>
          </a:ln>
          <a:effectLst/>
        </p:spPr>
        <p:txBody>
          <a:bodyPr>
            <a:spAutoFit/>
          </a:bodyPr>
          <a:lstStyle/>
          <a:p>
            <a:pPr>
              <a:defRPr/>
            </a:pPr>
            <a:r>
              <a:rPr lang="fr-FR" sz="2000" b="1" u="sng" dirty="0">
                <a:solidFill>
                  <a:srgbClr val="002060"/>
                </a:solidFill>
                <a:effectLst>
                  <a:outerShdw blurRad="38100" dist="38100" dir="2700000" algn="tl">
                    <a:srgbClr val="000000">
                      <a:alpha val="43137"/>
                    </a:srgbClr>
                  </a:outerShdw>
                </a:effectLst>
                <a:latin typeface="Calibri" pitchFamily="34" charset="0"/>
              </a:rPr>
              <a:t>Objectifs de l’outil</a:t>
            </a:r>
          </a:p>
          <a:p>
            <a:pPr algn="just">
              <a:buFont typeface="Arial" pitchFamily="34" charset="0"/>
              <a:buChar char="•"/>
              <a:defRPr/>
            </a:pPr>
            <a:r>
              <a:rPr lang="fr-FR" sz="1700" dirty="0">
                <a:latin typeface="Calibri" pitchFamily="34" charset="0"/>
                <a:cs typeface="Times New Roman" pitchFamily="18" charset="0"/>
              </a:rPr>
              <a:t> Pallier toute formulation vague, subjective ou abstraite. </a:t>
            </a:r>
            <a:endParaRPr lang="fr-FR" sz="1700" dirty="0">
              <a:latin typeface="Calibri" pitchFamily="34" charset="0"/>
            </a:endParaRPr>
          </a:p>
          <a:p>
            <a:pPr algn="just">
              <a:buFont typeface="Arial" pitchFamily="34" charset="0"/>
              <a:buChar char="•"/>
              <a:defRPr/>
            </a:pPr>
            <a:r>
              <a:rPr lang="fr-FR" sz="1700" dirty="0">
                <a:latin typeface="Calibri" pitchFamily="34" charset="0"/>
              </a:rPr>
              <a:t> Décrire une situation (problème, cause, solution, …), construire un plan d’action, </a:t>
            </a:r>
          </a:p>
          <a:p>
            <a:pPr algn="just">
              <a:buFont typeface="Arial" pitchFamily="34" charset="0"/>
              <a:buChar char="•"/>
              <a:defRPr/>
            </a:pPr>
            <a:r>
              <a:rPr lang="fr-FR" sz="1700" dirty="0">
                <a:latin typeface="Calibri" pitchFamily="34" charset="0"/>
                <a:cs typeface="Times New Roman" pitchFamily="18" charset="0"/>
              </a:rPr>
              <a:t> Gagner en compréhension commune et partagée</a:t>
            </a:r>
          </a:p>
          <a:p>
            <a:pPr algn="just">
              <a:defRPr/>
            </a:pPr>
            <a:endParaRPr lang="fr-FR" sz="1700" dirty="0">
              <a:latin typeface="Calibri" pitchFamily="34" charset="0"/>
            </a:endParaRPr>
          </a:p>
          <a:p>
            <a:pPr>
              <a:defRPr/>
            </a:pPr>
            <a:r>
              <a:rPr lang="fr-FR" sz="2400" b="1" i="1" u="sng" dirty="0">
                <a:solidFill>
                  <a:srgbClr val="002060"/>
                </a:solidFill>
                <a:effectLst>
                  <a:outerShdw blurRad="38100" dist="38100" dir="2700000" algn="tl">
                    <a:srgbClr val="000000">
                      <a:alpha val="43137"/>
                    </a:srgbClr>
                  </a:outerShdw>
                </a:effectLst>
                <a:latin typeface="Calibri" pitchFamily="34" charset="0"/>
              </a:rPr>
              <a:t>QQOQCP-C</a:t>
            </a:r>
            <a:r>
              <a:rPr lang="fr-FR" sz="2400" b="1" u="sng" dirty="0">
                <a:solidFill>
                  <a:srgbClr val="002060"/>
                </a:solidFill>
                <a:effectLst>
                  <a:outerShdw blurRad="38100" dist="38100" dir="2700000" algn="tl">
                    <a:srgbClr val="000000">
                      <a:alpha val="43137"/>
                    </a:srgbClr>
                  </a:outerShdw>
                </a:effectLst>
                <a:latin typeface="Calibri" pitchFamily="34" charset="0"/>
              </a:rPr>
              <a:t> – 5W2H</a:t>
            </a:r>
            <a:endParaRPr lang="fr-FR" sz="2400" i="1" dirty="0">
              <a:solidFill>
                <a:srgbClr val="002060"/>
              </a:solidFill>
              <a:latin typeface="Calibri" pitchFamily="34" charset="0"/>
            </a:endParaRPr>
          </a:p>
          <a:p>
            <a:pPr>
              <a:defRPr/>
            </a:pPr>
            <a:endParaRPr lang="fr-FR" sz="1700" i="1" dirty="0">
              <a:latin typeface="Calibri" pitchFamily="34" charset="0"/>
            </a:endParaRPr>
          </a:p>
          <a:p>
            <a:pPr algn="just">
              <a:defRPr/>
            </a:pPr>
            <a:r>
              <a:rPr lang="fr-FR" sz="1600" b="1" i="1" u="sng" dirty="0">
                <a:solidFill>
                  <a:srgbClr val="002060"/>
                </a:solidFill>
                <a:effectLst>
                  <a:outerShdw blurRad="38100" dist="38100" dir="2700000" algn="tl">
                    <a:srgbClr val="000000">
                      <a:alpha val="43137"/>
                    </a:srgbClr>
                  </a:outerShdw>
                </a:effectLst>
                <a:latin typeface="Calibri" pitchFamily="34" charset="0"/>
              </a:rPr>
              <a:t>QUOI</a:t>
            </a:r>
            <a:r>
              <a:rPr lang="fr-FR" sz="1600" b="1" u="sng" dirty="0">
                <a:solidFill>
                  <a:srgbClr val="002060"/>
                </a:solidFill>
                <a:effectLst>
                  <a:outerShdw blurRad="38100" dist="38100" dir="2700000" algn="tl">
                    <a:srgbClr val="000000">
                      <a:alpha val="43137"/>
                    </a:srgbClr>
                  </a:outerShdw>
                </a:effectLst>
                <a:latin typeface="Calibri" pitchFamily="34" charset="0"/>
              </a:rPr>
              <a:t> / WHAT ?</a:t>
            </a:r>
          </a:p>
          <a:p>
            <a:pPr lvl="1" algn="just">
              <a:defRPr/>
            </a:pPr>
            <a:r>
              <a:rPr lang="fr-FR" sz="1600" dirty="0">
                <a:latin typeface="Calibri" pitchFamily="34" charset="0"/>
              </a:rPr>
              <a:t>Quels sont les éléments (opérations, produits, matières, défauts, dysfonctionnements, …) qui peuvent caractériser une situation ? </a:t>
            </a:r>
          </a:p>
          <a:p>
            <a:pPr lvl="1" algn="just">
              <a:defRPr/>
            </a:pPr>
            <a:endParaRPr lang="fr-FR" sz="1700" dirty="0">
              <a:latin typeface="Calibri" pitchFamily="34" charset="0"/>
            </a:endParaRPr>
          </a:p>
          <a:p>
            <a:pPr algn="just">
              <a:defRPr/>
            </a:pPr>
            <a:r>
              <a:rPr lang="fr-FR" sz="1700" b="1" i="1" u="sng" dirty="0">
                <a:solidFill>
                  <a:srgbClr val="002060"/>
                </a:solidFill>
                <a:effectLst>
                  <a:outerShdw blurRad="38100" dist="38100" dir="2700000" algn="tl">
                    <a:srgbClr val="000000">
                      <a:alpha val="43137"/>
                    </a:srgbClr>
                  </a:outerShdw>
                </a:effectLst>
                <a:latin typeface="Calibri" pitchFamily="34" charset="0"/>
              </a:rPr>
              <a:t>QUI</a:t>
            </a:r>
            <a:r>
              <a:rPr lang="fr-FR" sz="1700" b="1" u="sng" dirty="0">
                <a:solidFill>
                  <a:srgbClr val="002060"/>
                </a:solidFill>
                <a:effectLst>
                  <a:outerShdw blurRad="38100" dist="38100" dir="2700000" algn="tl">
                    <a:srgbClr val="000000">
                      <a:alpha val="43137"/>
                    </a:srgbClr>
                  </a:outerShdw>
                </a:effectLst>
                <a:latin typeface="Calibri" pitchFamily="34" charset="0"/>
              </a:rPr>
              <a:t> / WHO ?</a:t>
            </a:r>
          </a:p>
          <a:p>
            <a:pPr lvl="1" algn="just">
              <a:defRPr/>
            </a:pPr>
            <a:r>
              <a:rPr lang="fr-FR" sz="1600" dirty="0">
                <a:latin typeface="Calibri" pitchFamily="34" charset="0"/>
              </a:rPr>
              <a:t>Qui est concerné par les effets du problème ? Qui reporte le problème ? Qui corrige le problème ? Qui est affecté par le problème ?</a:t>
            </a:r>
          </a:p>
          <a:p>
            <a:pPr lvl="1" algn="just">
              <a:defRPr/>
            </a:pPr>
            <a:endParaRPr lang="fr-FR" sz="1700" dirty="0">
              <a:latin typeface="Calibri" pitchFamily="34" charset="0"/>
            </a:endParaRPr>
          </a:p>
          <a:p>
            <a:pPr algn="just">
              <a:defRPr/>
            </a:pPr>
            <a:r>
              <a:rPr lang="fr-FR" sz="1700" b="1" i="1" u="sng" dirty="0">
                <a:solidFill>
                  <a:srgbClr val="002060"/>
                </a:solidFill>
                <a:effectLst>
                  <a:outerShdw blurRad="38100" dist="38100" dir="2700000" algn="tl">
                    <a:srgbClr val="000000">
                      <a:alpha val="43137"/>
                    </a:srgbClr>
                  </a:outerShdw>
                </a:effectLst>
                <a:latin typeface="Calibri" pitchFamily="34" charset="0"/>
              </a:rPr>
              <a:t>OU</a:t>
            </a:r>
            <a:r>
              <a:rPr lang="fr-FR" sz="1700" b="1" u="sng" dirty="0">
                <a:solidFill>
                  <a:srgbClr val="002060"/>
                </a:solidFill>
                <a:effectLst>
                  <a:outerShdw blurRad="38100" dist="38100" dir="2700000" algn="tl">
                    <a:srgbClr val="000000">
                      <a:alpha val="43137"/>
                    </a:srgbClr>
                  </a:outerShdw>
                </a:effectLst>
                <a:latin typeface="Calibri" pitchFamily="34" charset="0"/>
              </a:rPr>
              <a:t> / WHERE ?</a:t>
            </a:r>
          </a:p>
          <a:p>
            <a:pPr lvl="1" algn="just">
              <a:defRPr/>
            </a:pPr>
            <a:r>
              <a:rPr lang="fr-FR" sz="1600" dirty="0">
                <a:latin typeface="Calibri" pitchFamily="34" charset="0"/>
              </a:rPr>
              <a:t>Ou sont les endroits sur lesquels le problème apparait ? (atelier, services, machine, process, …) ? Ou le problème est-il vu ? </a:t>
            </a:r>
          </a:p>
        </p:txBody>
      </p:sp>
      <p:sp>
        <p:nvSpPr>
          <p:cNvPr id="7" name="Text Box 2"/>
          <p:cNvSpPr txBox="1">
            <a:spLocks noChangeArrowheads="1"/>
          </p:cNvSpPr>
          <p:nvPr/>
        </p:nvSpPr>
        <p:spPr bwMode="auto">
          <a:xfrm>
            <a:off x="2307527" y="1077451"/>
            <a:ext cx="2530180"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D1 – Décrire - Clarifier</a:t>
            </a:r>
          </a:p>
        </p:txBody>
      </p:sp>
      <p:sp>
        <p:nvSpPr>
          <p:cNvPr id="8" name="Rectangle 2"/>
          <p:cNvSpPr>
            <a:spLocks noChangeArrowheads="1"/>
          </p:cNvSpPr>
          <p:nvPr/>
        </p:nvSpPr>
        <p:spPr bwMode="auto">
          <a:xfrm>
            <a:off x="310642" y="368660"/>
            <a:ext cx="8686800" cy="958334"/>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
        <p:nvSpPr>
          <p:cNvPr id="14" name="Rectangle 13"/>
          <p:cNvSpPr/>
          <p:nvPr/>
        </p:nvSpPr>
        <p:spPr>
          <a:xfrm>
            <a:off x="296525" y="1073284"/>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Tree>
    <p:extLst>
      <p:ext uri="{BB962C8B-B14F-4D97-AF65-F5344CB8AC3E}">
        <p14:creationId xmlns:p14="http://schemas.microsoft.com/office/powerpoint/2010/main" val="3435306330"/>
      </p:ext>
    </p:extLst>
  </p:cSld>
  <p:clrMapOvr>
    <a:masterClrMapping/>
  </p:clrMapOvr>
  <p:transition>
    <p:wipe di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4467" name="Text Box 1027"/>
          <p:cNvSpPr txBox="1">
            <a:spLocks noChangeArrowheads="1"/>
          </p:cNvSpPr>
          <p:nvPr/>
        </p:nvSpPr>
        <p:spPr bwMode="auto">
          <a:xfrm>
            <a:off x="350838" y="1725613"/>
            <a:ext cx="8534400" cy="4386262"/>
          </a:xfrm>
          <a:prstGeom prst="rect">
            <a:avLst/>
          </a:prstGeom>
          <a:noFill/>
          <a:ln w="9525">
            <a:noFill/>
            <a:miter lim="800000"/>
            <a:headEnd/>
            <a:tailEnd/>
          </a:ln>
          <a:effectLst/>
        </p:spPr>
        <p:txBody>
          <a:bodyPr>
            <a:spAutoFit/>
          </a:bodyPr>
          <a:lstStyle/>
          <a:p>
            <a:pPr algn="just">
              <a:defRPr/>
            </a:pPr>
            <a:r>
              <a:rPr lang="fr-FR" sz="1700" b="1" i="1" u="sng" dirty="0">
                <a:solidFill>
                  <a:srgbClr val="002060"/>
                </a:solidFill>
                <a:effectLst>
                  <a:outerShdw blurRad="38100" dist="38100" dir="2700000" algn="tl">
                    <a:srgbClr val="000000">
                      <a:alpha val="43137"/>
                    </a:srgbClr>
                  </a:outerShdw>
                </a:effectLst>
                <a:latin typeface="Calibri" pitchFamily="34" charset="0"/>
              </a:rPr>
              <a:t>QUAND</a:t>
            </a:r>
            <a:r>
              <a:rPr lang="fr-FR" sz="1700" b="1" u="sng" dirty="0">
                <a:solidFill>
                  <a:srgbClr val="002060"/>
                </a:solidFill>
                <a:effectLst>
                  <a:outerShdw blurRad="38100" dist="38100" dir="2700000" algn="tl">
                    <a:srgbClr val="000000">
                      <a:alpha val="43137"/>
                    </a:srgbClr>
                  </a:outerShdw>
                </a:effectLst>
                <a:latin typeface="Calibri" pitchFamily="34" charset="0"/>
              </a:rPr>
              <a:t> / WHEN ?</a:t>
            </a:r>
          </a:p>
          <a:p>
            <a:pPr lvl="1" algn="just">
              <a:defRPr/>
            </a:pPr>
            <a:r>
              <a:rPr lang="fr-FR" sz="1600" dirty="0">
                <a:latin typeface="Calibri" pitchFamily="34" charset="0"/>
              </a:rPr>
              <a:t>Quand le problème apparait-il (durée, date, début, fin, fréquence, …) ?</a:t>
            </a:r>
          </a:p>
          <a:p>
            <a:pPr lvl="1" algn="just">
              <a:defRPr/>
            </a:pPr>
            <a:r>
              <a:rPr lang="fr-FR" sz="1600" dirty="0">
                <a:latin typeface="Calibri" pitchFamily="34" charset="0"/>
              </a:rPr>
              <a:t>Quand le problème a-t-il été soulevé ?</a:t>
            </a:r>
          </a:p>
          <a:p>
            <a:pPr lvl="1" algn="just">
              <a:defRPr/>
            </a:pPr>
            <a:r>
              <a:rPr lang="fr-FR" sz="1600" dirty="0">
                <a:latin typeface="Calibri" pitchFamily="34" charset="0"/>
              </a:rPr>
              <a:t>Quand le problème a-t-il été résolu ?</a:t>
            </a:r>
          </a:p>
          <a:p>
            <a:pPr lvl="1" algn="just">
              <a:defRPr/>
            </a:pPr>
            <a:r>
              <a:rPr lang="fr-FR" sz="1600" dirty="0">
                <a:latin typeface="Calibri" pitchFamily="34" charset="0"/>
              </a:rPr>
              <a:t>Est-il déjà apparu ? Si oui, quel historique ? </a:t>
            </a:r>
          </a:p>
          <a:p>
            <a:pPr algn="just">
              <a:defRPr/>
            </a:pPr>
            <a:endParaRPr lang="fr-FR" sz="1700" b="1" i="1" u="sng" dirty="0">
              <a:solidFill>
                <a:srgbClr val="002060"/>
              </a:solidFill>
              <a:effectLst>
                <a:outerShdw blurRad="38100" dist="38100" dir="2700000" algn="tl">
                  <a:srgbClr val="000000">
                    <a:alpha val="43137"/>
                  </a:srgbClr>
                </a:outerShdw>
              </a:effectLst>
              <a:latin typeface="Calibri" pitchFamily="34" charset="0"/>
            </a:endParaRPr>
          </a:p>
          <a:p>
            <a:pPr algn="just">
              <a:defRPr/>
            </a:pPr>
            <a:r>
              <a:rPr lang="fr-FR" sz="1700" b="1" i="1" u="sng" dirty="0">
                <a:solidFill>
                  <a:srgbClr val="002060"/>
                </a:solidFill>
                <a:effectLst>
                  <a:outerShdw blurRad="38100" dist="38100" dir="2700000" algn="tl">
                    <a:srgbClr val="000000">
                      <a:alpha val="43137"/>
                    </a:srgbClr>
                  </a:outerShdw>
                </a:effectLst>
                <a:latin typeface="Calibri" pitchFamily="34" charset="0"/>
              </a:rPr>
              <a:t>COMMENT</a:t>
            </a:r>
            <a:r>
              <a:rPr lang="fr-FR" sz="1700" b="1" u="sng" dirty="0">
                <a:solidFill>
                  <a:srgbClr val="002060"/>
                </a:solidFill>
                <a:effectLst>
                  <a:outerShdw blurRad="38100" dist="38100" dir="2700000" algn="tl">
                    <a:srgbClr val="000000">
                      <a:alpha val="43137"/>
                    </a:srgbClr>
                  </a:outerShdw>
                </a:effectLst>
                <a:latin typeface="Calibri" pitchFamily="34" charset="0"/>
              </a:rPr>
              <a:t> / HOW ?</a:t>
            </a:r>
          </a:p>
          <a:p>
            <a:pPr lvl="1" algn="just">
              <a:defRPr/>
            </a:pPr>
            <a:r>
              <a:rPr lang="fr-FR" sz="1600" dirty="0">
                <a:latin typeface="Calibri" pitchFamily="34" charset="0"/>
              </a:rPr>
              <a:t>Comment sait-on qu’il y a un problème ? </a:t>
            </a:r>
            <a:endParaRPr lang="fr-FR" sz="1600" dirty="0">
              <a:latin typeface="Calibri" pitchFamily="34" charset="0"/>
              <a:cs typeface="Times New Roman" pitchFamily="18" charset="0"/>
            </a:endParaRPr>
          </a:p>
          <a:p>
            <a:pPr lvl="1" algn="just">
              <a:defRPr/>
            </a:pPr>
            <a:r>
              <a:rPr lang="fr-FR" sz="1600" dirty="0">
                <a:latin typeface="Calibri" pitchFamily="34" charset="0"/>
              </a:rPr>
              <a:t>Comment le problème est-t-il corrigé ? </a:t>
            </a:r>
          </a:p>
          <a:p>
            <a:pPr lvl="1" algn="just">
              <a:defRPr/>
            </a:pPr>
            <a:r>
              <a:rPr lang="fr-FR" sz="1600" dirty="0">
                <a:latin typeface="Calibri" pitchFamily="34" charset="0"/>
              </a:rPr>
              <a:t>Comment sont mesurés les effets du problème ?</a:t>
            </a:r>
          </a:p>
          <a:p>
            <a:pPr lvl="1" algn="just">
              <a:defRPr/>
            </a:pPr>
            <a:r>
              <a:rPr lang="fr-FR" sz="1600" dirty="0">
                <a:latin typeface="Calibri" pitchFamily="34" charset="0"/>
              </a:rPr>
              <a:t>Comment le problème apparait, comment cesse-t-il ?</a:t>
            </a:r>
          </a:p>
          <a:p>
            <a:pPr algn="just">
              <a:defRPr/>
            </a:pPr>
            <a:endParaRPr lang="fr-FR" sz="1700" b="1" i="1" u="sng" dirty="0">
              <a:solidFill>
                <a:srgbClr val="002060"/>
              </a:solidFill>
              <a:effectLst>
                <a:outerShdw blurRad="38100" dist="38100" dir="2700000" algn="tl">
                  <a:srgbClr val="000000">
                    <a:alpha val="43137"/>
                  </a:srgbClr>
                </a:outerShdw>
              </a:effectLst>
              <a:latin typeface="Calibri" pitchFamily="34" charset="0"/>
            </a:endParaRPr>
          </a:p>
          <a:p>
            <a:pPr algn="just">
              <a:defRPr/>
            </a:pPr>
            <a:r>
              <a:rPr lang="fr-FR" sz="1700" b="1" i="1" u="sng" dirty="0">
                <a:solidFill>
                  <a:srgbClr val="002060"/>
                </a:solidFill>
                <a:effectLst>
                  <a:outerShdw blurRad="38100" dist="38100" dir="2700000" algn="tl">
                    <a:srgbClr val="000000">
                      <a:alpha val="43137"/>
                    </a:srgbClr>
                  </a:outerShdw>
                </a:effectLst>
                <a:latin typeface="Calibri" pitchFamily="34" charset="0"/>
              </a:rPr>
              <a:t>POURQUOI</a:t>
            </a:r>
            <a:r>
              <a:rPr lang="fr-FR" sz="1700" b="1" u="sng" dirty="0">
                <a:solidFill>
                  <a:srgbClr val="002060"/>
                </a:solidFill>
                <a:effectLst>
                  <a:outerShdw blurRad="38100" dist="38100" dir="2700000" algn="tl">
                    <a:srgbClr val="000000">
                      <a:alpha val="43137"/>
                    </a:srgbClr>
                  </a:outerShdw>
                </a:effectLst>
                <a:latin typeface="Calibri" pitchFamily="34" charset="0"/>
              </a:rPr>
              <a:t> / WHY ?</a:t>
            </a:r>
          </a:p>
          <a:p>
            <a:pPr lvl="1" algn="just">
              <a:defRPr/>
            </a:pPr>
            <a:r>
              <a:rPr lang="fr-FR" sz="1600" dirty="0">
                <a:latin typeface="Calibri" pitchFamily="34" charset="0"/>
              </a:rPr>
              <a:t>Pourquoi est-il nécessaire de mener une action ? (impact client, coûts, sécurité, …) ?</a:t>
            </a:r>
          </a:p>
          <a:p>
            <a:pPr lvl="1" algn="just">
              <a:defRPr/>
            </a:pPr>
            <a:endParaRPr lang="fr-FR" sz="1700" i="1" u="sng" dirty="0">
              <a:latin typeface="Calibri" pitchFamily="34" charset="0"/>
            </a:endParaRPr>
          </a:p>
          <a:p>
            <a:pPr lvl="1" indent="-457200" algn="just">
              <a:defRPr/>
            </a:pPr>
            <a:r>
              <a:rPr lang="fr-FR" sz="1700" b="1" i="1" u="sng" dirty="0">
                <a:solidFill>
                  <a:srgbClr val="002060"/>
                </a:solidFill>
                <a:effectLst>
                  <a:outerShdw blurRad="38100" dist="38100" dir="2700000" algn="tl">
                    <a:srgbClr val="000000">
                      <a:alpha val="43137"/>
                    </a:srgbClr>
                  </a:outerShdw>
                </a:effectLst>
                <a:latin typeface="Calibri" pitchFamily="34" charset="0"/>
              </a:rPr>
              <a:t>COMBIEN </a:t>
            </a:r>
            <a:r>
              <a:rPr lang="fr-FR" sz="1700" b="1" u="sng" dirty="0">
                <a:solidFill>
                  <a:srgbClr val="002060"/>
                </a:solidFill>
                <a:effectLst>
                  <a:outerShdw blurRad="38100" dist="38100" dir="2700000" algn="tl">
                    <a:srgbClr val="000000">
                      <a:alpha val="43137"/>
                    </a:srgbClr>
                  </a:outerShdw>
                </a:effectLst>
                <a:latin typeface="Calibri" pitchFamily="34" charset="0"/>
              </a:rPr>
              <a:t>/ HOW MUCH ?</a:t>
            </a:r>
            <a:endParaRPr lang="fr-FR" sz="1700" b="1" dirty="0">
              <a:solidFill>
                <a:srgbClr val="002060"/>
              </a:solidFill>
              <a:effectLst>
                <a:outerShdw blurRad="38100" dist="38100" dir="2700000" algn="tl">
                  <a:srgbClr val="000000">
                    <a:alpha val="43137"/>
                  </a:srgbClr>
                </a:outerShdw>
              </a:effectLst>
              <a:latin typeface="Calibri" pitchFamily="34" charset="0"/>
            </a:endParaRPr>
          </a:p>
          <a:p>
            <a:pPr algn="just">
              <a:defRPr/>
            </a:pPr>
            <a:r>
              <a:rPr lang="fr-FR" sz="1600" dirty="0">
                <a:latin typeface="Calibri" pitchFamily="34" charset="0"/>
              </a:rPr>
              <a:t>          Pour chaque question, quantifier chaque fois que possible</a:t>
            </a:r>
          </a:p>
        </p:txBody>
      </p:sp>
      <p:pic>
        <p:nvPicPr>
          <p:cNvPr id="76803" name="Picture 1" descr="C:\Users\annie\Documents\Images\qqoqcp.jpg"/>
          <p:cNvPicPr>
            <a:picLocks noChangeAspect="1" noChangeArrowheads="1"/>
          </p:cNvPicPr>
          <p:nvPr/>
        </p:nvPicPr>
        <p:blipFill>
          <a:blip r:embed="rId3" cstate="print"/>
          <a:srcRect/>
          <a:stretch>
            <a:fillRect/>
          </a:stretch>
        </p:blipFill>
        <p:spPr bwMode="auto">
          <a:xfrm>
            <a:off x="6911975" y="2168860"/>
            <a:ext cx="1905000" cy="1905000"/>
          </a:xfrm>
          <a:prstGeom prst="rect">
            <a:avLst/>
          </a:prstGeom>
          <a:noFill/>
          <a:ln w="9525">
            <a:noFill/>
            <a:miter lim="800000"/>
            <a:headEnd/>
            <a:tailEnd/>
          </a:ln>
        </p:spPr>
      </p:pic>
      <p:sp>
        <p:nvSpPr>
          <p:cNvPr id="7" name="Text Box 2"/>
          <p:cNvSpPr txBox="1">
            <a:spLocks noChangeArrowheads="1"/>
          </p:cNvSpPr>
          <p:nvPr/>
        </p:nvSpPr>
        <p:spPr bwMode="auto">
          <a:xfrm>
            <a:off x="2328826" y="1259179"/>
            <a:ext cx="2530180"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D1 – Décrire - Clarifier</a:t>
            </a:r>
          </a:p>
        </p:txBody>
      </p:sp>
      <p:sp>
        <p:nvSpPr>
          <p:cNvPr id="8" name="Rectangle 2"/>
          <p:cNvSpPr>
            <a:spLocks noChangeArrowheads="1"/>
          </p:cNvSpPr>
          <p:nvPr/>
        </p:nvSpPr>
        <p:spPr bwMode="auto">
          <a:xfrm>
            <a:off x="250685" y="215770"/>
            <a:ext cx="8686800" cy="1143000"/>
          </a:xfrm>
          <a:prstGeom prst="rect">
            <a:avLst/>
          </a:prstGeom>
          <a:noFill/>
          <a:ln w="9525">
            <a:noFill/>
            <a:miter lim="800000"/>
            <a:headEnd/>
            <a:tailEnd/>
          </a:ln>
        </p:spPr>
        <p:txBody>
          <a:bodyPr anchor="ctr"/>
          <a:lstStyle/>
          <a:p>
            <a:pPr eaLnBrk="0" hangingPunct="0">
              <a:defRPr/>
            </a:pPr>
            <a:endParaRPr lang="en-GB" sz="2400" b="1" dirty="0">
              <a:solidFill>
                <a:srgbClr val="002060"/>
              </a:solidFill>
              <a:effectLst>
                <a:outerShdw blurRad="38100" dist="38100" dir="2700000" algn="tl">
                  <a:srgbClr val="C0C0C0"/>
                </a:outerShdw>
              </a:effectLst>
              <a:latin typeface="Calibri" pitchFamily="34" charset="0"/>
              <a:cs typeface="Calibri" pitchFamily="34" charset="0"/>
            </a:endParaRPr>
          </a:p>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8D et outils associés</a:t>
            </a:r>
          </a:p>
        </p:txBody>
      </p:sp>
      <p:sp>
        <p:nvSpPr>
          <p:cNvPr id="14" name="Rectangle 13"/>
          <p:cNvSpPr/>
          <p:nvPr/>
        </p:nvSpPr>
        <p:spPr>
          <a:xfrm>
            <a:off x="317824" y="1255012"/>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Tree>
    <p:extLst>
      <p:ext uri="{BB962C8B-B14F-4D97-AF65-F5344CB8AC3E}">
        <p14:creationId xmlns:p14="http://schemas.microsoft.com/office/powerpoint/2010/main" val="3820628616"/>
      </p:ext>
    </p:extLst>
  </p:cSld>
  <p:clrMapOvr>
    <a:masterClrMapping/>
  </p:clrMapOvr>
  <p:transition>
    <p:wipe di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3"/>
          <p:cNvSpPr>
            <a:spLocks noGrp="1" noChangeArrowheads="1"/>
          </p:cNvSpPr>
          <p:nvPr>
            <p:ph type="body" idx="4294967295"/>
          </p:nvPr>
        </p:nvSpPr>
        <p:spPr>
          <a:xfrm>
            <a:off x="0" y="2308225"/>
            <a:ext cx="2433638" cy="2692400"/>
          </a:xfrm>
          <a:prstGeom prst="rect">
            <a:avLst/>
          </a:prstGeom>
        </p:spPr>
        <p:txBody>
          <a:bodyPr/>
          <a:lstStyle/>
          <a:p>
            <a:pPr marL="0" indent="0">
              <a:lnSpc>
                <a:spcPct val="90000"/>
              </a:lnSpc>
              <a:buFont typeface="Wingdings" pitchFamily="2" charset="2"/>
              <a:buNone/>
              <a:defRPr/>
            </a:pPr>
            <a:r>
              <a:rPr lang="fr-FR" sz="1600" dirty="0">
                <a:latin typeface="Calibri" pitchFamily="34" charset="0"/>
                <a:cs typeface="Calibri" pitchFamily="34" charset="0"/>
              </a:rPr>
              <a:t>QQOQCP + Distinguer le </a:t>
            </a:r>
            <a:r>
              <a:rPr lang="fr-FR" sz="1600" b="1" u="sng" dirty="0">
                <a:solidFill>
                  <a:schemeClr val="tx1"/>
                </a:solidFill>
                <a:latin typeface="Calibri" pitchFamily="34" charset="0"/>
                <a:cs typeface="Calibri" pitchFamily="34" charset="0"/>
              </a:rPr>
              <a:t>EST / du N’est PAS </a:t>
            </a:r>
            <a:r>
              <a:rPr lang="fr-FR" sz="1600" dirty="0">
                <a:solidFill>
                  <a:schemeClr val="tx1"/>
                </a:solidFill>
                <a:latin typeface="Calibri" pitchFamily="34" charset="0"/>
                <a:cs typeface="Calibri" pitchFamily="34" charset="0"/>
              </a:rPr>
              <a:t>=&gt; </a:t>
            </a:r>
            <a:r>
              <a:rPr lang="fr-FR" sz="1600" dirty="0">
                <a:latin typeface="Calibri" pitchFamily="34" charset="0"/>
                <a:cs typeface="Calibri" pitchFamily="34" charset="0"/>
              </a:rPr>
              <a:t>Cela </a:t>
            </a:r>
            <a:r>
              <a:rPr lang="fr-FR" sz="1600" dirty="0">
                <a:solidFill>
                  <a:schemeClr val="tx1"/>
                </a:solidFill>
                <a:latin typeface="Calibri" pitchFamily="34" charset="0"/>
                <a:cs typeface="Calibri" pitchFamily="34" charset="0"/>
              </a:rPr>
              <a:t>permet de regrouper des informations  sur ce qui caractérise le  problème afin de mieux le cerner.</a:t>
            </a:r>
          </a:p>
          <a:p>
            <a:pPr marL="0" indent="0">
              <a:lnSpc>
                <a:spcPct val="90000"/>
              </a:lnSpc>
              <a:buFont typeface="Wingdings" pitchFamily="2" charset="2"/>
              <a:buNone/>
              <a:defRPr/>
            </a:pPr>
            <a:endParaRPr lang="fr-FR" sz="1600" dirty="0">
              <a:latin typeface="Calibri" pitchFamily="34" charset="0"/>
              <a:cs typeface="Calibri" pitchFamily="34" charset="0"/>
            </a:endParaRPr>
          </a:p>
          <a:p>
            <a:pPr marL="0" indent="0">
              <a:lnSpc>
                <a:spcPct val="90000"/>
              </a:lnSpc>
              <a:buFont typeface="Wingdings" pitchFamily="2" charset="2"/>
              <a:buNone/>
              <a:defRPr/>
            </a:pPr>
            <a:r>
              <a:rPr lang="fr-FR" sz="1600" b="1" u="sng" dirty="0">
                <a:latin typeface="Calibri" pitchFamily="34" charset="0"/>
                <a:cs typeface="Calibri" pitchFamily="34" charset="0"/>
              </a:rPr>
              <a:t>L’analyse comparative </a:t>
            </a:r>
          </a:p>
          <a:p>
            <a:pPr marL="0" indent="0">
              <a:lnSpc>
                <a:spcPct val="90000"/>
              </a:lnSpc>
              <a:buFont typeface="Wingdings" pitchFamily="2" charset="2"/>
              <a:buNone/>
              <a:defRPr/>
            </a:pPr>
            <a:r>
              <a:rPr lang="fr-FR" sz="1600" dirty="0">
                <a:latin typeface="Calibri" pitchFamily="34" charset="0"/>
                <a:cs typeface="Calibri" pitchFamily="34" charset="0"/>
              </a:rPr>
              <a:t>On doit se poser la question de façon factuelle :  Que s’est t-il  passé  , qu’est-ce qui a changé  dans l’environnement depuis l’apparition du problème et qui pourrait être un indice, une piste à suivre.</a:t>
            </a:r>
            <a:endParaRPr lang="fr-FR" sz="1600" dirty="0">
              <a:solidFill>
                <a:schemeClr val="tx1"/>
              </a:solidFill>
              <a:latin typeface="Calibri" pitchFamily="34" charset="0"/>
              <a:cs typeface="Calibri" pitchFamily="34" charset="0"/>
            </a:endParaRPr>
          </a:p>
        </p:txBody>
      </p:sp>
      <p:sp>
        <p:nvSpPr>
          <p:cNvPr id="10" name="Text Box 2"/>
          <p:cNvSpPr txBox="1">
            <a:spLocks noChangeArrowheads="1"/>
          </p:cNvSpPr>
          <p:nvPr/>
        </p:nvSpPr>
        <p:spPr bwMode="auto">
          <a:xfrm>
            <a:off x="2307527" y="1408668"/>
            <a:ext cx="2530180"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D1 – Décrire - Clarifier</a:t>
            </a:r>
          </a:p>
        </p:txBody>
      </p:sp>
      <p:sp>
        <p:nvSpPr>
          <p:cNvPr id="11" name="Rectangle 2"/>
          <p:cNvSpPr>
            <a:spLocks noChangeArrowheads="1"/>
          </p:cNvSpPr>
          <p:nvPr/>
        </p:nvSpPr>
        <p:spPr bwMode="auto">
          <a:xfrm>
            <a:off x="318875" y="450334"/>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
        <p:nvSpPr>
          <p:cNvPr id="16" name="Rectangle 15"/>
          <p:cNvSpPr/>
          <p:nvPr/>
        </p:nvSpPr>
        <p:spPr>
          <a:xfrm>
            <a:off x="296524" y="1404501"/>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grpSp>
        <p:nvGrpSpPr>
          <p:cNvPr id="77834" name="Group 8"/>
          <p:cNvGrpSpPr>
            <a:grpSpLocks/>
          </p:cNvGrpSpPr>
          <p:nvPr/>
        </p:nvGrpSpPr>
        <p:grpSpPr bwMode="auto">
          <a:xfrm>
            <a:off x="5190331" y="1316425"/>
            <a:ext cx="2370137" cy="576262"/>
            <a:chOff x="1896" y="2160"/>
            <a:chExt cx="1372" cy="312"/>
          </a:xfrm>
        </p:grpSpPr>
        <p:sp>
          <p:nvSpPr>
            <p:cNvPr id="18" name="Rectangle 9"/>
            <p:cNvSpPr>
              <a:spLocks noChangeArrowheads="1"/>
            </p:cNvSpPr>
            <p:nvPr/>
          </p:nvSpPr>
          <p:spPr bwMode="auto">
            <a:xfrm>
              <a:off x="1896" y="2160"/>
              <a:ext cx="1372" cy="312"/>
            </a:xfrm>
            <a:prstGeom prst="rect">
              <a:avLst/>
            </a:prstGeom>
            <a:solidFill>
              <a:srgbClr val="CCFF99"/>
            </a:solidFill>
            <a:ln w="3175">
              <a:solidFill>
                <a:schemeClr val="tx1"/>
              </a:solidFill>
              <a:miter lim="800000"/>
              <a:headEnd/>
              <a:tailEnd/>
            </a:ln>
            <a:effectLst/>
            <a:scene3d>
              <a:camera prst="orthographicFront"/>
              <a:lightRig rig="threePt" dir="t"/>
            </a:scene3d>
            <a:sp3d>
              <a:bevelT w="165100" prst="coolSlant"/>
            </a:sp3d>
          </p:spPr>
          <p:txBody>
            <a:bodyPr wrap="none" anchor="ctr"/>
            <a:lstStyle/>
            <a:p>
              <a:pPr>
                <a:defRPr/>
              </a:pPr>
              <a:endParaRPr lang="fr-FR" sz="1800">
                <a:latin typeface="Calibri" pitchFamily="34" charset="0"/>
                <a:cs typeface="Calibri" pitchFamily="34" charset="0"/>
              </a:endParaRPr>
            </a:p>
          </p:txBody>
        </p:sp>
        <p:sp>
          <p:nvSpPr>
            <p:cNvPr id="19" name="Text Box 11"/>
            <p:cNvSpPr txBox="1">
              <a:spLocks noChangeArrowheads="1"/>
            </p:cNvSpPr>
            <p:nvPr/>
          </p:nvSpPr>
          <p:spPr bwMode="auto">
            <a:xfrm>
              <a:off x="2223" y="2206"/>
              <a:ext cx="979" cy="200"/>
            </a:xfrm>
            <a:prstGeom prst="rect">
              <a:avLst/>
            </a:prstGeom>
            <a:noFill/>
            <a:ln w="9525">
              <a:noFill/>
              <a:miter lim="800000"/>
              <a:headEnd/>
              <a:tailEnd/>
            </a:ln>
            <a:effectLst/>
            <a:scene3d>
              <a:camera prst="orthographicFront"/>
              <a:lightRig rig="threePt" dir="t"/>
            </a:scene3d>
            <a:sp3d>
              <a:bevelT w="165100" prst="coolSlant"/>
            </a:sp3d>
          </p:spPr>
          <p:txBody>
            <a:bodyPr wrap="none">
              <a:spAutoFit/>
            </a:bodyPr>
            <a:lstStyle/>
            <a:p>
              <a:pPr eaLnBrk="0" hangingPunct="0">
                <a:spcBef>
                  <a:spcPct val="50000"/>
                </a:spcBef>
                <a:defRPr/>
              </a:pPr>
              <a:r>
                <a:rPr lang="fr-FR" sz="1800" b="1" dirty="0">
                  <a:solidFill>
                    <a:srgbClr val="002060"/>
                  </a:solidFill>
                  <a:effectLst>
                    <a:outerShdw blurRad="38100" dist="38100" dir="2700000" algn="tl">
                      <a:srgbClr val="000000">
                        <a:alpha val="43137"/>
                      </a:srgbClr>
                    </a:outerShdw>
                  </a:effectLst>
                  <a:latin typeface="Calibri" pitchFamily="34" charset="0"/>
                  <a:cs typeface="Calibri" pitchFamily="34" charset="0"/>
                </a:rPr>
                <a:t>5W2H template</a:t>
              </a:r>
            </a:p>
          </p:txBody>
        </p:sp>
      </p:grpSp>
      <p:pic>
        <p:nvPicPr>
          <p:cNvPr id="77835" name="Picture 5" descr="C:\Users\annie\Documents\Images\boite-outils-L-1.jpg"/>
          <p:cNvPicPr>
            <a:picLocks noChangeAspect="1" noChangeArrowheads="1"/>
          </p:cNvPicPr>
          <p:nvPr/>
        </p:nvPicPr>
        <p:blipFill>
          <a:blip r:embed="rId3" cstate="print"/>
          <a:srcRect/>
          <a:stretch>
            <a:fillRect/>
          </a:stretch>
        </p:blipFill>
        <p:spPr bwMode="auto">
          <a:xfrm>
            <a:off x="6176744" y="1023540"/>
            <a:ext cx="434975" cy="434975"/>
          </a:xfrm>
          <a:prstGeom prst="rect">
            <a:avLst/>
          </a:prstGeom>
          <a:noFill/>
          <a:ln w="9525">
            <a:noFill/>
            <a:miter lim="800000"/>
            <a:headEnd/>
            <a:tailEnd/>
          </a:ln>
        </p:spPr>
      </p:pic>
      <p:pic>
        <p:nvPicPr>
          <p:cNvPr id="5325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26795" y="2296564"/>
            <a:ext cx="5715635" cy="424553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12" name="Rectangle 11"/>
          <p:cNvSpPr/>
          <p:nvPr/>
        </p:nvSpPr>
        <p:spPr bwMode="auto">
          <a:xfrm>
            <a:off x="2870428" y="1943835"/>
            <a:ext cx="4860540" cy="360040"/>
          </a:xfrm>
          <a:prstGeom prst="rect">
            <a:avLst/>
          </a:prstGeom>
          <a:no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600" b="1" i="0" u="none" strike="noStrike" cap="none" normalizeH="0" baseline="0" dirty="0" err="1">
                <a:ln>
                  <a:noFill/>
                </a:ln>
                <a:solidFill>
                  <a:schemeClr val="tx1"/>
                </a:solidFill>
                <a:effectLst/>
                <a:latin typeface="Century Gothic" pitchFamily="34" charset="0"/>
              </a:rPr>
              <a:t>Formulaire</a:t>
            </a:r>
            <a:r>
              <a:rPr kumimoji="0" lang="en-US" sz="1600" b="1" i="0" u="none" strike="noStrike" cap="none" normalizeH="0" baseline="0" dirty="0">
                <a:ln>
                  <a:noFill/>
                </a:ln>
                <a:solidFill>
                  <a:schemeClr val="tx1"/>
                </a:solidFill>
                <a:effectLst/>
                <a:latin typeface="Century Gothic" pitchFamily="34" charset="0"/>
              </a:rPr>
              <a:t> </a:t>
            </a:r>
            <a:r>
              <a:rPr lang="en-US" dirty="0"/>
              <a:t>TYPE</a:t>
            </a:r>
            <a:endParaRPr kumimoji="0" lang="en-US" sz="1600" b="1" i="0" u="none" strike="noStrike" cap="none" normalizeH="0" baseline="0" dirty="0">
              <a:ln>
                <a:noFill/>
              </a:ln>
              <a:solidFill>
                <a:schemeClr val="tx1"/>
              </a:solidFill>
              <a:effectLst/>
              <a:latin typeface="Century Gothic" pitchFamily="34" charset="0"/>
            </a:endParaRPr>
          </a:p>
        </p:txBody>
      </p:sp>
    </p:spTree>
    <p:extLst>
      <p:ext uri="{BB962C8B-B14F-4D97-AF65-F5344CB8AC3E}">
        <p14:creationId xmlns:p14="http://schemas.microsoft.com/office/powerpoint/2010/main" val="1006892739"/>
      </p:ext>
    </p:extLst>
  </p:cSld>
  <p:clrMapOvr>
    <a:masterClrMapping/>
  </p:clrMapOvr>
  <p:transition>
    <p:zoom/>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cstate="print">
            <a:duotone>
              <a:prstClr val="black"/>
              <a:srgbClr val="D9C3A5">
                <a:tint val="50000"/>
                <a:satMod val="180000"/>
              </a:srgbClr>
            </a:duotone>
          </a:blip>
          <a:srcRect/>
          <a:stretch>
            <a:fillRect/>
          </a:stretch>
        </p:blipFill>
        <p:spPr bwMode="auto">
          <a:xfrm>
            <a:off x="2739129" y="683695"/>
            <a:ext cx="4528333" cy="5670630"/>
          </a:xfrm>
          <a:prstGeom prst="rect">
            <a:avLst/>
          </a:prstGeom>
          <a:ln>
            <a:noFill/>
          </a:ln>
          <a:effectLst>
            <a:outerShdw blurRad="292100" dist="139700" dir="2700000" algn="tl" rotWithShape="0">
              <a:srgbClr val="333333">
                <a:alpha val="65000"/>
              </a:srgbClr>
            </a:outerShdw>
          </a:effectLst>
        </p:spPr>
      </p:pic>
      <p:sp>
        <p:nvSpPr>
          <p:cNvPr id="3" name="Rectangle 3"/>
          <p:cNvSpPr txBox="1">
            <a:spLocks noChangeArrowheads="1"/>
          </p:cNvSpPr>
          <p:nvPr/>
        </p:nvSpPr>
        <p:spPr>
          <a:xfrm>
            <a:off x="274005" y="910545"/>
            <a:ext cx="2433638" cy="2692400"/>
          </a:xfrm>
          <a:prstGeom prst="rect">
            <a:avLst/>
          </a:prstGeom>
        </p:spPr>
        <p:txBody>
          <a:bodyPr/>
          <a:lstStyle>
            <a:lvl1pPr marL="342900" indent="-342900" algn="l" rtl="0" eaLnBrk="0" fontAlgn="base" hangingPunct="0">
              <a:spcBef>
                <a:spcPct val="20000"/>
              </a:spcBef>
              <a:spcAft>
                <a:spcPct val="0"/>
              </a:spcAft>
              <a:buSzPct val="100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SzPct val="100000"/>
              <a:buChar char="–"/>
              <a:defRPr sz="2800">
                <a:solidFill>
                  <a:schemeClr val="tx1"/>
                </a:solidFill>
                <a:latin typeface="+mn-lt"/>
              </a:defRPr>
            </a:lvl2pPr>
            <a:lvl3pPr marL="1143000" indent="-228600" algn="l" rtl="0" eaLnBrk="0" fontAlgn="base" hangingPunct="0">
              <a:spcBef>
                <a:spcPct val="20000"/>
              </a:spcBef>
              <a:spcAft>
                <a:spcPct val="0"/>
              </a:spcAft>
              <a:buSzPct val="100000"/>
              <a:buChar char="•"/>
              <a:defRPr sz="2400">
                <a:solidFill>
                  <a:schemeClr val="tx1"/>
                </a:solidFill>
                <a:latin typeface="+mn-lt"/>
              </a:defRPr>
            </a:lvl3pPr>
            <a:lvl4pPr marL="1600200" indent="-228600" algn="l" rtl="0" eaLnBrk="0" fontAlgn="base" hangingPunct="0">
              <a:spcBef>
                <a:spcPct val="20000"/>
              </a:spcBef>
              <a:spcAft>
                <a:spcPct val="0"/>
              </a:spcAft>
              <a:buSzPct val="100000"/>
              <a:buChar char="–"/>
              <a:defRPr sz="2000">
                <a:solidFill>
                  <a:schemeClr val="tx1"/>
                </a:solidFill>
                <a:latin typeface="+mn-lt"/>
              </a:defRPr>
            </a:lvl4pPr>
            <a:lvl5pPr marL="2057400" indent="-228600" algn="l" rtl="0" eaLnBrk="0" fontAlgn="base" hangingPunct="0">
              <a:spcBef>
                <a:spcPct val="20000"/>
              </a:spcBef>
              <a:spcAft>
                <a:spcPct val="0"/>
              </a:spcAft>
              <a:buSzPct val="100000"/>
              <a:buChar char="»"/>
              <a:defRPr sz="2000">
                <a:solidFill>
                  <a:schemeClr val="tx1"/>
                </a:solidFill>
                <a:latin typeface="+mn-lt"/>
              </a:defRPr>
            </a:lvl5pPr>
            <a:lvl6pPr marL="2514600" indent="-228600" algn="l" rtl="0" eaLnBrk="0" fontAlgn="base" hangingPunct="0">
              <a:spcBef>
                <a:spcPct val="20000"/>
              </a:spcBef>
              <a:spcAft>
                <a:spcPct val="0"/>
              </a:spcAft>
              <a:buSzPct val="100000"/>
              <a:buChar char="»"/>
              <a:defRPr sz="2000">
                <a:solidFill>
                  <a:schemeClr val="tx1"/>
                </a:solidFill>
                <a:latin typeface="+mn-lt"/>
              </a:defRPr>
            </a:lvl6pPr>
            <a:lvl7pPr marL="2971800" indent="-228600" algn="l" rtl="0" eaLnBrk="0" fontAlgn="base" hangingPunct="0">
              <a:spcBef>
                <a:spcPct val="20000"/>
              </a:spcBef>
              <a:spcAft>
                <a:spcPct val="0"/>
              </a:spcAft>
              <a:buSzPct val="100000"/>
              <a:buChar char="»"/>
              <a:defRPr sz="2000">
                <a:solidFill>
                  <a:schemeClr val="tx1"/>
                </a:solidFill>
                <a:latin typeface="+mn-lt"/>
              </a:defRPr>
            </a:lvl7pPr>
            <a:lvl8pPr marL="3429000" indent="-228600" algn="l" rtl="0" eaLnBrk="0" fontAlgn="base" hangingPunct="0">
              <a:spcBef>
                <a:spcPct val="20000"/>
              </a:spcBef>
              <a:spcAft>
                <a:spcPct val="0"/>
              </a:spcAft>
              <a:buSzPct val="100000"/>
              <a:buChar char="»"/>
              <a:defRPr sz="2000">
                <a:solidFill>
                  <a:schemeClr val="tx1"/>
                </a:solidFill>
                <a:latin typeface="+mn-lt"/>
              </a:defRPr>
            </a:lvl8pPr>
            <a:lvl9pPr marL="3886200" indent="-228600" algn="l" rtl="0" eaLnBrk="0" fontAlgn="base" hangingPunct="0">
              <a:spcBef>
                <a:spcPct val="20000"/>
              </a:spcBef>
              <a:spcAft>
                <a:spcPct val="0"/>
              </a:spcAft>
              <a:buSzPct val="100000"/>
              <a:buChar char="»"/>
              <a:defRPr sz="2000">
                <a:solidFill>
                  <a:schemeClr val="tx1"/>
                </a:solidFill>
                <a:latin typeface="+mn-lt"/>
              </a:defRPr>
            </a:lvl9pPr>
          </a:lstStyle>
          <a:p>
            <a:pPr marL="0" indent="0">
              <a:lnSpc>
                <a:spcPct val="90000"/>
              </a:lnSpc>
              <a:buFont typeface="Wingdings" pitchFamily="2" charset="2"/>
              <a:buNone/>
              <a:defRPr/>
            </a:pPr>
            <a:r>
              <a:rPr lang="fr-FR" sz="1600" b="0" kern="0" dirty="0">
                <a:latin typeface="Calibri" pitchFamily="34" charset="0"/>
                <a:cs typeface="Calibri" pitchFamily="34" charset="0"/>
              </a:rPr>
              <a:t>Scan d’un exemple de formulaire </a:t>
            </a:r>
          </a:p>
          <a:p>
            <a:pPr marL="0" indent="0">
              <a:lnSpc>
                <a:spcPct val="90000"/>
              </a:lnSpc>
              <a:buFont typeface="Wingdings" pitchFamily="2" charset="2"/>
              <a:buNone/>
              <a:defRPr/>
            </a:pPr>
            <a:r>
              <a:rPr lang="fr-FR" sz="1600" b="0" kern="0" dirty="0">
                <a:latin typeface="Calibri" pitchFamily="34" charset="0"/>
                <a:cs typeface="Calibri" pitchFamily="34" charset="0"/>
              </a:rPr>
              <a:t>est / n’est pas renseigné par un client.</a:t>
            </a:r>
          </a:p>
        </p:txBody>
      </p:sp>
    </p:spTree>
    <p:extLst>
      <p:ext uri="{BB962C8B-B14F-4D97-AF65-F5344CB8AC3E}">
        <p14:creationId xmlns:p14="http://schemas.microsoft.com/office/powerpoint/2010/main" val="925630408"/>
      </p:ext>
    </p:extLst>
  </p:cSld>
  <p:clrMapOvr>
    <a:masterClrMapping/>
  </p:clrMapOvr>
  <p:transition>
    <p:zo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8" name="Object 2"/>
          <p:cNvGraphicFramePr>
            <a:graphicFrameLocks noChangeAspect="1"/>
          </p:cNvGraphicFramePr>
          <p:nvPr>
            <p:extLst>
              <p:ext uri="{D42A27DB-BD31-4B8C-83A1-F6EECF244321}">
                <p14:modId xmlns:p14="http://schemas.microsoft.com/office/powerpoint/2010/main" val="156822477"/>
              </p:ext>
            </p:extLst>
          </p:nvPr>
        </p:nvGraphicFramePr>
        <p:xfrm>
          <a:off x="6369383" y="1585119"/>
          <a:ext cx="763587" cy="1028700"/>
        </p:xfrm>
        <a:graphic>
          <a:graphicData uri="http://schemas.openxmlformats.org/presentationml/2006/ole">
            <mc:AlternateContent xmlns:mc="http://schemas.openxmlformats.org/markup-compatibility/2006">
              <mc:Choice xmlns:v="urn:schemas-microsoft-com:vml" Requires="v">
                <p:oleObj name="Clip" r:id="rId3" imgW="2525760" imgH="3407040" progId="MS_ClipArt_Gallery.5">
                  <p:embed/>
                </p:oleObj>
              </mc:Choice>
              <mc:Fallback>
                <p:oleObj name="Clip" r:id="rId3" imgW="2525760" imgH="3407040" progId="MS_ClipArt_Gallery.5">
                  <p:embed/>
                  <p:pic>
                    <p:nvPicPr>
                      <p:cNvPr id="409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69383" y="1585119"/>
                        <a:ext cx="763587" cy="1028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4099" name="Text Box 5"/>
          <p:cNvSpPr txBox="1">
            <a:spLocks noChangeArrowheads="1"/>
          </p:cNvSpPr>
          <p:nvPr/>
        </p:nvSpPr>
        <p:spPr bwMode="auto">
          <a:xfrm>
            <a:off x="633413" y="1916113"/>
            <a:ext cx="4521200" cy="366712"/>
          </a:xfrm>
          <a:prstGeom prst="rect">
            <a:avLst/>
          </a:prstGeom>
          <a:noFill/>
          <a:ln w="9525">
            <a:noFill/>
            <a:miter lim="800000"/>
            <a:headEnd/>
            <a:tailEnd/>
          </a:ln>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Décrire - Clarifier</a:t>
            </a:r>
          </a:p>
        </p:txBody>
      </p:sp>
      <p:grpSp>
        <p:nvGrpSpPr>
          <p:cNvPr id="4100" name="Group 6"/>
          <p:cNvGrpSpPr>
            <a:grpSpLocks/>
          </p:cNvGrpSpPr>
          <p:nvPr/>
        </p:nvGrpSpPr>
        <p:grpSpPr bwMode="auto">
          <a:xfrm>
            <a:off x="301625" y="1900238"/>
            <a:ext cx="320675" cy="366712"/>
            <a:chOff x="1385" y="2247"/>
            <a:chExt cx="202" cy="231"/>
          </a:xfrm>
        </p:grpSpPr>
        <p:pic>
          <p:nvPicPr>
            <p:cNvPr id="4142" name="Picture 7" descr="WB01619_"/>
            <p:cNvPicPr>
              <a:picLocks noChangeAspect="1" noChangeArrowheads="1"/>
            </p:cNvPicPr>
            <p:nvPr/>
          </p:nvPicPr>
          <p:blipFill>
            <a:blip r:embed="rId5" cstate="print"/>
            <a:srcRect/>
            <a:stretch>
              <a:fillRect/>
            </a:stretch>
          </p:blipFill>
          <p:spPr bwMode="auto">
            <a:xfrm>
              <a:off x="1385" y="2263"/>
              <a:ext cx="202" cy="215"/>
            </a:xfrm>
            <a:prstGeom prst="rect">
              <a:avLst/>
            </a:prstGeom>
            <a:noFill/>
            <a:ln w="9525">
              <a:noFill/>
              <a:miter lim="800000"/>
              <a:headEnd/>
              <a:tailEnd/>
            </a:ln>
          </p:spPr>
        </p:pic>
        <p:sp>
          <p:nvSpPr>
            <p:cNvPr id="94216" name="Text Box 8"/>
            <p:cNvSpPr txBox="1">
              <a:spLocks noChangeArrowheads="1"/>
            </p:cNvSpPr>
            <p:nvPr/>
          </p:nvSpPr>
          <p:spPr bwMode="auto">
            <a:xfrm>
              <a:off x="1398" y="2247"/>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1</a:t>
              </a:r>
            </a:p>
          </p:txBody>
        </p:sp>
      </p:grpSp>
      <p:sp>
        <p:nvSpPr>
          <p:cNvPr id="94217" name="Text Box 9"/>
          <p:cNvSpPr txBox="1">
            <a:spLocks noChangeArrowheads="1"/>
          </p:cNvSpPr>
          <p:nvPr/>
        </p:nvSpPr>
        <p:spPr bwMode="auto">
          <a:xfrm>
            <a:off x="633412" y="2813524"/>
            <a:ext cx="5018707" cy="369332"/>
          </a:xfrm>
          <a:prstGeom prst="rect">
            <a:avLst/>
          </a:prstGeom>
          <a:noFill/>
          <a:ln w="9525">
            <a:noFill/>
            <a:miter lim="800000"/>
            <a:headEnd/>
            <a:tailEnd/>
          </a:ln>
          <a:effectLst/>
        </p:spPr>
        <p:txBody>
          <a:bodyPr wrap="square">
            <a:spAutoFit/>
          </a:bodyPr>
          <a:lstStyle/>
          <a:p>
            <a:pPr eaLnBrk="0" hangingPunct="0">
              <a:spcBef>
                <a:spcPct val="50000"/>
              </a:spcBef>
              <a:defRPr/>
            </a:pPr>
            <a:r>
              <a:rPr lang="fr-FR" sz="1800" b="1" dirty="0">
                <a:solidFill>
                  <a:schemeClr val="bg1">
                    <a:lumMod val="65000"/>
                  </a:schemeClr>
                </a:solidFill>
                <a:latin typeface="Calibri" pitchFamily="34" charset="0"/>
                <a:cs typeface="Calibri" pitchFamily="34" charset="0"/>
              </a:rPr>
              <a:t>Contre(s)-Mesure(s) Immédiate(s)</a:t>
            </a:r>
            <a:endParaRPr lang="fr-FR" sz="1600" b="1" dirty="0">
              <a:solidFill>
                <a:schemeClr val="bg1">
                  <a:lumMod val="65000"/>
                </a:schemeClr>
              </a:solidFill>
              <a:latin typeface="Calibri" pitchFamily="34" charset="0"/>
              <a:cs typeface="Calibri" pitchFamily="34" charset="0"/>
            </a:endParaRPr>
          </a:p>
        </p:txBody>
      </p:sp>
      <p:grpSp>
        <p:nvGrpSpPr>
          <p:cNvPr id="4102" name="Group 10"/>
          <p:cNvGrpSpPr>
            <a:grpSpLocks/>
          </p:cNvGrpSpPr>
          <p:nvPr/>
        </p:nvGrpSpPr>
        <p:grpSpPr bwMode="auto">
          <a:xfrm>
            <a:off x="301625" y="3209925"/>
            <a:ext cx="320675" cy="366713"/>
            <a:chOff x="1377" y="2791"/>
            <a:chExt cx="202" cy="231"/>
          </a:xfrm>
        </p:grpSpPr>
        <p:pic>
          <p:nvPicPr>
            <p:cNvPr id="4140" name="Picture 11" descr="WB01619_"/>
            <p:cNvPicPr>
              <a:picLocks noChangeAspect="1" noChangeArrowheads="1"/>
            </p:cNvPicPr>
            <p:nvPr/>
          </p:nvPicPr>
          <p:blipFill>
            <a:blip r:embed="rId5" cstate="print"/>
            <a:srcRect/>
            <a:stretch>
              <a:fillRect/>
            </a:stretch>
          </p:blipFill>
          <p:spPr bwMode="auto">
            <a:xfrm>
              <a:off x="1377" y="2807"/>
              <a:ext cx="202" cy="215"/>
            </a:xfrm>
            <a:prstGeom prst="rect">
              <a:avLst/>
            </a:prstGeom>
            <a:noFill/>
            <a:ln w="9525">
              <a:noFill/>
              <a:miter lim="800000"/>
              <a:headEnd/>
              <a:tailEnd/>
            </a:ln>
          </p:spPr>
        </p:pic>
        <p:sp>
          <p:nvSpPr>
            <p:cNvPr id="94220" name="Text Box 12"/>
            <p:cNvSpPr txBox="1">
              <a:spLocks noChangeArrowheads="1"/>
            </p:cNvSpPr>
            <p:nvPr/>
          </p:nvSpPr>
          <p:spPr bwMode="auto">
            <a:xfrm>
              <a:off x="1390" y="2791"/>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b="1">
                  <a:solidFill>
                    <a:schemeClr val="bg1">
                      <a:lumMod val="65000"/>
                    </a:schemeClr>
                  </a:solidFill>
                  <a:effectLst>
                    <a:outerShdw blurRad="38100" dist="38100" dir="2700000" algn="tl">
                      <a:srgbClr val="C0C0C0"/>
                    </a:outerShdw>
                  </a:effectLst>
                  <a:latin typeface="Calibri" pitchFamily="34" charset="0"/>
                  <a:cs typeface="Calibri" pitchFamily="34" charset="0"/>
                </a:rPr>
                <a:t>4</a:t>
              </a:r>
            </a:p>
          </p:txBody>
        </p:sp>
      </p:grpSp>
      <p:sp>
        <p:nvSpPr>
          <p:cNvPr id="94221" name="Text Box 13"/>
          <p:cNvSpPr txBox="1">
            <a:spLocks noChangeArrowheads="1"/>
          </p:cNvSpPr>
          <p:nvPr/>
        </p:nvSpPr>
        <p:spPr bwMode="auto">
          <a:xfrm>
            <a:off x="633413" y="4235450"/>
            <a:ext cx="7623175" cy="369332"/>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Recherche des </a:t>
            </a:r>
            <a:r>
              <a:rPr lang="fr-FR" sz="1800" b="1" dirty="0">
                <a:solidFill>
                  <a:schemeClr val="bg1">
                    <a:lumMod val="65000"/>
                  </a:schemeClr>
                </a:solidFill>
                <a:latin typeface="Calibri" pitchFamily="34" charset="0"/>
                <a:cs typeface="Calibri" pitchFamily="34" charset="0"/>
              </a:rPr>
              <a:t>causes racines </a:t>
            </a:r>
            <a:r>
              <a:rPr lang="fr-FR" sz="1200" b="1" dirty="0">
                <a:solidFill>
                  <a:schemeClr val="bg1">
                    <a:lumMod val="65000"/>
                  </a:schemeClr>
                </a:solidFill>
                <a:latin typeface="Calibri" pitchFamily="34" charset="0"/>
                <a:cs typeface="Calibri" pitchFamily="34" charset="0"/>
              </a:rPr>
              <a:t>(facteurs probables, facteurs prouvés, 5P, causes racines)</a:t>
            </a:r>
          </a:p>
        </p:txBody>
      </p:sp>
      <p:grpSp>
        <p:nvGrpSpPr>
          <p:cNvPr id="4104" name="Group 14"/>
          <p:cNvGrpSpPr>
            <a:grpSpLocks/>
          </p:cNvGrpSpPr>
          <p:nvPr/>
        </p:nvGrpSpPr>
        <p:grpSpPr bwMode="auto">
          <a:xfrm>
            <a:off x="301625" y="4219575"/>
            <a:ext cx="320675" cy="366713"/>
            <a:chOff x="1377" y="3081"/>
            <a:chExt cx="202" cy="231"/>
          </a:xfrm>
        </p:grpSpPr>
        <p:pic>
          <p:nvPicPr>
            <p:cNvPr id="4138" name="Picture 15" descr="WB01619_"/>
            <p:cNvPicPr>
              <a:picLocks noChangeAspect="1" noChangeArrowheads="1"/>
            </p:cNvPicPr>
            <p:nvPr/>
          </p:nvPicPr>
          <p:blipFill>
            <a:blip r:embed="rId5" cstate="print"/>
            <a:srcRect/>
            <a:stretch>
              <a:fillRect/>
            </a:stretch>
          </p:blipFill>
          <p:spPr bwMode="auto">
            <a:xfrm>
              <a:off x="1377" y="3097"/>
              <a:ext cx="202" cy="215"/>
            </a:xfrm>
            <a:prstGeom prst="rect">
              <a:avLst/>
            </a:prstGeom>
            <a:noFill/>
            <a:ln w="9525">
              <a:noFill/>
              <a:miter lim="800000"/>
              <a:headEnd/>
              <a:tailEnd/>
            </a:ln>
          </p:spPr>
        </p:pic>
        <p:sp>
          <p:nvSpPr>
            <p:cNvPr id="94224" name="Text Box 16"/>
            <p:cNvSpPr txBox="1">
              <a:spLocks noChangeArrowheads="1"/>
            </p:cNvSpPr>
            <p:nvPr/>
          </p:nvSpPr>
          <p:spPr bwMode="auto">
            <a:xfrm>
              <a:off x="1390" y="3081"/>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b="1">
                  <a:solidFill>
                    <a:schemeClr val="bg1">
                      <a:lumMod val="65000"/>
                    </a:schemeClr>
                  </a:solidFill>
                  <a:effectLst>
                    <a:outerShdw blurRad="38100" dist="38100" dir="2700000" algn="tl">
                      <a:srgbClr val="C0C0C0"/>
                    </a:outerShdw>
                  </a:effectLst>
                  <a:latin typeface="Calibri" pitchFamily="34" charset="0"/>
                  <a:cs typeface="Calibri" pitchFamily="34" charset="0"/>
                </a:rPr>
                <a:t>5</a:t>
              </a:r>
            </a:p>
          </p:txBody>
        </p:sp>
      </p:grpSp>
      <p:sp>
        <p:nvSpPr>
          <p:cNvPr id="94225" name="Text Box 17"/>
          <p:cNvSpPr txBox="1">
            <a:spLocks noChangeArrowheads="1"/>
          </p:cNvSpPr>
          <p:nvPr/>
        </p:nvSpPr>
        <p:spPr bwMode="auto">
          <a:xfrm>
            <a:off x="633413" y="4648200"/>
            <a:ext cx="5826125" cy="366713"/>
          </a:xfrm>
          <a:prstGeom prst="rect">
            <a:avLst/>
          </a:prstGeom>
          <a:noFill/>
          <a:ln w="9525">
            <a:noFill/>
            <a:miter lim="800000"/>
            <a:headEnd/>
            <a:tailEnd/>
          </a:ln>
          <a:effectLst/>
        </p:spPr>
        <p:txBody>
          <a:bodyPr>
            <a:spAutoFit/>
          </a:bodyPr>
          <a:lstStyle/>
          <a:p>
            <a:pPr eaLnBrk="0" hangingPunct="0">
              <a:spcBef>
                <a:spcPct val="50000"/>
              </a:spcBef>
              <a:defRPr/>
            </a:pPr>
            <a:r>
              <a:rPr lang="fr-FR" sz="1800" b="1" dirty="0">
                <a:solidFill>
                  <a:schemeClr val="bg1">
                    <a:lumMod val="65000"/>
                  </a:schemeClr>
                </a:solidFill>
                <a:latin typeface="Calibri" pitchFamily="34" charset="0"/>
                <a:cs typeface="Calibri" pitchFamily="34" charset="0"/>
              </a:rPr>
              <a:t>Actions correctives</a:t>
            </a:r>
            <a:endParaRPr lang="fr-FR" sz="1600" b="1" dirty="0">
              <a:solidFill>
                <a:schemeClr val="bg1">
                  <a:lumMod val="65000"/>
                </a:schemeClr>
              </a:solidFill>
              <a:latin typeface="Calibri" pitchFamily="34" charset="0"/>
              <a:cs typeface="Calibri" pitchFamily="34" charset="0"/>
            </a:endParaRPr>
          </a:p>
        </p:txBody>
      </p:sp>
      <p:pic>
        <p:nvPicPr>
          <p:cNvPr id="4106" name="Picture 18" descr="WB01619_"/>
          <p:cNvPicPr>
            <a:picLocks noChangeAspect="1" noChangeArrowheads="1"/>
          </p:cNvPicPr>
          <p:nvPr/>
        </p:nvPicPr>
        <p:blipFill>
          <a:blip r:embed="rId5" cstate="print"/>
          <a:srcRect/>
          <a:stretch>
            <a:fillRect/>
          </a:stretch>
        </p:blipFill>
        <p:spPr bwMode="auto">
          <a:xfrm>
            <a:off x="301625" y="4657725"/>
            <a:ext cx="320675" cy="341313"/>
          </a:xfrm>
          <a:prstGeom prst="rect">
            <a:avLst/>
          </a:prstGeom>
          <a:noFill/>
          <a:ln w="9525">
            <a:noFill/>
            <a:miter lim="800000"/>
            <a:headEnd/>
            <a:tailEnd/>
          </a:ln>
        </p:spPr>
      </p:pic>
      <p:sp>
        <p:nvSpPr>
          <p:cNvPr id="94227" name="Text Box 19"/>
          <p:cNvSpPr txBox="1">
            <a:spLocks noChangeArrowheads="1"/>
          </p:cNvSpPr>
          <p:nvPr/>
        </p:nvSpPr>
        <p:spPr bwMode="auto">
          <a:xfrm>
            <a:off x="322263" y="4632325"/>
            <a:ext cx="254000" cy="366713"/>
          </a:xfrm>
          <a:prstGeom prst="rect">
            <a:avLst/>
          </a:prstGeom>
          <a:noFill/>
          <a:ln w="9525">
            <a:noFill/>
            <a:miter lim="800000"/>
            <a:headEnd/>
            <a:tailEnd/>
          </a:ln>
          <a:effectLst/>
        </p:spPr>
        <p:txBody>
          <a:bodyPr>
            <a:spAutoFit/>
          </a:bodyPr>
          <a:lstStyle/>
          <a:p>
            <a:pPr eaLnBrk="0" hangingPunct="0">
              <a:spcBef>
                <a:spcPct val="50000"/>
              </a:spcBef>
              <a:defRPr/>
            </a:pPr>
            <a:r>
              <a:rPr lang="fr-FR" sz="1800" b="1">
                <a:solidFill>
                  <a:schemeClr val="bg1">
                    <a:lumMod val="65000"/>
                  </a:schemeClr>
                </a:solidFill>
                <a:effectLst>
                  <a:outerShdw blurRad="38100" dist="38100" dir="2700000" algn="tl">
                    <a:srgbClr val="C0C0C0"/>
                  </a:outerShdw>
                </a:effectLst>
                <a:latin typeface="Calibri" pitchFamily="34" charset="0"/>
                <a:cs typeface="Calibri" pitchFamily="34" charset="0"/>
              </a:rPr>
              <a:t>6</a:t>
            </a:r>
          </a:p>
        </p:txBody>
      </p:sp>
      <p:sp>
        <p:nvSpPr>
          <p:cNvPr id="94228" name="Text Box 20"/>
          <p:cNvSpPr txBox="1">
            <a:spLocks noChangeArrowheads="1"/>
          </p:cNvSpPr>
          <p:nvPr/>
        </p:nvSpPr>
        <p:spPr bwMode="auto">
          <a:xfrm>
            <a:off x="633413" y="5060950"/>
            <a:ext cx="5749925" cy="366713"/>
          </a:xfrm>
          <a:prstGeom prst="rect">
            <a:avLst/>
          </a:prstGeom>
          <a:noFill/>
          <a:ln w="9525">
            <a:noFill/>
            <a:miter lim="800000"/>
            <a:headEnd/>
            <a:tailEnd/>
          </a:ln>
          <a:effectLst/>
        </p:spPr>
        <p:txBody>
          <a:bodyPr>
            <a:spAutoFit/>
          </a:bodyPr>
          <a:lstStyle/>
          <a:p>
            <a:pPr eaLnBrk="0" hangingPunct="0">
              <a:spcBef>
                <a:spcPct val="50000"/>
              </a:spcBef>
              <a:defRPr/>
            </a:pPr>
            <a:r>
              <a:rPr lang="fr-FR" sz="1800" b="1" dirty="0">
                <a:solidFill>
                  <a:schemeClr val="bg1">
                    <a:lumMod val="65000"/>
                  </a:schemeClr>
                </a:solidFill>
                <a:latin typeface="Calibri" pitchFamily="34" charset="0"/>
                <a:cs typeface="Calibri" pitchFamily="34" charset="0"/>
              </a:rPr>
              <a:t>Résultat -Suivi de l’efficacité</a:t>
            </a:r>
            <a:endParaRPr lang="fr-FR" sz="1600" b="1" dirty="0">
              <a:solidFill>
                <a:schemeClr val="bg1">
                  <a:lumMod val="65000"/>
                </a:schemeClr>
              </a:solidFill>
              <a:latin typeface="Calibri" pitchFamily="34" charset="0"/>
              <a:cs typeface="Calibri" pitchFamily="34" charset="0"/>
            </a:endParaRPr>
          </a:p>
        </p:txBody>
      </p:sp>
      <p:grpSp>
        <p:nvGrpSpPr>
          <p:cNvPr id="4109" name="Group 21"/>
          <p:cNvGrpSpPr>
            <a:grpSpLocks/>
          </p:cNvGrpSpPr>
          <p:nvPr/>
        </p:nvGrpSpPr>
        <p:grpSpPr bwMode="auto">
          <a:xfrm>
            <a:off x="301625" y="5045075"/>
            <a:ext cx="320675" cy="366713"/>
            <a:chOff x="1377" y="3591"/>
            <a:chExt cx="202" cy="231"/>
          </a:xfrm>
        </p:grpSpPr>
        <p:pic>
          <p:nvPicPr>
            <p:cNvPr id="4136" name="Picture 22" descr="WB01619_"/>
            <p:cNvPicPr>
              <a:picLocks noChangeAspect="1" noChangeArrowheads="1"/>
            </p:cNvPicPr>
            <p:nvPr/>
          </p:nvPicPr>
          <p:blipFill>
            <a:blip r:embed="rId5" cstate="print"/>
            <a:srcRect/>
            <a:stretch>
              <a:fillRect/>
            </a:stretch>
          </p:blipFill>
          <p:spPr bwMode="auto">
            <a:xfrm>
              <a:off x="1377" y="3607"/>
              <a:ext cx="202" cy="215"/>
            </a:xfrm>
            <a:prstGeom prst="rect">
              <a:avLst/>
            </a:prstGeom>
            <a:noFill/>
            <a:ln w="9525">
              <a:noFill/>
              <a:miter lim="800000"/>
              <a:headEnd/>
              <a:tailEnd/>
            </a:ln>
          </p:spPr>
        </p:pic>
        <p:sp>
          <p:nvSpPr>
            <p:cNvPr id="94231" name="Text Box 23"/>
            <p:cNvSpPr txBox="1">
              <a:spLocks noChangeArrowheads="1"/>
            </p:cNvSpPr>
            <p:nvPr/>
          </p:nvSpPr>
          <p:spPr bwMode="auto">
            <a:xfrm>
              <a:off x="1390" y="3591"/>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b="1">
                  <a:solidFill>
                    <a:schemeClr val="bg1">
                      <a:lumMod val="65000"/>
                    </a:schemeClr>
                  </a:solidFill>
                  <a:effectLst>
                    <a:outerShdw blurRad="38100" dist="38100" dir="2700000" algn="tl">
                      <a:srgbClr val="C0C0C0"/>
                    </a:outerShdw>
                  </a:effectLst>
                  <a:latin typeface="Calibri" pitchFamily="34" charset="0"/>
                  <a:cs typeface="Calibri" pitchFamily="34" charset="0"/>
                </a:rPr>
                <a:t>7</a:t>
              </a:r>
            </a:p>
          </p:txBody>
        </p:sp>
      </p:grpSp>
      <p:grpSp>
        <p:nvGrpSpPr>
          <p:cNvPr id="4110" name="Group 24"/>
          <p:cNvGrpSpPr>
            <a:grpSpLocks/>
          </p:cNvGrpSpPr>
          <p:nvPr/>
        </p:nvGrpSpPr>
        <p:grpSpPr bwMode="auto">
          <a:xfrm>
            <a:off x="301625" y="2360613"/>
            <a:ext cx="320675" cy="366712"/>
            <a:chOff x="1385" y="1999"/>
            <a:chExt cx="202" cy="231"/>
          </a:xfrm>
        </p:grpSpPr>
        <p:pic>
          <p:nvPicPr>
            <p:cNvPr id="4134" name="Picture 25" descr="WB01619_"/>
            <p:cNvPicPr>
              <a:picLocks noChangeAspect="1" noChangeArrowheads="1"/>
            </p:cNvPicPr>
            <p:nvPr/>
          </p:nvPicPr>
          <p:blipFill>
            <a:blip r:embed="rId5" cstate="print"/>
            <a:srcRect/>
            <a:stretch>
              <a:fillRect/>
            </a:stretch>
          </p:blipFill>
          <p:spPr bwMode="auto">
            <a:xfrm>
              <a:off x="1385" y="2015"/>
              <a:ext cx="202" cy="215"/>
            </a:xfrm>
            <a:prstGeom prst="rect">
              <a:avLst/>
            </a:prstGeom>
            <a:noFill/>
            <a:ln w="9525">
              <a:noFill/>
              <a:miter lim="800000"/>
              <a:headEnd/>
              <a:tailEnd/>
            </a:ln>
          </p:spPr>
        </p:pic>
        <p:sp>
          <p:nvSpPr>
            <p:cNvPr id="94234" name="Text Box 26"/>
            <p:cNvSpPr txBox="1">
              <a:spLocks noChangeArrowheads="1"/>
            </p:cNvSpPr>
            <p:nvPr/>
          </p:nvSpPr>
          <p:spPr bwMode="auto">
            <a:xfrm>
              <a:off x="1398" y="1999"/>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rgbClr val="002060"/>
                  </a:solidFill>
                  <a:latin typeface="Calibri" pitchFamily="34" charset="0"/>
                  <a:cs typeface="Calibri" pitchFamily="34" charset="0"/>
                </a:rPr>
                <a:t>2</a:t>
              </a:r>
            </a:p>
          </p:txBody>
        </p:sp>
      </p:grpSp>
      <p:sp>
        <p:nvSpPr>
          <p:cNvPr id="94235" name="Text Box 27"/>
          <p:cNvSpPr txBox="1">
            <a:spLocks noChangeArrowheads="1"/>
          </p:cNvSpPr>
          <p:nvPr/>
        </p:nvSpPr>
        <p:spPr bwMode="auto">
          <a:xfrm>
            <a:off x="633412" y="2376488"/>
            <a:ext cx="5918807" cy="369332"/>
          </a:xfrm>
          <a:prstGeom prst="rect">
            <a:avLst/>
          </a:prstGeom>
          <a:noFill/>
          <a:ln w="12700">
            <a:noFill/>
            <a:miter lim="800000"/>
            <a:headEnd/>
            <a:tailEnd/>
          </a:ln>
          <a:effectLst/>
        </p:spPr>
        <p:txBody>
          <a:bodyPr wrap="square">
            <a:spAutoFit/>
          </a:bodyPr>
          <a:lstStyle/>
          <a:p>
            <a:pPr eaLnBrk="0" hangingPunct="0">
              <a:spcBef>
                <a:spcPct val="50000"/>
              </a:spcBef>
              <a:defRPr/>
            </a:pPr>
            <a:r>
              <a:rPr lang="fr-FR" sz="1800" dirty="0">
                <a:solidFill>
                  <a:srgbClr val="002060"/>
                </a:solidFill>
                <a:latin typeface="Calibri" pitchFamily="34" charset="0"/>
                <a:cs typeface="Calibri" pitchFamily="34" charset="0"/>
              </a:rPr>
              <a:t>Constitution du Groupe de Travail</a:t>
            </a:r>
          </a:p>
        </p:txBody>
      </p:sp>
      <p:grpSp>
        <p:nvGrpSpPr>
          <p:cNvPr id="4112" name="Group 28"/>
          <p:cNvGrpSpPr>
            <a:grpSpLocks/>
          </p:cNvGrpSpPr>
          <p:nvPr/>
        </p:nvGrpSpPr>
        <p:grpSpPr bwMode="auto">
          <a:xfrm>
            <a:off x="301625" y="2797175"/>
            <a:ext cx="320675" cy="366713"/>
            <a:chOff x="1377" y="2511"/>
            <a:chExt cx="202" cy="231"/>
          </a:xfrm>
        </p:grpSpPr>
        <p:pic>
          <p:nvPicPr>
            <p:cNvPr id="4132" name="Picture 29" descr="WB01619_"/>
            <p:cNvPicPr>
              <a:picLocks noChangeAspect="1" noChangeArrowheads="1"/>
            </p:cNvPicPr>
            <p:nvPr/>
          </p:nvPicPr>
          <p:blipFill>
            <a:blip r:embed="rId5" cstate="print"/>
            <a:srcRect/>
            <a:stretch>
              <a:fillRect/>
            </a:stretch>
          </p:blipFill>
          <p:spPr bwMode="auto">
            <a:xfrm>
              <a:off x="1377" y="2527"/>
              <a:ext cx="202" cy="215"/>
            </a:xfrm>
            <a:prstGeom prst="rect">
              <a:avLst/>
            </a:prstGeom>
            <a:noFill/>
            <a:ln w="9525">
              <a:noFill/>
              <a:miter lim="800000"/>
              <a:headEnd/>
              <a:tailEnd/>
            </a:ln>
          </p:spPr>
        </p:pic>
        <p:sp>
          <p:nvSpPr>
            <p:cNvPr id="94238" name="Text Box 30"/>
            <p:cNvSpPr txBox="1">
              <a:spLocks noChangeArrowheads="1"/>
            </p:cNvSpPr>
            <p:nvPr/>
          </p:nvSpPr>
          <p:spPr bwMode="auto">
            <a:xfrm>
              <a:off x="1390" y="2511"/>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b="1">
                  <a:solidFill>
                    <a:schemeClr val="bg1">
                      <a:lumMod val="65000"/>
                    </a:schemeClr>
                  </a:solidFill>
                  <a:effectLst>
                    <a:outerShdw blurRad="38100" dist="38100" dir="2700000" algn="tl">
                      <a:srgbClr val="C0C0C0"/>
                    </a:outerShdw>
                  </a:effectLst>
                  <a:latin typeface="Calibri" pitchFamily="34" charset="0"/>
                  <a:cs typeface="Calibri" pitchFamily="34" charset="0"/>
                </a:rPr>
                <a:t>3</a:t>
              </a:r>
            </a:p>
          </p:txBody>
        </p:sp>
      </p:grpSp>
      <p:sp>
        <p:nvSpPr>
          <p:cNvPr id="94239" name="Text Box 31"/>
          <p:cNvSpPr txBox="1">
            <a:spLocks noChangeArrowheads="1"/>
          </p:cNvSpPr>
          <p:nvPr/>
        </p:nvSpPr>
        <p:spPr bwMode="auto">
          <a:xfrm>
            <a:off x="669925" y="3203975"/>
            <a:ext cx="7550150" cy="369332"/>
          </a:xfrm>
          <a:prstGeom prst="rect">
            <a:avLst/>
          </a:prstGeom>
          <a:noFill/>
          <a:ln w="12700">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Lo</a:t>
            </a:r>
            <a:r>
              <a:rPr lang="fr-FR" sz="1800" b="1" dirty="0">
                <a:solidFill>
                  <a:schemeClr val="bg1">
                    <a:lumMod val="65000"/>
                  </a:schemeClr>
                </a:solidFill>
                <a:latin typeface="Calibri" pitchFamily="34" charset="0"/>
                <a:cs typeface="Calibri" pitchFamily="34" charset="0"/>
              </a:rPr>
              <a:t>caliser la Source de la Cause – Identifier les Causes </a:t>
            </a:r>
            <a:r>
              <a:rPr lang="fr-FR" sz="1800" dirty="0">
                <a:solidFill>
                  <a:schemeClr val="bg1">
                    <a:lumMod val="65000"/>
                  </a:schemeClr>
                </a:solidFill>
                <a:latin typeface="Calibri" pitchFamily="34" charset="0"/>
                <a:cs typeface="Calibri" pitchFamily="34" charset="0"/>
              </a:rPr>
              <a:t>P</a:t>
            </a:r>
            <a:r>
              <a:rPr lang="fr-FR" sz="1800" b="1" dirty="0">
                <a:solidFill>
                  <a:schemeClr val="bg1">
                    <a:lumMod val="65000"/>
                  </a:schemeClr>
                </a:solidFill>
                <a:latin typeface="Calibri" pitchFamily="34" charset="0"/>
                <a:cs typeface="Calibri" pitchFamily="34" charset="0"/>
              </a:rPr>
              <a:t>robables</a:t>
            </a:r>
            <a:endParaRPr lang="fr-FR" sz="1600" b="1" dirty="0">
              <a:solidFill>
                <a:schemeClr val="bg1">
                  <a:lumMod val="65000"/>
                </a:schemeClr>
              </a:solidFill>
              <a:latin typeface="Calibri" pitchFamily="34" charset="0"/>
              <a:cs typeface="Calibri" pitchFamily="34" charset="0"/>
            </a:endParaRPr>
          </a:p>
        </p:txBody>
      </p:sp>
      <p:grpSp>
        <p:nvGrpSpPr>
          <p:cNvPr id="4114" name="Group 32"/>
          <p:cNvGrpSpPr>
            <a:grpSpLocks/>
          </p:cNvGrpSpPr>
          <p:nvPr/>
        </p:nvGrpSpPr>
        <p:grpSpPr bwMode="auto">
          <a:xfrm>
            <a:off x="301625" y="5457825"/>
            <a:ext cx="320675" cy="366713"/>
            <a:chOff x="1377" y="3823"/>
            <a:chExt cx="202" cy="231"/>
          </a:xfrm>
        </p:grpSpPr>
        <p:pic>
          <p:nvPicPr>
            <p:cNvPr id="4130" name="Picture 33" descr="WB01619_"/>
            <p:cNvPicPr>
              <a:picLocks noChangeAspect="1" noChangeArrowheads="1"/>
            </p:cNvPicPr>
            <p:nvPr/>
          </p:nvPicPr>
          <p:blipFill>
            <a:blip r:embed="rId5" cstate="print"/>
            <a:srcRect/>
            <a:stretch>
              <a:fillRect/>
            </a:stretch>
          </p:blipFill>
          <p:spPr bwMode="auto">
            <a:xfrm>
              <a:off x="1377" y="3839"/>
              <a:ext cx="202" cy="215"/>
            </a:xfrm>
            <a:prstGeom prst="rect">
              <a:avLst/>
            </a:prstGeom>
            <a:noFill/>
            <a:ln w="9525">
              <a:noFill/>
              <a:miter lim="800000"/>
              <a:headEnd/>
              <a:tailEnd/>
            </a:ln>
          </p:spPr>
        </p:pic>
        <p:sp>
          <p:nvSpPr>
            <p:cNvPr id="94242" name="Text Box 34"/>
            <p:cNvSpPr txBox="1">
              <a:spLocks noChangeArrowheads="1"/>
            </p:cNvSpPr>
            <p:nvPr/>
          </p:nvSpPr>
          <p:spPr bwMode="auto">
            <a:xfrm>
              <a:off x="1390" y="3823"/>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b="1">
                  <a:solidFill>
                    <a:schemeClr val="bg1">
                      <a:lumMod val="65000"/>
                    </a:schemeClr>
                  </a:solidFill>
                  <a:effectLst>
                    <a:outerShdw blurRad="38100" dist="38100" dir="2700000" algn="tl">
                      <a:srgbClr val="C0C0C0"/>
                    </a:outerShdw>
                  </a:effectLst>
                  <a:latin typeface="Calibri" pitchFamily="34" charset="0"/>
                  <a:cs typeface="Calibri" pitchFamily="34" charset="0"/>
                </a:rPr>
                <a:t>8</a:t>
              </a:r>
            </a:p>
          </p:txBody>
        </p:sp>
      </p:grpSp>
      <p:sp>
        <p:nvSpPr>
          <p:cNvPr id="94243" name="Text Box 35"/>
          <p:cNvSpPr txBox="1">
            <a:spLocks noChangeArrowheads="1"/>
          </p:cNvSpPr>
          <p:nvPr/>
        </p:nvSpPr>
        <p:spPr bwMode="auto">
          <a:xfrm>
            <a:off x="633413" y="5473700"/>
            <a:ext cx="7150868" cy="369332"/>
          </a:xfrm>
          <a:prstGeom prst="rect">
            <a:avLst/>
          </a:prstGeom>
          <a:noFill/>
          <a:ln w="12700">
            <a:noFill/>
            <a:miter lim="800000"/>
            <a:headEnd/>
            <a:tailEnd/>
          </a:ln>
          <a:effectLst/>
        </p:spPr>
        <p:txBody>
          <a:bodyPr wrap="none">
            <a:spAutoFit/>
          </a:bodyPr>
          <a:lstStyle/>
          <a:p>
            <a:pPr eaLnBrk="0" hangingPunct="0">
              <a:spcBef>
                <a:spcPct val="50000"/>
              </a:spcBef>
              <a:defRPr/>
            </a:pPr>
            <a:r>
              <a:rPr lang="fr-FR" sz="1800" b="1" dirty="0">
                <a:solidFill>
                  <a:schemeClr val="bg1">
                    <a:lumMod val="65000"/>
                  </a:schemeClr>
                </a:solidFill>
                <a:latin typeface="Calibri" pitchFamily="34" charset="0"/>
                <a:cs typeface="Calibri" pitchFamily="34" charset="0"/>
              </a:rPr>
              <a:t>Transversalisation – leçons retenues – Actions préventives mises en place</a:t>
            </a:r>
            <a:endParaRPr lang="fr-FR" sz="1600" b="1" dirty="0">
              <a:solidFill>
                <a:schemeClr val="bg1">
                  <a:lumMod val="65000"/>
                </a:schemeClr>
              </a:solidFill>
              <a:latin typeface="Calibri" pitchFamily="34" charset="0"/>
              <a:cs typeface="Calibri" pitchFamily="34" charset="0"/>
            </a:endParaRPr>
          </a:p>
        </p:txBody>
      </p:sp>
      <p:sp>
        <p:nvSpPr>
          <p:cNvPr id="41" name="Rectangle 2"/>
          <p:cNvSpPr>
            <a:spLocks noChangeArrowheads="1"/>
          </p:cNvSpPr>
          <p:nvPr/>
        </p:nvSpPr>
        <p:spPr bwMode="auto">
          <a:xfrm>
            <a:off x="271462" y="395790"/>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8D et outils associés</a:t>
            </a:r>
          </a:p>
        </p:txBody>
      </p:sp>
      <p:sp>
        <p:nvSpPr>
          <p:cNvPr id="48" name="Rectangle 47"/>
          <p:cNvSpPr/>
          <p:nvPr/>
        </p:nvSpPr>
        <p:spPr>
          <a:xfrm>
            <a:off x="322284" y="1328960"/>
            <a:ext cx="1961766"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pic>
        <p:nvPicPr>
          <p:cNvPr id="4120" name="Picture 4"/>
          <p:cNvPicPr>
            <a:picLocks noChangeAspect="1" noChangeArrowheads="1"/>
          </p:cNvPicPr>
          <p:nvPr/>
        </p:nvPicPr>
        <p:blipFill>
          <a:blip r:embed="rId6" cstate="print"/>
          <a:srcRect/>
          <a:stretch>
            <a:fillRect/>
          </a:stretch>
        </p:blipFill>
        <p:spPr bwMode="auto">
          <a:xfrm>
            <a:off x="3028819" y="1547813"/>
            <a:ext cx="1433513" cy="455612"/>
          </a:xfrm>
          <a:prstGeom prst="rect">
            <a:avLst/>
          </a:prstGeom>
          <a:noFill/>
          <a:ln w="9525">
            <a:noFill/>
            <a:miter lim="800000"/>
            <a:headEnd/>
            <a:tailEnd/>
          </a:ln>
        </p:spPr>
      </p:pic>
      <p:sp>
        <p:nvSpPr>
          <p:cNvPr id="49" name="Text Box 48"/>
          <p:cNvSpPr txBox="1">
            <a:spLocks noChangeArrowheads="1"/>
          </p:cNvSpPr>
          <p:nvPr/>
        </p:nvSpPr>
        <p:spPr bwMode="auto">
          <a:xfrm>
            <a:off x="7868792" y="2203450"/>
            <a:ext cx="1084262" cy="400050"/>
          </a:xfrm>
          <a:prstGeom prst="rect">
            <a:avLst/>
          </a:prstGeom>
          <a:noFill/>
          <a:ln w="9525">
            <a:noFill/>
            <a:miter lim="800000"/>
            <a:headEnd/>
            <a:tailEnd/>
          </a:ln>
        </p:spPr>
        <p:txBody>
          <a:bodyPr wrap="none">
            <a:spAutoFit/>
          </a:bodyPr>
          <a:lstStyle/>
          <a:p>
            <a:pPr eaLnBrk="0" hangingPunct="0"/>
            <a:r>
              <a:rPr lang="fr-FR" sz="2000" b="1" i="1" dirty="0">
                <a:latin typeface="Calibri" pitchFamily="34" charset="0"/>
                <a:cs typeface="Calibri" pitchFamily="34" charset="0"/>
              </a:rPr>
              <a:t>≤ 2 jours</a:t>
            </a:r>
          </a:p>
        </p:txBody>
      </p:sp>
      <p:cxnSp>
        <p:nvCxnSpPr>
          <p:cNvPr id="4122" name="Connecteur droit avec flèche 50"/>
          <p:cNvCxnSpPr>
            <a:cxnSpLocks noChangeShapeType="1"/>
          </p:cNvCxnSpPr>
          <p:nvPr/>
        </p:nvCxnSpPr>
        <p:spPr bwMode="auto">
          <a:xfrm flipH="1">
            <a:off x="7767198" y="1944830"/>
            <a:ext cx="3176" cy="1035701"/>
          </a:xfrm>
          <a:prstGeom prst="straightConnector1">
            <a:avLst/>
          </a:prstGeom>
          <a:noFill/>
          <a:ln w="57150" algn="ctr">
            <a:solidFill>
              <a:schemeClr val="tx1"/>
            </a:solidFill>
            <a:round/>
            <a:headEnd/>
            <a:tailEnd type="arrow" w="med" len="med"/>
          </a:ln>
        </p:spPr>
      </p:cxnSp>
      <p:sp>
        <p:nvSpPr>
          <p:cNvPr id="53" name="Text Box 48"/>
          <p:cNvSpPr txBox="1">
            <a:spLocks noChangeArrowheads="1"/>
          </p:cNvSpPr>
          <p:nvPr/>
        </p:nvSpPr>
        <p:spPr bwMode="auto">
          <a:xfrm>
            <a:off x="7861075" y="2840085"/>
            <a:ext cx="1083951" cy="400110"/>
          </a:xfrm>
          <a:prstGeom prst="rect">
            <a:avLst/>
          </a:prstGeom>
          <a:noFill/>
          <a:ln w="9525">
            <a:noFill/>
            <a:miter lim="800000"/>
            <a:headEnd/>
            <a:tailEnd/>
          </a:ln>
        </p:spPr>
        <p:txBody>
          <a:bodyPr wrap="none">
            <a:spAutoFit/>
          </a:bodyPr>
          <a:lstStyle/>
          <a:p>
            <a:pPr eaLnBrk="0" hangingPunct="0"/>
            <a:r>
              <a:rPr lang="fr-FR" sz="2000" b="1" i="1" dirty="0">
                <a:latin typeface="Calibri" pitchFamily="34" charset="0"/>
                <a:cs typeface="Calibri" pitchFamily="34" charset="0"/>
              </a:rPr>
              <a:t>≤ </a:t>
            </a:r>
            <a:r>
              <a:rPr lang="fr-FR" sz="2000" i="1" dirty="0">
                <a:latin typeface="Calibri" pitchFamily="34" charset="0"/>
                <a:cs typeface="Calibri" pitchFamily="34" charset="0"/>
              </a:rPr>
              <a:t>7</a:t>
            </a:r>
            <a:r>
              <a:rPr lang="fr-FR" sz="2000" b="1" i="1" dirty="0">
                <a:latin typeface="Calibri" pitchFamily="34" charset="0"/>
                <a:cs typeface="Calibri" pitchFamily="34" charset="0"/>
              </a:rPr>
              <a:t> jours</a:t>
            </a:r>
          </a:p>
        </p:txBody>
      </p:sp>
      <p:cxnSp>
        <p:nvCxnSpPr>
          <p:cNvPr id="4124" name="Connecteur droit avec flèche 53"/>
          <p:cNvCxnSpPr>
            <a:cxnSpLocks noChangeShapeType="1"/>
          </p:cNvCxnSpPr>
          <p:nvPr/>
        </p:nvCxnSpPr>
        <p:spPr bwMode="auto">
          <a:xfrm>
            <a:off x="7767198" y="3040140"/>
            <a:ext cx="6350" cy="446128"/>
          </a:xfrm>
          <a:prstGeom prst="straightConnector1">
            <a:avLst/>
          </a:prstGeom>
          <a:noFill/>
          <a:ln w="57150" algn="ctr">
            <a:solidFill>
              <a:schemeClr val="tx1"/>
            </a:solidFill>
            <a:round/>
            <a:headEnd/>
            <a:tailEnd type="arrow" w="med" len="med"/>
          </a:ln>
        </p:spPr>
      </p:cxnSp>
      <p:sp>
        <p:nvSpPr>
          <p:cNvPr id="56" name="Text Box 48"/>
          <p:cNvSpPr txBox="1">
            <a:spLocks noChangeArrowheads="1"/>
          </p:cNvSpPr>
          <p:nvPr/>
        </p:nvSpPr>
        <p:spPr bwMode="auto">
          <a:xfrm>
            <a:off x="7796782" y="4316129"/>
            <a:ext cx="1203325" cy="396875"/>
          </a:xfrm>
          <a:prstGeom prst="rect">
            <a:avLst/>
          </a:prstGeom>
          <a:noFill/>
          <a:ln w="9525">
            <a:noFill/>
            <a:miter lim="800000"/>
            <a:headEnd/>
            <a:tailEnd/>
          </a:ln>
        </p:spPr>
        <p:txBody>
          <a:bodyPr wrap="none">
            <a:spAutoFit/>
          </a:bodyPr>
          <a:lstStyle/>
          <a:p>
            <a:pPr eaLnBrk="0" hangingPunct="0"/>
            <a:r>
              <a:rPr lang="fr-FR" sz="2000" b="1" i="1" dirty="0">
                <a:latin typeface="Calibri" pitchFamily="34" charset="0"/>
                <a:cs typeface="Calibri" pitchFamily="34" charset="0"/>
              </a:rPr>
              <a:t>≤ 30 jours</a:t>
            </a:r>
          </a:p>
        </p:txBody>
      </p:sp>
      <p:cxnSp>
        <p:nvCxnSpPr>
          <p:cNvPr id="4126" name="Connecteur droit avec flèche 56"/>
          <p:cNvCxnSpPr>
            <a:cxnSpLocks noChangeShapeType="1"/>
          </p:cNvCxnSpPr>
          <p:nvPr/>
        </p:nvCxnSpPr>
        <p:spPr bwMode="auto">
          <a:xfrm>
            <a:off x="7784281" y="4219575"/>
            <a:ext cx="20438" cy="1555466"/>
          </a:xfrm>
          <a:prstGeom prst="straightConnector1">
            <a:avLst/>
          </a:prstGeom>
          <a:noFill/>
          <a:ln w="57150" algn="ctr">
            <a:solidFill>
              <a:schemeClr val="tx1"/>
            </a:solidFill>
            <a:round/>
            <a:headEnd/>
            <a:tailEnd type="arrow" w="med" len="med"/>
          </a:ln>
        </p:spPr>
      </p:cxnSp>
    </p:spTree>
    <p:extLst>
      <p:ext uri="{BB962C8B-B14F-4D97-AF65-F5344CB8AC3E}">
        <p14:creationId xmlns:p14="http://schemas.microsoft.com/office/powerpoint/2010/main" val="2193093823"/>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49"/>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53"/>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utoUpdateAnimBg="0"/>
      <p:bldP spid="53" grpId="0" autoUpdateAnimBg="0"/>
      <p:bldP spid="56" grpId="0" autoUpdateAnimBg="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5"/>
          <p:cNvSpPr txBox="1">
            <a:spLocks noChangeArrowheads="1"/>
          </p:cNvSpPr>
          <p:nvPr/>
        </p:nvSpPr>
        <p:spPr bwMode="auto">
          <a:xfrm>
            <a:off x="415925" y="1754188"/>
            <a:ext cx="7740650" cy="457200"/>
          </a:xfrm>
          <a:prstGeom prst="rect">
            <a:avLst/>
          </a:prstGeom>
          <a:noFill/>
          <a:ln w="12700">
            <a:noFill/>
            <a:miter lim="800000"/>
            <a:headEnd/>
            <a:tailEnd/>
          </a:ln>
        </p:spPr>
        <p:txBody>
          <a:bodyPr>
            <a:spAutoFit/>
          </a:bodyPr>
          <a:lstStyle/>
          <a:p>
            <a:pPr eaLnBrk="0" hangingPunct="0">
              <a:spcBef>
                <a:spcPct val="50000"/>
              </a:spcBef>
            </a:pPr>
            <a:r>
              <a:rPr lang="fr-FR" sz="2400" dirty="0">
                <a:latin typeface="Calibri" pitchFamily="34" charset="0"/>
                <a:cs typeface="Calibri" pitchFamily="34" charset="0"/>
              </a:rPr>
              <a:t>Equipe</a:t>
            </a:r>
            <a:r>
              <a:rPr lang="fr-FR" sz="2400" b="1" dirty="0">
                <a:latin typeface="Calibri" pitchFamily="34" charset="0"/>
                <a:cs typeface="Calibri" pitchFamily="34" charset="0"/>
              </a:rPr>
              <a:t> </a:t>
            </a:r>
            <a:r>
              <a:rPr lang="fr-FR" sz="2400" b="1" dirty="0">
                <a:solidFill>
                  <a:srgbClr val="C00000"/>
                </a:solidFill>
                <a:latin typeface="Calibri" pitchFamily="34" charset="0"/>
                <a:cs typeface="Calibri" pitchFamily="34" charset="0"/>
              </a:rPr>
              <a:t>pluridisciplinaire</a:t>
            </a:r>
            <a:r>
              <a:rPr lang="fr-FR" sz="2400" dirty="0">
                <a:latin typeface="Calibri" pitchFamily="34" charset="0"/>
                <a:cs typeface="Calibri" pitchFamily="34" charset="0"/>
              </a:rPr>
              <a:t>, </a:t>
            </a:r>
            <a:r>
              <a:rPr lang="fr-FR" sz="1800" dirty="0">
                <a:latin typeface="Calibri" pitchFamily="34" charset="0"/>
                <a:cs typeface="Calibri" pitchFamily="34" charset="0"/>
              </a:rPr>
              <a:t>active jusqu’à l’atteinte de l’étape 8</a:t>
            </a:r>
          </a:p>
        </p:txBody>
      </p:sp>
      <p:sp>
        <p:nvSpPr>
          <p:cNvPr id="78851" name="Text Box 6"/>
          <p:cNvSpPr txBox="1">
            <a:spLocks noChangeArrowheads="1"/>
          </p:cNvSpPr>
          <p:nvPr/>
        </p:nvSpPr>
        <p:spPr bwMode="auto">
          <a:xfrm>
            <a:off x="882650" y="5219700"/>
            <a:ext cx="7658100" cy="942975"/>
          </a:xfrm>
          <a:prstGeom prst="rect">
            <a:avLst/>
          </a:prstGeom>
          <a:noFill/>
          <a:ln w="12700">
            <a:noFill/>
            <a:miter lim="800000"/>
            <a:headEnd/>
            <a:tailEnd/>
          </a:ln>
        </p:spPr>
        <p:txBody>
          <a:bodyPr>
            <a:spAutoFit/>
          </a:bodyPr>
          <a:lstStyle/>
          <a:p>
            <a:pPr eaLnBrk="0" hangingPunct="0">
              <a:spcBef>
                <a:spcPct val="50000"/>
              </a:spcBef>
            </a:pPr>
            <a:r>
              <a:rPr lang="fr-FR" i="1">
                <a:latin typeface="Calibri" pitchFamily="34" charset="0"/>
                <a:cs typeface="Calibri" pitchFamily="34" charset="0"/>
              </a:rPr>
              <a:t>NOTE  :	</a:t>
            </a:r>
            <a:r>
              <a:rPr lang="fr-FR" i="1">
                <a:latin typeface="Calibri" pitchFamily="34" charset="0"/>
                <a:cs typeface="Calibri" pitchFamily="34" charset="0"/>
                <a:sym typeface="Wingdings" pitchFamily="2" charset="2"/>
              </a:rPr>
              <a:t>   </a:t>
            </a:r>
            <a:r>
              <a:rPr lang="fr-FR" i="1">
                <a:latin typeface="Calibri" pitchFamily="34" charset="0"/>
                <a:cs typeface="Calibri" pitchFamily="34" charset="0"/>
              </a:rPr>
              <a:t>Objectifs, rôles et responsabilités sont établis</a:t>
            </a:r>
          </a:p>
          <a:p>
            <a:pPr eaLnBrk="0" hangingPunct="0">
              <a:spcBef>
                <a:spcPct val="50000"/>
              </a:spcBef>
            </a:pPr>
            <a:r>
              <a:rPr lang="fr-FR" i="1">
                <a:latin typeface="Calibri" pitchFamily="34" charset="0"/>
                <a:cs typeface="Calibri" pitchFamily="34" charset="0"/>
              </a:rPr>
              <a:t>	</a:t>
            </a:r>
            <a:r>
              <a:rPr lang="fr-FR" i="1">
                <a:latin typeface="Calibri" pitchFamily="34" charset="0"/>
                <a:cs typeface="Calibri" pitchFamily="34" charset="0"/>
                <a:sym typeface="Wingdings" pitchFamily="2" charset="2"/>
              </a:rPr>
              <a:t>   </a:t>
            </a:r>
            <a:r>
              <a:rPr lang="fr-FR" i="1">
                <a:latin typeface="Calibri" pitchFamily="34" charset="0"/>
                <a:cs typeface="Calibri" pitchFamily="34" charset="0"/>
              </a:rPr>
              <a:t>La constitution de l’équipe peut évoluer dans le temps</a:t>
            </a:r>
          </a:p>
          <a:p>
            <a:pPr eaLnBrk="0" hangingPunct="0">
              <a:spcBef>
                <a:spcPct val="50000"/>
              </a:spcBef>
            </a:pPr>
            <a:r>
              <a:rPr lang="fr-FR" i="1">
                <a:latin typeface="Calibri" pitchFamily="34" charset="0"/>
                <a:cs typeface="Calibri" pitchFamily="34" charset="0"/>
              </a:rPr>
              <a:t>	</a:t>
            </a:r>
            <a:r>
              <a:rPr lang="fr-FR" i="1">
                <a:latin typeface="Calibri" pitchFamily="34" charset="0"/>
                <a:cs typeface="Calibri" pitchFamily="34" charset="0"/>
                <a:sym typeface="Wingdings" pitchFamily="2" charset="2"/>
              </a:rPr>
              <a:t></a:t>
            </a:r>
            <a:r>
              <a:rPr lang="fr-FR" i="1">
                <a:latin typeface="Calibri" pitchFamily="34" charset="0"/>
                <a:cs typeface="Calibri" pitchFamily="34" charset="0"/>
              </a:rPr>
              <a:t>   Ne pas hésiter à faire appel ponctuellement à des spécialistes</a:t>
            </a:r>
          </a:p>
        </p:txBody>
      </p:sp>
      <p:grpSp>
        <p:nvGrpSpPr>
          <p:cNvPr id="78852" name="Group 7"/>
          <p:cNvGrpSpPr>
            <a:grpSpLocks/>
          </p:cNvGrpSpPr>
          <p:nvPr/>
        </p:nvGrpSpPr>
        <p:grpSpPr bwMode="auto">
          <a:xfrm>
            <a:off x="574675" y="3454400"/>
            <a:ext cx="7556500" cy="1192213"/>
            <a:chOff x="480" y="2136"/>
            <a:chExt cx="4760" cy="751"/>
          </a:xfrm>
        </p:grpSpPr>
        <p:sp>
          <p:nvSpPr>
            <p:cNvPr id="78869" name="Text Box 8"/>
            <p:cNvSpPr txBox="1">
              <a:spLocks noChangeArrowheads="1"/>
            </p:cNvSpPr>
            <p:nvPr/>
          </p:nvSpPr>
          <p:spPr bwMode="auto">
            <a:xfrm>
              <a:off x="688" y="2136"/>
              <a:ext cx="4552" cy="751"/>
            </a:xfrm>
            <a:prstGeom prst="rect">
              <a:avLst/>
            </a:prstGeom>
            <a:noFill/>
            <a:ln w="12700">
              <a:noFill/>
              <a:miter lim="800000"/>
              <a:headEnd/>
              <a:tailEnd/>
            </a:ln>
          </p:spPr>
          <p:txBody>
            <a:bodyPr>
              <a:spAutoFit/>
            </a:bodyPr>
            <a:lstStyle/>
            <a:p>
              <a:pPr eaLnBrk="0" hangingPunct="0">
                <a:spcBef>
                  <a:spcPct val="50000"/>
                </a:spcBef>
              </a:pPr>
              <a:r>
                <a:rPr lang="fr-FR" sz="1800" dirty="0">
                  <a:latin typeface="Calibri" pitchFamily="34" charset="0"/>
                  <a:cs typeface="Calibri" pitchFamily="34" charset="0"/>
                </a:rPr>
                <a:t>Des experts </a:t>
              </a:r>
            </a:p>
            <a:p>
              <a:pPr lvl="1" eaLnBrk="0" hangingPunct="0">
                <a:spcBef>
                  <a:spcPct val="50000"/>
                </a:spcBef>
                <a:buFontTx/>
                <a:buChar char="•"/>
              </a:pPr>
              <a:r>
                <a:rPr lang="fr-FR" sz="1800" dirty="0">
                  <a:latin typeface="Calibri" pitchFamily="34" charset="0"/>
                  <a:cs typeface="Calibri" pitchFamily="34" charset="0"/>
                </a:rPr>
                <a:t> opérationnels de terrain : détection et vécu du problème</a:t>
              </a:r>
            </a:p>
            <a:p>
              <a:pPr lvl="1" eaLnBrk="0" hangingPunct="0">
                <a:spcBef>
                  <a:spcPct val="50000"/>
                </a:spcBef>
                <a:buFontTx/>
                <a:buChar char="•"/>
              </a:pPr>
              <a:r>
                <a:rPr lang="fr-FR" sz="1800" dirty="0">
                  <a:latin typeface="Calibri" pitchFamily="34" charset="0"/>
                  <a:cs typeface="Calibri" pitchFamily="34" charset="0"/>
                </a:rPr>
                <a:t> experts du domaine</a:t>
              </a:r>
            </a:p>
          </p:txBody>
        </p:sp>
        <p:sp>
          <p:nvSpPr>
            <p:cNvPr id="78870" name="Text Box 9"/>
            <p:cNvSpPr txBox="1">
              <a:spLocks noChangeArrowheads="1"/>
            </p:cNvSpPr>
            <p:nvPr/>
          </p:nvSpPr>
          <p:spPr bwMode="auto">
            <a:xfrm>
              <a:off x="480" y="2136"/>
              <a:ext cx="237" cy="212"/>
            </a:xfrm>
            <a:prstGeom prst="rect">
              <a:avLst/>
            </a:prstGeom>
            <a:noFill/>
            <a:ln w="12700">
              <a:noFill/>
              <a:miter lim="800000"/>
              <a:headEnd/>
              <a:tailEnd/>
            </a:ln>
          </p:spPr>
          <p:txBody>
            <a:bodyPr wrap="none">
              <a:spAutoFit/>
            </a:bodyPr>
            <a:lstStyle/>
            <a:p>
              <a:pPr eaLnBrk="0" hangingPunct="0">
                <a:spcBef>
                  <a:spcPct val="50000"/>
                </a:spcBef>
              </a:pPr>
              <a:r>
                <a:rPr lang="fr-FR" sz="1600" b="1">
                  <a:latin typeface="Calibri" pitchFamily="34" charset="0"/>
                  <a:cs typeface="Calibri" pitchFamily="34" charset="0"/>
                  <a:sym typeface="Wingdings 2" pitchFamily="18" charset="2"/>
                </a:rPr>
                <a:t></a:t>
              </a:r>
            </a:p>
          </p:txBody>
        </p:sp>
      </p:grpSp>
      <p:grpSp>
        <p:nvGrpSpPr>
          <p:cNvPr id="78853" name="Group 10"/>
          <p:cNvGrpSpPr>
            <a:grpSpLocks/>
          </p:cNvGrpSpPr>
          <p:nvPr/>
        </p:nvGrpSpPr>
        <p:grpSpPr bwMode="auto">
          <a:xfrm>
            <a:off x="576263" y="4648200"/>
            <a:ext cx="6708775" cy="366713"/>
            <a:chOff x="480" y="2615"/>
            <a:chExt cx="3350" cy="231"/>
          </a:xfrm>
        </p:grpSpPr>
        <p:sp>
          <p:nvSpPr>
            <p:cNvPr id="78867" name="Text Box 11"/>
            <p:cNvSpPr txBox="1">
              <a:spLocks noChangeArrowheads="1"/>
            </p:cNvSpPr>
            <p:nvPr/>
          </p:nvSpPr>
          <p:spPr bwMode="auto">
            <a:xfrm>
              <a:off x="630" y="2615"/>
              <a:ext cx="3200" cy="231"/>
            </a:xfrm>
            <a:prstGeom prst="rect">
              <a:avLst/>
            </a:prstGeom>
            <a:noFill/>
            <a:ln w="12700">
              <a:noFill/>
              <a:miter lim="800000"/>
              <a:headEnd/>
              <a:tailEnd/>
            </a:ln>
          </p:spPr>
          <p:txBody>
            <a:bodyPr>
              <a:spAutoFit/>
            </a:bodyPr>
            <a:lstStyle/>
            <a:p>
              <a:pPr eaLnBrk="0" hangingPunct="0">
                <a:spcBef>
                  <a:spcPct val="50000"/>
                </a:spcBef>
              </a:pPr>
              <a:r>
                <a:rPr lang="fr-FR" sz="1800">
                  <a:latin typeface="Calibri" pitchFamily="34" charset="0"/>
                  <a:cs typeface="Calibri" pitchFamily="34" charset="0"/>
                </a:rPr>
                <a:t>Selon le cas, un candide et/ou le client et/ou le fournisseur.</a:t>
              </a:r>
            </a:p>
          </p:txBody>
        </p:sp>
        <p:sp>
          <p:nvSpPr>
            <p:cNvPr id="78868" name="Text Box 12"/>
            <p:cNvSpPr txBox="1">
              <a:spLocks noChangeArrowheads="1"/>
            </p:cNvSpPr>
            <p:nvPr/>
          </p:nvSpPr>
          <p:spPr bwMode="auto">
            <a:xfrm>
              <a:off x="480" y="2624"/>
              <a:ext cx="188" cy="212"/>
            </a:xfrm>
            <a:prstGeom prst="rect">
              <a:avLst/>
            </a:prstGeom>
            <a:noFill/>
            <a:ln w="12700">
              <a:noFill/>
              <a:miter lim="800000"/>
              <a:headEnd/>
              <a:tailEnd/>
            </a:ln>
          </p:spPr>
          <p:txBody>
            <a:bodyPr wrap="none">
              <a:spAutoFit/>
            </a:bodyPr>
            <a:lstStyle/>
            <a:p>
              <a:pPr eaLnBrk="0" hangingPunct="0">
                <a:spcBef>
                  <a:spcPct val="50000"/>
                </a:spcBef>
              </a:pPr>
              <a:r>
                <a:rPr lang="fr-FR" sz="1600" b="1">
                  <a:latin typeface="Calibri" pitchFamily="34" charset="0"/>
                  <a:cs typeface="Calibri" pitchFamily="34" charset="0"/>
                  <a:sym typeface="Wingdings 2" pitchFamily="18" charset="2"/>
                </a:rPr>
                <a:t></a:t>
              </a:r>
            </a:p>
          </p:txBody>
        </p:sp>
      </p:grpSp>
      <p:grpSp>
        <p:nvGrpSpPr>
          <p:cNvPr id="78854" name="Group 13"/>
          <p:cNvGrpSpPr>
            <a:grpSpLocks/>
          </p:cNvGrpSpPr>
          <p:nvPr/>
        </p:nvGrpSpPr>
        <p:grpSpPr bwMode="auto">
          <a:xfrm>
            <a:off x="604838" y="2330450"/>
            <a:ext cx="8085137" cy="1190625"/>
            <a:chOff x="480" y="1408"/>
            <a:chExt cx="4784" cy="750"/>
          </a:xfrm>
        </p:grpSpPr>
        <p:sp>
          <p:nvSpPr>
            <p:cNvPr id="78865" name="Text Box 14"/>
            <p:cNvSpPr txBox="1">
              <a:spLocks noChangeArrowheads="1"/>
            </p:cNvSpPr>
            <p:nvPr/>
          </p:nvSpPr>
          <p:spPr bwMode="auto">
            <a:xfrm>
              <a:off x="688" y="1408"/>
              <a:ext cx="4576" cy="750"/>
            </a:xfrm>
            <a:prstGeom prst="rect">
              <a:avLst/>
            </a:prstGeom>
            <a:noFill/>
            <a:ln w="12700">
              <a:noFill/>
              <a:miter lim="800000"/>
              <a:headEnd/>
              <a:tailEnd/>
            </a:ln>
          </p:spPr>
          <p:txBody>
            <a:bodyPr>
              <a:spAutoFit/>
            </a:bodyPr>
            <a:lstStyle/>
            <a:p>
              <a:pPr algn="just" eaLnBrk="0" hangingPunct="0">
                <a:spcBef>
                  <a:spcPct val="50000"/>
                </a:spcBef>
              </a:pPr>
              <a:r>
                <a:rPr lang="fr-FR" sz="1800" dirty="0">
                  <a:latin typeface="Calibri" pitchFamily="34" charset="0"/>
                  <a:cs typeface="Calibri" pitchFamily="34" charset="0"/>
                </a:rPr>
                <a:t>1 Responsable (</a:t>
              </a:r>
              <a:r>
                <a:rPr lang="fr-FR" sz="1800" b="1" dirty="0">
                  <a:solidFill>
                    <a:srgbClr val="002060"/>
                  </a:solidFill>
                  <a:latin typeface="Calibri" pitchFamily="34" charset="0"/>
                  <a:cs typeface="Calibri" pitchFamily="34" charset="0"/>
                </a:rPr>
                <a:t>Qxx</a:t>
              </a:r>
              <a:r>
                <a:rPr lang="fr-FR" sz="1800" dirty="0">
                  <a:latin typeface="Calibri" pitchFamily="34" charset="0"/>
                  <a:cs typeface="Calibri" pitchFamily="34" charset="0"/>
                </a:rPr>
                <a:t>) dont le rôle est d’animer le groupe, il est généralement l’animateur du QRQC, pour suivre l’état d’avancement des actions, et organiser la logistique du groupe. Il est le garant de la méthodologie, il doit être impérativement formé à la méthode.</a:t>
              </a:r>
            </a:p>
          </p:txBody>
        </p:sp>
        <p:sp>
          <p:nvSpPr>
            <p:cNvPr id="78866" name="Text Box 15"/>
            <p:cNvSpPr txBox="1">
              <a:spLocks noChangeArrowheads="1"/>
            </p:cNvSpPr>
            <p:nvPr/>
          </p:nvSpPr>
          <p:spPr bwMode="auto">
            <a:xfrm>
              <a:off x="480" y="1408"/>
              <a:ext cx="223" cy="212"/>
            </a:xfrm>
            <a:prstGeom prst="rect">
              <a:avLst/>
            </a:prstGeom>
            <a:noFill/>
            <a:ln w="12700">
              <a:noFill/>
              <a:miter lim="800000"/>
              <a:headEnd/>
              <a:tailEnd/>
            </a:ln>
          </p:spPr>
          <p:txBody>
            <a:bodyPr wrap="none">
              <a:spAutoFit/>
            </a:bodyPr>
            <a:lstStyle/>
            <a:p>
              <a:pPr eaLnBrk="0" hangingPunct="0">
                <a:spcBef>
                  <a:spcPct val="50000"/>
                </a:spcBef>
              </a:pPr>
              <a:r>
                <a:rPr lang="fr-FR" sz="1600" b="1">
                  <a:latin typeface="Calibri" pitchFamily="34" charset="0"/>
                  <a:cs typeface="Calibri" pitchFamily="34" charset="0"/>
                  <a:sym typeface="Wingdings 2" pitchFamily="18" charset="2"/>
                </a:rPr>
                <a:t></a:t>
              </a:r>
            </a:p>
          </p:txBody>
        </p:sp>
      </p:grpSp>
      <p:pic>
        <p:nvPicPr>
          <p:cNvPr id="78855" name="Image 18" descr="13.jpg"/>
          <p:cNvPicPr>
            <a:picLocks noChangeAspect="1"/>
          </p:cNvPicPr>
          <p:nvPr/>
        </p:nvPicPr>
        <p:blipFill>
          <a:blip r:embed="rId3" cstate="print"/>
          <a:srcRect/>
          <a:stretch>
            <a:fillRect/>
          </a:stretch>
        </p:blipFill>
        <p:spPr bwMode="auto">
          <a:xfrm>
            <a:off x="7362031" y="4587875"/>
            <a:ext cx="1589087" cy="1263650"/>
          </a:xfrm>
          <a:prstGeom prst="rect">
            <a:avLst/>
          </a:prstGeom>
          <a:noFill/>
          <a:ln w="9525">
            <a:noFill/>
            <a:miter lim="800000"/>
            <a:headEnd/>
            <a:tailEnd/>
          </a:ln>
        </p:spPr>
      </p:pic>
      <p:sp>
        <p:nvSpPr>
          <p:cNvPr id="17" name="Text Box 2"/>
          <p:cNvSpPr txBox="1">
            <a:spLocks noChangeArrowheads="1"/>
          </p:cNvSpPr>
          <p:nvPr/>
        </p:nvSpPr>
        <p:spPr bwMode="auto">
          <a:xfrm>
            <a:off x="2318501" y="1259179"/>
            <a:ext cx="4238468"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D2 –Constitution du Groupe de Travail</a:t>
            </a:r>
          </a:p>
        </p:txBody>
      </p:sp>
      <p:sp>
        <p:nvSpPr>
          <p:cNvPr id="21" name="Rectangle 2"/>
          <p:cNvSpPr>
            <a:spLocks noChangeArrowheads="1"/>
          </p:cNvSpPr>
          <p:nvPr/>
        </p:nvSpPr>
        <p:spPr bwMode="auto">
          <a:xfrm>
            <a:off x="251520" y="368326"/>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
        <p:nvSpPr>
          <p:cNvPr id="26" name="Rectangle 25"/>
          <p:cNvSpPr/>
          <p:nvPr/>
        </p:nvSpPr>
        <p:spPr>
          <a:xfrm>
            <a:off x="268863" y="1255011"/>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Tree>
    <p:extLst>
      <p:ext uri="{BB962C8B-B14F-4D97-AF65-F5344CB8AC3E}">
        <p14:creationId xmlns:p14="http://schemas.microsoft.com/office/powerpoint/2010/main" val="3272405852"/>
      </p:ext>
    </p:extLst>
  </p:cSld>
  <p:clrMapOvr>
    <a:masterClrMapping/>
  </p:clrMapOvr>
  <p:transition>
    <p:zoom/>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2"/>
          <p:cNvSpPr txBox="1">
            <a:spLocks noChangeArrowheads="1"/>
          </p:cNvSpPr>
          <p:nvPr/>
        </p:nvSpPr>
        <p:spPr bwMode="auto">
          <a:xfrm>
            <a:off x="2333285" y="1215355"/>
            <a:ext cx="4238468"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D2 –Constitution du Groupe de Travail</a:t>
            </a:r>
          </a:p>
        </p:txBody>
      </p:sp>
      <p:sp>
        <p:nvSpPr>
          <p:cNvPr id="9" name="Rectangle 2"/>
          <p:cNvSpPr>
            <a:spLocks noChangeArrowheads="1"/>
          </p:cNvSpPr>
          <p:nvPr/>
        </p:nvSpPr>
        <p:spPr bwMode="auto">
          <a:xfrm>
            <a:off x="325210" y="370855"/>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8D et outils associés</a:t>
            </a:r>
          </a:p>
        </p:txBody>
      </p:sp>
      <p:sp>
        <p:nvSpPr>
          <p:cNvPr id="15" name="Rectangle 14"/>
          <p:cNvSpPr/>
          <p:nvPr/>
        </p:nvSpPr>
        <p:spPr>
          <a:xfrm>
            <a:off x="387282" y="1198309"/>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16" name="Rectangle 3"/>
          <p:cNvSpPr txBox="1">
            <a:spLocks noChangeArrowheads="1"/>
          </p:cNvSpPr>
          <p:nvPr/>
        </p:nvSpPr>
        <p:spPr bwMode="auto">
          <a:xfrm>
            <a:off x="6445529" y="4292875"/>
            <a:ext cx="2258155" cy="2022292"/>
          </a:xfrm>
          <a:prstGeom prst="rect">
            <a:avLst/>
          </a:prstGeom>
          <a:gradFill>
            <a:gsLst>
              <a:gs pos="12000">
                <a:srgbClr val="FFFF00"/>
              </a:gs>
              <a:gs pos="50000">
                <a:schemeClr val="accent1">
                  <a:tint val="44500"/>
                  <a:satMod val="160000"/>
                </a:schemeClr>
              </a:gs>
              <a:gs pos="100000">
                <a:schemeClr val="accent1">
                  <a:tint val="23500"/>
                  <a:satMod val="160000"/>
                </a:schemeClr>
              </a:gs>
            </a:gsLst>
            <a:lin ang="5400000" scaled="0"/>
          </a:gradFill>
          <a:ln w="9525">
            <a:noFill/>
            <a:miter lim="800000"/>
            <a:headEnd/>
            <a:tailEnd/>
          </a:ln>
          <a:scene3d>
            <a:camera prst="orthographicFront"/>
            <a:lightRig rig="threePt" dir="t"/>
          </a:scene3d>
          <a:sp3d>
            <a:bevelT/>
          </a:sp3d>
        </p:spPr>
        <p:txBody>
          <a:bodyPr/>
          <a:lstStyle/>
          <a:p>
            <a:pPr algn="ctr">
              <a:lnSpc>
                <a:spcPct val="90000"/>
              </a:lnSpc>
              <a:spcBef>
                <a:spcPct val="50000"/>
              </a:spcBef>
              <a:buClr>
                <a:schemeClr val="accent1"/>
              </a:buClr>
              <a:buSzPct val="75000"/>
              <a:defRPr/>
            </a:pPr>
            <a:r>
              <a:rPr lang="fr-FR" sz="2000" b="1" u="sng" kern="0" dirty="0">
                <a:latin typeface="Calibri" pitchFamily="34" charset="0"/>
              </a:rPr>
              <a:t>Animation</a:t>
            </a:r>
          </a:p>
          <a:p>
            <a:pPr algn="ctr">
              <a:lnSpc>
                <a:spcPct val="90000"/>
              </a:lnSpc>
              <a:spcBef>
                <a:spcPct val="50000"/>
              </a:spcBef>
              <a:buClr>
                <a:schemeClr val="accent1"/>
              </a:buClr>
              <a:buSzPct val="75000"/>
              <a:buFont typeface="Arial" pitchFamily="34" charset="0"/>
              <a:buChar char="•"/>
              <a:defRPr/>
            </a:pPr>
            <a:r>
              <a:rPr lang="fr-FR" sz="2000" b="1" kern="0" dirty="0">
                <a:latin typeface="Calibri" pitchFamily="34" charset="0"/>
              </a:rPr>
              <a:t> Terrain</a:t>
            </a:r>
          </a:p>
          <a:p>
            <a:pPr algn="ctr">
              <a:lnSpc>
                <a:spcPct val="90000"/>
              </a:lnSpc>
              <a:spcBef>
                <a:spcPct val="50000"/>
              </a:spcBef>
              <a:buClr>
                <a:schemeClr val="accent1"/>
              </a:buClr>
              <a:buSzPct val="75000"/>
              <a:buFont typeface="Arial" pitchFamily="34" charset="0"/>
              <a:buChar char="•"/>
              <a:defRPr/>
            </a:pPr>
            <a:r>
              <a:rPr lang="fr-FR" sz="2000" b="1" kern="0" dirty="0">
                <a:latin typeface="Calibri" pitchFamily="34" charset="0"/>
              </a:rPr>
              <a:t> Debout</a:t>
            </a:r>
          </a:p>
          <a:p>
            <a:pPr algn="ctr">
              <a:lnSpc>
                <a:spcPct val="90000"/>
              </a:lnSpc>
              <a:spcBef>
                <a:spcPct val="50000"/>
              </a:spcBef>
              <a:buClr>
                <a:schemeClr val="accent1"/>
              </a:buClr>
              <a:buSzPct val="75000"/>
              <a:buFont typeface="Arial" pitchFamily="34" charset="0"/>
              <a:buChar char="•"/>
              <a:defRPr/>
            </a:pPr>
            <a:r>
              <a:rPr lang="fr-FR" sz="2000" b="1" kern="0" dirty="0">
                <a:latin typeface="Calibri" pitchFamily="34" charset="0"/>
              </a:rPr>
              <a:t> Visual Management</a:t>
            </a:r>
            <a:endParaRPr lang="fr-FR" sz="2000" kern="0" dirty="0">
              <a:latin typeface="Calibri" pitchFamily="34" charset="0"/>
            </a:endParaRPr>
          </a:p>
        </p:txBody>
      </p:sp>
      <p:sp>
        <p:nvSpPr>
          <p:cNvPr id="17" name="Flèche droite 16"/>
          <p:cNvSpPr/>
          <p:nvPr/>
        </p:nvSpPr>
        <p:spPr bwMode="auto">
          <a:xfrm rot="5400000">
            <a:off x="7593526" y="2985141"/>
            <a:ext cx="2025225" cy="302653"/>
          </a:xfrm>
          <a:prstGeom prst="rightArrow">
            <a:avLst/>
          </a:prstGeom>
          <a:solidFill>
            <a:schemeClr val="accent1"/>
          </a:solidFill>
          <a:ln w="9525" cap="flat" cmpd="sng" algn="ctr">
            <a:noFill/>
            <a:prstDash val="solid"/>
            <a:round/>
            <a:headEnd type="none" w="med" len="med"/>
            <a:tailEnd type="none" w="med" len="me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lstStyle/>
          <a:p>
            <a:pPr eaLnBrk="0" hangingPunct="0">
              <a:defRPr/>
            </a:pPr>
            <a:endParaRPr lang="fr-FR"/>
          </a:p>
        </p:txBody>
      </p:sp>
      <p:pic>
        <p:nvPicPr>
          <p:cNvPr id="18" name="Image 17" descr="3D group.jpg"/>
          <p:cNvPicPr>
            <a:picLocks noChangeAspect="1"/>
          </p:cNvPicPr>
          <p:nvPr/>
        </p:nvPicPr>
        <p:blipFill>
          <a:blip r:embed="rId3" cstate="print"/>
          <a:stretch>
            <a:fillRect/>
          </a:stretch>
        </p:blipFill>
        <p:spPr>
          <a:xfrm>
            <a:off x="3876675" y="5680167"/>
            <a:ext cx="849313" cy="635000"/>
          </a:xfrm>
          <a:prstGeom prst="rect">
            <a:avLst/>
          </a:prstGeom>
          <a:ln>
            <a:noFill/>
          </a:ln>
          <a:effectLst>
            <a:outerShdw blurRad="292100" dist="139700" dir="2700000" algn="tl" rotWithShape="0">
              <a:srgbClr val="333333">
                <a:alpha val="65000"/>
              </a:srgbClr>
            </a:outerShdw>
          </a:effectLst>
        </p:spPr>
      </p:pic>
      <p:pic>
        <p:nvPicPr>
          <p:cNvPr id="19" name="Image 18" descr="loupe2.jpg"/>
          <p:cNvPicPr>
            <a:picLocks noChangeAspect="1"/>
          </p:cNvPicPr>
          <p:nvPr/>
        </p:nvPicPr>
        <p:blipFill>
          <a:blip r:embed="rId4" cstate="email"/>
          <a:srcRect/>
          <a:stretch>
            <a:fillRect/>
          </a:stretch>
        </p:blipFill>
        <p:spPr>
          <a:xfrm>
            <a:off x="4838901" y="5187231"/>
            <a:ext cx="692288" cy="745975"/>
          </a:xfrm>
          <a:prstGeom prst="rect">
            <a:avLst/>
          </a:prstGeom>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pic>
      <p:pic>
        <p:nvPicPr>
          <p:cNvPr id="20" name="Image 19" descr="investigation.jpg"/>
          <p:cNvPicPr>
            <a:picLocks noChangeAspect="1"/>
          </p:cNvPicPr>
          <p:nvPr/>
        </p:nvPicPr>
        <p:blipFill>
          <a:blip r:embed="rId5" cstate="print"/>
          <a:stretch>
            <a:fillRect/>
          </a:stretch>
        </p:blipFill>
        <p:spPr>
          <a:xfrm>
            <a:off x="5678488" y="5037932"/>
            <a:ext cx="766762" cy="522287"/>
          </a:xfrm>
          <a:prstGeom prst="rect">
            <a:avLst/>
          </a:prstGeom>
          <a:ln>
            <a:noFill/>
          </a:ln>
          <a:effectLst>
            <a:outerShdw blurRad="292100" dist="139700" dir="2700000" algn="tl" rotWithShape="0">
              <a:srgbClr val="333333">
                <a:alpha val="65000"/>
              </a:srgbClr>
            </a:outerShdw>
          </a:effectLst>
        </p:spPr>
      </p:pic>
      <p:sp>
        <p:nvSpPr>
          <p:cNvPr id="22" name="Rectangle 3"/>
          <p:cNvSpPr txBox="1">
            <a:spLocks noChangeArrowheads="1"/>
          </p:cNvSpPr>
          <p:nvPr/>
        </p:nvSpPr>
        <p:spPr>
          <a:xfrm>
            <a:off x="271462" y="1732363"/>
            <a:ext cx="8328025" cy="4081902"/>
          </a:xfrm>
          <a:prstGeom prst="rect">
            <a:avLst/>
          </a:prstGeom>
        </p:spPr>
        <p:txBody>
          <a:bodyPr/>
          <a:lstStyle>
            <a:lvl1pPr marL="290513" indent="-290513" algn="l" rtl="0" eaLnBrk="0" fontAlgn="base" hangingPunct="0">
              <a:spcBef>
                <a:spcPct val="20000"/>
              </a:spcBef>
              <a:spcAft>
                <a:spcPct val="0"/>
              </a:spcAft>
              <a:buClr>
                <a:schemeClr val="accent1"/>
              </a:buClr>
              <a:buSzPct val="75000"/>
              <a:buFont typeface="Wingdings" pitchFamily="2" charset="2"/>
              <a:buChar char="§"/>
              <a:defRPr sz="2000">
                <a:solidFill>
                  <a:schemeClr val="accent1"/>
                </a:solidFill>
                <a:latin typeface="+mn-lt"/>
                <a:ea typeface="+mn-ea"/>
                <a:cs typeface="+mn-cs"/>
              </a:defRPr>
            </a:lvl1pPr>
            <a:lvl2pPr marL="857250" indent="-376238" algn="l" rtl="0" eaLnBrk="0" fontAlgn="base" hangingPunct="0">
              <a:spcBef>
                <a:spcPct val="20000"/>
              </a:spcBef>
              <a:spcAft>
                <a:spcPct val="0"/>
              </a:spcAft>
              <a:buClr>
                <a:schemeClr val="tx2"/>
              </a:buClr>
              <a:buChar char="-"/>
              <a:defRPr>
                <a:solidFill>
                  <a:schemeClr val="tx2"/>
                </a:solidFill>
                <a:latin typeface="+mn-lt"/>
              </a:defRPr>
            </a:lvl2pPr>
            <a:lvl3pPr marL="1276350" indent="-228600" algn="l" rtl="0" eaLnBrk="0" fontAlgn="base" hangingPunct="0">
              <a:spcBef>
                <a:spcPct val="20000"/>
              </a:spcBef>
              <a:spcAft>
                <a:spcPct val="0"/>
              </a:spcAft>
              <a:buFont typeface="Wingdings" pitchFamily="2" charset="2"/>
              <a:buChar char="ü"/>
              <a:defRPr sz="1600">
                <a:solidFill>
                  <a:schemeClr val="tx2"/>
                </a:solidFill>
                <a:latin typeface="+mn-lt"/>
              </a:defRPr>
            </a:lvl3pPr>
            <a:lvl4pPr marL="1695450" indent="-228600" algn="l" rtl="0" eaLnBrk="0" fontAlgn="base" hangingPunct="0">
              <a:spcBef>
                <a:spcPct val="20000"/>
              </a:spcBef>
              <a:spcAft>
                <a:spcPct val="0"/>
              </a:spcAft>
              <a:buChar char="–"/>
              <a:defRPr sz="1600">
                <a:solidFill>
                  <a:schemeClr val="tx1"/>
                </a:solidFill>
                <a:latin typeface="+mn-lt"/>
              </a:defRPr>
            </a:lvl4pPr>
            <a:lvl5pPr marL="2114550" indent="-228600" algn="l" rtl="0" eaLnBrk="0" fontAlgn="base" hangingPunct="0">
              <a:spcBef>
                <a:spcPct val="20000"/>
              </a:spcBef>
              <a:spcAft>
                <a:spcPct val="0"/>
              </a:spcAft>
              <a:buChar char="»"/>
              <a:defRPr sz="1600" b="1">
                <a:solidFill>
                  <a:schemeClr val="tx1"/>
                </a:solidFill>
                <a:latin typeface="Humana 777" pitchFamily="2" charset="0"/>
              </a:defRPr>
            </a:lvl5pPr>
            <a:lvl6pPr marL="2571750" indent="-228600" algn="l" rtl="0" eaLnBrk="0" fontAlgn="base" hangingPunct="0">
              <a:spcBef>
                <a:spcPct val="20000"/>
              </a:spcBef>
              <a:spcAft>
                <a:spcPct val="0"/>
              </a:spcAft>
              <a:buChar char="»"/>
              <a:defRPr sz="1600" b="1">
                <a:solidFill>
                  <a:schemeClr val="tx1"/>
                </a:solidFill>
                <a:latin typeface="Humana 777" pitchFamily="2" charset="0"/>
              </a:defRPr>
            </a:lvl6pPr>
            <a:lvl7pPr marL="3028950" indent="-228600" algn="l" rtl="0" eaLnBrk="0" fontAlgn="base" hangingPunct="0">
              <a:spcBef>
                <a:spcPct val="20000"/>
              </a:spcBef>
              <a:spcAft>
                <a:spcPct val="0"/>
              </a:spcAft>
              <a:buChar char="»"/>
              <a:defRPr sz="1600" b="1">
                <a:solidFill>
                  <a:schemeClr val="tx1"/>
                </a:solidFill>
                <a:latin typeface="Humana 777" pitchFamily="2" charset="0"/>
              </a:defRPr>
            </a:lvl7pPr>
            <a:lvl8pPr marL="3486150" indent="-228600" algn="l" rtl="0" eaLnBrk="0" fontAlgn="base" hangingPunct="0">
              <a:spcBef>
                <a:spcPct val="20000"/>
              </a:spcBef>
              <a:spcAft>
                <a:spcPct val="0"/>
              </a:spcAft>
              <a:buChar char="»"/>
              <a:defRPr sz="1600" b="1">
                <a:solidFill>
                  <a:schemeClr val="tx1"/>
                </a:solidFill>
                <a:latin typeface="Humana 777" pitchFamily="2" charset="0"/>
              </a:defRPr>
            </a:lvl8pPr>
            <a:lvl9pPr marL="3943350" indent="-228600" algn="l" rtl="0" eaLnBrk="0" fontAlgn="base" hangingPunct="0">
              <a:spcBef>
                <a:spcPct val="20000"/>
              </a:spcBef>
              <a:spcAft>
                <a:spcPct val="0"/>
              </a:spcAft>
              <a:buChar char="»"/>
              <a:defRPr sz="1600" b="1">
                <a:solidFill>
                  <a:schemeClr val="tx1"/>
                </a:solidFill>
                <a:latin typeface="Humana 777" pitchFamily="2" charset="0"/>
              </a:defRPr>
            </a:lvl9pPr>
          </a:lstStyle>
          <a:p>
            <a:pPr marL="0" indent="0" eaLnBrk="1" hangingPunct="1">
              <a:lnSpc>
                <a:spcPct val="90000"/>
              </a:lnSpc>
              <a:spcBef>
                <a:spcPct val="50000"/>
              </a:spcBef>
              <a:buFontTx/>
              <a:buNone/>
              <a:defRPr/>
            </a:pPr>
            <a:r>
              <a:rPr lang="fr-FR" sz="2400" b="1" dirty="0">
                <a:latin typeface="Calibri" pitchFamily="34" charset="0"/>
              </a:rPr>
              <a:t>Rôle du leader : maitriser le groupe pour pallier les risques de :</a:t>
            </a:r>
          </a:p>
          <a:p>
            <a:pPr lvl="1" eaLnBrk="1" hangingPunct="1">
              <a:lnSpc>
                <a:spcPct val="90000"/>
              </a:lnSpc>
              <a:spcBef>
                <a:spcPct val="50000"/>
              </a:spcBef>
              <a:defRPr/>
            </a:pPr>
            <a:r>
              <a:rPr lang="fr-FR" sz="1800" dirty="0">
                <a:latin typeface="Calibri" pitchFamily="34" charset="0"/>
              </a:rPr>
              <a:t>Dépendance du groupe / leader</a:t>
            </a:r>
          </a:p>
          <a:p>
            <a:pPr lvl="1" eaLnBrk="1" hangingPunct="1">
              <a:lnSpc>
                <a:spcPct val="90000"/>
              </a:lnSpc>
              <a:spcBef>
                <a:spcPct val="50000"/>
              </a:spcBef>
              <a:defRPr/>
            </a:pPr>
            <a:r>
              <a:rPr lang="fr-FR" sz="1800" dirty="0">
                <a:latin typeface="Calibri" pitchFamily="34" charset="0"/>
              </a:rPr>
              <a:t>Conformisme</a:t>
            </a:r>
          </a:p>
          <a:p>
            <a:pPr lvl="2" eaLnBrk="1" hangingPunct="1">
              <a:lnSpc>
                <a:spcPct val="90000"/>
              </a:lnSpc>
              <a:spcBef>
                <a:spcPct val="50000"/>
              </a:spcBef>
              <a:defRPr/>
            </a:pPr>
            <a:r>
              <a:rPr lang="fr-FR" sz="1800" dirty="0">
                <a:latin typeface="Calibri" pitchFamily="34" charset="0"/>
              </a:rPr>
              <a:t>Prise de risque trop faible (ne pas gêner le groupe)</a:t>
            </a:r>
          </a:p>
          <a:p>
            <a:pPr lvl="1" eaLnBrk="1" hangingPunct="1">
              <a:lnSpc>
                <a:spcPct val="90000"/>
              </a:lnSpc>
              <a:spcBef>
                <a:spcPct val="50000"/>
              </a:spcBef>
              <a:defRPr/>
            </a:pPr>
            <a:r>
              <a:rPr lang="fr-FR" sz="1800" dirty="0">
                <a:latin typeface="Calibri" pitchFamily="34" charset="0"/>
              </a:rPr>
              <a:t>Polarisation (décisions extrêmes)</a:t>
            </a:r>
          </a:p>
          <a:p>
            <a:pPr lvl="2" eaLnBrk="1" hangingPunct="1">
              <a:lnSpc>
                <a:spcPct val="90000"/>
              </a:lnSpc>
              <a:spcBef>
                <a:spcPct val="50000"/>
              </a:spcBef>
              <a:defRPr/>
            </a:pPr>
            <a:r>
              <a:rPr lang="fr-FR" sz="1800" dirty="0">
                <a:latin typeface="Calibri" pitchFamily="34" charset="0"/>
              </a:rPr>
              <a:t>Prise de risque important (risque partagé = moins de responsabilité individuelle)</a:t>
            </a:r>
          </a:p>
          <a:p>
            <a:pPr lvl="1" eaLnBrk="1" hangingPunct="1">
              <a:lnSpc>
                <a:spcPts val="1700"/>
              </a:lnSpc>
              <a:spcBef>
                <a:spcPct val="50000"/>
              </a:spcBef>
              <a:defRPr/>
            </a:pPr>
            <a:r>
              <a:rPr lang="fr-FR" sz="1800" dirty="0">
                <a:latin typeface="Calibri" pitchFamily="34" charset="0"/>
              </a:rPr>
              <a:t>Passivité des membres (Maximilien Ringelmann 1913)</a:t>
            </a:r>
          </a:p>
          <a:p>
            <a:pPr lvl="1" eaLnBrk="1" hangingPunct="1">
              <a:lnSpc>
                <a:spcPts val="1700"/>
              </a:lnSpc>
              <a:spcBef>
                <a:spcPct val="50000"/>
              </a:spcBef>
              <a:defRPr/>
            </a:pPr>
            <a:r>
              <a:rPr lang="fr-FR" sz="1800" dirty="0">
                <a:latin typeface="Calibri" pitchFamily="34" charset="0"/>
              </a:rPr>
              <a:t>Confiance aveugle aux experts</a:t>
            </a:r>
          </a:p>
          <a:p>
            <a:pPr lvl="1" eaLnBrk="1" hangingPunct="1">
              <a:lnSpc>
                <a:spcPts val="1700"/>
              </a:lnSpc>
              <a:spcBef>
                <a:spcPct val="50000"/>
              </a:spcBef>
              <a:defRPr/>
            </a:pPr>
            <a:r>
              <a:rPr lang="fr-FR" sz="1800" dirty="0">
                <a:latin typeface="Calibri" pitchFamily="34" charset="0"/>
              </a:rPr>
              <a:t>Conflit</a:t>
            </a:r>
          </a:p>
        </p:txBody>
      </p:sp>
    </p:spTree>
    <p:extLst>
      <p:ext uri="{BB962C8B-B14F-4D97-AF65-F5344CB8AC3E}">
        <p14:creationId xmlns:p14="http://schemas.microsoft.com/office/powerpoint/2010/main" val="3099075568"/>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2000"/>
                                        <p:tgtEl>
                                          <p:spTgt spid="18"/>
                                        </p:tgtEl>
                                      </p:cBhvr>
                                    </p:animEffect>
                                  </p:childTnLst>
                                </p:cTn>
                              </p:par>
                              <p:par>
                                <p:cTn id="8" presetID="10" presetClass="entr" presetSubtype="0" fill="hold"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fade">
                                      <p:cBhvr>
                                        <p:cTn id="10" dur="2000"/>
                                        <p:tgtEl>
                                          <p:spTgt spid="19"/>
                                        </p:tgtEl>
                                      </p:cBhvr>
                                    </p:animEffect>
                                  </p:childTnLst>
                                </p:cTn>
                              </p:par>
                              <p:par>
                                <p:cTn id="11" presetID="10" presetClass="entr" presetSubtype="0" fill="hold" nodeType="with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2000"/>
                                        <p:tgtEl>
                                          <p:spTgt spid="20"/>
                                        </p:tgtEl>
                                      </p:cBhvr>
                                    </p:animEffect>
                                  </p:childTnLst>
                                </p:cTn>
                              </p:par>
                            </p:childTnLst>
                          </p:cTn>
                        </p:par>
                      </p:childTnLst>
                    </p:cTn>
                  </p:par>
                  <p:par>
                    <p:cTn id="14" fill="hold">
                      <p:stCondLst>
                        <p:cond delay="indefinite"/>
                      </p:stCondLst>
                      <p:childTnLst>
                        <p:par>
                          <p:cTn id="15" fill="hold">
                            <p:stCondLst>
                              <p:cond delay="0"/>
                            </p:stCondLst>
                            <p:childTnLst>
                              <p:par>
                                <p:cTn id="16" presetID="12" presetClass="entr" presetSubtype="4" fill="hold" nodeType="click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slide(fromBottom)">
                                      <p:cBhvr>
                                        <p:cTn id="18" dur="500"/>
                                        <p:tgtEl>
                                          <p:spTgt spid="17"/>
                                        </p:tgtEl>
                                      </p:cBhvr>
                                    </p:animEffect>
                                  </p:childTnLst>
                                </p:cTn>
                              </p:par>
                              <p:par>
                                <p:cTn id="19" presetID="12" presetClass="entr" presetSubtype="4"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animEffect transition="in" filter="slide(fromBottom)">
                                      <p:cBhvr>
                                        <p:cTn id="2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e 6"/>
          <p:cNvGrpSpPr/>
          <p:nvPr/>
        </p:nvGrpSpPr>
        <p:grpSpPr>
          <a:xfrm>
            <a:off x="315844" y="1538153"/>
            <a:ext cx="7810937" cy="5041085"/>
            <a:chOff x="32760" y="1383140"/>
            <a:chExt cx="8428813" cy="5406949"/>
          </a:xfrm>
        </p:grpSpPr>
        <p:sp>
          <p:nvSpPr>
            <p:cNvPr id="89094" name="Oval 4"/>
            <p:cNvSpPr>
              <a:spLocks noChangeArrowheads="1"/>
            </p:cNvSpPr>
            <p:nvPr/>
          </p:nvSpPr>
          <p:spPr bwMode="auto">
            <a:xfrm>
              <a:off x="2186735" y="1684886"/>
              <a:ext cx="4628955" cy="4611548"/>
            </a:xfrm>
            <a:prstGeom prst="ellipse">
              <a:avLst/>
            </a:prstGeom>
            <a:gradFill rotWithShape="0">
              <a:gsLst>
                <a:gs pos="0">
                  <a:srgbClr val="99CCFF"/>
                </a:gs>
                <a:gs pos="100000">
                  <a:srgbClr val="E0F0FF"/>
                </a:gs>
              </a:gsLst>
              <a:path path="shape">
                <a:fillToRect l="50000" t="50000" r="50000" b="50000"/>
              </a:path>
            </a:gradFill>
            <a:ln w="12700">
              <a:noFill/>
              <a:round/>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pPr algn="ctr">
                <a:spcBef>
                  <a:spcPct val="50000"/>
                </a:spcBef>
                <a:defRPr/>
              </a:pPr>
              <a:endParaRPr lang="en-GB">
                <a:latin typeface="Calibri" pitchFamily="34" charset="0"/>
              </a:endParaRPr>
            </a:p>
          </p:txBody>
        </p:sp>
        <p:sp>
          <p:nvSpPr>
            <p:cNvPr id="52230" name="Line 5"/>
            <p:cNvSpPr>
              <a:spLocks noChangeShapeType="1"/>
            </p:cNvSpPr>
            <p:nvPr/>
          </p:nvSpPr>
          <p:spPr bwMode="auto">
            <a:xfrm flipV="1">
              <a:off x="2778318" y="2630959"/>
              <a:ext cx="3440113" cy="2638425"/>
            </a:xfrm>
            <a:prstGeom prst="line">
              <a:avLst/>
            </a:prstGeom>
            <a:noFill/>
            <a:ln w="38100">
              <a:solidFill>
                <a:schemeClr val="tx1"/>
              </a:solidFill>
              <a:round/>
              <a:headEnd/>
              <a:tailEnd/>
            </a:ln>
          </p:spPr>
          <p:txBody>
            <a:bodyPr/>
            <a:lstStyle/>
            <a:p>
              <a:endParaRPr lang="en-US"/>
            </a:p>
          </p:txBody>
        </p:sp>
        <p:sp>
          <p:nvSpPr>
            <p:cNvPr id="52231" name="Line 6"/>
            <p:cNvSpPr>
              <a:spLocks noChangeShapeType="1"/>
            </p:cNvSpPr>
            <p:nvPr/>
          </p:nvSpPr>
          <p:spPr bwMode="auto">
            <a:xfrm>
              <a:off x="2870393" y="2513484"/>
              <a:ext cx="3295650" cy="2849563"/>
            </a:xfrm>
            <a:prstGeom prst="line">
              <a:avLst/>
            </a:prstGeom>
            <a:noFill/>
            <a:ln w="38100">
              <a:solidFill>
                <a:schemeClr val="tx1"/>
              </a:solidFill>
              <a:round/>
              <a:headEnd/>
              <a:tailEnd/>
            </a:ln>
          </p:spPr>
          <p:txBody>
            <a:bodyPr/>
            <a:lstStyle/>
            <a:p>
              <a:endParaRPr lang="en-US"/>
            </a:p>
          </p:txBody>
        </p:sp>
        <p:sp>
          <p:nvSpPr>
            <p:cNvPr id="52232" name="Line 7"/>
            <p:cNvSpPr>
              <a:spLocks noChangeShapeType="1"/>
            </p:cNvSpPr>
            <p:nvPr/>
          </p:nvSpPr>
          <p:spPr bwMode="auto">
            <a:xfrm>
              <a:off x="4515043" y="1795934"/>
              <a:ext cx="0" cy="4333875"/>
            </a:xfrm>
            <a:prstGeom prst="line">
              <a:avLst/>
            </a:prstGeom>
            <a:noFill/>
            <a:ln w="12700">
              <a:solidFill>
                <a:schemeClr val="tx1"/>
              </a:solidFill>
              <a:round/>
              <a:headEnd/>
              <a:tailEnd/>
            </a:ln>
          </p:spPr>
          <p:txBody>
            <a:bodyPr/>
            <a:lstStyle/>
            <a:p>
              <a:endParaRPr lang="en-US"/>
            </a:p>
          </p:txBody>
        </p:sp>
        <p:sp>
          <p:nvSpPr>
            <p:cNvPr id="52233" name="Line 8"/>
            <p:cNvSpPr>
              <a:spLocks noChangeShapeType="1"/>
            </p:cNvSpPr>
            <p:nvPr/>
          </p:nvSpPr>
          <p:spPr bwMode="auto">
            <a:xfrm>
              <a:off x="2360806" y="3950172"/>
              <a:ext cx="4310062" cy="0"/>
            </a:xfrm>
            <a:prstGeom prst="line">
              <a:avLst/>
            </a:prstGeom>
            <a:noFill/>
            <a:ln w="12700">
              <a:solidFill>
                <a:schemeClr val="tx1"/>
              </a:solidFill>
              <a:round/>
              <a:headEnd/>
              <a:tailEnd/>
            </a:ln>
          </p:spPr>
          <p:txBody>
            <a:bodyPr/>
            <a:lstStyle/>
            <a:p>
              <a:endParaRPr lang="en-US"/>
            </a:p>
          </p:txBody>
        </p:sp>
        <p:grpSp>
          <p:nvGrpSpPr>
            <p:cNvPr id="2" name="Group 9"/>
            <p:cNvGrpSpPr>
              <a:grpSpLocks/>
            </p:cNvGrpSpPr>
            <p:nvPr/>
          </p:nvGrpSpPr>
          <p:grpSpPr bwMode="auto">
            <a:xfrm>
              <a:off x="589060" y="3559065"/>
              <a:ext cx="3797302" cy="917575"/>
              <a:chOff x="417" y="2145"/>
              <a:chExt cx="2392" cy="578"/>
            </a:xfrm>
          </p:grpSpPr>
          <p:sp>
            <p:nvSpPr>
              <p:cNvPr id="52256" name="Rectangle 10"/>
              <p:cNvSpPr>
                <a:spLocks noChangeArrowheads="1"/>
              </p:cNvSpPr>
              <p:nvPr/>
            </p:nvSpPr>
            <p:spPr bwMode="auto">
              <a:xfrm>
                <a:off x="417" y="2279"/>
                <a:ext cx="1489" cy="266"/>
              </a:xfrm>
              <a:prstGeom prst="rect">
                <a:avLst/>
              </a:prstGeom>
              <a:noFill/>
              <a:ln w="12700" algn="ctr">
                <a:noFill/>
                <a:miter lim="800000"/>
                <a:headEnd/>
                <a:tailEnd/>
              </a:ln>
            </p:spPr>
            <p:txBody>
              <a:bodyPr lIns="90488" tIns="44450" rIns="90488" bIns="44450">
                <a:spAutoFit/>
              </a:bodyPr>
              <a:lstStyle/>
              <a:p>
                <a:pPr marL="285750" indent="-285750" algn="ctr">
                  <a:lnSpc>
                    <a:spcPct val="90000"/>
                  </a:lnSpc>
                  <a:spcBef>
                    <a:spcPct val="20000"/>
                  </a:spcBef>
                  <a:buSzPct val="120000"/>
                  <a:tabLst>
                    <a:tab pos="6400800" algn="r"/>
                  </a:tabLst>
                </a:pPr>
                <a:r>
                  <a:rPr lang="en-GB" sz="2400" dirty="0">
                    <a:solidFill>
                      <a:srgbClr val="002060"/>
                    </a:solidFill>
                    <a:latin typeface="Calibri" pitchFamily="34" charset="0"/>
                  </a:rPr>
                  <a:t>Fait</a:t>
                </a:r>
                <a:endParaRPr lang="en-GB" sz="2400" b="1" dirty="0">
                  <a:solidFill>
                    <a:srgbClr val="002060"/>
                  </a:solidFill>
                  <a:latin typeface="Calibri" pitchFamily="34" charset="0"/>
                </a:endParaRPr>
              </a:p>
            </p:txBody>
          </p:sp>
          <p:sp>
            <p:nvSpPr>
              <p:cNvPr id="52257" name="Rectangle 11"/>
              <p:cNvSpPr>
                <a:spLocks noChangeArrowheads="1"/>
              </p:cNvSpPr>
              <p:nvPr/>
            </p:nvSpPr>
            <p:spPr bwMode="auto">
              <a:xfrm>
                <a:off x="1638" y="2387"/>
                <a:ext cx="1098" cy="336"/>
              </a:xfrm>
              <a:prstGeom prst="rect">
                <a:avLst/>
              </a:prstGeom>
              <a:noFill/>
              <a:ln w="12700">
                <a:noFill/>
                <a:miter lim="800000"/>
                <a:headEnd/>
                <a:tailEnd/>
              </a:ln>
            </p:spPr>
            <p:txBody>
              <a:bodyPr wrap="square" lIns="90488" tIns="44450" rIns="90488" bIns="44450">
                <a:spAutoFit/>
              </a:bodyPr>
              <a:lstStyle/>
              <a:p>
                <a:pPr>
                  <a:lnSpc>
                    <a:spcPct val="90000"/>
                  </a:lnSpc>
                  <a:spcBef>
                    <a:spcPct val="100000"/>
                  </a:spcBef>
                  <a:tabLst>
                    <a:tab pos="6400800" algn="r"/>
                  </a:tabLst>
                </a:pPr>
                <a:r>
                  <a:rPr lang="en-GB" dirty="0">
                    <a:latin typeface="Calibri" pitchFamily="34" charset="0"/>
                  </a:rPr>
                  <a:t>Complète </a:t>
                </a:r>
                <a:br>
                  <a:rPr lang="en-GB" dirty="0">
                    <a:latin typeface="Calibri" pitchFamily="34" charset="0"/>
                  </a:rPr>
                </a:br>
                <a:endParaRPr lang="en-GB" dirty="0">
                  <a:latin typeface="Calibri" pitchFamily="34" charset="0"/>
                </a:endParaRPr>
              </a:p>
            </p:txBody>
          </p:sp>
          <p:sp>
            <p:nvSpPr>
              <p:cNvPr id="52258" name="Rectangle 12"/>
              <p:cNvSpPr>
                <a:spLocks noChangeArrowheads="1"/>
              </p:cNvSpPr>
              <p:nvPr/>
            </p:nvSpPr>
            <p:spPr bwMode="auto">
              <a:xfrm>
                <a:off x="1638" y="2145"/>
                <a:ext cx="1171" cy="196"/>
              </a:xfrm>
              <a:prstGeom prst="rect">
                <a:avLst/>
              </a:prstGeom>
              <a:noFill/>
              <a:ln w="12700">
                <a:noFill/>
                <a:miter lim="800000"/>
                <a:headEnd/>
                <a:tailEnd/>
              </a:ln>
            </p:spPr>
            <p:txBody>
              <a:bodyPr lIns="90488" tIns="44450" rIns="90488" bIns="44450">
                <a:spAutoFit/>
              </a:bodyPr>
              <a:lstStyle/>
              <a:p>
                <a:pPr>
                  <a:lnSpc>
                    <a:spcPct val="90000"/>
                  </a:lnSpc>
                  <a:spcBef>
                    <a:spcPct val="100000"/>
                  </a:spcBef>
                  <a:tabLst>
                    <a:tab pos="6400800" algn="r"/>
                  </a:tabLst>
                </a:pPr>
                <a:r>
                  <a:rPr lang="en-GB" dirty="0">
                    <a:latin typeface="Calibri" pitchFamily="34" charset="0"/>
                  </a:rPr>
                  <a:t>Implante </a:t>
                </a:r>
              </a:p>
            </p:txBody>
          </p:sp>
        </p:grpSp>
        <p:grpSp>
          <p:nvGrpSpPr>
            <p:cNvPr id="3" name="Group 13"/>
            <p:cNvGrpSpPr>
              <a:grpSpLocks/>
            </p:cNvGrpSpPr>
            <p:nvPr/>
          </p:nvGrpSpPr>
          <p:grpSpPr bwMode="auto">
            <a:xfrm>
              <a:off x="4997646" y="3627831"/>
              <a:ext cx="3463927" cy="893763"/>
              <a:chOff x="3198" y="2160"/>
              <a:chExt cx="2182" cy="563"/>
            </a:xfrm>
          </p:grpSpPr>
          <p:sp>
            <p:nvSpPr>
              <p:cNvPr id="52253" name="Rectangle 14"/>
              <p:cNvSpPr>
                <a:spLocks noChangeArrowheads="1"/>
              </p:cNvSpPr>
              <p:nvPr/>
            </p:nvSpPr>
            <p:spPr bwMode="auto">
              <a:xfrm>
                <a:off x="4203" y="2233"/>
                <a:ext cx="1177" cy="266"/>
              </a:xfrm>
              <a:prstGeom prst="rect">
                <a:avLst/>
              </a:prstGeom>
              <a:noFill/>
              <a:ln w="12700" algn="ctr">
                <a:noFill/>
                <a:miter lim="800000"/>
                <a:headEnd/>
                <a:tailEnd/>
              </a:ln>
            </p:spPr>
            <p:txBody>
              <a:bodyPr lIns="90488" tIns="44450" rIns="90488" bIns="44450">
                <a:spAutoFit/>
              </a:bodyPr>
              <a:lstStyle/>
              <a:p>
                <a:pPr marL="285750" indent="-285750" algn="ctr">
                  <a:lnSpc>
                    <a:spcPct val="90000"/>
                  </a:lnSpc>
                  <a:spcBef>
                    <a:spcPct val="20000"/>
                  </a:spcBef>
                  <a:buSzPct val="120000"/>
                  <a:tabLst>
                    <a:tab pos="6400800" algn="r"/>
                  </a:tabLst>
                </a:pPr>
                <a:r>
                  <a:rPr lang="en-GB" sz="2400" dirty="0">
                    <a:solidFill>
                      <a:srgbClr val="002060"/>
                    </a:solidFill>
                    <a:latin typeface="Calibri" pitchFamily="34" charset="0"/>
                  </a:rPr>
                  <a:t>Fédère</a:t>
                </a:r>
                <a:endParaRPr lang="en-GB" sz="2400" b="1" dirty="0">
                  <a:solidFill>
                    <a:srgbClr val="002060"/>
                  </a:solidFill>
                  <a:latin typeface="Calibri" pitchFamily="34" charset="0"/>
                </a:endParaRPr>
              </a:p>
            </p:txBody>
          </p:sp>
          <p:sp>
            <p:nvSpPr>
              <p:cNvPr id="52254" name="Rectangle 15"/>
              <p:cNvSpPr>
                <a:spLocks noChangeArrowheads="1"/>
              </p:cNvSpPr>
              <p:nvPr/>
            </p:nvSpPr>
            <p:spPr bwMode="auto">
              <a:xfrm>
                <a:off x="3243" y="2387"/>
                <a:ext cx="1344" cy="336"/>
              </a:xfrm>
              <a:prstGeom prst="rect">
                <a:avLst/>
              </a:prstGeom>
              <a:noFill/>
              <a:ln w="12700">
                <a:noFill/>
                <a:miter lim="800000"/>
                <a:headEnd/>
                <a:tailEnd/>
              </a:ln>
            </p:spPr>
            <p:txBody>
              <a:bodyPr lIns="90488" tIns="44450" rIns="90488" bIns="44450">
                <a:spAutoFit/>
              </a:bodyPr>
              <a:lstStyle/>
              <a:p>
                <a:pPr>
                  <a:lnSpc>
                    <a:spcPct val="90000"/>
                  </a:lnSpc>
                  <a:spcBef>
                    <a:spcPct val="100000"/>
                  </a:spcBef>
                  <a:tabLst>
                    <a:tab pos="6400800" algn="r"/>
                  </a:tabLst>
                </a:pPr>
                <a:r>
                  <a:rPr lang="en-GB" dirty="0">
                    <a:latin typeface="Calibri" pitchFamily="34" charset="0"/>
                  </a:rPr>
                  <a:t>A la pêche aux ressources</a:t>
                </a:r>
              </a:p>
            </p:txBody>
          </p:sp>
          <p:sp>
            <p:nvSpPr>
              <p:cNvPr id="52255" name="Rectangle 16"/>
              <p:cNvSpPr>
                <a:spLocks noChangeArrowheads="1"/>
              </p:cNvSpPr>
              <p:nvPr/>
            </p:nvSpPr>
            <p:spPr bwMode="auto">
              <a:xfrm>
                <a:off x="3198" y="2160"/>
                <a:ext cx="1344" cy="196"/>
              </a:xfrm>
              <a:prstGeom prst="rect">
                <a:avLst/>
              </a:prstGeom>
              <a:noFill/>
              <a:ln w="12700">
                <a:noFill/>
                <a:miter lim="800000"/>
                <a:headEnd/>
                <a:tailEnd/>
              </a:ln>
            </p:spPr>
            <p:txBody>
              <a:bodyPr lIns="90488" tIns="44450" rIns="90488" bIns="44450">
                <a:spAutoFit/>
              </a:bodyPr>
              <a:lstStyle/>
              <a:p>
                <a:pPr>
                  <a:lnSpc>
                    <a:spcPct val="90000"/>
                  </a:lnSpc>
                  <a:spcBef>
                    <a:spcPct val="100000"/>
                  </a:spcBef>
                  <a:tabLst>
                    <a:tab pos="6400800" algn="r"/>
                  </a:tabLst>
                </a:pPr>
                <a:r>
                  <a:rPr lang="en-GB" dirty="0">
                    <a:latin typeface="Calibri" pitchFamily="34" charset="0"/>
                  </a:rPr>
                  <a:t>Esprit d’équipe</a:t>
                </a:r>
              </a:p>
            </p:txBody>
          </p:sp>
        </p:grpSp>
        <p:grpSp>
          <p:nvGrpSpPr>
            <p:cNvPr id="4" name="Group 17"/>
            <p:cNvGrpSpPr>
              <a:grpSpLocks/>
            </p:cNvGrpSpPr>
            <p:nvPr/>
          </p:nvGrpSpPr>
          <p:grpSpPr bwMode="auto">
            <a:xfrm>
              <a:off x="3347135" y="1383140"/>
              <a:ext cx="3368675" cy="1260476"/>
              <a:chOff x="2191" y="805"/>
              <a:chExt cx="2122" cy="794"/>
            </a:xfrm>
          </p:grpSpPr>
          <p:sp>
            <p:nvSpPr>
              <p:cNvPr id="52250" name="Rectangle 18"/>
              <p:cNvSpPr>
                <a:spLocks noChangeArrowheads="1"/>
              </p:cNvSpPr>
              <p:nvPr/>
            </p:nvSpPr>
            <p:spPr bwMode="auto">
              <a:xfrm>
                <a:off x="2193" y="805"/>
                <a:ext cx="1478" cy="266"/>
              </a:xfrm>
              <a:prstGeom prst="rect">
                <a:avLst/>
              </a:prstGeom>
              <a:noFill/>
              <a:ln w="12700">
                <a:noFill/>
                <a:miter lim="800000"/>
                <a:headEnd/>
                <a:tailEnd/>
              </a:ln>
            </p:spPr>
            <p:txBody>
              <a:bodyPr lIns="90488" tIns="44450" rIns="90488" bIns="44450">
                <a:spAutoFit/>
              </a:bodyPr>
              <a:lstStyle/>
              <a:p>
                <a:pPr marL="285750" indent="-285750" algn="ctr">
                  <a:lnSpc>
                    <a:spcPct val="90000"/>
                  </a:lnSpc>
                  <a:spcBef>
                    <a:spcPct val="20000"/>
                  </a:spcBef>
                  <a:buSzPct val="120000"/>
                  <a:tabLst>
                    <a:tab pos="6400800" algn="r"/>
                  </a:tabLst>
                </a:pPr>
                <a:r>
                  <a:rPr lang="en-GB" sz="2400" b="1" dirty="0">
                    <a:solidFill>
                      <a:srgbClr val="002060"/>
                    </a:solidFill>
                    <a:latin typeface="Calibri" pitchFamily="34" charset="0"/>
                  </a:rPr>
                  <a:t>Pilote</a:t>
                </a:r>
              </a:p>
            </p:txBody>
          </p:sp>
          <p:sp>
            <p:nvSpPr>
              <p:cNvPr id="52251" name="Rectangle 19"/>
              <p:cNvSpPr>
                <a:spLocks noChangeArrowheads="1"/>
              </p:cNvSpPr>
              <p:nvPr/>
            </p:nvSpPr>
            <p:spPr bwMode="auto">
              <a:xfrm>
                <a:off x="2191" y="1403"/>
                <a:ext cx="709" cy="196"/>
              </a:xfrm>
              <a:prstGeom prst="rect">
                <a:avLst/>
              </a:prstGeom>
              <a:noFill/>
              <a:ln w="12700">
                <a:noFill/>
                <a:miter lim="800000"/>
                <a:headEnd/>
                <a:tailEnd/>
              </a:ln>
            </p:spPr>
            <p:txBody>
              <a:bodyPr lIns="90488" tIns="44450" rIns="90488" bIns="44450">
                <a:spAutoFit/>
              </a:bodyPr>
              <a:lstStyle/>
              <a:p>
                <a:pPr>
                  <a:lnSpc>
                    <a:spcPct val="90000"/>
                  </a:lnSpc>
                  <a:spcBef>
                    <a:spcPct val="100000"/>
                  </a:spcBef>
                  <a:tabLst>
                    <a:tab pos="6400800" algn="r"/>
                  </a:tabLst>
                </a:pPr>
                <a:r>
                  <a:rPr lang="en-GB" dirty="0">
                    <a:latin typeface="Calibri" pitchFamily="34" charset="0"/>
                  </a:rPr>
                  <a:t>Meneur</a:t>
                </a:r>
              </a:p>
            </p:txBody>
          </p:sp>
          <p:sp>
            <p:nvSpPr>
              <p:cNvPr id="52252" name="Rectangle 20"/>
              <p:cNvSpPr>
                <a:spLocks noChangeArrowheads="1"/>
              </p:cNvSpPr>
              <p:nvPr/>
            </p:nvSpPr>
            <p:spPr bwMode="auto">
              <a:xfrm>
                <a:off x="2900" y="1403"/>
                <a:ext cx="1413" cy="196"/>
              </a:xfrm>
              <a:prstGeom prst="rect">
                <a:avLst/>
              </a:prstGeom>
              <a:noFill/>
              <a:ln w="12700">
                <a:noFill/>
                <a:miter lim="800000"/>
                <a:headEnd/>
                <a:tailEnd/>
              </a:ln>
            </p:spPr>
            <p:txBody>
              <a:bodyPr lIns="90488" tIns="44450" rIns="90488" bIns="44450">
                <a:spAutoFit/>
              </a:bodyPr>
              <a:lstStyle/>
              <a:p>
                <a:pPr>
                  <a:lnSpc>
                    <a:spcPct val="90000"/>
                  </a:lnSpc>
                  <a:spcBef>
                    <a:spcPct val="100000"/>
                  </a:spcBef>
                  <a:tabLst>
                    <a:tab pos="6400800" algn="r"/>
                  </a:tabLst>
                </a:pPr>
                <a:r>
                  <a:rPr lang="en-GB" dirty="0">
                    <a:latin typeface="Calibri" pitchFamily="34" charset="0"/>
                  </a:rPr>
                  <a:t>Coordinateur</a:t>
                </a:r>
              </a:p>
            </p:txBody>
          </p:sp>
        </p:grpSp>
        <p:grpSp>
          <p:nvGrpSpPr>
            <p:cNvPr id="5" name="Group 21"/>
            <p:cNvGrpSpPr>
              <a:grpSpLocks/>
            </p:cNvGrpSpPr>
            <p:nvPr/>
          </p:nvGrpSpPr>
          <p:grpSpPr bwMode="auto">
            <a:xfrm>
              <a:off x="3176782" y="4854925"/>
              <a:ext cx="3548063" cy="1935164"/>
              <a:chOff x="2051" y="2973"/>
              <a:chExt cx="2235" cy="1219"/>
            </a:xfrm>
          </p:grpSpPr>
          <p:grpSp>
            <p:nvGrpSpPr>
              <p:cNvPr id="6" name="Group 22"/>
              <p:cNvGrpSpPr>
                <a:grpSpLocks/>
              </p:cNvGrpSpPr>
              <p:nvPr/>
            </p:nvGrpSpPr>
            <p:grpSpPr bwMode="auto">
              <a:xfrm>
                <a:off x="2168" y="2973"/>
                <a:ext cx="2118" cy="1219"/>
                <a:chOff x="2168" y="2973"/>
                <a:chExt cx="2118" cy="1219"/>
              </a:xfrm>
            </p:grpSpPr>
            <p:sp>
              <p:nvSpPr>
                <p:cNvPr id="52247" name="Rectangle 23"/>
                <p:cNvSpPr>
                  <a:spLocks noChangeArrowheads="1"/>
                </p:cNvSpPr>
                <p:nvPr/>
              </p:nvSpPr>
              <p:spPr bwMode="auto">
                <a:xfrm>
                  <a:off x="2168" y="3926"/>
                  <a:ext cx="1488" cy="266"/>
                </a:xfrm>
                <a:prstGeom prst="rect">
                  <a:avLst/>
                </a:prstGeom>
                <a:noFill/>
                <a:ln w="12700" algn="ctr">
                  <a:noFill/>
                  <a:miter lim="800000"/>
                  <a:headEnd/>
                  <a:tailEnd/>
                </a:ln>
              </p:spPr>
              <p:txBody>
                <a:bodyPr lIns="90488" tIns="44450" rIns="90488" bIns="44450">
                  <a:spAutoFit/>
                </a:bodyPr>
                <a:lstStyle/>
                <a:p>
                  <a:pPr marL="285750" indent="-285750" algn="ctr">
                    <a:lnSpc>
                      <a:spcPct val="90000"/>
                    </a:lnSpc>
                    <a:spcBef>
                      <a:spcPct val="20000"/>
                    </a:spcBef>
                    <a:buSzPct val="120000"/>
                    <a:tabLst>
                      <a:tab pos="6400800" algn="r"/>
                    </a:tabLst>
                  </a:pPr>
                  <a:r>
                    <a:rPr lang="en-GB" sz="2400" dirty="0">
                      <a:solidFill>
                        <a:srgbClr val="002060"/>
                      </a:solidFill>
                      <a:latin typeface="Calibri" pitchFamily="34" charset="0"/>
                    </a:rPr>
                    <a:t>Pense</a:t>
                  </a:r>
                  <a:endParaRPr lang="en-GB" sz="2400" b="1" dirty="0">
                    <a:solidFill>
                      <a:srgbClr val="002060"/>
                    </a:solidFill>
                    <a:latin typeface="Calibri" pitchFamily="34" charset="0"/>
                  </a:endParaRPr>
                </a:p>
              </p:txBody>
            </p:sp>
            <p:sp>
              <p:nvSpPr>
                <p:cNvPr id="52248" name="Rectangle 24"/>
                <p:cNvSpPr>
                  <a:spLocks noChangeArrowheads="1"/>
                </p:cNvSpPr>
                <p:nvPr/>
              </p:nvSpPr>
              <p:spPr bwMode="auto">
                <a:xfrm>
                  <a:off x="2232" y="3243"/>
                  <a:ext cx="784" cy="196"/>
                </a:xfrm>
                <a:prstGeom prst="rect">
                  <a:avLst/>
                </a:prstGeom>
                <a:noFill/>
                <a:ln w="12700">
                  <a:noFill/>
                  <a:miter lim="800000"/>
                  <a:headEnd/>
                  <a:tailEnd/>
                </a:ln>
              </p:spPr>
              <p:txBody>
                <a:bodyPr lIns="90488" tIns="44450" rIns="90488" bIns="44450">
                  <a:spAutoFit/>
                </a:bodyPr>
                <a:lstStyle/>
                <a:p>
                  <a:pPr>
                    <a:lnSpc>
                      <a:spcPct val="90000"/>
                    </a:lnSpc>
                    <a:spcBef>
                      <a:spcPct val="100000"/>
                    </a:spcBef>
                    <a:tabLst>
                      <a:tab pos="6400800" algn="r"/>
                    </a:tabLst>
                  </a:pPr>
                  <a:r>
                    <a:rPr lang="en-GB" dirty="0">
                      <a:latin typeface="Calibri" pitchFamily="34" charset="0"/>
                    </a:rPr>
                    <a:t>Evalue</a:t>
                  </a:r>
                </a:p>
              </p:txBody>
            </p:sp>
            <p:sp>
              <p:nvSpPr>
                <p:cNvPr id="52249" name="Rectangle 25"/>
                <p:cNvSpPr>
                  <a:spLocks noChangeArrowheads="1"/>
                </p:cNvSpPr>
                <p:nvPr/>
              </p:nvSpPr>
              <p:spPr bwMode="auto">
                <a:xfrm>
                  <a:off x="2873" y="2973"/>
                  <a:ext cx="1413" cy="491"/>
                </a:xfrm>
                <a:prstGeom prst="rect">
                  <a:avLst/>
                </a:prstGeom>
                <a:noFill/>
                <a:ln w="12700">
                  <a:noFill/>
                  <a:miter lim="800000"/>
                  <a:headEnd/>
                  <a:tailEnd/>
                </a:ln>
              </p:spPr>
              <p:txBody>
                <a:bodyPr lIns="90488" tIns="44450" rIns="90488" bIns="44450">
                  <a:spAutoFit/>
                </a:bodyPr>
                <a:lstStyle/>
                <a:p>
                  <a:pPr>
                    <a:lnSpc>
                      <a:spcPct val="90000"/>
                    </a:lnSpc>
                    <a:spcBef>
                      <a:spcPct val="100000"/>
                    </a:spcBef>
                    <a:tabLst>
                      <a:tab pos="6400800" algn="r"/>
                    </a:tabLst>
                  </a:pPr>
                  <a:r>
                    <a:rPr lang="en-GB" dirty="0">
                      <a:latin typeface="Calibri" pitchFamily="34" charset="0"/>
                    </a:rPr>
                    <a:t>Planifie</a:t>
                  </a:r>
                </a:p>
                <a:p>
                  <a:pPr>
                    <a:lnSpc>
                      <a:spcPct val="90000"/>
                    </a:lnSpc>
                    <a:spcBef>
                      <a:spcPct val="100000"/>
                    </a:spcBef>
                    <a:tabLst>
                      <a:tab pos="6400800" algn="r"/>
                    </a:tabLst>
                  </a:pPr>
                  <a:r>
                    <a:rPr lang="en-GB" dirty="0">
                      <a:latin typeface="Calibri" pitchFamily="34" charset="0"/>
                    </a:rPr>
                    <a:t>Connait les process</a:t>
                  </a:r>
                </a:p>
              </p:txBody>
            </p:sp>
          </p:grpSp>
          <p:sp>
            <p:nvSpPr>
              <p:cNvPr id="52246" name="Text Box 26"/>
              <p:cNvSpPr txBox="1">
                <a:spLocks noChangeArrowheads="1"/>
              </p:cNvSpPr>
              <p:nvPr/>
            </p:nvSpPr>
            <p:spPr bwMode="auto">
              <a:xfrm>
                <a:off x="2051" y="3050"/>
                <a:ext cx="680" cy="215"/>
              </a:xfrm>
              <a:prstGeom prst="rect">
                <a:avLst/>
              </a:prstGeom>
              <a:noFill/>
              <a:ln w="9525">
                <a:noFill/>
                <a:miter lim="800000"/>
                <a:headEnd/>
                <a:tailEnd/>
              </a:ln>
            </p:spPr>
            <p:txBody>
              <a:bodyPr wrap="none" lIns="90000" tIns="46800" rIns="90000" bIns="46800">
                <a:spAutoFit/>
              </a:bodyPr>
              <a:lstStyle/>
              <a:p>
                <a:pPr>
                  <a:spcBef>
                    <a:spcPct val="50000"/>
                  </a:spcBef>
                </a:pPr>
                <a:r>
                  <a:rPr lang="en-GB" dirty="0">
                    <a:latin typeface="Calibri" pitchFamily="34" charset="0"/>
                  </a:rPr>
                  <a:t>Specialiste</a:t>
                </a:r>
              </a:p>
            </p:txBody>
          </p:sp>
        </p:grpSp>
        <p:sp>
          <p:nvSpPr>
            <p:cNvPr id="52238" name="Text Box 7"/>
            <p:cNvSpPr txBox="1">
              <a:spLocks noChangeArrowheads="1"/>
            </p:cNvSpPr>
            <p:nvPr/>
          </p:nvSpPr>
          <p:spPr bwMode="auto">
            <a:xfrm>
              <a:off x="32760" y="2058777"/>
              <a:ext cx="2141537" cy="923330"/>
            </a:xfrm>
            <a:prstGeom prst="rect">
              <a:avLst/>
            </a:prstGeom>
            <a:noFill/>
            <a:ln w="9525">
              <a:noFill/>
              <a:miter lim="800000"/>
              <a:headEnd/>
              <a:tailEnd/>
            </a:ln>
          </p:spPr>
          <p:txBody>
            <a:bodyPr>
              <a:spAutoFit/>
            </a:bodyPr>
            <a:lstStyle/>
            <a:p>
              <a:pPr algn="ctr">
                <a:spcBef>
                  <a:spcPct val="50000"/>
                </a:spcBef>
              </a:pPr>
              <a:r>
                <a:rPr lang="en-GB" sz="1800" dirty="0">
                  <a:latin typeface="Calibri" pitchFamily="34" charset="0"/>
                </a:rPr>
                <a:t>Veiller idéalement au bon équilibre des rôles dans l’équipe</a:t>
              </a:r>
            </a:p>
          </p:txBody>
        </p:sp>
      </p:grpSp>
      <p:pic>
        <p:nvPicPr>
          <p:cNvPr id="37" name="Image 36" descr="13.jpg"/>
          <p:cNvPicPr>
            <a:picLocks noChangeAspect="1"/>
          </p:cNvPicPr>
          <p:nvPr/>
        </p:nvPicPr>
        <p:blipFill>
          <a:blip r:embed="rId3" cstate="print"/>
          <a:srcRect/>
          <a:stretch>
            <a:fillRect/>
          </a:stretch>
        </p:blipFill>
        <p:spPr bwMode="auto">
          <a:xfrm>
            <a:off x="6981098" y="2079866"/>
            <a:ext cx="1903413" cy="1514475"/>
          </a:xfrm>
          <a:prstGeom prst="rect">
            <a:avLst/>
          </a:prstGeom>
          <a:noFill/>
          <a:ln w="9525">
            <a:noFill/>
            <a:miter lim="800000"/>
            <a:headEnd/>
            <a:tailEnd/>
          </a:ln>
        </p:spPr>
      </p:pic>
      <p:sp>
        <p:nvSpPr>
          <p:cNvPr id="28" name="Text Box 2"/>
          <p:cNvSpPr txBox="1">
            <a:spLocks noChangeArrowheads="1"/>
          </p:cNvSpPr>
          <p:nvPr/>
        </p:nvSpPr>
        <p:spPr bwMode="auto">
          <a:xfrm>
            <a:off x="2267125" y="1126025"/>
            <a:ext cx="4238468"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D2 –Constitution du Groupe de Travail</a:t>
            </a:r>
          </a:p>
        </p:txBody>
      </p:sp>
      <p:sp>
        <p:nvSpPr>
          <p:cNvPr id="29" name="Rectangle 28"/>
          <p:cNvSpPr/>
          <p:nvPr/>
        </p:nvSpPr>
        <p:spPr>
          <a:xfrm>
            <a:off x="315845" y="1138680"/>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30" name="Rectangle 2"/>
          <p:cNvSpPr>
            <a:spLocks noChangeArrowheads="1"/>
          </p:cNvSpPr>
          <p:nvPr/>
        </p:nvSpPr>
        <p:spPr bwMode="auto">
          <a:xfrm>
            <a:off x="251520" y="323655"/>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Tree>
    <p:extLst>
      <p:ext uri="{BB962C8B-B14F-4D97-AF65-F5344CB8AC3E}">
        <p14:creationId xmlns:p14="http://schemas.microsoft.com/office/powerpoint/2010/main" val="1940117925"/>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p:cTn id="7" dur="500" fill="hold"/>
                                        <p:tgtEl>
                                          <p:spTgt spid="37"/>
                                        </p:tgtEl>
                                        <p:attrNameLst>
                                          <p:attrName>ppt_w</p:attrName>
                                        </p:attrNameLst>
                                      </p:cBhvr>
                                      <p:tavLst>
                                        <p:tav tm="0">
                                          <p:val>
                                            <p:fltVal val="0"/>
                                          </p:val>
                                        </p:tav>
                                        <p:tav tm="100000">
                                          <p:val>
                                            <p:strVal val="#ppt_w"/>
                                          </p:val>
                                        </p:tav>
                                      </p:tavLst>
                                    </p:anim>
                                    <p:anim calcmode="lin" valueType="num">
                                      <p:cBhvr>
                                        <p:cTn id="8" dur="500" fill="hold"/>
                                        <p:tgtEl>
                                          <p:spTgt spid="37"/>
                                        </p:tgtEl>
                                        <p:attrNameLst>
                                          <p:attrName>ppt_h</p:attrName>
                                        </p:attrNameLst>
                                      </p:cBhvr>
                                      <p:tavLst>
                                        <p:tav tm="0">
                                          <p:val>
                                            <p:fltVal val="0"/>
                                          </p:val>
                                        </p:tav>
                                        <p:tav tm="100000">
                                          <p:val>
                                            <p:strVal val="#ppt_h"/>
                                          </p:val>
                                        </p:tav>
                                      </p:tavLst>
                                    </p:anim>
                                    <p:animEffect transition="in" filter="fade">
                                      <p:cBhvr>
                                        <p:cTn id="9"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8" name="Object 2"/>
          <p:cNvGraphicFramePr>
            <a:graphicFrameLocks noChangeAspect="1"/>
          </p:cNvGraphicFramePr>
          <p:nvPr>
            <p:extLst>
              <p:ext uri="{D42A27DB-BD31-4B8C-83A1-F6EECF244321}">
                <p14:modId xmlns:p14="http://schemas.microsoft.com/office/powerpoint/2010/main" val="2991393828"/>
              </p:ext>
            </p:extLst>
          </p:nvPr>
        </p:nvGraphicFramePr>
        <p:xfrm>
          <a:off x="7385404" y="916130"/>
          <a:ext cx="763587" cy="1028700"/>
        </p:xfrm>
        <a:graphic>
          <a:graphicData uri="http://schemas.openxmlformats.org/presentationml/2006/ole">
            <mc:AlternateContent xmlns:mc="http://schemas.openxmlformats.org/markup-compatibility/2006">
              <mc:Choice xmlns:v="urn:schemas-microsoft-com:vml" Requires="v">
                <p:oleObj name="Clip" r:id="rId3" imgW="2525760" imgH="3407040" progId="MS_ClipArt_Gallery.5">
                  <p:embed/>
                </p:oleObj>
              </mc:Choice>
              <mc:Fallback>
                <p:oleObj name="Clip" r:id="rId3" imgW="2525760" imgH="3407040" progId="MS_ClipArt_Gallery.5">
                  <p:embed/>
                  <p:pic>
                    <p:nvPicPr>
                      <p:cNvPr id="409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85404" y="916130"/>
                        <a:ext cx="763587" cy="1028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4099" name="Text Box 5"/>
          <p:cNvSpPr txBox="1">
            <a:spLocks noChangeArrowheads="1"/>
          </p:cNvSpPr>
          <p:nvPr/>
        </p:nvSpPr>
        <p:spPr bwMode="auto">
          <a:xfrm>
            <a:off x="633413" y="1916113"/>
            <a:ext cx="4521200" cy="366712"/>
          </a:xfrm>
          <a:prstGeom prst="rect">
            <a:avLst/>
          </a:prstGeom>
          <a:noFill/>
          <a:ln w="9525">
            <a:noFill/>
            <a:miter lim="800000"/>
            <a:headEnd/>
            <a:tailEnd/>
          </a:ln>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Décrire - Clarifier</a:t>
            </a:r>
          </a:p>
        </p:txBody>
      </p:sp>
      <p:grpSp>
        <p:nvGrpSpPr>
          <p:cNvPr id="4100" name="Group 6"/>
          <p:cNvGrpSpPr>
            <a:grpSpLocks/>
          </p:cNvGrpSpPr>
          <p:nvPr/>
        </p:nvGrpSpPr>
        <p:grpSpPr bwMode="auto">
          <a:xfrm>
            <a:off x="301625" y="1900238"/>
            <a:ext cx="320675" cy="366712"/>
            <a:chOff x="1385" y="2247"/>
            <a:chExt cx="202" cy="231"/>
          </a:xfrm>
        </p:grpSpPr>
        <p:pic>
          <p:nvPicPr>
            <p:cNvPr id="4142" name="Picture 7" descr="WB01619_"/>
            <p:cNvPicPr>
              <a:picLocks noChangeAspect="1" noChangeArrowheads="1"/>
            </p:cNvPicPr>
            <p:nvPr/>
          </p:nvPicPr>
          <p:blipFill>
            <a:blip r:embed="rId5" cstate="print"/>
            <a:srcRect/>
            <a:stretch>
              <a:fillRect/>
            </a:stretch>
          </p:blipFill>
          <p:spPr bwMode="auto">
            <a:xfrm>
              <a:off x="1385" y="2263"/>
              <a:ext cx="202" cy="215"/>
            </a:xfrm>
            <a:prstGeom prst="rect">
              <a:avLst/>
            </a:prstGeom>
            <a:noFill/>
            <a:ln w="9525">
              <a:noFill/>
              <a:miter lim="800000"/>
              <a:headEnd/>
              <a:tailEnd/>
            </a:ln>
          </p:spPr>
        </p:pic>
        <p:sp>
          <p:nvSpPr>
            <p:cNvPr id="94216" name="Text Box 8"/>
            <p:cNvSpPr txBox="1">
              <a:spLocks noChangeArrowheads="1"/>
            </p:cNvSpPr>
            <p:nvPr/>
          </p:nvSpPr>
          <p:spPr bwMode="auto">
            <a:xfrm>
              <a:off x="1398" y="2247"/>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1</a:t>
              </a:r>
            </a:p>
          </p:txBody>
        </p:sp>
      </p:grpSp>
      <p:sp>
        <p:nvSpPr>
          <p:cNvPr id="94217" name="Text Box 9"/>
          <p:cNvSpPr txBox="1">
            <a:spLocks noChangeArrowheads="1"/>
          </p:cNvSpPr>
          <p:nvPr/>
        </p:nvSpPr>
        <p:spPr bwMode="auto">
          <a:xfrm>
            <a:off x="644407" y="2822575"/>
            <a:ext cx="5018707" cy="369332"/>
          </a:xfrm>
          <a:prstGeom prst="rect">
            <a:avLst/>
          </a:prstGeom>
          <a:noFill/>
          <a:ln w="9525">
            <a:noFill/>
            <a:miter lim="800000"/>
            <a:headEnd/>
            <a:tailEnd/>
          </a:ln>
          <a:effectLst/>
        </p:spPr>
        <p:txBody>
          <a:bodyPr wrap="square">
            <a:spAutoFit/>
          </a:bodyPr>
          <a:lstStyle/>
          <a:p>
            <a:pPr eaLnBrk="0" hangingPunct="0">
              <a:spcBef>
                <a:spcPct val="50000"/>
              </a:spcBef>
              <a:defRPr/>
            </a:pPr>
            <a:r>
              <a:rPr lang="fr-FR" sz="1800" dirty="0">
                <a:solidFill>
                  <a:srgbClr val="002060"/>
                </a:solidFill>
                <a:latin typeface="Calibri" pitchFamily="34" charset="0"/>
                <a:cs typeface="Calibri" pitchFamily="34" charset="0"/>
              </a:rPr>
              <a:t>Contre(s)-Mesure(s) Immédiate(s)</a:t>
            </a:r>
          </a:p>
        </p:txBody>
      </p:sp>
      <p:grpSp>
        <p:nvGrpSpPr>
          <p:cNvPr id="4102" name="Group 10"/>
          <p:cNvGrpSpPr>
            <a:grpSpLocks/>
          </p:cNvGrpSpPr>
          <p:nvPr/>
        </p:nvGrpSpPr>
        <p:grpSpPr bwMode="auto">
          <a:xfrm>
            <a:off x="301625" y="3209925"/>
            <a:ext cx="320675" cy="366713"/>
            <a:chOff x="1377" y="2791"/>
            <a:chExt cx="202" cy="231"/>
          </a:xfrm>
        </p:grpSpPr>
        <p:pic>
          <p:nvPicPr>
            <p:cNvPr id="4140" name="Picture 11" descr="WB01619_"/>
            <p:cNvPicPr>
              <a:picLocks noChangeAspect="1" noChangeArrowheads="1"/>
            </p:cNvPicPr>
            <p:nvPr/>
          </p:nvPicPr>
          <p:blipFill>
            <a:blip r:embed="rId5" cstate="print"/>
            <a:srcRect/>
            <a:stretch>
              <a:fillRect/>
            </a:stretch>
          </p:blipFill>
          <p:spPr bwMode="auto">
            <a:xfrm>
              <a:off x="1377" y="2807"/>
              <a:ext cx="202" cy="215"/>
            </a:xfrm>
            <a:prstGeom prst="rect">
              <a:avLst/>
            </a:prstGeom>
            <a:noFill/>
            <a:ln w="9525">
              <a:noFill/>
              <a:miter lim="800000"/>
              <a:headEnd/>
              <a:tailEnd/>
            </a:ln>
          </p:spPr>
        </p:pic>
        <p:sp>
          <p:nvSpPr>
            <p:cNvPr id="94220" name="Text Box 12"/>
            <p:cNvSpPr txBox="1">
              <a:spLocks noChangeArrowheads="1"/>
            </p:cNvSpPr>
            <p:nvPr/>
          </p:nvSpPr>
          <p:spPr bwMode="auto">
            <a:xfrm>
              <a:off x="1390" y="2791"/>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b="1" dirty="0">
                  <a:solidFill>
                    <a:schemeClr val="bg1">
                      <a:lumMod val="65000"/>
                    </a:schemeClr>
                  </a:solidFill>
                  <a:effectLst>
                    <a:outerShdw blurRad="38100" dist="38100" dir="2700000" algn="tl">
                      <a:srgbClr val="C0C0C0"/>
                    </a:outerShdw>
                  </a:effectLst>
                  <a:latin typeface="Calibri" pitchFamily="34" charset="0"/>
                  <a:cs typeface="Calibri" pitchFamily="34" charset="0"/>
                </a:rPr>
                <a:t>4</a:t>
              </a:r>
            </a:p>
          </p:txBody>
        </p:sp>
      </p:grpSp>
      <p:sp>
        <p:nvSpPr>
          <p:cNvPr id="94221" name="Text Box 13"/>
          <p:cNvSpPr txBox="1">
            <a:spLocks noChangeArrowheads="1"/>
          </p:cNvSpPr>
          <p:nvPr/>
        </p:nvSpPr>
        <p:spPr bwMode="auto">
          <a:xfrm>
            <a:off x="633413" y="4235450"/>
            <a:ext cx="7623175" cy="369332"/>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Recherche des </a:t>
            </a:r>
            <a:r>
              <a:rPr lang="fr-FR" sz="1800" b="1" dirty="0">
                <a:solidFill>
                  <a:schemeClr val="bg1">
                    <a:lumMod val="65000"/>
                  </a:schemeClr>
                </a:solidFill>
                <a:latin typeface="Calibri" pitchFamily="34" charset="0"/>
                <a:cs typeface="Calibri" pitchFamily="34" charset="0"/>
              </a:rPr>
              <a:t>causes racines </a:t>
            </a:r>
            <a:r>
              <a:rPr lang="fr-FR" sz="1200" b="1" dirty="0">
                <a:solidFill>
                  <a:schemeClr val="bg1">
                    <a:lumMod val="65000"/>
                  </a:schemeClr>
                </a:solidFill>
                <a:latin typeface="Calibri" pitchFamily="34" charset="0"/>
                <a:cs typeface="Calibri" pitchFamily="34" charset="0"/>
              </a:rPr>
              <a:t>(facteurs probables, facteurs prouvés, 5P, causes racines)</a:t>
            </a:r>
          </a:p>
        </p:txBody>
      </p:sp>
      <p:grpSp>
        <p:nvGrpSpPr>
          <p:cNvPr id="4104" name="Group 14"/>
          <p:cNvGrpSpPr>
            <a:grpSpLocks/>
          </p:cNvGrpSpPr>
          <p:nvPr/>
        </p:nvGrpSpPr>
        <p:grpSpPr bwMode="auto">
          <a:xfrm>
            <a:off x="301625" y="4219575"/>
            <a:ext cx="320675" cy="366713"/>
            <a:chOff x="1377" y="3081"/>
            <a:chExt cx="202" cy="231"/>
          </a:xfrm>
        </p:grpSpPr>
        <p:pic>
          <p:nvPicPr>
            <p:cNvPr id="4138" name="Picture 15" descr="WB01619_"/>
            <p:cNvPicPr>
              <a:picLocks noChangeAspect="1" noChangeArrowheads="1"/>
            </p:cNvPicPr>
            <p:nvPr/>
          </p:nvPicPr>
          <p:blipFill>
            <a:blip r:embed="rId5" cstate="print"/>
            <a:srcRect/>
            <a:stretch>
              <a:fillRect/>
            </a:stretch>
          </p:blipFill>
          <p:spPr bwMode="auto">
            <a:xfrm>
              <a:off x="1377" y="3097"/>
              <a:ext cx="202" cy="215"/>
            </a:xfrm>
            <a:prstGeom prst="rect">
              <a:avLst/>
            </a:prstGeom>
            <a:noFill/>
            <a:ln w="9525">
              <a:noFill/>
              <a:miter lim="800000"/>
              <a:headEnd/>
              <a:tailEnd/>
            </a:ln>
          </p:spPr>
        </p:pic>
        <p:sp>
          <p:nvSpPr>
            <p:cNvPr id="94224" name="Text Box 16"/>
            <p:cNvSpPr txBox="1">
              <a:spLocks noChangeArrowheads="1"/>
            </p:cNvSpPr>
            <p:nvPr/>
          </p:nvSpPr>
          <p:spPr bwMode="auto">
            <a:xfrm>
              <a:off x="1390" y="3081"/>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b="1">
                  <a:solidFill>
                    <a:schemeClr val="bg1">
                      <a:lumMod val="65000"/>
                    </a:schemeClr>
                  </a:solidFill>
                  <a:effectLst>
                    <a:outerShdw blurRad="38100" dist="38100" dir="2700000" algn="tl">
                      <a:srgbClr val="C0C0C0"/>
                    </a:outerShdw>
                  </a:effectLst>
                  <a:latin typeface="Calibri" pitchFamily="34" charset="0"/>
                  <a:cs typeface="Calibri" pitchFamily="34" charset="0"/>
                </a:rPr>
                <a:t>5</a:t>
              </a:r>
            </a:p>
          </p:txBody>
        </p:sp>
      </p:grpSp>
      <p:sp>
        <p:nvSpPr>
          <p:cNvPr id="94225" name="Text Box 17"/>
          <p:cNvSpPr txBox="1">
            <a:spLocks noChangeArrowheads="1"/>
          </p:cNvSpPr>
          <p:nvPr/>
        </p:nvSpPr>
        <p:spPr bwMode="auto">
          <a:xfrm>
            <a:off x="633413" y="4648200"/>
            <a:ext cx="5826125" cy="366713"/>
          </a:xfrm>
          <a:prstGeom prst="rect">
            <a:avLst/>
          </a:prstGeom>
          <a:noFill/>
          <a:ln w="9525">
            <a:noFill/>
            <a:miter lim="800000"/>
            <a:headEnd/>
            <a:tailEnd/>
          </a:ln>
          <a:effectLst/>
        </p:spPr>
        <p:txBody>
          <a:bodyPr>
            <a:spAutoFit/>
          </a:bodyPr>
          <a:lstStyle/>
          <a:p>
            <a:pPr eaLnBrk="0" hangingPunct="0">
              <a:spcBef>
                <a:spcPct val="50000"/>
              </a:spcBef>
              <a:defRPr/>
            </a:pPr>
            <a:r>
              <a:rPr lang="fr-FR" sz="1800" b="1" dirty="0">
                <a:solidFill>
                  <a:schemeClr val="bg1">
                    <a:lumMod val="65000"/>
                  </a:schemeClr>
                </a:solidFill>
                <a:latin typeface="Calibri" pitchFamily="34" charset="0"/>
                <a:cs typeface="Calibri" pitchFamily="34" charset="0"/>
              </a:rPr>
              <a:t>Actions correctives</a:t>
            </a:r>
            <a:endParaRPr lang="fr-FR" sz="1600" b="1" dirty="0">
              <a:solidFill>
                <a:schemeClr val="bg1">
                  <a:lumMod val="65000"/>
                </a:schemeClr>
              </a:solidFill>
              <a:latin typeface="Calibri" pitchFamily="34" charset="0"/>
              <a:cs typeface="Calibri" pitchFamily="34" charset="0"/>
            </a:endParaRPr>
          </a:p>
        </p:txBody>
      </p:sp>
      <p:pic>
        <p:nvPicPr>
          <p:cNvPr id="4106" name="Picture 18" descr="WB01619_"/>
          <p:cNvPicPr>
            <a:picLocks noChangeAspect="1" noChangeArrowheads="1"/>
          </p:cNvPicPr>
          <p:nvPr/>
        </p:nvPicPr>
        <p:blipFill>
          <a:blip r:embed="rId5" cstate="print"/>
          <a:srcRect/>
          <a:stretch>
            <a:fillRect/>
          </a:stretch>
        </p:blipFill>
        <p:spPr bwMode="auto">
          <a:xfrm>
            <a:off x="301625" y="4657725"/>
            <a:ext cx="320675" cy="341313"/>
          </a:xfrm>
          <a:prstGeom prst="rect">
            <a:avLst/>
          </a:prstGeom>
          <a:noFill/>
          <a:ln w="9525">
            <a:noFill/>
            <a:miter lim="800000"/>
            <a:headEnd/>
            <a:tailEnd/>
          </a:ln>
        </p:spPr>
      </p:pic>
      <p:sp>
        <p:nvSpPr>
          <p:cNvPr id="94227" name="Text Box 19"/>
          <p:cNvSpPr txBox="1">
            <a:spLocks noChangeArrowheads="1"/>
          </p:cNvSpPr>
          <p:nvPr/>
        </p:nvSpPr>
        <p:spPr bwMode="auto">
          <a:xfrm>
            <a:off x="322263" y="4632325"/>
            <a:ext cx="254000" cy="366713"/>
          </a:xfrm>
          <a:prstGeom prst="rect">
            <a:avLst/>
          </a:prstGeom>
          <a:noFill/>
          <a:ln w="9525">
            <a:noFill/>
            <a:miter lim="800000"/>
            <a:headEnd/>
            <a:tailEnd/>
          </a:ln>
          <a:effectLst/>
        </p:spPr>
        <p:txBody>
          <a:bodyPr>
            <a:spAutoFit/>
          </a:bodyPr>
          <a:lstStyle/>
          <a:p>
            <a:pPr eaLnBrk="0" hangingPunct="0">
              <a:spcBef>
                <a:spcPct val="50000"/>
              </a:spcBef>
              <a:defRPr/>
            </a:pPr>
            <a:r>
              <a:rPr lang="fr-FR" sz="1800" b="1">
                <a:solidFill>
                  <a:schemeClr val="bg1">
                    <a:lumMod val="65000"/>
                  </a:schemeClr>
                </a:solidFill>
                <a:effectLst>
                  <a:outerShdw blurRad="38100" dist="38100" dir="2700000" algn="tl">
                    <a:srgbClr val="C0C0C0"/>
                  </a:outerShdw>
                </a:effectLst>
                <a:latin typeface="Calibri" pitchFamily="34" charset="0"/>
                <a:cs typeface="Calibri" pitchFamily="34" charset="0"/>
              </a:rPr>
              <a:t>6</a:t>
            </a:r>
          </a:p>
        </p:txBody>
      </p:sp>
      <p:sp>
        <p:nvSpPr>
          <p:cNvPr id="94228" name="Text Box 20"/>
          <p:cNvSpPr txBox="1">
            <a:spLocks noChangeArrowheads="1"/>
          </p:cNvSpPr>
          <p:nvPr/>
        </p:nvSpPr>
        <p:spPr bwMode="auto">
          <a:xfrm>
            <a:off x="633413" y="5060950"/>
            <a:ext cx="5749925" cy="366713"/>
          </a:xfrm>
          <a:prstGeom prst="rect">
            <a:avLst/>
          </a:prstGeom>
          <a:noFill/>
          <a:ln w="9525">
            <a:noFill/>
            <a:miter lim="800000"/>
            <a:headEnd/>
            <a:tailEnd/>
          </a:ln>
          <a:effectLst/>
        </p:spPr>
        <p:txBody>
          <a:bodyPr>
            <a:spAutoFit/>
          </a:bodyPr>
          <a:lstStyle/>
          <a:p>
            <a:pPr eaLnBrk="0" hangingPunct="0">
              <a:spcBef>
                <a:spcPct val="50000"/>
              </a:spcBef>
              <a:defRPr/>
            </a:pPr>
            <a:r>
              <a:rPr lang="fr-FR" sz="1800" b="1" dirty="0">
                <a:solidFill>
                  <a:schemeClr val="bg1">
                    <a:lumMod val="65000"/>
                  </a:schemeClr>
                </a:solidFill>
                <a:latin typeface="Calibri" pitchFamily="34" charset="0"/>
                <a:cs typeface="Calibri" pitchFamily="34" charset="0"/>
              </a:rPr>
              <a:t>Résultat -Suivi de l’efficacité</a:t>
            </a:r>
            <a:endParaRPr lang="fr-FR" sz="1600" b="1" dirty="0">
              <a:solidFill>
                <a:schemeClr val="bg1">
                  <a:lumMod val="65000"/>
                </a:schemeClr>
              </a:solidFill>
              <a:latin typeface="Calibri" pitchFamily="34" charset="0"/>
              <a:cs typeface="Calibri" pitchFamily="34" charset="0"/>
            </a:endParaRPr>
          </a:p>
        </p:txBody>
      </p:sp>
      <p:grpSp>
        <p:nvGrpSpPr>
          <p:cNvPr id="4109" name="Group 21"/>
          <p:cNvGrpSpPr>
            <a:grpSpLocks/>
          </p:cNvGrpSpPr>
          <p:nvPr/>
        </p:nvGrpSpPr>
        <p:grpSpPr bwMode="auto">
          <a:xfrm>
            <a:off x="301625" y="5045075"/>
            <a:ext cx="320675" cy="366713"/>
            <a:chOff x="1377" y="3591"/>
            <a:chExt cx="202" cy="231"/>
          </a:xfrm>
        </p:grpSpPr>
        <p:pic>
          <p:nvPicPr>
            <p:cNvPr id="4136" name="Picture 22" descr="WB01619_"/>
            <p:cNvPicPr>
              <a:picLocks noChangeAspect="1" noChangeArrowheads="1"/>
            </p:cNvPicPr>
            <p:nvPr/>
          </p:nvPicPr>
          <p:blipFill>
            <a:blip r:embed="rId5" cstate="print"/>
            <a:srcRect/>
            <a:stretch>
              <a:fillRect/>
            </a:stretch>
          </p:blipFill>
          <p:spPr bwMode="auto">
            <a:xfrm>
              <a:off x="1377" y="3607"/>
              <a:ext cx="202" cy="215"/>
            </a:xfrm>
            <a:prstGeom prst="rect">
              <a:avLst/>
            </a:prstGeom>
            <a:noFill/>
            <a:ln w="9525">
              <a:noFill/>
              <a:miter lim="800000"/>
              <a:headEnd/>
              <a:tailEnd/>
            </a:ln>
          </p:spPr>
        </p:pic>
        <p:sp>
          <p:nvSpPr>
            <p:cNvPr id="94231" name="Text Box 23"/>
            <p:cNvSpPr txBox="1">
              <a:spLocks noChangeArrowheads="1"/>
            </p:cNvSpPr>
            <p:nvPr/>
          </p:nvSpPr>
          <p:spPr bwMode="auto">
            <a:xfrm>
              <a:off x="1390" y="3591"/>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b="1">
                  <a:solidFill>
                    <a:schemeClr val="bg1">
                      <a:lumMod val="65000"/>
                    </a:schemeClr>
                  </a:solidFill>
                  <a:effectLst>
                    <a:outerShdw blurRad="38100" dist="38100" dir="2700000" algn="tl">
                      <a:srgbClr val="C0C0C0"/>
                    </a:outerShdw>
                  </a:effectLst>
                  <a:latin typeface="Calibri" pitchFamily="34" charset="0"/>
                  <a:cs typeface="Calibri" pitchFamily="34" charset="0"/>
                </a:rPr>
                <a:t>7</a:t>
              </a:r>
            </a:p>
          </p:txBody>
        </p:sp>
      </p:grpSp>
      <p:grpSp>
        <p:nvGrpSpPr>
          <p:cNvPr id="4110" name="Group 24"/>
          <p:cNvGrpSpPr>
            <a:grpSpLocks/>
          </p:cNvGrpSpPr>
          <p:nvPr/>
        </p:nvGrpSpPr>
        <p:grpSpPr bwMode="auto">
          <a:xfrm>
            <a:off x="301625" y="2360613"/>
            <a:ext cx="320675" cy="366712"/>
            <a:chOff x="1385" y="1999"/>
            <a:chExt cx="202" cy="231"/>
          </a:xfrm>
        </p:grpSpPr>
        <p:pic>
          <p:nvPicPr>
            <p:cNvPr id="4134" name="Picture 25" descr="WB01619_"/>
            <p:cNvPicPr>
              <a:picLocks noChangeAspect="1" noChangeArrowheads="1"/>
            </p:cNvPicPr>
            <p:nvPr/>
          </p:nvPicPr>
          <p:blipFill>
            <a:blip r:embed="rId5" cstate="print"/>
            <a:srcRect/>
            <a:stretch>
              <a:fillRect/>
            </a:stretch>
          </p:blipFill>
          <p:spPr bwMode="auto">
            <a:xfrm>
              <a:off x="1385" y="2015"/>
              <a:ext cx="202" cy="215"/>
            </a:xfrm>
            <a:prstGeom prst="rect">
              <a:avLst/>
            </a:prstGeom>
            <a:noFill/>
            <a:ln w="9525">
              <a:noFill/>
              <a:miter lim="800000"/>
              <a:headEnd/>
              <a:tailEnd/>
            </a:ln>
          </p:spPr>
        </p:pic>
        <p:sp>
          <p:nvSpPr>
            <p:cNvPr id="94234" name="Text Box 26"/>
            <p:cNvSpPr txBox="1">
              <a:spLocks noChangeArrowheads="1"/>
            </p:cNvSpPr>
            <p:nvPr/>
          </p:nvSpPr>
          <p:spPr bwMode="auto">
            <a:xfrm>
              <a:off x="1398" y="1999"/>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2</a:t>
              </a:r>
            </a:p>
          </p:txBody>
        </p:sp>
      </p:grpSp>
      <p:sp>
        <p:nvSpPr>
          <p:cNvPr id="94235" name="Text Box 27"/>
          <p:cNvSpPr txBox="1">
            <a:spLocks noChangeArrowheads="1"/>
          </p:cNvSpPr>
          <p:nvPr/>
        </p:nvSpPr>
        <p:spPr bwMode="auto">
          <a:xfrm>
            <a:off x="633412" y="2376488"/>
            <a:ext cx="5918807" cy="369332"/>
          </a:xfrm>
          <a:prstGeom prst="rect">
            <a:avLst/>
          </a:prstGeom>
          <a:noFill/>
          <a:ln w="12700">
            <a:noFill/>
            <a:miter lim="800000"/>
            <a:headEnd/>
            <a:tailEnd/>
          </a:ln>
          <a:effectLst/>
        </p:spPr>
        <p:txBody>
          <a:bodyPr wrap="square">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Constitution du Groupe de Travail</a:t>
            </a:r>
          </a:p>
        </p:txBody>
      </p:sp>
      <p:grpSp>
        <p:nvGrpSpPr>
          <p:cNvPr id="4112" name="Group 28"/>
          <p:cNvGrpSpPr>
            <a:grpSpLocks/>
          </p:cNvGrpSpPr>
          <p:nvPr/>
        </p:nvGrpSpPr>
        <p:grpSpPr bwMode="auto">
          <a:xfrm>
            <a:off x="301625" y="2797175"/>
            <a:ext cx="320675" cy="366713"/>
            <a:chOff x="1377" y="2511"/>
            <a:chExt cx="202" cy="231"/>
          </a:xfrm>
        </p:grpSpPr>
        <p:pic>
          <p:nvPicPr>
            <p:cNvPr id="4132" name="Picture 29" descr="WB01619_"/>
            <p:cNvPicPr>
              <a:picLocks noChangeAspect="1" noChangeArrowheads="1"/>
            </p:cNvPicPr>
            <p:nvPr/>
          </p:nvPicPr>
          <p:blipFill>
            <a:blip r:embed="rId5" cstate="print"/>
            <a:srcRect/>
            <a:stretch>
              <a:fillRect/>
            </a:stretch>
          </p:blipFill>
          <p:spPr bwMode="auto">
            <a:xfrm>
              <a:off x="1377" y="2527"/>
              <a:ext cx="202" cy="215"/>
            </a:xfrm>
            <a:prstGeom prst="rect">
              <a:avLst/>
            </a:prstGeom>
            <a:noFill/>
            <a:ln w="9525">
              <a:noFill/>
              <a:miter lim="800000"/>
              <a:headEnd/>
              <a:tailEnd/>
            </a:ln>
          </p:spPr>
        </p:pic>
        <p:sp>
          <p:nvSpPr>
            <p:cNvPr id="94238" name="Text Box 30"/>
            <p:cNvSpPr txBox="1">
              <a:spLocks noChangeArrowheads="1"/>
            </p:cNvSpPr>
            <p:nvPr/>
          </p:nvSpPr>
          <p:spPr bwMode="auto">
            <a:xfrm>
              <a:off x="1390" y="2511"/>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rgbClr val="002060"/>
                  </a:solidFill>
                  <a:latin typeface="Calibri" pitchFamily="34" charset="0"/>
                  <a:cs typeface="Calibri" pitchFamily="34" charset="0"/>
                </a:rPr>
                <a:t>3</a:t>
              </a:r>
            </a:p>
          </p:txBody>
        </p:sp>
      </p:grpSp>
      <p:sp>
        <p:nvSpPr>
          <p:cNvPr id="94239" name="Text Box 31"/>
          <p:cNvSpPr txBox="1">
            <a:spLocks noChangeArrowheads="1"/>
          </p:cNvSpPr>
          <p:nvPr/>
        </p:nvSpPr>
        <p:spPr bwMode="auto">
          <a:xfrm>
            <a:off x="669925" y="3228463"/>
            <a:ext cx="7550150" cy="369332"/>
          </a:xfrm>
          <a:prstGeom prst="rect">
            <a:avLst/>
          </a:prstGeom>
          <a:noFill/>
          <a:ln w="12700">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Localiser la Source de la Cause – Identifier les Causes Probables</a:t>
            </a:r>
          </a:p>
        </p:txBody>
      </p:sp>
      <p:grpSp>
        <p:nvGrpSpPr>
          <p:cNvPr id="4114" name="Group 32"/>
          <p:cNvGrpSpPr>
            <a:grpSpLocks/>
          </p:cNvGrpSpPr>
          <p:nvPr/>
        </p:nvGrpSpPr>
        <p:grpSpPr bwMode="auto">
          <a:xfrm>
            <a:off x="301625" y="5457825"/>
            <a:ext cx="320675" cy="366713"/>
            <a:chOff x="1377" y="3823"/>
            <a:chExt cx="202" cy="231"/>
          </a:xfrm>
        </p:grpSpPr>
        <p:pic>
          <p:nvPicPr>
            <p:cNvPr id="4130" name="Picture 33" descr="WB01619_"/>
            <p:cNvPicPr>
              <a:picLocks noChangeAspect="1" noChangeArrowheads="1"/>
            </p:cNvPicPr>
            <p:nvPr/>
          </p:nvPicPr>
          <p:blipFill>
            <a:blip r:embed="rId5" cstate="print"/>
            <a:srcRect/>
            <a:stretch>
              <a:fillRect/>
            </a:stretch>
          </p:blipFill>
          <p:spPr bwMode="auto">
            <a:xfrm>
              <a:off x="1377" y="3839"/>
              <a:ext cx="202" cy="215"/>
            </a:xfrm>
            <a:prstGeom prst="rect">
              <a:avLst/>
            </a:prstGeom>
            <a:noFill/>
            <a:ln w="9525">
              <a:noFill/>
              <a:miter lim="800000"/>
              <a:headEnd/>
              <a:tailEnd/>
            </a:ln>
          </p:spPr>
        </p:pic>
        <p:sp>
          <p:nvSpPr>
            <p:cNvPr id="94242" name="Text Box 34"/>
            <p:cNvSpPr txBox="1">
              <a:spLocks noChangeArrowheads="1"/>
            </p:cNvSpPr>
            <p:nvPr/>
          </p:nvSpPr>
          <p:spPr bwMode="auto">
            <a:xfrm>
              <a:off x="1390" y="3823"/>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b="1">
                  <a:solidFill>
                    <a:schemeClr val="bg1">
                      <a:lumMod val="65000"/>
                    </a:schemeClr>
                  </a:solidFill>
                  <a:effectLst>
                    <a:outerShdw blurRad="38100" dist="38100" dir="2700000" algn="tl">
                      <a:srgbClr val="C0C0C0"/>
                    </a:outerShdw>
                  </a:effectLst>
                  <a:latin typeface="Calibri" pitchFamily="34" charset="0"/>
                  <a:cs typeface="Calibri" pitchFamily="34" charset="0"/>
                </a:rPr>
                <a:t>8</a:t>
              </a:r>
            </a:p>
          </p:txBody>
        </p:sp>
      </p:grpSp>
      <p:sp>
        <p:nvSpPr>
          <p:cNvPr id="94243" name="Text Box 35"/>
          <p:cNvSpPr txBox="1">
            <a:spLocks noChangeArrowheads="1"/>
          </p:cNvSpPr>
          <p:nvPr/>
        </p:nvSpPr>
        <p:spPr bwMode="auto">
          <a:xfrm>
            <a:off x="633413" y="5473700"/>
            <a:ext cx="7150868" cy="369332"/>
          </a:xfrm>
          <a:prstGeom prst="rect">
            <a:avLst/>
          </a:prstGeom>
          <a:noFill/>
          <a:ln w="12700">
            <a:noFill/>
            <a:miter lim="800000"/>
            <a:headEnd/>
            <a:tailEnd/>
          </a:ln>
          <a:effectLst/>
        </p:spPr>
        <p:txBody>
          <a:bodyPr wrap="none">
            <a:spAutoFit/>
          </a:bodyPr>
          <a:lstStyle/>
          <a:p>
            <a:pPr eaLnBrk="0" hangingPunct="0">
              <a:spcBef>
                <a:spcPct val="50000"/>
              </a:spcBef>
              <a:defRPr/>
            </a:pPr>
            <a:r>
              <a:rPr lang="fr-FR" sz="1800" b="1" dirty="0">
                <a:solidFill>
                  <a:schemeClr val="bg1">
                    <a:lumMod val="65000"/>
                  </a:schemeClr>
                </a:solidFill>
                <a:latin typeface="Calibri" pitchFamily="34" charset="0"/>
                <a:cs typeface="Calibri" pitchFamily="34" charset="0"/>
              </a:rPr>
              <a:t>Transversalisation – leçons retenues – Actions préventives mises en place</a:t>
            </a:r>
            <a:endParaRPr lang="fr-FR" sz="1600" b="1" dirty="0">
              <a:solidFill>
                <a:schemeClr val="bg1">
                  <a:lumMod val="65000"/>
                </a:schemeClr>
              </a:solidFill>
              <a:latin typeface="Calibri" pitchFamily="34" charset="0"/>
              <a:cs typeface="Calibri" pitchFamily="34" charset="0"/>
            </a:endParaRPr>
          </a:p>
        </p:txBody>
      </p:sp>
      <p:sp>
        <p:nvSpPr>
          <p:cNvPr id="41" name="Rectangle 2"/>
          <p:cNvSpPr>
            <a:spLocks noChangeArrowheads="1"/>
          </p:cNvSpPr>
          <p:nvPr/>
        </p:nvSpPr>
        <p:spPr bwMode="auto">
          <a:xfrm>
            <a:off x="271462" y="395790"/>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8D et outils associés</a:t>
            </a:r>
          </a:p>
        </p:txBody>
      </p:sp>
      <p:sp>
        <p:nvSpPr>
          <p:cNvPr id="48" name="Rectangle 47"/>
          <p:cNvSpPr/>
          <p:nvPr/>
        </p:nvSpPr>
        <p:spPr>
          <a:xfrm>
            <a:off x="322284" y="1328960"/>
            <a:ext cx="1961766"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pic>
        <p:nvPicPr>
          <p:cNvPr id="4120" name="Picture 4"/>
          <p:cNvPicPr>
            <a:picLocks noChangeAspect="1" noChangeArrowheads="1"/>
          </p:cNvPicPr>
          <p:nvPr/>
        </p:nvPicPr>
        <p:blipFill>
          <a:blip r:embed="rId6" cstate="print"/>
          <a:srcRect/>
          <a:stretch>
            <a:fillRect/>
          </a:stretch>
        </p:blipFill>
        <p:spPr bwMode="auto">
          <a:xfrm>
            <a:off x="3028819" y="1547813"/>
            <a:ext cx="1433513" cy="455612"/>
          </a:xfrm>
          <a:prstGeom prst="rect">
            <a:avLst/>
          </a:prstGeom>
          <a:noFill/>
          <a:ln w="9525">
            <a:noFill/>
            <a:miter lim="800000"/>
            <a:headEnd/>
            <a:tailEnd/>
          </a:ln>
        </p:spPr>
      </p:pic>
      <p:sp>
        <p:nvSpPr>
          <p:cNvPr id="49" name="Text Box 48"/>
          <p:cNvSpPr txBox="1">
            <a:spLocks noChangeArrowheads="1"/>
          </p:cNvSpPr>
          <p:nvPr/>
        </p:nvSpPr>
        <p:spPr bwMode="auto">
          <a:xfrm>
            <a:off x="7868792" y="2203450"/>
            <a:ext cx="1084262" cy="400050"/>
          </a:xfrm>
          <a:prstGeom prst="rect">
            <a:avLst/>
          </a:prstGeom>
          <a:noFill/>
          <a:ln w="9525">
            <a:noFill/>
            <a:miter lim="800000"/>
            <a:headEnd/>
            <a:tailEnd/>
          </a:ln>
        </p:spPr>
        <p:txBody>
          <a:bodyPr wrap="none">
            <a:spAutoFit/>
          </a:bodyPr>
          <a:lstStyle/>
          <a:p>
            <a:pPr eaLnBrk="0" hangingPunct="0"/>
            <a:r>
              <a:rPr lang="fr-FR" sz="2000" b="1" i="1" dirty="0">
                <a:latin typeface="Calibri" pitchFamily="34" charset="0"/>
                <a:cs typeface="Calibri" pitchFamily="34" charset="0"/>
              </a:rPr>
              <a:t>≤ 2 jours</a:t>
            </a:r>
          </a:p>
        </p:txBody>
      </p:sp>
      <p:cxnSp>
        <p:nvCxnSpPr>
          <p:cNvPr id="4122" name="Connecteur droit avec flèche 50"/>
          <p:cNvCxnSpPr>
            <a:cxnSpLocks noChangeShapeType="1"/>
          </p:cNvCxnSpPr>
          <p:nvPr/>
        </p:nvCxnSpPr>
        <p:spPr bwMode="auto">
          <a:xfrm flipH="1">
            <a:off x="7767198" y="1944830"/>
            <a:ext cx="3176" cy="1035701"/>
          </a:xfrm>
          <a:prstGeom prst="straightConnector1">
            <a:avLst/>
          </a:prstGeom>
          <a:noFill/>
          <a:ln w="57150" algn="ctr">
            <a:solidFill>
              <a:schemeClr val="tx1"/>
            </a:solidFill>
            <a:round/>
            <a:headEnd/>
            <a:tailEnd type="arrow" w="med" len="med"/>
          </a:ln>
        </p:spPr>
      </p:cxnSp>
      <p:sp>
        <p:nvSpPr>
          <p:cNvPr id="53" name="Text Box 48"/>
          <p:cNvSpPr txBox="1">
            <a:spLocks noChangeArrowheads="1"/>
          </p:cNvSpPr>
          <p:nvPr/>
        </p:nvSpPr>
        <p:spPr bwMode="auto">
          <a:xfrm>
            <a:off x="7861075" y="2840085"/>
            <a:ext cx="1083951" cy="400110"/>
          </a:xfrm>
          <a:prstGeom prst="rect">
            <a:avLst/>
          </a:prstGeom>
          <a:noFill/>
          <a:ln w="9525">
            <a:noFill/>
            <a:miter lim="800000"/>
            <a:headEnd/>
            <a:tailEnd/>
          </a:ln>
        </p:spPr>
        <p:txBody>
          <a:bodyPr wrap="none">
            <a:spAutoFit/>
          </a:bodyPr>
          <a:lstStyle/>
          <a:p>
            <a:pPr eaLnBrk="0" hangingPunct="0"/>
            <a:r>
              <a:rPr lang="fr-FR" sz="2000" b="1" i="1" dirty="0">
                <a:latin typeface="Calibri" pitchFamily="34" charset="0"/>
                <a:cs typeface="Calibri" pitchFamily="34" charset="0"/>
              </a:rPr>
              <a:t>≤ </a:t>
            </a:r>
            <a:r>
              <a:rPr lang="fr-FR" sz="2000" i="1" dirty="0">
                <a:latin typeface="Calibri" pitchFamily="34" charset="0"/>
                <a:cs typeface="Calibri" pitchFamily="34" charset="0"/>
              </a:rPr>
              <a:t>7</a:t>
            </a:r>
            <a:r>
              <a:rPr lang="fr-FR" sz="2000" b="1" i="1" dirty="0">
                <a:latin typeface="Calibri" pitchFamily="34" charset="0"/>
                <a:cs typeface="Calibri" pitchFamily="34" charset="0"/>
              </a:rPr>
              <a:t> jours</a:t>
            </a:r>
          </a:p>
        </p:txBody>
      </p:sp>
      <p:cxnSp>
        <p:nvCxnSpPr>
          <p:cNvPr id="4124" name="Connecteur droit avec flèche 53"/>
          <p:cNvCxnSpPr>
            <a:cxnSpLocks noChangeShapeType="1"/>
          </p:cNvCxnSpPr>
          <p:nvPr/>
        </p:nvCxnSpPr>
        <p:spPr bwMode="auto">
          <a:xfrm>
            <a:off x="7767198" y="3040140"/>
            <a:ext cx="6350" cy="446128"/>
          </a:xfrm>
          <a:prstGeom prst="straightConnector1">
            <a:avLst/>
          </a:prstGeom>
          <a:noFill/>
          <a:ln w="57150" algn="ctr">
            <a:solidFill>
              <a:schemeClr val="tx1"/>
            </a:solidFill>
            <a:round/>
            <a:headEnd/>
            <a:tailEnd type="arrow" w="med" len="med"/>
          </a:ln>
        </p:spPr>
      </p:cxnSp>
      <p:sp>
        <p:nvSpPr>
          <p:cNvPr id="56" name="Text Box 48"/>
          <p:cNvSpPr txBox="1">
            <a:spLocks noChangeArrowheads="1"/>
          </p:cNvSpPr>
          <p:nvPr/>
        </p:nvSpPr>
        <p:spPr bwMode="auto">
          <a:xfrm>
            <a:off x="7796782" y="4316129"/>
            <a:ext cx="1203325" cy="396875"/>
          </a:xfrm>
          <a:prstGeom prst="rect">
            <a:avLst/>
          </a:prstGeom>
          <a:noFill/>
          <a:ln w="9525">
            <a:noFill/>
            <a:miter lim="800000"/>
            <a:headEnd/>
            <a:tailEnd/>
          </a:ln>
        </p:spPr>
        <p:txBody>
          <a:bodyPr wrap="none">
            <a:spAutoFit/>
          </a:bodyPr>
          <a:lstStyle/>
          <a:p>
            <a:pPr eaLnBrk="0" hangingPunct="0"/>
            <a:r>
              <a:rPr lang="fr-FR" sz="2000" b="1" i="1" dirty="0">
                <a:latin typeface="Calibri" pitchFamily="34" charset="0"/>
                <a:cs typeface="Calibri" pitchFamily="34" charset="0"/>
              </a:rPr>
              <a:t>≤ 30 jours</a:t>
            </a:r>
          </a:p>
        </p:txBody>
      </p:sp>
      <p:cxnSp>
        <p:nvCxnSpPr>
          <p:cNvPr id="4126" name="Connecteur droit avec flèche 56"/>
          <p:cNvCxnSpPr>
            <a:cxnSpLocks noChangeShapeType="1"/>
          </p:cNvCxnSpPr>
          <p:nvPr/>
        </p:nvCxnSpPr>
        <p:spPr bwMode="auto">
          <a:xfrm>
            <a:off x="7784281" y="4104075"/>
            <a:ext cx="20438" cy="1670966"/>
          </a:xfrm>
          <a:prstGeom prst="straightConnector1">
            <a:avLst/>
          </a:prstGeom>
          <a:noFill/>
          <a:ln w="57150" algn="ctr">
            <a:solidFill>
              <a:schemeClr val="tx1"/>
            </a:solidFill>
            <a:round/>
            <a:headEnd/>
            <a:tailEnd type="arrow" w="med" len="med"/>
          </a:ln>
        </p:spPr>
      </p:cxnSp>
    </p:spTree>
    <p:extLst>
      <p:ext uri="{BB962C8B-B14F-4D97-AF65-F5344CB8AC3E}">
        <p14:creationId xmlns:p14="http://schemas.microsoft.com/office/powerpoint/2010/main" val="1513368928"/>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49"/>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53"/>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utoUpdateAnimBg="0"/>
      <p:bldP spid="53" grpId="0" autoUpdateAnimBg="0"/>
      <p:bldP spid="56"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5"/>
          <p:cNvSpPr txBox="1">
            <a:spLocks noChangeArrowheads="1"/>
          </p:cNvSpPr>
          <p:nvPr/>
        </p:nvSpPr>
        <p:spPr bwMode="auto">
          <a:xfrm>
            <a:off x="611188" y="2754313"/>
            <a:ext cx="7966075" cy="2835275"/>
          </a:xfrm>
          <a:prstGeom prst="rect">
            <a:avLst/>
          </a:prstGeom>
          <a:noFill/>
          <a:ln w="12700">
            <a:noFill/>
            <a:miter lim="800000"/>
            <a:headEnd/>
            <a:tailEnd/>
          </a:ln>
        </p:spPr>
        <p:txBody>
          <a:bodyPr>
            <a:spAutoFit/>
          </a:bodyPr>
          <a:lstStyle/>
          <a:p>
            <a:pPr algn="just" eaLnBrk="0" hangingPunct="0">
              <a:spcBef>
                <a:spcPct val="50000"/>
              </a:spcBef>
            </a:pPr>
            <a:r>
              <a:rPr lang="fr-FR" sz="2000" dirty="0">
                <a:latin typeface="Calibri" pitchFamily="34" charset="0"/>
                <a:cs typeface="Calibri" pitchFamily="34" charset="0"/>
              </a:rPr>
              <a:t>Si l’effet du problème détecté dégrade les performances ou les spécifications du produit, du processus ou du service, il faut engager </a:t>
            </a:r>
            <a:r>
              <a:rPr lang="fr-FR" sz="2000" dirty="0">
                <a:solidFill>
                  <a:srgbClr val="C00000"/>
                </a:solidFill>
                <a:latin typeface="Calibri" pitchFamily="34" charset="0"/>
                <a:cs typeface="Calibri" pitchFamily="34" charset="0"/>
              </a:rPr>
              <a:t>immédiatement</a:t>
            </a:r>
            <a:r>
              <a:rPr lang="fr-FR" sz="2000" dirty="0">
                <a:latin typeface="Calibri" pitchFamily="34" charset="0"/>
                <a:cs typeface="Calibri" pitchFamily="34" charset="0"/>
              </a:rPr>
              <a:t> des actions permettant d’assurer le fonctionnement de manière satisfaisante du point de vue du client :</a:t>
            </a:r>
          </a:p>
          <a:p>
            <a:pPr lvl="1" algn="just" eaLnBrk="0" hangingPunct="0">
              <a:spcBef>
                <a:spcPct val="50000"/>
              </a:spcBef>
              <a:buFontTx/>
              <a:buChar char="•"/>
            </a:pPr>
            <a:r>
              <a:rPr lang="fr-FR" sz="2000" dirty="0">
                <a:latin typeface="Calibri" pitchFamily="34" charset="0"/>
                <a:cs typeface="Calibri" pitchFamily="34" charset="0"/>
              </a:rPr>
              <a:t> quarantaine, tri, retouches, rebuts…</a:t>
            </a:r>
          </a:p>
          <a:p>
            <a:pPr lvl="1" algn="just" eaLnBrk="0" hangingPunct="0">
              <a:spcBef>
                <a:spcPct val="50000"/>
              </a:spcBef>
              <a:buFontTx/>
              <a:buChar char="•"/>
            </a:pPr>
            <a:r>
              <a:rPr lang="fr-FR" sz="2000" dirty="0">
                <a:latin typeface="Calibri" pitchFamily="34" charset="0"/>
                <a:cs typeface="Calibri" pitchFamily="34" charset="0"/>
              </a:rPr>
              <a:t> afin d'isoler les effets du problème jusqu’à ce que les actions correctives soient mises en place (détection avant de faire l’occurrence).</a:t>
            </a:r>
          </a:p>
        </p:txBody>
      </p:sp>
      <p:sp>
        <p:nvSpPr>
          <p:cNvPr id="11" name="Text Box 6"/>
          <p:cNvSpPr txBox="1">
            <a:spLocks noChangeArrowheads="1"/>
          </p:cNvSpPr>
          <p:nvPr/>
        </p:nvSpPr>
        <p:spPr bwMode="auto">
          <a:xfrm>
            <a:off x="476250" y="2124075"/>
            <a:ext cx="7721600" cy="461963"/>
          </a:xfrm>
          <a:prstGeom prst="rect">
            <a:avLst/>
          </a:prstGeom>
          <a:noFill/>
          <a:ln w="12700">
            <a:noFill/>
            <a:miter lim="800000"/>
            <a:headEnd/>
            <a:tailEnd/>
          </a:ln>
          <a:effectLst/>
        </p:spPr>
        <p:txBody>
          <a:bodyPr>
            <a:spAutoFit/>
          </a:bodyPr>
          <a:lstStyle/>
          <a:p>
            <a:pPr eaLnBrk="0" hangingPunct="0">
              <a:spcBef>
                <a:spcPct val="50000"/>
              </a:spcBef>
              <a:defRPr/>
            </a:pPr>
            <a:r>
              <a:rPr lang="fr-FR" sz="2400" b="1" dirty="0">
                <a:solidFill>
                  <a:srgbClr val="002060"/>
                </a:solidFill>
                <a:effectLst>
                  <a:outerShdw blurRad="38100" dist="38100" dir="2700000" algn="tl">
                    <a:srgbClr val="000000">
                      <a:alpha val="43137"/>
                    </a:srgbClr>
                  </a:outerShdw>
                </a:effectLst>
                <a:latin typeface="Calibri" pitchFamily="34" charset="0"/>
                <a:cs typeface="Calibri" pitchFamily="34" charset="0"/>
              </a:rPr>
              <a:t>Eliminer les effets du problème pour le client</a:t>
            </a:r>
          </a:p>
        </p:txBody>
      </p:sp>
      <p:pic>
        <p:nvPicPr>
          <p:cNvPr id="82948" name="Picture 1" descr="C:\Users\annie\Documents\Images\outils hom.png"/>
          <p:cNvPicPr>
            <a:picLocks noChangeAspect="1" noChangeArrowheads="1"/>
          </p:cNvPicPr>
          <p:nvPr/>
        </p:nvPicPr>
        <p:blipFill>
          <a:blip r:embed="rId3" cstate="print"/>
          <a:srcRect/>
          <a:stretch>
            <a:fillRect/>
          </a:stretch>
        </p:blipFill>
        <p:spPr bwMode="auto">
          <a:xfrm>
            <a:off x="7343775" y="764158"/>
            <a:ext cx="1220788" cy="1630363"/>
          </a:xfrm>
          <a:prstGeom prst="rect">
            <a:avLst/>
          </a:prstGeom>
          <a:noFill/>
          <a:ln w="9525">
            <a:noFill/>
            <a:miter lim="800000"/>
            <a:headEnd/>
            <a:tailEnd/>
          </a:ln>
        </p:spPr>
      </p:pic>
      <p:sp>
        <p:nvSpPr>
          <p:cNvPr id="9" name="Text Box 2"/>
          <p:cNvSpPr txBox="1">
            <a:spLocks noChangeArrowheads="1"/>
          </p:cNvSpPr>
          <p:nvPr/>
        </p:nvSpPr>
        <p:spPr bwMode="auto">
          <a:xfrm>
            <a:off x="2303308" y="1485285"/>
            <a:ext cx="2648354"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 3 – Contres- Mesures</a:t>
            </a:r>
          </a:p>
        </p:txBody>
      </p:sp>
      <p:sp>
        <p:nvSpPr>
          <p:cNvPr id="12" name="Rectangle 2"/>
          <p:cNvSpPr>
            <a:spLocks noChangeArrowheads="1"/>
          </p:cNvSpPr>
          <p:nvPr/>
        </p:nvSpPr>
        <p:spPr bwMode="auto">
          <a:xfrm>
            <a:off x="250685" y="525294"/>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
        <p:nvSpPr>
          <p:cNvPr id="17" name="Rectangle 16"/>
          <p:cNvSpPr/>
          <p:nvPr/>
        </p:nvSpPr>
        <p:spPr>
          <a:xfrm>
            <a:off x="279427" y="1468239"/>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Tree>
    <p:extLst>
      <p:ext uri="{BB962C8B-B14F-4D97-AF65-F5344CB8AC3E}">
        <p14:creationId xmlns:p14="http://schemas.microsoft.com/office/powerpoint/2010/main" val="4096348032"/>
      </p:ext>
    </p:extLst>
  </p:cSld>
  <p:clrMapOvr>
    <a:masterClrMapping/>
  </p:clrMapOvr>
  <p:transition>
    <p:zoom/>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Text Box 3"/>
          <p:cNvSpPr txBox="1">
            <a:spLocks noChangeArrowheads="1"/>
          </p:cNvSpPr>
          <p:nvPr/>
        </p:nvSpPr>
        <p:spPr bwMode="auto">
          <a:xfrm>
            <a:off x="1170003" y="1910738"/>
            <a:ext cx="6235701" cy="707886"/>
          </a:xfrm>
          <a:prstGeom prst="rect">
            <a:avLst/>
          </a:prstGeom>
          <a:noFill/>
          <a:ln w="12700">
            <a:noFill/>
            <a:miter lim="800000"/>
            <a:headEnd/>
            <a:tailEnd/>
          </a:ln>
        </p:spPr>
        <p:txBody>
          <a:bodyPr wrap="square" anchor="ctr">
            <a:spAutoFit/>
          </a:bodyPr>
          <a:lstStyle/>
          <a:p>
            <a:pPr algn="just">
              <a:spcBef>
                <a:spcPct val="50000"/>
              </a:spcBef>
              <a:defRPr/>
            </a:pPr>
            <a:r>
              <a:rPr lang="en-GB" sz="4000" dirty="0">
                <a:latin typeface="Calibri" pitchFamily="34" charset="0"/>
              </a:rPr>
              <a:t>“Stopper </a:t>
            </a:r>
            <a:r>
              <a:rPr lang="fr-FR" sz="4000" dirty="0">
                <a:latin typeface="Calibri" pitchFamily="34" charset="0"/>
              </a:rPr>
              <a:t>l’hémorragie </a:t>
            </a:r>
            <a:r>
              <a:rPr lang="en-GB" sz="4000" dirty="0">
                <a:latin typeface="Calibri" pitchFamily="34" charset="0"/>
              </a:rPr>
              <a:t>”</a:t>
            </a:r>
            <a:endParaRPr lang="en-GB" sz="4000" u="sng" dirty="0">
              <a:latin typeface="Calibri" pitchFamily="34" charset="0"/>
            </a:endParaRPr>
          </a:p>
        </p:txBody>
      </p:sp>
      <p:pic>
        <p:nvPicPr>
          <p:cNvPr id="189444" name="Picture 4" descr="See full size image">
            <a:hlinkClick r:id="rId3"/>
          </p:cNvPr>
          <p:cNvPicPr>
            <a:picLocks noChangeAspect="1" noChangeArrowheads="1"/>
          </p:cNvPicPr>
          <p:nvPr/>
        </p:nvPicPr>
        <p:blipFill>
          <a:blip r:embed="rId4" cstate="print"/>
          <a:srcRect/>
          <a:stretch>
            <a:fillRect/>
          </a:stretch>
        </p:blipFill>
        <p:spPr bwMode="auto">
          <a:xfrm>
            <a:off x="4870136" y="2616996"/>
            <a:ext cx="2647008" cy="1829235"/>
          </a:xfrm>
          <a:prstGeom prst="rect">
            <a:avLst/>
          </a:prstGeom>
          <a:noFill/>
        </p:spPr>
      </p:pic>
      <p:sp>
        <p:nvSpPr>
          <p:cNvPr id="7" name="Text Box 2"/>
          <p:cNvSpPr txBox="1">
            <a:spLocks noChangeArrowheads="1"/>
          </p:cNvSpPr>
          <p:nvPr/>
        </p:nvSpPr>
        <p:spPr bwMode="auto">
          <a:xfrm>
            <a:off x="2321750" y="1227163"/>
            <a:ext cx="2648354"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 3 – Contres- Mesures</a:t>
            </a:r>
          </a:p>
        </p:txBody>
      </p:sp>
      <p:sp>
        <p:nvSpPr>
          <p:cNvPr id="8" name="Rectangle 7"/>
          <p:cNvSpPr/>
          <p:nvPr/>
        </p:nvSpPr>
        <p:spPr>
          <a:xfrm>
            <a:off x="341530" y="1210117"/>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10" name="Rectangle 5"/>
          <p:cNvSpPr>
            <a:spLocks noChangeArrowheads="1"/>
          </p:cNvSpPr>
          <p:nvPr/>
        </p:nvSpPr>
        <p:spPr bwMode="auto">
          <a:xfrm>
            <a:off x="771211" y="4656043"/>
            <a:ext cx="8197850" cy="559395"/>
          </a:xfrm>
          <a:prstGeom prst="rect">
            <a:avLst/>
          </a:prstGeom>
          <a:noFill/>
          <a:ln w="25400">
            <a:noFill/>
            <a:miter lim="800000"/>
            <a:headEnd/>
            <a:tailEnd/>
          </a:ln>
        </p:spPr>
        <p:txBody>
          <a:bodyPr/>
          <a:lstStyle/>
          <a:p>
            <a:pPr marL="457200" indent="-457200" defTabSz="795338">
              <a:lnSpc>
                <a:spcPct val="90000"/>
              </a:lnSpc>
              <a:spcBef>
                <a:spcPct val="50000"/>
              </a:spcBef>
              <a:defRPr/>
            </a:pPr>
            <a:r>
              <a:rPr lang="fr-FR" sz="2800" dirty="0">
                <a:solidFill>
                  <a:srgbClr val="C00000"/>
                </a:solidFill>
                <a:effectLst>
                  <a:outerShdw blurRad="38100" dist="38100" dir="2700000" algn="tl">
                    <a:srgbClr val="000000">
                      <a:alpha val="43137"/>
                    </a:srgbClr>
                  </a:outerShdw>
                </a:effectLst>
                <a:latin typeface="Calibri" pitchFamily="34" charset="0"/>
              </a:rPr>
              <a:t>C’est une solution provisoire sur l’effet du problème </a:t>
            </a:r>
          </a:p>
          <a:p>
            <a:pPr marL="457200" indent="-457200" defTabSz="795338">
              <a:lnSpc>
                <a:spcPct val="90000"/>
              </a:lnSpc>
              <a:spcBef>
                <a:spcPct val="50000"/>
              </a:spcBef>
              <a:defRPr/>
            </a:pPr>
            <a:r>
              <a:rPr lang="fr-FR" sz="2400" i="1" dirty="0">
                <a:solidFill>
                  <a:srgbClr val="C00000"/>
                </a:solidFill>
                <a:effectLst>
                  <a:outerShdw blurRad="38100" dist="38100" dir="2700000" algn="tl">
                    <a:srgbClr val="000000">
                      <a:alpha val="43137"/>
                    </a:srgbClr>
                  </a:outerShdw>
                </a:effectLst>
                <a:latin typeface="Calibri" pitchFamily="34" charset="0"/>
              </a:rPr>
              <a:t>(n’adresse pas la cause du problème)</a:t>
            </a:r>
          </a:p>
        </p:txBody>
      </p:sp>
      <p:sp>
        <p:nvSpPr>
          <p:cNvPr id="9" name="Rectangle 2"/>
          <p:cNvSpPr>
            <a:spLocks noChangeArrowheads="1"/>
          </p:cNvSpPr>
          <p:nvPr/>
        </p:nvSpPr>
        <p:spPr bwMode="auto">
          <a:xfrm>
            <a:off x="271462" y="395790"/>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8D et outils associés</a:t>
            </a:r>
          </a:p>
        </p:txBody>
      </p:sp>
    </p:spTree>
    <p:extLst>
      <p:ext uri="{BB962C8B-B14F-4D97-AF65-F5344CB8AC3E}">
        <p14:creationId xmlns:p14="http://schemas.microsoft.com/office/powerpoint/2010/main" val="3307014119"/>
      </p:ext>
    </p:extLst>
  </p:cSld>
  <p:clrMapOvr>
    <a:masterClrMapping/>
  </p:clrMapOvr>
  <p:transition>
    <p:wipe dir="d"/>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8" name="Object 2"/>
          <p:cNvGraphicFramePr>
            <a:graphicFrameLocks noChangeAspect="1"/>
          </p:cNvGraphicFramePr>
          <p:nvPr>
            <p:extLst>
              <p:ext uri="{D42A27DB-BD31-4B8C-83A1-F6EECF244321}">
                <p14:modId xmlns:p14="http://schemas.microsoft.com/office/powerpoint/2010/main" val="3535435580"/>
              </p:ext>
            </p:extLst>
          </p:nvPr>
        </p:nvGraphicFramePr>
        <p:xfrm>
          <a:off x="7974013" y="670076"/>
          <a:ext cx="763587" cy="1028700"/>
        </p:xfrm>
        <a:graphic>
          <a:graphicData uri="http://schemas.openxmlformats.org/presentationml/2006/ole">
            <mc:AlternateContent xmlns:mc="http://schemas.openxmlformats.org/markup-compatibility/2006">
              <mc:Choice xmlns:v="urn:schemas-microsoft-com:vml" Requires="v">
                <p:oleObj name="Clip" r:id="rId3" imgW="2525760" imgH="3407040" progId="MS_ClipArt_Gallery.5">
                  <p:embed/>
                </p:oleObj>
              </mc:Choice>
              <mc:Fallback>
                <p:oleObj name="Clip" r:id="rId3" imgW="2525760" imgH="3407040" progId="MS_ClipArt_Gallery.5">
                  <p:embed/>
                  <p:pic>
                    <p:nvPicPr>
                      <p:cNvPr id="409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74013" y="670076"/>
                        <a:ext cx="763587" cy="1028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4099" name="Text Box 5"/>
          <p:cNvSpPr txBox="1">
            <a:spLocks noChangeArrowheads="1"/>
          </p:cNvSpPr>
          <p:nvPr/>
        </p:nvSpPr>
        <p:spPr bwMode="auto">
          <a:xfrm>
            <a:off x="633413" y="1916113"/>
            <a:ext cx="4521200" cy="366712"/>
          </a:xfrm>
          <a:prstGeom prst="rect">
            <a:avLst/>
          </a:prstGeom>
          <a:noFill/>
          <a:ln w="9525">
            <a:noFill/>
            <a:miter lim="800000"/>
            <a:headEnd/>
            <a:tailEnd/>
          </a:ln>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Décrire - Clarifier</a:t>
            </a:r>
          </a:p>
        </p:txBody>
      </p:sp>
      <p:grpSp>
        <p:nvGrpSpPr>
          <p:cNvPr id="4100" name="Group 6"/>
          <p:cNvGrpSpPr>
            <a:grpSpLocks/>
          </p:cNvGrpSpPr>
          <p:nvPr/>
        </p:nvGrpSpPr>
        <p:grpSpPr bwMode="auto">
          <a:xfrm>
            <a:off x="301625" y="1900238"/>
            <a:ext cx="320675" cy="366712"/>
            <a:chOff x="1385" y="2247"/>
            <a:chExt cx="202" cy="231"/>
          </a:xfrm>
        </p:grpSpPr>
        <p:pic>
          <p:nvPicPr>
            <p:cNvPr id="4142" name="Picture 7" descr="WB01619_"/>
            <p:cNvPicPr>
              <a:picLocks noChangeAspect="1" noChangeArrowheads="1"/>
            </p:cNvPicPr>
            <p:nvPr/>
          </p:nvPicPr>
          <p:blipFill>
            <a:blip r:embed="rId5" cstate="print"/>
            <a:srcRect/>
            <a:stretch>
              <a:fillRect/>
            </a:stretch>
          </p:blipFill>
          <p:spPr bwMode="auto">
            <a:xfrm>
              <a:off x="1385" y="2263"/>
              <a:ext cx="202" cy="215"/>
            </a:xfrm>
            <a:prstGeom prst="rect">
              <a:avLst/>
            </a:prstGeom>
            <a:noFill/>
            <a:ln w="9525">
              <a:noFill/>
              <a:miter lim="800000"/>
              <a:headEnd/>
              <a:tailEnd/>
            </a:ln>
          </p:spPr>
        </p:pic>
        <p:sp>
          <p:nvSpPr>
            <p:cNvPr id="94216" name="Text Box 8"/>
            <p:cNvSpPr txBox="1">
              <a:spLocks noChangeArrowheads="1"/>
            </p:cNvSpPr>
            <p:nvPr/>
          </p:nvSpPr>
          <p:spPr bwMode="auto">
            <a:xfrm>
              <a:off x="1398" y="2247"/>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1</a:t>
              </a:r>
            </a:p>
          </p:txBody>
        </p:sp>
      </p:grpSp>
      <p:sp>
        <p:nvSpPr>
          <p:cNvPr id="94217" name="Text Box 9"/>
          <p:cNvSpPr txBox="1">
            <a:spLocks noChangeArrowheads="1"/>
          </p:cNvSpPr>
          <p:nvPr/>
        </p:nvSpPr>
        <p:spPr bwMode="auto">
          <a:xfrm>
            <a:off x="644407" y="2822575"/>
            <a:ext cx="5018707" cy="369332"/>
          </a:xfrm>
          <a:prstGeom prst="rect">
            <a:avLst/>
          </a:prstGeom>
          <a:noFill/>
          <a:ln w="9525">
            <a:noFill/>
            <a:miter lim="800000"/>
            <a:headEnd/>
            <a:tailEnd/>
          </a:ln>
          <a:effectLst/>
        </p:spPr>
        <p:txBody>
          <a:bodyPr wrap="square">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Contre(s)-Mesure(s) Immédiate(s)</a:t>
            </a:r>
          </a:p>
        </p:txBody>
      </p:sp>
      <p:grpSp>
        <p:nvGrpSpPr>
          <p:cNvPr id="4102" name="Group 10"/>
          <p:cNvGrpSpPr>
            <a:grpSpLocks/>
          </p:cNvGrpSpPr>
          <p:nvPr/>
        </p:nvGrpSpPr>
        <p:grpSpPr bwMode="auto">
          <a:xfrm>
            <a:off x="301625" y="3209925"/>
            <a:ext cx="320675" cy="366713"/>
            <a:chOff x="1377" y="2791"/>
            <a:chExt cx="202" cy="231"/>
          </a:xfrm>
        </p:grpSpPr>
        <p:pic>
          <p:nvPicPr>
            <p:cNvPr id="4140" name="Picture 11" descr="WB01619_"/>
            <p:cNvPicPr>
              <a:picLocks noChangeAspect="1" noChangeArrowheads="1"/>
            </p:cNvPicPr>
            <p:nvPr/>
          </p:nvPicPr>
          <p:blipFill>
            <a:blip r:embed="rId5" cstate="print"/>
            <a:srcRect/>
            <a:stretch>
              <a:fillRect/>
            </a:stretch>
          </p:blipFill>
          <p:spPr bwMode="auto">
            <a:xfrm>
              <a:off x="1377" y="2807"/>
              <a:ext cx="202" cy="215"/>
            </a:xfrm>
            <a:prstGeom prst="rect">
              <a:avLst/>
            </a:prstGeom>
            <a:noFill/>
            <a:ln w="9525">
              <a:noFill/>
              <a:miter lim="800000"/>
              <a:headEnd/>
              <a:tailEnd/>
            </a:ln>
          </p:spPr>
        </p:pic>
        <p:sp>
          <p:nvSpPr>
            <p:cNvPr id="94220" name="Text Box 12"/>
            <p:cNvSpPr txBox="1">
              <a:spLocks noChangeArrowheads="1"/>
            </p:cNvSpPr>
            <p:nvPr/>
          </p:nvSpPr>
          <p:spPr bwMode="auto">
            <a:xfrm>
              <a:off x="1390" y="2791"/>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rgbClr val="002060"/>
                  </a:solidFill>
                  <a:latin typeface="Calibri" pitchFamily="34" charset="0"/>
                  <a:cs typeface="Calibri" pitchFamily="34" charset="0"/>
                </a:rPr>
                <a:t>4</a:t>
              </a:r>
            </a:p>
          </p:txBody>
        </p:sp>
      </p:grpSp>
      <p:sp>
        <p:nvSpPr>
          <p:cNvPr id="94221" name="Text Box 13"/>
          <p:cNvSpPr txBox="1">
            <a:spLocks noChangeArrowheads="1"/>
          </p:cNvSpPr>
          <p:nvPr/>
        </p:nvSpPr>
        <p:spPr bwMode="auto">
          <a:xfrm>
            <a:off x="633413" y="4235450"/>
            <a:ext cx="7623175" cy="369332"/>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Recherche des </a:t>
            </a:r>
            <a:r>
              <a:rPr lang="fr-FR" sz="1800" b="1" dirty="0">
                <a:solidFill>
                  <a:schemeClr val="bg1">
                    <a:lumMod val="65000"/>
                  </a:schemeClr>
                </a:solidFill>
                <a:latin typeface="Calibri" pitchFamily="34" charset="0"/>
                <a:cs typeface="Calibri" pitchFamily="34" charset="0"/>
              </a:rPr>
              <a:t>causes racines </a:t>
            </a:r>
            <a:r>
              <a:rPr lang="fr-FR" sz="1200" b="1" dirty="0">
                <a:solidFill>
                  <a:schemeClr val="bg1">
                    <a:lumMod val="65000"/>
                  </a:schemeClr>
                </a:solidFill>
                <a:latin typeface="Calibri" pitchFamily="34" charset="0"/>
                <a:cs typeface="Calibri" pitchFamily="34" charset="0"/>
              </a:rPr>
              <a:t>(facteurs probables, facteurs prouvés, 5P, causes racines)</a:t>
            </a:r>
          </a:p>
        </p:txBody>
      </p:sp>
      <p:grpSp>
        <p:nvGrpSpPr>
          <p:cNvPr id="4104" name="Group 14"/>
          <p:cNvGrpSpPr>
            <a:grpSpLocks/>
          </p:cNvGrpSpPr>
          <p:nvPr/>
        </p:nvGrpSpPr>
        <p:grpSpPr bwMode="auto">
          <a:xfrm>
            <a:off x="301625" y="4219575"/>
            <a:ext cx="320675" cy="366713"/>
            <a:chOff x="1377" y="3081"/>
            <a:chExt cx="202" cy="231"/>
          </a:xfrm>
        </p:grpSpPr>
        <p:pic>
          <p:nvPicPr>
            <p:cNvPr id="4138" name="Picture 15" descr="WB01619_"/>
            <p:cNvPicPr>
              <a:picLocks noChangeAspect="1" noChangeArrowheads="1"/>
            </p:cNvPicPr>
            <p:nvPr/>
          </p:nvPicPr>
          <p:blipFill>
            <a:blip r:embed="rId5" cstate="print"/>
            <a:srcRect/>
            <a:stretch>
              <a:fillRect/>
            </a:stretch>
          </p:blipFill>
          <p:spPr bwMode="auto">
            <a:xfrm>
              <a:off x="1377" y="3097"/>
              <a:ext cx="202" cy="215"/>
            </a:xfrm>
            <a:prstGeom prst="rect">
              <a:avLst/>
            </a:prstGeom>
            <a:noFill/>
            <a:ln w="9525">
              <a:noFill/>
              <a:miter lim="800000"/>
              <a:headEnd/>
              <a:tailEnd/>
            </a:ln>
          </p:spPr>
        </p:pic>
        <p:sp>
          <p:nvSpPr>
            <p:cNvPr id="94224" name="Text Box 16"/>
            <p:cNvSpPr txBox="1">
              <a:spLocks noChangeArrowheads="1"/>
            </p:cNvSpPr>
            <p:nvPr/>
          </p:nvSpPr>
          <p:spPr bwMode="auto">
            <a:xfrm>
              <a:off x="1390" y="3081"/>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b="1">
                  <a:solidFill>
                    <a:schemeClr val="bg1">
                      <a:lumMod val="65000"/>
                    </a:schemeClr>
                  </a:solidFill>
                  <a:effectLst>
                    <a:outerShdw blurRad="38100" dist="38100" dir="2700000" algn="tl">
                      <a:srgbClr val="C0C0C0"/>
                    </a:outerShdw>
                  </a:effectLst>
                  <a:latin typeface="Calibri" pitchFamily="34" charset="0"/>
                  <a:cs typeface="Calibri" pitchFamily="34" charset="0"/>
                </a:rPr>
                <a:t>5</a:t>
              </a:r>
            </a:p>
          </p:txBody>
        </p:sp>
      </p:grpSp>
      <p:sp>
        <p:nvSpPr>
          <p:cNvPr id="94225" name="Text Box 17"/>
          <p:cNvSpPr txBox="1">
            <a:spLocks noChangeArrowheads="1"/>
          </p:cNvSpPr>
          <p:nvPr/>
        </p:nvSpPr>
        <p:spPr bwMode="auto">
          <a:xfrm>
            <a:off x="633413" y="4648200"/>
            <a:ext cx="5826125" cy="366713"/>
          </a:xfrm>
          <a:prstGeom prst="rect">
            <a:avLst/>
          </a:prstGeom>
          <a:noFill/>
          <a:ln w="9525">
            <a:noFill/>
            <a:miter lim="800000"/>
            <a:headEnd/>
            <a:tailEnd/>
          </a:ln>
          <a:effectLst/>
        </p:spPr>
        <p:txBody>
          <a:bodyPr>
            <a:spAutoFit/>
          </a:bodyPr>
          <a:lstStyle/>
          <a:p>
            <a:pPr eaLnBrk="0" hangingPunct="0">
              <a:spcBef>
                <a:spcPct val="50000"/>
              </a:spcBef>
              <a:defRPr/>
            </a:pPr>
            <a:r>
              <a:rPr lang="fr-FR" sz="1800" b="1" dirty="0">
                <a:solidFill>
                  <a:schemeClr val="bg1">
                    <a:lumMod val="65000"/>
                  </a:schemeClr>
                </a:solidFill>
                <a:latin typeface="Calibri" pitchFamily="34" charset="0"/>
                <a:cs typeface="Calibri" pitchFamily="34" charset="0"/>
              </a:rPr>
              <a:t>Actions correctives</a:t>
            </a:r>
            <a:endParaRPr lang="fr-FR" sz="1600" b="1" dirty="0">
              <a:solidFill>
                <a:schemeClr val="bg1">
                  <a:lumMod val="65000"/>
                </a:schemeClr>
              </a:solidFill>
              <a:latin typeface="Calibri" pitchFamily="34" charset="0"/>
              <a:cs typeface="Calibri" pitchFamily="34" charset="0"/>
            </a:endParaRPr>
          </a:p>
        </p:txBody>
      </p:sp>
      <p:pic>
        <p:nvPicPr>
          <p:cNvPr id="4106" name="Picture 18" descr="WB01619_"/>
          <p:cNvPicPr>
            <a:picLocks noChangeAspect="1" noChangeArrowheads="1"/>
          </p:cNvPicPr>
          <p:nvPr/>
        </p:nvPicPr>
        <p:blipFill>
          <a:blip r:embed="rId5" cstate="print"/>
          <a:srcRect/>
          <a:stretch>
            <a:fillRect/>
          </a:stretch>
        </p:blipFill>
        <p:spPr bwMode="auto">
          <a:xfrm>
            <a:off x="301625" y="4657725"/>
            <a:ext cx="320675" cy="341313"/>
          </a:xfrm>
          <a:prstGeom prst="rect">
            <a:avLst/>
          </a:prstGeom>
          <a:noFill/>
          <a:ln w="9525">
            <a:noFill/>
            <a:miter lim="800000"/>
            <a:headEnd/>
            <a:tailEnd/>
          </a:ln>
        </p:spPr>
      </p:pic>
      <p:sp>
        <p:nvSpPr>
          <p:cNvPr id="94227" name="Text Box 19"/>
          <p:cNvSpPr txBox="1">
            <a:spLocks noChangeArrowheads="1"/>
          </p:cNvSpPr>
          <p:nvPr/>
        </p:nvSpPr>
        <p:spPr bwMode="auto">
          <a:xfrm>
            <a:off x="322263" y="4632325"/>
            <a:ext cx="254000" cy="366713"/>
          </a:xfrm>
          <a:prstGeom prst="rect">
            <a:avLst/>
          </a:prstGeom>
          <a:noFill/>
          <a:ln w="9525">
            <a:noFill/>
            <a:miter lim="800000"/>
            <a:headEnd/>
            <a:tailEnd/>
          </a:ln>
          <a:effectLst/>
        </p:spPr>
        <p:txBody>
          <a:bodyPr>
            <a:spAutoFit/>
          </a:bodyPr>
          <a:lstStyle/>
          <a:p>
            <a:pPr eaLnBrk="0" hangingPunct="0">
              <a:spcBef>
                <a:spcPct val="50000"/>
              </a:spcBef>
              <a:defRPr/>
            </a:pPr>
            <a:r>
              <a:rPr lang="fr-FR" sz="1800" b="1">
                <a:solidFill>
                  <a:schemeClr val="bg1">
                    <a:lumMod val="65000"/>
                  </a:schemeClr>
                </a:solidFill>
                <a:effectLst>
                  <a:outerShdw blurRad="38100" dist="38100" dir="2700000" algn="tl">
                    <a:srgbClr val="C0C0C0"/>
                  </a:outerShdw>
                </a:effectLst>
                <a:latin typeface="Calibri" pitchFamily="34" charset="0"/>
                <a:cs typeface="Calibri" pitchFamily="34" charset="0"/>
              </a:rPr>
              <a:t>6</a:t>
            </a:r>
          </a:p>
        </p:txBody>
      </p:sp>
      <p:sp>
        <p:nvSpPr>
          <p:cNvPr id="94228" name="Text Box 20"/>
          <p:cNvSpPr txBox="1">
            <a:spLocks noChangeArrowheads="1"/>
          </p:cNvSpPr>
          <p:nvPr/>
        </p:nvSpPr>
        <p:spPr bwMode="auto">
          <a:xfrm>
            <a:off x="633413" y="5060950"/>
            <a:ext cx="5749925" cy="366713"/>
          </a:xfrm>
          <a:prstGeom prst="rect">
            <a:avLst/>
          </a:prstGeom>
          <a:noFill/>
          <a:ln w="9525">
            <a:noFill/>
            <a:miter lim="800000"/>
            <a:headEnd/>
            <a:tailEnd/>
          </a:ln>
          <a:effectLst/>
        </p:spPr>
        <p:txBody>
          <a:bodyPr>
            <a:spAutoFit/>
          </a:bodyPr>
          <a:lstStyle/>
          <a:p>
            <a:pPr eaLnBrk="0" hangingPunct="0">
              <a:spcBef>
                <a:spcPct val="50000"/>
              </a:spcBef>
              <a:defRPr/>
            </a:pPr>
            <a:r>
              <a:rPr lang="fr-FR" sz="1800" b="1" dirty="0">
                <a:solidFill>
                  <a:schemeClr val="bg1">
                    <a:lumMod val="65000"/>
                  </a:schemeClr>
                </a:solidFill>
                <a:latin typeface="Calibri" pitchFamily="34" charset="0"/>
                <a:cs typeface="Calibri" pitchFamily="34" charset="0"/>
              </a:rPr>
              <a:t>Résultat -Suivi de l’efficacité</a:t>
            </a:r>
            <a:endParaRPr lang="fr-FR" sz="1600" b="1" dirty="0">
              <a:solidFill>
                <a:schemeClr val="bg1">
                  <a:lumMod val="65000"/>
                </a:schemeClr>
              </a:solidFill>
              <a:latin typeface="Calibri" pitchFamily="34" charset="0"/>
              <a:cs typeface="Calibri" pitchFamily="34" charset="0"/>
            </a:endParaRPr>
          </a:p>
        </p:txBody>
      </p:sp>
      <p:grpSp>
        <p:nvGrpSpPr>
          <p:cNvPr id="4109" name="Group 21"/>
          <p:cNvGrpSpPr>
            <a:grpSpLocks/>
          </p:cNvGrpSpPr>
          <p:nvPr/>
        </p:nvGrpSpPr>
        <p:grpSpPr bwMode="auto">
          <a:xfrm>
            <a:off x="301625" y="5045075"/>
            <a:ext cx="320675" cy="366713"/>
            <a:chOff x="1377" y="3591"/>
            <a:chExt cx="202" cy="231"/>
          </a:xfrm>
        </p:grpSpPr>
        <p:pic>
          <p:nvPicPr>
            <p:cNvPr id="4136" name="Picture 22" descr="WB01619_"/>
            <p:cNvPicPr>
              <a:picLocks noChangeAspect="1" noChangeArrowheads="1"/>
            </p:cNvPicPr>
            <p:nvPr/>
          </p:nvPicPr>
          <p:blipFill>
            <a:blip r:embed="rId5" cstate="print"/>
            <a:srcRect/>
            <a:stretch>
              <a:fillRect/>
            </a:stretch>
          </p:blipFill>
          <p:spPr bwMode="auto">
            <a:xfrm>
              <a:off x="1377" y="3607"/>
              <a:ext cx="202" cy="215"/>
            </a:xfrm>
            <a:prstGeom prst="rect">
              <a:avLst/>
            </a:prstGeom>
            <a:noFill/>
            <a:ln w="9525">
              <a:noFill/>
              <a:miter lim="800000"/>
              <a:headEnd/>
              <a:tailEnd/>
            </a:ln>
          </p:spPr>
        </p:pic>
        <p:sp>
          <p:nvSpPr>
            <p:cNvPr id="94231" name="Text Box 23"/>
            <p:cNvSpPr txBox="1">
              <a:spLocks noChangeArrowheads="1"/>
            </p:cNvSpPr>
            <p:nvPr/>
          </p:nvSpPr>
          <p:spPr bwMode="auto">
            <a:xfrm>
              <a:off x="1390" y="3591"/>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b="1">
                  <a:solidFill>
                    <a:schemeClr val="bg1">
                      <a:lumMod val="65000"/>
                    </a:schemeClr>
                  </a:solidFill>
                  <a:effectLst>
                    <a:outerShdw blurRad="38100" dist="38100" dir="2700000" algn="tl">
                      <a:srgbClr val="C0C0C0"/>
                    </a:outerShdw>
                  </a:effectLst>
                  <a:latin typeface="Calibri" pitchFamily="34" charset="0"/>
                  <a:cs typeface="Calibri" pitchFamily="34" charset="0"/>
                </a:rPr>
                <a:t>7</a:t>
              </a:r>
            </a:p>
          </p:txBody>
        </p:sp>
      </p:grpSp>
      <p:grpSp>
        <p:nvGrpSpPr>
          <p:cNvPr id="4110" name="Group 24"/>
          <p:cNvGrpSpPr>
            <a:grpSpLocks/>
          </p:cNvGrpSpPr>
          <p:nvPr/>
        </p:nvGrpSpPr>
        <p:grpSpPr bwMode="auto">
          <a:xfrm>
            <a:off x="301625" y="2360613"/>
            <a:ext cx="320675" cy="366712"/>
            <a:chOff x="1385" y="1999"/>
            <a:chExt cx="202" cy="231"/>
          </a:xfrm>
        </p:grpSpPr>
        <p:pic>
          <p:nvPicPr>
            <p:cNvPr id="4134" name="Picture 25" descr="WB01619_"/>
            <p:cNvPicPr>
              <a:picLocks noChangeAspect="1" noChangeArrowheads="1"/>
            </p:cNvPicPr>
            <p:nvPr/>
          </p:nvPicPr>
          <p:blipFill>
            <a:blip r:embed="rId5" cstate="print"/>
            <a:srcRect/>
            <a:stretch>
              <a:fillRect/>
            </a:stretch>
          </p:blipFill>
          <p:spPr bwMode="auto">
            <a:xfrm>
              <a:off x="1385" y="2015"/>
              <a:ext cx="202" cy="215"/>
            </a:xfrm>
            <a:prstGeom prst="rect">
              <a:avLst/>
            </a:prstGeom>
            <a:noFill/>
            <a:ln w="9525">
              <a:noFill/>
              <a:miter lim="800000"/>
              <a:headEnd/>
              <a:tailEnd/>
            </a:ln>
          </p:spPr>
        </p:pic>
        <p:sp>
          <p:nvSpPr>
            <p:cNvPr id="94234" name="Text Box 26"/>
            <p:cNvSpPr txBox="1">
              <a:spLocks noChangeArrowheads="1"/>
            </p:cNvSpPr>
            <p:nvPr/>
          </p:nvSpPr>
          <p:spPr bwMode="auto">
            <a:xfrm>
              <a:off x="1398" y="1999"/>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2</a:t>
              </a:r>
            </a:p>
          </p:txBody>
        </p:sp>
      </p:grpSp>
      <p:sp>
        <p:nvSpPr>
          <p:cNvPr id="94235" name="Text Box 27"/>
          <p:cNvSpPr txBox="1">
            <a:spLocks noChangeArrowheads="1"/>
          </p:cNvSpPr>
          <p:nvPr/>
        </p:nvSpPr>
        <p:spPr bwMode="auto">
          <a:xfrm>
            <a:off x="633412" y="2376488"/>
            <a:ext cx="5918807" cy="369332"/>
          </a:xfrm>
          <a:prstGeom prst="rect">
            <a:avLst/>
          </a:prstGeom>
          <a:noFill/>
          <a:ln w="12700">
            <a:noFill/>
            <a:miter lim="800000"/>
            <a:headEnd/>
            <a:tailEnd/>
          </a:ln>
          <a:effectLst/>
        </p:spPr>
        <p:txBody>
          <a:bodyPr wrap="square">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Constitution du Groupe de Travail</a:t>
            </a:r>
          </a:p>
        </p:txBody>
      </p:sp>
      <p:grpSp>
        <p:nvGrpSpPr>
          <p:cNvPr id="4112" name="Group 28"/>
          <p:cNvGrpSpPr>
            <a:grpSpLocks/>
          </p:cNvGrpSpPr>
          <p:nvPr/>
        </p:nvGrpSpPr>
        <p:grpSpPr bwMode="auto">
          <a:xfrm>
            <a:off x="301625" y="2797175"/>
            <a:ext cx="320675" cy="366713"/>
            <a:chOff x="1377" y="2511"/>
            <a:chExt cx="202" cy="231"/>
          </a:xfrm>
        </p:grpSpPr>
        <p:pic>
          <p:nvPicPr>
            <p:cNvPr id="4132" name="Picture 29" descr="WB01619_"/>
            <p:cNvPicPr>
              <a:picLocks noChangeAspect="1" noChangeArrowheads="1"/>
            </p:cNvPicPr>
            <p:nvPr/>
          </p:nvPicPr>
          <p:blipFill>
            <a:blip r:embed="rId5" cstate="print"/>
            <a:srcRect/>
            <a:stretch>
              <a:fillRect/>
            </a:stretch>
          </p:blipFill>
          <p:spPr bwMode="auto">
            <a:xfrm>
              <a:off x="1377" y="2527"/>
              <a:ext cx="202" cy="215"/>
            </a:xfrm>
            <a:prstGeom prst="rect">
              <a:avLst/>
            </a:prstGeom>
            <a:noFill/>
            <a:ln w="9525">
              <a:noFill/>
              <a:miter lim="800000"/>
              <a:headEnd/>
              <a:tailEnd/>
            </a:ln>
          </p:spPr>
        </p:pic>
        <p:sp>
          <p:nvSpPr>
            <p:cNvPr id="94238" name="Text Box 30"/>
            <p:cNvSpPr txBox="1">
              <a:spLocks noChangeArrowheads="1"/>
            </p:cNvSpPr>
            <p:nvPr/>
          </p:nvSpPr>
          <p:spPr bwMode="auto">
            <a:xfrm>
              <a:off x="1390" y="2511"/>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3</a:t>
              </a:r>
            </a:p>
          </p:txBody>
        </p:sp>
      </p:grpSp>
      <p:sp>
        <p:nvSpPr>
          <p:cNvPr id="94239" name="Text Box 31"/>
          <p:cNvSpPr txBox="1">
            <a:spLocks noChangeArrowheads="1"/>
          </p:cNvSpPr>
          <p:nvPr/>
        </p:nvSpPr>
        <p:spPr bwMode="auto">
          <a:xfrm>
            <a:off x="669925" y="3228463"/>
            <a:ext cx="7550150" cy="369332"/>
          </a:xfrm>
          <a:prstGeom prst="rect">
            <a:avLst/>
          </a:prstGeom>
          <a:noFill/>
          <a:ln w="12700">
            <a:noFill/>
            <a:miter lim="800000"/>
            <a:headEnd/>
            <a:tailEnd/>
          </a:ln>
          <a:effectLst/>
        </p:spPr>
        <p:txBody>
          <a:bodyPr>
            <a:spAutoFit/>
          </a:bodyPr>
          <a:lstStyle/>
          <a:p>
            <a:pPr eaLnBrk="0" hangingPunct="0">
              <a:spcBef>
                <a:spcPct val="50000"/>
              </a:spcBef>
              <a:defRPr/>
            </a:pPr>
            <a:r>
              <a:rPr lang="fr-FR" sz="1800" dirty="0">
                <a:solidFill>
                  <a:srgbClr val="002060"/>
                </a:solidFill>
                <a:latin typeface="Calibri" pitchFamily="34" charset="0"/>
                <a:cs typeface="Calibri" pitchFamily="34" charset="0"/>
              </a:rPr>
              <a:t>Localiser la Source de la Cause – Identifier les Causes Probables</a:t>
            </a:r>
          </a:p>
        </p:txBody>
      </p:sp>
      <p:grpSp>
        <p:nvGrpSpPr>
          <p:cNvPr id="4114" name="Group 32"/>
          <p:cNvGrpSpPr>
            <a:grpSpLocks/>
          </p:cNvGrpSpPr>
          <p:nvPr/>
        </p:nvGrpSpPr>
        <p:grpSpPr bwMode="auto">
          <a:xfrm>
            <a:off x="301625" y="5457825"/>
            <a:ext cx="320675" cy="366713"/>
            <a:chOff x="1377" y="3823"/>
            <a:chExt cx="202" cy="231"/>
          </a:xfrm>
        </p:grpSpPr>
        <p:pic>
          <p:nvPicPr>
            <p:cNvPr id="4130" name="Picture 33" descr="WB01619_"/>
            <p:cNvPicPr>
              <a:picLocks noChangeAspect="1" noChangeArrowheads="1"/>
            </p:cNvPicPr>
            <p:nvPr/>
          </p:nvPicPr>
          <p:blipFill>
            <a:blip r:embed="rId5" cstate="print"/>
            <a:srcRect/>
            <a:stretch>
              <a:fillRect/>
            </a:stretch>
          </p:blipFill>
          <p:spPr bwMode="auto">
            <a:xfrm>
              <a:off x="1377" y="3839"/>
              <a:ext cx="202" cy="215"/>
            </a:xfrm>
            <a:prstGeom prst="rect">
              <a:avLst/>
            </a:prstGeom>
            <a:noFill/>
            <a:ln w="9525">
              <a:noFill/>
              <a:miter lim="800000"/>
              <a:headEnd/>
              <a:tailEnd/>
            </a:ln>
          </p:spPr>
        </p:pic>
        <p:sp>
          <p:nvSpPr>
            <p:cNvPr id="94242" name="Text Box 34"/>
            <p:cNvSpPr txBox="1">
              <a:spLocks noChangeArrowheads="1"/>
            </p:cNvSpPr>
            <p:nvPr/>
          </p:nvSpPr>
          <p:spPr bwMode="auto">
            <a:xfrm>
              <a:off x="1390" y="3823"/>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b="1">
                  <a:solidFill>
                    <a:schemeClr val="bg1">
                      <a:lumMod val="65000"/>
                    </a:schemeClr>
                  </a:solidFill>
                  <a:effectLst>
                    <a:outerShdw blurRad="38100" dist="38100" dir="2700000" algn="tl">
                      <a:srgbClr val="C0C0C0"/>
                    </a:outerShdw>
                  </a:effectLst>
                  <a:latin typeface="Calibri" pitchFamily="34" charset="0"/>
                  <a:cs typeface="Calibri" pitchFamily="34" charset="0"/>
                </a:rPr>
                <a:t>8</a:t>
              </a:r>
            </a:p>
          </p:txBody>
        </p:sp>
      </p:grpSp>
      <p:sp>
        <p:nvSpPr>
          <p:cNvPr id="94243" name="Text Box 35"/>
          <p:cNvSpPr txBox="1">
            <a:spLocks noChangeArrowheads="1"/>
          </p:cNvSpPr>
          <p:nvPr/>
        </p:nvSpPr>
        <p:spPr bwMode="auto">
          <a:xfrm>
            <a:off x="633413" y="5473700"/>
            <a:ext cx="7150868" cy="369332"/>
          </a:xfrm>
          <a:prstGeom prst="rect">
            <a:avLst/>
          </a:prstGeom>
          <a:noFill/>
          <a:ln w="12700">
            <a:noFill/>
            <a:miter lim="800000"/>
            <a:headEnd/>
            <a:tailEnd/>
          </a:ln>
          <a:effectLst/>
        </p:spPr>
        <p:txBody>
          <a:bodyPr wrap="none">
            <a:spAutoFit/>
          </a:bodyPr>
          <a:lstStyle/>
          <a:p>
            <a:pPr eaLnBrk="0" hangingPunct="0">
              <a:spcBef>
                <a:spcPct val="50000"/>
              </a:spcBef>
              <a:defRPr/>
            </a:pPr>
            <a:r>
              <a:rPr lang="fr-FR" sz="1800" b="1" dirty="0">
                <a:solidFill>
                  <a:schemeClr val="bg1">
                    <a:lumMod val="65000"/>
                  </a:schemeClr>
                </a:solidFill>
                <a:latin typeface="Calibri" pitchFamily="34" charset="0"/>
                <a:cs typeface="Calibri" pitchFamily="34" charset="0"/>
              </a:rPr>
              <a:t>Transversalisation – leçons retenues – Actions préventives mises en place</a:t>
            </a:r>
            <a:endParaRPr lang="fr-FR" sz="1600" b="1" dirty="0">
              <a:solidFill>
                <a:schemeClr val="bg1">
                  <a:lumMod val="65000"/>
                </a:schemeClr>
              </a:solidFill>
              <a:latin typeface="Calibri" pitchFamily="34" charset="0"/>
              <a:cs typeface="Calibri" pitchFamily="34" charset="0"/>
            </a:endParaRPr>
          </a:p>
        </p:txBody>
      </p:sp>
      <p:sp>
        <p:nvSpPr>
          <p:cNvPr id="41" name="Rectangle 2"/>
          <p:cNvSpPr>
            <a:spLocks noChangeArrowheads="1"/>
          </p:cNvSpPr>
          <p:nvPr/>
        </p:nvSpPr>
        <p:spPr bwMode="auto">
          <a:xfrm>
            <a:off x="271462" y="395790"/>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8D et outils associés</a:t>
            </a:r>
          </a:p>
        </p:txBody>
      </p:sp>
      <p:sp>
        <p:nvSpPr>
          <p:cNvPr id="48" name="Rectangle 47"/>
          <p:cNvSpPr/>
          <p:nvPr/>
        </p:nvSpPr>
        <p:spPr>
          <a:xfrm>
            <a:off x="322284" y="1328960"/>
            <a:ext cx="1961766"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pic>
        <p:nvPicPr>
          <p:cNvPr id="4120" name="Picture 4"/>
          <p:cNvPicPr>
            <a:picLocks noChangeAspect="1" noChangeArrowheads="1"/>
          </p:cNvPicPr>
          <p:nvPr/>
        </p:nvPicPr>
        <p:blipFill>
          <a:blip r:embed="rId6" cstate="print"/>
          <a:srcRect/>
          <a:stretch>
            <a:fillRect/>
          </a:stretch>
        </p:blipFill>
        <p:spPr bwMode="auto">
          <a:xfrm>
            <a:off x="3028819" y="1547813"/>
            <a:ext cx="1433513" cy="455612"/>
          </a:xfrm>
          <a:prstGeom prst="rect">
            <a:avLst/>
          </a:prstGeom>
          <a:noFill/>
          <a:ln w="9525">
            <a:noFill/>
            <a:miter lim="800000"/>
            <a:headEnd/>
            <a:tailEnd/>
          </a:ln>
        </p:spPr>
      </p:pic>
      <p:sp>
        <p:nvSpPr>
          <p:cNvPr id="49" name="Text Box 48"/>
          <p:cNvSpPr txBox="1">
            <a:spLocks noChangeArrowheads="1"/>
          </p:cNvSpPr>
          <p:nvPr/>
        </p:nvSpPr>
        <p:spPr bwMode="auto">
          <a:xfrm>
            <a:off x="7868792" y="2203450"/>
            <a:ext cx="1084262" cy="400050"/>
          </a:xfrm>
          <a:prstGeom prst="rect">
            <a:avLst/>
          </a:prstGeom>
          <a:noFill/>
          <a:ln w="9525">
            <a:noFill/>
            <a:miter lim="800000"/>
            <a:headEnd/>
            <a:tailEnd/>
          </a:ln>
        </p:spPr>
        <p:txBody>
          <a:bodyPr wrap="none">
            <a:spAutoFit/>
          </a:bodyPr>
          <a:lstStyle/>
          <a:p>
            <a:pPr eaLnBrk="0" hangingPunct="0"/>
            <a:r>
              <a:rPr lang="fr-FR" sz="2000" b="1" i="1" dirty="0">
                <a:latin typeface="Calibri" pitchFamily="34" charset="0"/>
                <a:cs typeface="Calibri" pitchFamily="34" charset="0"/>
              </a:rPr>
              <a:t>≤ 2 jours</a:t>
            </a:r>
          </a:p>
        </p:txBody>
      </p:sp>
      <p:cxnSp>
        <p:nvCxnSpPr>
          <p:cNvPr id="4122" name="Connecteur droit avec flèche 50"/>
          <p:cNvCxnSpPr>
            <a:cxnSpLocks noChangeShapeType="1"/>
          </p:cNvCxnSpPr>
          <p:nvPr/>
        </p:nvCxnSpPr>
        <p:spPr bwMode="auto">
          <a:xfrm flipH="1">
            <a:off x="7767198" y="1944830"/>
            <a:ext cx="3176" cy="1035701"/>
          </a:xfrm>
          <a:prstGeom prst="straightConnector1">
            <a:avLst/>
          </a:prstGeom>
          <a:noFill/>
          <a:ln w="57150" algn="ctr">
            <a:solidFill>
              <a:schemeClr val="tx1"/>
            </a:solidFill>
            <a:round/>
            <a:headEnd/>
            <a:tailEnd type="arrow" w="med" len="med"/>
          </a:ln>
        </p:spPr>
      </p:cxnSp>
      <p:sp>
        <p:nvSpPr>
          <p:cNvPr id="53" name="Text Box 48"/>
          <p:cNvSpPr txBox="1">
            <a:spLocks noChangeArrowheads="1"/>
          </p:cNvSpPr>
          <p:nvPr/>
        </p:nvSpPr>
        <p:spPr bwMode="auto">
          <a:xfrm>
            <a:off x="7861075" y="2840085"/>
            <a:ext cx="1083951" cy="400110"/>
          </a:xfrm>
          <a:prstGeom prst="rect">
            <a:avLst/>
          </a:prstGeom>
          <a:noFill/>
          <a:ln w="9525">
            <a:noFill/>
            <a:miter lim="800000"/>
            <a:headEnd/>
            <a:tailEnd/>
          </a:ln>
        </p:spPr>
        <p:txBody>
          <a:bodyPr wrap="none">
            <a:spAutoFit/>
          </a:bodyPr>
          <a:lstStyle/>
          <a:p>
            <a:pPr eaLnBrk="0" hangingPunct="0"/>
            <a:r>
              <a:rPr lang="fr-FR" sz="2000" b="1" i="1" dirty="0">
                <a:latin typeface="Calibri" pitchFamily="34" charset="0"/>
                <a:cs typeface="Calibri" pitchFamily="34" charset="0"/>
              </a:rPr>
              <a:t>≤ </a:t>
            </a:r>
            <a:r>
              <a:rPr lang="fr-FR" sz="2000" i="1" dirty="0">
                <a:latin typeface="Calibri" pitchFamily="34" charset="0"/>
                <a:cs typeface="Calibri" pitchFamily="34" charset="0"/>
              </a:rPr>
              <a:t>7</a:t>
            </a:r>
            <a:r>
              <a:rPr lang="fr-FR" sz="2000" b="1" i="1" dirty="0">
                <a:latin typeface="Calibri" pitchFamily="34" charset="0"/>
                <a:cs typeface="Calibri" pitchFamily="34" charset="0"/>
              </a:rPr>
              <a:t> jours</a:t>
            </a:r>
          </a:p>
        </p:txBody>
      </p:sp>
      <p:cxnSp>
        <p:nvCxnSpPr>
          <p:cNvPr id="4124" name="Connecteur droit avec flèche 53"/>
          <p:cNvCxnSpPr>
            <a:cxnSpLocks noChangeShapeType="1"/>
          </p:cNvCxnSpPr>
          <p:nvPr/>
        </p:nvCxnSpPr>
        <p:spPr bwMode="auto">
          <a:xfrm>
            <a:off x="7767198" y="3040140"/>
            <a:ext cx="6350" cy="446128"/>
          </a:xfrm>
          <a:prstGeom prst="straightConnector1">
            <a:avLst/>
          </a:prstGeom>
          <a:noFill/>
          <a:ln w="57150" algn="ctr">
            <a:solidFill>
              <a:schemeClr val="tx1"/>
            </a:solidFill>
            <a:round/>
            <a:headEnd/>
            <a:tailEnd type="arrow" w="med" len="med"/>
          </a:ln>
        </p:spPr>
      </p:cxnSp>
      <p:sp>
        <p:nvSpPr>
          <p:cNvPr id="56" name="Text Box 48"/>
          <p:cNvSpPr txBox="1">
            <a:spLocks noChangeArrowheads="1"/>
          </p:cNvSpPr>
          <p:nvPr/>
        </p:nvSpPr>
        <p:spPr bwMode="auto">
          <a:xfrm>
            <a:off x="7796782" y="4316129"/>
            <a:ext cx="1203325" cy="396875"/>
          </a:xfrm>
          <a:prstGeom prst="rect">
            <a:avLst/>
          </a:prstGeom>
          <a:noFill/>
          <a:ln w="9525">
            <a:noFill/>
            <a:miter lim="800000"/>
            <a:headEnd/>
            <a:tailEnd/>
          </a:ln>
        </p:spPr>
        <p:txBody>
          <a:bodyPr wrap="none">
            <a:spAutoFit/>
          </a:bodyPr>
          <a:lstStyle/>
          <a:p>
            <a:pPr eaLnBrk="0" hangingPunct="0"/>
            <a:r>
              <a:rPr lang="fr-FR" sz="2000" b="1" i="1" dirty="0">
                <a:latin typeface="Calibri" pitchFamily="34" charset="0"/>
                <a:cs typeface="Calibri" pitchFamily="34" charset="0"/>
              </a:rPr>
              <a:t>≤ 30 jours</a:t>
            </a:r>
          </a:p>
        </p:txBody>
      </p:sp>
      <p:cxnSp>
        <p:nvCxnSpPr>
          <p:cNvPr id="4126" name="Connecteur droit avec flèche 56"/>
          <p:cNvCxnSpPr>
            <a:cxnSpLocks noChangeShapeType="1"/>
          </p:cNvCxnSpPr>
          <p:nvPr/>
        </p:nvCxnSpPr>
        <p:spPr bwMode="auto">
          <a:xfrm>
            <a:off x="7784281" y="4219575"/>
            <a:ext cx="20438" cy="1555466"/>
          </a:xfrm>
          <a:prstGeom prst="straightConnector1">
            <a:avLst/>
          </a:prstGeom>
          <a:noFill/>
          <a:ln w="57150" algn="ctr">
            <a:solidFill>
              <a:schemeClr val="tx1"/>
            </a:solidFill>
            <a:round/>
            <a:headEnd/>
            <a:tailEnd type="arrow" w="med" len="med"/>
          </a:ln>
        </p:spPr>
      </p:cxnSp>
    </p:spTree>
    <p:extLst>
      <p:ext uri="{BB962C8B-B14F-4D97-AF65-F5344CB8AC3E}">
        <p14:creationId xmlns:p14="http://schemas.microsoft.com/office/powerpoint/2010/main" val="2244989975"/>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49"/>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53"/>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utoUpdateAnimBg="0"/>
      <p:bldP spid="53" grpId="0" autoUpdateAnimBg="0"/>
      <p:bldP spid="56"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060"/>
          <p:cNvSpPr>
            <a:spLocks noChangeArrowheads="1"/>
          </p:cNvSpPr>
          <p:nvPr/>
        </p:nvSpPr>
        <p:spPr bwMode="auto">
          <a:xfrm>
            <a:off x="319088" y="2532063"/>
            <a:ext cx="8358187" cy="1568450"/>
          </a:xfrm>
          <a:prstGeom prst="rect">
            <a:avLst/>
          </a:prstGeom>
          <a:noFill/>
          <a:ln w="9525">
            <a:noFill/>
            <a:miter lim="800000"/>
            <a:headEnd/>
            <a:tailEnd/>
          </a:ln>
        </p:spPr>
        <p:txBody>
          <a:bodyPr>
            <a:spAutoFit/>
          </a:bodyPr>
          <a:lstStyle/>
          <a:p>
            <a:pPr marL="266700" indent="-266700" algn="just">
              <a:spcBef>
                <a:spcPct val="50000"/>
              </a:spcBef>
              <a:buFontTx/>
              <a:buAutoNum type="arabicPeriod"/>
            </a:pPr>
            <a:r>
              <a:rPr lang="fr-FR" sz="1600" dirty="0">
                <a:latin typeface="Calibri" pitchFamily="34" charset="0"/>
                <a:cs typeface="Calibri" pitchFamily="34" charset="0"/>
              </a:rPr>
              <a:t>Comprendre la nature du problème et être en mesure de le reconnaître.</a:t>
            </a:r>
          </a:p>
          <a:p>
            <a:pPr marL="266700" indent="-266700" algn="just">
              <a:spcBef>
                <a:spcPct val="50000"/>
              </a:spcBef>
              <a:buFontTx/>
              <a:buAutoNum type="arabicPeriod"/>
            </a:pPr>
            <a:r>
              <a:rPr lang="fr-FR" sz="1600" dirty="0">
                <a:latin typeface="Calibri" pitchFamily="34" charset="0"/>
                <a:cs typeface="Calibri" pitchFamily="34" charset="0"/>
              </a:rPr>
              <a:t>Décomposer tout problème complexe pouvant contenir des problèmes similaires causés à des endroits différents.</a:t>
            </a:r>
          </a:p>
          <a:p>
            <a:pPr marL="266700" indent="-266700" algn="just">
              <a:spcBef>
                <a:spcPct val="50000"/>
              </a:spcBef>
              <a:buFontTx/>
              <a:buAutoNum type="arabicPeriod" startAt="3"/>
            </a:pPr>
            <a:r>
              <a:rPr lang="fr-FR" sz="1600" dirty="0">
                <a:latin typeface="Calibri" pitchFamily="34" charset="0"/>
                <a:cs typeface="Calibri" pitchFamily="34" charset="0"/>
              </a:rPr>
              <a:t>Comprendre le flux des matériaux, pièces ou informations conduisant au lieu où le problème a été détecté.</a:t>
            </a:r>
          </a:p>
        </p:txBody>
      </p:sp>
      <p:sp>
        <p:nvSpPr>
          <p:cNvPr id="37894" name="Rectangle 2061"/>
          <p:cNvSpPr>
            <a:spLocks noChangeArrowheads="1"/>
          </p:cNvSpPr>
          <p:nvPr/>
        </p:nvSpPr>
        <p:spPr bwMode="auto">
          <a:xfrm>
            <a:off x="482600" y="4997450"/>
            <a:ext cx="1524000" cy="609600"/>
          </a:xfrm>
          <a:prstGeom prst="rect">
            <a:avLst/>
          </a:prstGeom>
          <a:solidFill>
            <a:srgbClr val="99CCFF"/>
          </a:solidFill>
          <a:ln w="2857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spAutoFit/>
          </a:bodyPr>
          <a:lstStyle/>
          <a:p>
            <a:pPr>
              <a:defRPr/>
            </a:pPr>
            <a:endParaRPr lang="fr-FR"/>
          </a:p>
        </p:txBody>
      </p:sp>
      <p:sp>
        <p:nvSpPr>
          <p:cNvPr id="37895" name="Rectangle 2062"/>
          <p:cNvSpPr>
            <a:spLocks noChangeArrowheads="1"/>
          </p:cNvSpPr>
          <p:nvPr/>
        </p:nvSpPr>
        <p:spPr bwMode="auto">
          <a:xfrm>
            <a:off x="4902200" y="4997450"/>
            <a:ext cx="1524000" cy="609600"/>
          </a:xfrm>
          <a:prstGeom prst="rect">
            <a:avLst/>
          </a:prstGeom>
          <a:solidFill>
            <a:srgbClr val="99CCFF"/>
          </a:solidFill>
          <a:ln w="2857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spAutoFit/>
          </a:bodyPr>
          <a:lstStyle/>
          <a:p>
            <a:pPr>
              <a:defRPr/>
            </a:pPr>
            <a:endParaRPr lang="fr-FR"/>
          </a:p>
        </p:txBody>
      </p:sp>
      <p:sp>
        <p:nvSpPr>
          <p:cNvPr id="37896" name="Rectangle 2063"/>
          <p:cNvSpPr>
            <a:spLocks noChangeArrowheads="1"/>
          </p:cNvSpPr>
          <p:nvPr/>
        </p:nvSpPr>
        <p:spPr bwMode="auto">
          <a:xfrm>
            <a:off x="7112000" y="4997450"/>
            <a:ext cx="1524000" cy="609600"/>
          </a:xfrm>
          <a:prstGeom prst="rect">
            <a:avLst/>
          </a:prstGeom>
          <a:solidFill>
            <a:srgbClr val="99CCFF"/>
          </a:solidFill>
          <a:ln w="2857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spAutoFit/>
          </a:bodyPr>
          <a:lstStyle/>
          <a:p>
            <a:pPr>
              <a:defRPr/>
            </a:pPr>
            <a:endParaRPr lang="fr-FR"/>
          </a:p>
        </p:txBody>
      </p:sp>
      <p:sp>
        <p:nvSpPr>
          <p:cNvPr id="37897" name="Line 2064"/>
          <p:cNvSpPr>
            <a:spLocks noChangeShapeType="1"/>
          </p:cNvSpPr>
          <p:nvPr/>
        </p:nvSpPr>
        <p:spPr bwMode="auto">
          <a:xfrm flipH="1">
            <a:off x="2025650" y="5311775"/>
            <a:ext cx="685800" cy="0"/>
          </a:xfrm>
          <a:prstGeom prst="line">
            <a:avLst/>
          </a:prstGeom>
          <a:noFill/>
          <a:ln w="38100">
            <a:solidFill>
              <a:srgbClr val="080808"/>
            </a:solidFill>
            <a:round/>
            <a:headEnd/>
            <a:tailEnd type="triangle" w="med" len="med"/>
          </a:ln>
        </p:spPr>
        <p:txBody>
          <a:bodyPr>
            <a:spAutoFit/>
          </a:bodyPr>
          <a:lstStyle/>
          <a:p>
            <a:pPr>
              <a:defRPr/>
            </a:pPr>
            <a:endParaRPr lang="fr-FR">
              <a:ln w="57150">
                <a:solidFill>
                  <a:schemeClr val="tx1"/>
                </a:solidFill>
              </a:ln>
            </a:endParaRPr>
          </a:p>
        </p:txBody>
      </p:sp>
      <p:sp>
        <p:nvSpPr>
          <p:cNvPr id="37898" name="Line 2065"/>
          <p:cNvSpPr>
            <a:spLocks noChangeShapeType="1"/>
          </p:cNvSpPr>
          <p:nvPr/>
        </p:nvSpPr>
        <p:spPr bwMode="auto">
          <a:xfrm flipH="1">
            <a:off x="4216400" y="5302250"/>
            <a:ext cx="685800" cy="0"/>
          </a:xfrm>
          <a:prstGeom prst="line">
            <a:avLst/>
          </a:prstGeom>
          <a:noFill/>
          <a:ln w="38100">
            <a:solidFill>
              <a:srgbClr val="080808"/>
            </a:solidFill>
            <a:round/>
            <a:headEnd/>
            <a:tailEnd type="triangle" w="med" len="med"/>
          </a:ln>
        </p:spPr>
        <p:txBody>
          <a:bodyPr>
            <a:spAutoFit/>
          </a:bodyPr>
          <a:lstStyle/>
          <a:p>
            <a:pPr>
              <a:defRPr/>
            </a:pPr>
            <a:endParaRPr lang="fr-FR">
              <a:ln w="57150">
                <a:solidFill>
                  <a:schemeClr val="tx1"/>
                </a:solidFill>
              </a:ln>
            </a:endParaRPr>
          </a:p>
        </p:txBody>
      </p:sp>
      <p:sp>
        <p:nvSpPr>
          <p:cNvPr id="37899" name="Line 2066"/>
          <p:cNvSpPr>
            <a:spLocks noChangeShapeType="1"/>
          </p:cNvSpPr>
          <p:nvPr/>
        </p:nvSpPr>
        <p:spPr bwMode="auto">
          <a:xfrm flipH="1">
            <a:off x="6426200" y="5302250"/>
            <a:ext cx="685800" cy="0"/>
          </a:xfrm>
          <a:prstGeom prst="line">
            <a:avLst/>
          </a:prstGeom>
          <a:noFill/>
          <a:ln w="38100">
            <a:solidFill>
              <a:srgbClr val="080808"/>
            </a:solidFill>
            <a:round/>
            <a:headEnd/>
            <a:tailEnd type="triangle" w="med" len="med"/>
          </a:ln>
        </p:spPr>
        <p:txBody>
          <a:bodyPr>
            <a:spAutoFit/>
          </a:bodyPr>
          <a:lstStyle/>
          <a:p>
            <a:pPr>
              <a:defRPr/>
            </a:pPr>
            <a:endParaRPr lang="fr-FR">
              <a:ln w="57150">
                <a:solidFill>
                  <a:schemeClr val="tx1"/>
                </a:solidFill>
              </a:ln>
            </a:endParaRPr>
          </a:p>
        </p:txBody>
      </p:sp>
      <p:sp>
        <p:nvSpPr>
          <p:cNvPr id="80911" name="Text Box 2067"/>
          <p:cNvSpPr txBox="1">
            <a:spLocks noChangeArrowheads="1"/>
          </p:cNvSpPr>
          <p:nvPr/>
        </p:nvSpPr>
        <p:spPr bwMode="auto">
          <a:xfrm>
            <a:off x="577850" y="5137150"/>
            <a:ext cx="1289050" cy="369888"/>
          </a:xfrm>
          <a:prstGeom prst="rect">
            <a:avLst/>
          </a:prstGeom>
          <a:noFill/>
          <a:ln w="9525">
            <a:noFill/>
            <a:miter lim="800000"/>
            <a:headEnd/>
            <a:tailEnd/>
          </a:ln>
        </p:spPr>
        <p:txBody>
          <a:bodyPr wrap="none">
            <a:spAutoFit/>
          </a:bodyPr>
          <a:lstStyle/>
          <a:p>
            <a:pPr algn="ctr"/>
            <a:r>
              <a:rPr lang="en-GB" sz="1800" b="1">
                <a:solidFill>
                  <a:srgbClr val="002060"/>
                </a:solidFill>
                <a:latin typeface="Calibri" pitchFamily="34" charset="0"/>
                <a:cs typeface="Calibri" pitchFamily="34" charset="0"/>
              </a:rPr>
              <a:t>Processus 1</a:t>
            </a:r>
          </a:p>
        </p:txBody>
      </p:sp>
      <p:sp>
        <p:nvSpPr>
          <p:cNvPr id="37901" name="Rectangle 2068"/>
          <p:cNvSpPr>
            <a:spLocks noChangeArrowheads="1"/>
          </p:cNvSpPr>
          <p:nvPr/>
        </p:nvSpPr>
        <p:spPr bwMode="auto">
          <a:xfrm>
            <a:off x="2740025" y="4997450"/>
            <a:ext cx="1524000" cy="609600"/>
          </a:xfrm>
          <a:prstGeom prst="rect">
            <a:avLst/>
          </a:prstGeom>
          <a:solidFill>
            <a:srgbClr val="99CCFF"/>
          </a:solidFill>
          <a:ln w="2857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spAutoFit/>
          </a:bodyPr>
          <a:lstStyle/>
          <a:p>
            <a:pPr>
              <a:defRPr/>
            </a:pPr>
            <a:endParaRPr lang="fr-FR"/>
          </a:p>
        </p:txBody>
      </p:sp>
      <p:sp>
        <p:nvSpPr>
          <p:cNvPr id="80915" name="Text Box 2069"/>
          <p:cNvSpPr txBox="1">
            <a:spLocks noChangeArrowheads="1"/>
          </p:cNvSpPr>
          <p:nvPr/>
        </p:nvSpPr>
        <p:spPr bwMode="auto">
          <a:xfrm>
            <a:off x="2882900" y="5108575"/>
            <a:ext cx="1289050" cy="369888"/>
          </a:xfrm>
          <a:prstGeom prst="rect">
            <a:avLst/>
          </a:prstGeom>
          <a:noFill/>
          <a:ln w="9525">
            <a:noFill/>
            <a:miter lim="800000"/>
            <a:headEnd/>
            <a:tailEnd/>
          </a:ln>
        </p:spPr>
        <p:txBody>
          <a:bodyPr wrap="none">
            <a:spAutoFit/>
          </a:bodyPr>
          <a:lstStyle/>
          <a:p>
            <a:pPr algn="ctr"/>
            <a:r>
              <a:rPr lang="en-GB" sz="1800" b="1">
                <a:solidFill>
                  <a:srgbClr val="002060"/>
                </a:solidFill>
                <a:latin typeface="Calibri" pitchFamily="34" charset="0"/>
                <a:cs typeface="Calibri" pitchFamily="34" charset="0"/>
              </a:rPr>
              <a:t>Processus 2</a:t>
            </a:r>
          </a:p>
        </p:txBody>
      </p:sp>
      <p:sp>
        <p:nvSpPr>
          <p:cNvPr id="80916" name="Text Box 2070"/>
          <p:cNvSpPr txBox="1">
            <a:spLocks noChangeArrowheads="1"/>
          </p:cNvSpPr>
          <p:nvPr/>
        </p:nvSpPr>
        <p:spPr bwMode="auto">
          <a:xfrm>
            <a:off x="5016500" y="5108575"/>
            <a:ext cx="1289050" cy="369888"/>
          </a:xfrm>
          <a:prstGeom prst="rect">
            <a:avLst/>
          </a:prstGeom>
          <a:noFill/>
          <a:ln w="9525">
            <a:noFill/>
            <a:miter lim="800000"/>
            <a:headEnd/>
            <a:tailEnd/>
          </a:ln>
        </p:spPr>
        <p:txBody>
          <a:bodyPr wrap="none">
            <a:spAutoFit/>
          </a:bodyPr>
          <a:lstStyle/>
          <a:p>
            <a:pPr algn="ctr"/>
            <a:r>
              <a:rPr lang="en-GB" sz="1800" b="1">
                <a:solidFill>
                  <a:srgbClr val="002060"/>
                </a:solidFill>
                <a:latin typeface="Calibri" pitchFamily="34" charset="0"/>
                <a:cs typeface="Calibri" pitchFamily="34" charset="0"/>
              </a:rPr>
              <a:t>Processus 3</a:t>
            </a:r>
          </a:p>
        </p:txBody>
      </p:sp>
      <p:sp>
        <p:nvSpPr>
          <p:cNvPr id="80917" name="Text Box 2071"/>
          <p:cNvSpPr txBox="1">
            <a:spLocks noChangeArrowheads="1"/>
          </p:cNvSpPr>
          <p:nvPr/>
        </p:nvSpPr>
        <p:spPr bwMode="auto">
          <a:xfrm>
            <a:off x="7281863" y="5108575"/>
            <a:ext cx="1177925" cy="369888"/>
          </a:xfrm>
          <a:prstGeom prst="rect">
            <a:avLst/>
          </a:prstGeom>
          <a:noFill/>
          <a:ln w="9525">
            <a:noFill/>
            <a:miter lim="800000"/>
            <a:headEnd/>
            <a:tailEnd/>
          </a:ln>
        </p:spPr>
        <p:txBody>
          <a:bodyPr wrap="none">
            <a:spAutoFit/>
          </a:bodyPr>
          <a:lstStyle/>
          <a:p>
            <a:pPr algn="ctr"/>
            <a:r>
              <a:rPr lang="en-GB" sz="1800" b="1">
                <a:solidFill>
                  <a:srgbClr val="002060"/>
                </a:solidFill>
                <a:latin typeface="Calibri" pitchFamily="34" charset="0"/>
                <a:cs typeface="Calibri" pitchFamily="34" charset="0"/>
              </a:rPr>
              <a:t>Inspection</a:t>
            </a:r>
          </a:p>
        </p:txBody>
      </p:sp>
      <p:sp>
        <p:nvSpPr>
          <p:cNvPr id="37905" name="Rectangle 2072"/>
          <p:cNvSpPr>
            <a:spLocks noChangeArrowheads="1"/>
          </p:cNvSpPr>
          <p:nvPr/>
        </p:nvSpPr>
        <p:spPr bwMode="auto">
          <a:xfrm>
            <a:off x="7659688" y="4378325"/>
            <a:ext cx="425450" cy="469900"/>
          </a:xfrm>
          <a:prstGeom prst="rect">
            <a:avLst/>
          </a:prstGeom>
          <a:solidFill>
            <a:srgbClr val="66FF33"/>
          </a:solidFill>
          <a:ln w="2857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pPr algn="ctr" eaLnBrk="0" hangingPunct="0">
              <a:defRPr/>
            </a:pPr>
            <a:r>
              <a:rPr lang="en-GB" sz="2800" dirty="0">
                <a:solidFill>
                  <a:srgbClr val="080808"/>
                </a:solidFill>
                <a:latin typeface="Calibri" pitchFamily="34" charset="0"/>
                <a:cs typeface="Calibri" pitchFamily="34" charset="0"/>
              </a:rPr>
              <a:t>O</a:t>
            </a:r>
          </a:p>
        </p:txBody>
      </p:sp>
      <p:sp>
        <p:nvSpPr>
          <p:cNvPr id="37906" name="Oval 2073"/>
          <p:cNvSpPr>
            <a:spLocks noChangeArrowheads="1"/>
          </p:cNvSpPr>
          <p:nvPr/>
        </p:nvSpPr>
        <p:spPr bwMode="auto">
          <a:xfrm>
            <a:off x="2489200" y="4064000"/>
            <a:ext cx="2120900" cy="2108200"/>
          </a:xfrm>
          <a:prstGeom prst="ellipse">
            <a:avLst/>
          </a:prstGeom>
          <a:noFill/>
          <a:ln w="28575">
            <a:solidFill>
              <a:srgbClr val="080808"/>
            </a:solidFill>
            <a:round/>
            <a:headEnd/>
            <a:tailEnd/>
          </a:ln>
        </p:spPr>
        <p:txBody>
          <a:bodyPr wrap="none" anchor="ctr"/>
          <a:lstStyle/>
          <a:p>
            <a:pPr>
              <a:defRPr/>
            </a:pPr>
            <a:endParaRPr lang="fr-FR">
              <a:ln w="57150">
                <a:solidFill>
                  <a:schemeClr val="tx1"/>
                </a:solidFill>
              </a:ln>
            </a:endParaRPr>
          </a:p>
        </p:txBody>
      </p:sp>
      <p:sp>
        <p:nvSpPr>
          <p:cNvPr id="80922" name="Line 2074"/>
          <p:cNvSpPr>
            <a:spLocks noChangeShapeType="1"/>
          </p:cNvSpPr>
          <p:nvPr/>
        </p:nvSpPr>
        <p:spPr bwMode="auto">
          <a:xfrm rot="2580286" flipH="1">
            <a:off x="4279900" y="6026150"/>
            <a:ext cx="685800" cy="1588"/>
          </a:xfrm>
          <a:prstGeom prst="line">
            <a:avLst/>
          </a:prstGeom>
          <a:noFill/>
          <a:ln w="38100">
            <a:solidFill>
              <a:srgbClr val="080808"/>
            </a:solidFill>
            <a:round/>
            <a:headEnd/>
            <a:tailEnd type="triangle" w="med" len="med"/>
          </a:ln>
        </p:spPr>
        <p:txBody>
          <a:bodyPr>
            <a:spAutoFit/>
          </a:bodyPr>
          <a:lstStyle/>
          <a:p>
            <a:endParaRPr lang="fr-FR"/>
          </a:p>
        </p:txBody>
      </p:sp>
      <p:sp>
        <p:nvSpPr>
          <p:cNvPr id="80923" name="Line 2075"/>
          <p:cNvSpPr>
            <a:spLocks noChangeShapeType="1"/>
          </p:cNvSpPr>
          <p:nvPr/>
        </p:nvSpPr>
        <p:spPr bwMode="auto">
          <a:xfrm>
            <a:off x="4876800" y="6261100"/>
            <a:ext cx="584200" cy="0"/>
          </a:xfrm>
          <a:prstGeom prst="line">
            <a:avLst/>
          </a:prstGeom>
          <a:noFill/>
          <a:ln w="38100">
            <a:solidFill>
              <a:srgbClr val="080808"/>
            </a:solidFill>
            <a:round/>
            <a:headEnd/>
            <a:tailEnd/>
          </a:ln>
        </p:spPr>
        <p:txBody>
          <a:bodyPr wrap="none" anchor="ctr"/>
          <a:lstStyle/>
          <a:p>
            <a:endParaRPr lang="fr-FR"/>
          </a:p>
        </p:txBody>
      </p:sp>
      <p:sp>
        <p:nvSpPr>
          <p:cNvPr id="80924" name="Text Box 2076"/>
          <p:cNvSpPr txBox="1">
            <a:spLocks noChangeArrowheads="1"/>
          </p:cNvSpPr>
          <p:nvPr/>
        </p:nvSpPr>
        <p:spPr bwMode="auto">
          <a:xfrm>
            <a:off x="5499100" y="6013450"/>
            <a:ext cx="2857500" cy="369888"/>
          </a:xfrm>
          <a:prstGeom prst="rect">
            <a:avLst/>
          </a:prstGeom>
          <a:noFill/>
          <a:ln w="9525">
            <a:noFill/>
            <a:miter lim="800000"/>
            <a:headEnd/>
            <a:tailEnd/>
          </a:ln>
        </p:spPr>
        <p:txBody>
          <a:bodyPr wrap="none">
            <a:spAutoFit/>
          </a:bodyPr>
          <a:lstStyle/>
          <a:p>
            <a:pPr algn="ctr"/>
            <a:r>
              <a:rPr lang="en-GB" sz="1800" b="1">
                <a:solidFill>
                  <a:srgbClr val="002060"/>
                </a:solidFill>
                <a:latin typeface="Arial" pitchFamily="34" charset="0"/>
              </a:rPr>
              <a:t>SOURCE DE LA CAUSE</a:t>
            </a:r>
          </a:p>
        </p:txBody>
      </p:sp>
      <p:sp>
        <p:nvSpPr>
          <p:cNvPr id="80925" name="Text Box 2077"/>
          <p:cNvSpPr txBox="1">
            <a:spLocks noChangeArrowheads="1"/>
          </p:cNvSpPr>
          <p:nvPr/>
        </p:nvSpPr>
        <p:spPr bwMode="auto">
          <a:xfrm>
            <a:off x="251520" y="6022833"/>
            <a:ext cx="2798763" cy="307975"/>
          </a:xfrm>
          <a:prstGeom prst="rect">
            <a:avLst/>
          </a:prstGeom>
          <a:noFill/>
          <a:ln w="9525">
            <a:noFill/>
            <a:miter lim="800000"/>
            <a:headEnd/>
            <a:tailEnd/>
          </a:ln>
        </p:spPr>
        <p:txBody>
          <a:bodyPr wrap="none">
            <a:spAutoFit/>
          </a:bodyPr>
          <a:lstStyle/>
          <a:p>
            <a:pPr algn="ctr"/>
            <a:r>
              <a:rPr lang="en-GB" b="1" u="sng" dirty="0" err="1">
                <a:solidFill>
                  <a:srgbClr val="002060"/>
                </a:solidFill>
                <a:latin typeface="Arial" pitchFamily="34" charset="0"/>
              </a:rPr>
              <a:t>Exemple</a:t>
            </a:r>
            <a:r>
              <a:rPr lang="en-GB" b="1" u="sng" dirty="0">
                <a:solidFill>
                  <a:srgbClr val="002060"/>
                </a:solidFill>
                <a:latin typeface="Arial" pitchFamily="34" charset="0"/>
              </a:rPr>
              <a:t> de Flux de </a:t>
            </a:r>
            <a:r>
              <a:rPr lang="en-GB" b="1" u="sng" dirty="0" err="1">
                <a:solidFill>
                  <a:srgbClr val="002060"/>
                </a:solidFill>
                <a:latin typeface="Arial" pitchFamily="34" charset="0"/>
              </a:rPr>
              <a:t>processus</a:t>
            </a:r>
            <a:endParaRPr lang="en-GB" b="1" u="sng" dirty="0">
              <a:solidFill>
                <a:srgbClr val="002060"/>
              </a:solidFill>
              <a:latin typeface="Arial" pitchFamily="34" charset="0"/>
            </a:endParaRPr>
          </a:p>
        </p:txBody>
      </p:sp>
      <p:sp>
        <p:nvSpPr>
          <p:cNvPr id="37911" name="Rectangle 2078"/>
          <p:cNvSpPr>
            <a:spLocks noChangeArrowheads="1"/>
          </p:cNvSpPr>
          <p:nvPr/>
        </p:nvSpPr>
        <p:spPr bwMode="auto">
          <a:xfrm>
            <a:off x="3314700" y="4387850"/>
            <a:ext cx="425450" cy="469900"/>
          </a:xfrm>
          <a:prstGeom prst="rect">
            <a:avLst/>
          </a:prstGeom>
          <a:solidFill>
            <a:srgbClr val="FF3300"/>
          </a:solidFill>
          <a:ln w="2857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pPr algn="ctr" eaLnBrk="0" hangingPunct="0">
              <a:defRPr/>
            </a:pPr>
            <a:r>
              <a:rPr lang="en-GB" sz="2800" dirty="0">
                <a:solidFill>
                  <a:srgbClr val="080808"/>
                </a:solidFill>
                <a:latin typeface="Calibri" pitchFamily="34" charset="0"/>
                <a:cs typeface="Calibri" pitchFamily="34" charset="0"/>
              </a:rPr>
              <a:t>X</a:t>
            </a:r>
          </a:p>
        </p:txBody>
      </p:sp>
      <p:sp>
        <p:nvSpPr>
          <p:cNvPr id="37912" name="Rectangle 2081"/>
          <p:cNvSpPr>
            <a:spLocks noChangeArrowheads="1"/>
          </p:cNvSpPr>
          <p:nvPr/>
        </p:nvSpPr>
        <p:spPr bwMode="auto">
          <a:xfrm>
            <a:off x="1050925" y="4378325"/>
            <a:ext cx="425450" cy="469900"/>
          </a:xfrm>
          <a:prstGeom prst="rect">
            <a:avLst/>
          </a:prstGeom>
          <a:solidFill>
            <a:srgbClr val="FF3300"/>
          </a:solidFill>
          <a:ln w="2857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pPr algn="ctr" eaLnBrk="0" hangingPunct="0">
              <a:defRPr/>
            </a:pPr>
            <a:r>
              <a:rPr lang="en-GB" sz="2800" dirty="0">
                <a:solidFill>
                  <a:srgbClr val="080808"/>
                </a:solidFill>
                <a:latin typeface="Calibri" pitchFamily="34" charset="0"/>
                <a:cs typeface="Calibri" pitchFamily="34" charset="0"/>
              </a:rPr>
              <a:t>X</a:t>
            </a:r>
          </a:p>
        </p:txBody>
      </p:sp>
      <p:sp>
        <p:nvSpPr>
          <p:cNvPr id="37913" name="Rectangle 2082"/>
          <p:cNvSpPr>
            <a:spLocks noChangeArrowheads="1"/>
          </p:cNvSpPr>
          <p:nvPr/>
        </p:nvSpPr>
        <p:spPr bwMode="auto">
          <a:xfrm>
            <a:off x="5483225" y="4378325"/>
            <a:ext cx="425450" cy="469900"/>
          </a:xfrm>
          <a:prstGeom prst="rect">
            <a:avLst/>
          </a:prstGeom>
          <a:solidFill>
            <a:srgbClr val="66FF33"/>
          </a:solidFill>
          <a:ln w="2857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pPr algn="ctr" eaLnBrk="0" hangingPunct="0">
              <a:defRPr/>
            </a:pPr>
            <a:r>
              <a:rPr lang="en-GB" sz="2800" dirty="0">
                <a:solidFill>
                  <a:srgbClr val="080808"/>
                </a:solidFill>
                <a:latin typeface="Calibri" pitchFamily="34" charset="0"/>
                <a:cs typeface="Calibri" pitchFamily="34" charset="0"/>
              </a:rPr>
              <a:t>O</a:t>
            </a:r>
          </a:p>
        </p:txBody>
      </p:sp>
      <p:sp>
        <p:nvSpPr>
          <p:cNvPr id="30" name="Text Box 5"/>
          <p:cNvSpPr txBox="1">
            <a:spLocks noChangeArrowheads="1"/>
          </p:cNvSpPr>
          <p:nvPr/>
        </p:nvSpPr>
        <p:spPr bwMode="auto">
          <a:xfrm>
            <a:off x="343619" y="2029702"/>
            <a:ext cx="3025636" cy="369332"/>
          </a:xfrm>
          <a:prstGeom prst="rect">
            <a:avLst/>
          </a:prstGeom>
          <a:blipFill dpi="0" rotWithShape="0">
            <a:blip r:embed="rId3" cstate="email"/>
            <a:srcRect/>
            <a:tile tx="0" ty="0" sx="100000" sy="100000" flip="none" algn="tl"/>
          </a:blipFill>
          <a:ln w="9525">
            <a:noFill/>
            <a:miter lim="800000"/>
            <a:headEnd/>
            <a:tailEnd/>
          </a:ln>
          <a:effectLst>
            <a:glow rad="228600">
              <a:schemeClr val="accent4">
                <a:satMod val="175000"/>
                <a:alpha val="40000"/>
              </a:schemeClr>
            </a:glow>
          </a:effectLst>
        </p:spPr>
        <p:txBody>
          <a:bodyPr wrap="none">
            <a:spAutoFit/>
          </a:bodyPr>
          <a:lstStyle/>
          <a:p>
            <a:pPr eaLnBrk="0" hangingPunct="0">
              <a:spcBef>
                <a:spcPct val="50000"/>
              </a:spcBef>
              <a:defRPr/>
            </a:pPr>
            <a:r>
              <a:rPr lang="fr-FR" sz="1800" b="1" dirty="0">
                <a:latin typeface="Calibri" pitchFamily="34" charset="0"/>
                <a:cs typeface="Calibri" pitchFamily="34" charset="0"/>
              </a:rPr>
              <a:t>Localiser la source de la cause</a:t>
            </a:r>
          </a:p>
        </p:txBody>
      </p:sp>
      <p:pic>
        <p:nvPicPr>
          <p:cNvPr id="80938" name="Picture 3" descr="C:\Users\annie\Documents\Images\objectives1.jpg"/>
          <p:cNvPicPr>
            <a:picLocks noChangeAspect="1" noChangeArrowheads="1"/>
          </p:cNvPicPr>
          <p:nvPr/>
        </p:nvPicPr>
        <p:blipFill>
          <a:blip r:embed="rId4" cstate="print"/>
          <a:srcRect/>
          <a:stretch>
            <a:fillRect/>
          </a:stretch>
        </p:blipFill>
        <p:spPr bwMode="auto">
          <a:xfrm>
            <a:off x="7739679" y="2069545"/>
            <a:ext cx="881062" cy="736600"/>
          </a:xfrm>
          <a:prstGeom prst="rect">
            <a:avLst/>
          </a:prstGeom>
          <a:noFill/>
          <a:ln w="9525">
            <a:noFill/>
            <a:miter lim="800000"/>
            <a:headEnd/>
            <a:tailEnd/>
          </a:ln>
        </p:spPr>
      </p:pic>
      <p:sp>
        <p:nvSpPr>
          <p:cNvPr id="32" name="Text Box 2"/>
          <p:cNvSpPr txBox="1">
            <a:spLocks noChangeArrowheads="1"/>
          </p:cNvSpPr>
          <p:nvPr/>
        </p:nvSpPr>
        <p:spPr bwMode="auto">
          <a:xfrm>
            <a:off x="2317490" y="1349431"/>
            <a:ext cx="6662978"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D4 – </a:t>
            </a:r>
            <a:r>
              <a:rPr lang="fr-FR" sz="1800" dirty="0"/>
              <a:t>Localiser la source de la cause – identifier les causes probables</a:t>
            </a:r>
          </a:p>
        </p:txBody>
      </p:sp>
      <p:sp>
        <p:nvSpPr>
          <p:cNvPr id="33" name="Rectangle 2"/>
          <p:cNvSpPr>
            <a:spLocks noChangeArrowheads="1"/>
          </p:cNvSpPr>
          <p:nvPr/>
        </p:nvSpPr>
        <p:spPr bwMode="auto">
          <a:xfrm>
            <a:off x="251520" y="450367"/>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
        <p:nvSpPr>
          <p:cNvPr id="38" name="Rectangle 37"/>
          <p:cNvSpPr/>
          <p:nvPr/>
        </p:nvSpPr>
        <p:spPr>
          <a:xfrm>
            <a:off x="319366" y="1332385"/>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Tree>
    <p:extLst>
      <p:ext uri="{BB962C8B-B14F-4D97-AF65-F5344CB8AC3E}">
        <p14:creationId xmlns:p14="http://schemas.microsoft.com/office/powerpoint/2010/main" val="1584986712"/>
      </p:ext>
    </p:extLst>
  </p:cSld>
  <p:clrMapOvr>
    <a:masterClrMapping/>
  </p:clrMapOvr>
  <p:transition>
    <p:zoom/>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51" name="Text Box 7"/>
          <p:cNvSpPr txBox="1">
            <a:spLocks noChangeArrowheads="1"/>
          </p:cNvSpPr>
          <p:nvPr/>
        </p:nvSpPr>
        <p:spPr bwMode="auto">
          <a:xfrm>
            <a:off x="459646" y="2348880"/>
            <a:ext cx="8250237" cy="707886"/>
          </a:xfrm>
          <a:prstGeom prst="rect">
            <a:avLst/>
          </a:prstGeom>
          <a:noFill/>
          <a:ln w="9525">
            <a:noFill/>
            <a:miter lim="800000"/>
            <a:headEnd/>
            <a:tailEnd/>
          </a:ln>
          <a:effectLst/>
        </p:spPr>
        <p:txBody>
          <a:bodyPr>
            <a:spAutoFit/>
          </a:bodyPr>
          <a:lstStyle/>
          <a:p>
            <a:pPr algn="just" eaLnBrk="0" hangingPunct="0">
              <a:spcBef>
                <a:spcPct val="50000"/>
              </a:spcBef>
            </a:pPr>
            <a:r>
              <a:rPr lang="fr-FR" sz="2000" b="1" dirty="0">
                <a:latin typeface="Calibri" pitchFamily="34" charset="0"/>
                <a:cs typeface="Calibri" pitchFamily="34" charset="0"/>
              </a:rPr>
              <a:t>Faire la liste aussi exhaustive que possible de l’ensemble des causes probablement à l’origine du problème à traiter.</a:t>
            </a:r>
          </a:p>
        </p:txBody>
      </p:sp>
      <p:grpSp>
        <p:nvGrpSpPr>
          <p:cNvPr id="2" name="Group 8"/>
          <p:cNvGrpSpPr>
            <a:grpSpLocks/>
          </p:cNvGrpSpPr>
          <p:nvPr/>
        </p:nvGrpSpPr>
        <p:grpSpPr bwMode="auto">
          <a:xfrm>
            <a:off x="6085271" y="2966511"/>
            <a:ext cx="2181225" cy="495300"/>
            <a:chOff x="1266" y="2076"/>
            <a:chExt cx="1374" cy="312"/>
          </a:xfrm>
        </p:grpSpPr>
        <p:sp>
          <p:nvSpPr>
            <p:cNvPr id="108553" name="Rectangle 9"/>
            <p:cNvSpPr>
              <a:spLocks noChangeArrowheads="1"/>
            </p:cNvSpPr>
            <p:nvPr/>
          </p:nvSpPr>
          <p:spPr bwMode="auto">
            <a:xfrm>
              <a:off x="1266" y="2076"/>
              <a:ext cx="1374" cy="312"/>
            </a:xfrm>
            <a:prstGeom prst="rect">
              <a:avLst/>
            </a:prstGeom>
            <a:solidFill>
              <a:srgbClr val="CCFF99"/>
            </a:solidFill>
            <a:ln w="3175">
              <a:solidFill>
                <a:schemeClr val="tx1"/>
              </a:solidFill>
              <a:miter lim="800000"/>
              <a:headEnd/>
              <a:tailEnd/>
            </a:ln>
            <a:effectLst/>
            <a:scene3d>
              <a:camera prst="orthographicFront"/>
              <a:lightRig rig="threePt" dir="t"/>
            </a:scene3d>
            <a:sp3d>
              <a:bevelT w="165100" prst="coolSlant"/>
            </a:sp3d>
          </p:spPr>
          <p:txBody>
            <a:bodyPr wrap="none" anchor="ctr"/>
            <a:lstStyle/>
            <a:p>
              <a:endParaRPr lang="fr-FR">
                <a:latin typeface="Calibri" pitchFamily="34" charset="0"/>
                <a:cs typeface="Calibri" pitchFamily="34" charset="0"/>
              </a:endParaRPr>
            </a:p>
          </p:txBody>
        </p:sp>
        <p:graphicFrame>
          <p:nvGraphicFramePr>
            <p:cNvPr id="108554" name="Object 10"/>
            <p:cNvGraphicFramePr>
              <a:graphicFrameLocks noChangeAspect="1"/>
            </p:cNvGraphicFramePr>
            <p:nvPr/>
          </p:nvGraphicFramePr>
          <p:xfrm>
            <a:off x="1296" y="2088"/>
            <a:ext cx="342" cy="294"/>
          </p:xfrm>
          <a:graphic>
            <a:graphicData uri="http://schemas.openxmlformats.org/presentationml/2006/ole">
              <mc:AlternateContent xmlns:mc="http://schemas.openxmlformats.org/markup-compatibility/2006">
                <mc:Choice xmlns:v="urn:schemas-microsoft-com:vml" Requires="v">
                  <p:oleObj name="Document" r:id="rId3" imgW="1086480" imgH="933120" progId="Word.Document.8">
                    <p:embed/>
                  </p:oleObj>
                </mc:Choice>
                <mc:Fallback>
                  <p:oleObj name="Document" r:id="rId3" imgW="1086480" imgH="933120" progId="Word.Document.8">
                    <p:embed/>
                    <p:pic>
                      <p:nvPicPr>
                        <p:cNvPr id="108554" name="Object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6" y="2088"/>
                          <a:ext cx="342" cy="2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8555" name="Text Box 11"/>
            <p:cNvSpPr txBox="1">
              <a:spLocks noChangeArrowheads="1"/>
            </p:cNvSpPr>
            <p:nvPr/>
          </p:nvSpPr>
          <p:spPr bwMode="auto">
            <a:xfrm>
              <a:off x="1686" y="2129"/>
              <a:ext cx="874" cy="213"/>
            </a:xfrm>
            <a:prstGeom prst="rect">
              <a:avLst/>
            </a:prstGeom>
            <a:noFill/>
            <a:ln w="9525">
              <a:noFill/>
              <a:miter lim="800000"/>
              <a:headEnd/>
              <a:tailEnd/>
            </a:ln>
            <a:effectLst/>
            <a:scene3d>
              <a:camera prst="orthographicFront"/>
              <a:lightRig rig="threePt" dir="t"/>
            </a:scene3d>
            <a:sp3d>
              <a:bevelT w="165100" prst="coolSlant"/>
            </a:sp3d>
          </p:spPr>
          <p:txBody>
            <a:bodyPr wrap="none">
              <a:spAutoFit/>
            </a:bodyPr>
            <a:lstStyle/>
            <a:p>
              <a:pPr eaLnBrk="0" hangingPunct="0">
                <a:spcBef>
                  <a:spcPct val="50000"/>
                </a:spcBef>
              </a:pPr>
              <a:r>
                <a:rPr lang="fr-FR" sz="1600" b="1" dirty="0">
                  <a:latin typeface="Calibri" pitchFamily="34" charset="0"/>
                  <a:cs typeface="Calibri" pitchFamily="34" charset="0"/>
                </a:rPr>
                <a:t>Brainstorming</a:t>
              </a:r>
            </a:p>
          </p:txBody>
        </p:sp>
      </p:grpSp>
      <p:sp>
        <p:nvSpPr>
          <p:cNvPr id="21" name="Text Box 1035"/>
          <p:cNvSpPr txBox="1">
            <a:spLocks noChangeArrowheads="1"/>
          </p:cNvSpPr>
          <p:nvPr/>
        </p:nvSpPr>
        <p:spPr bwMode="auto">
          <a:xfrm>
            <a:off x="369636" y="3416806"/>
            <a:ext cx="2970330" cy="707886"/>
          </a:xfrm>
          <a:prstGeom prst="rect">
            <a:avLst/>
          </a:prstGeom>
          <a:noFill/>
          <a:ln w="9525">
            <a:noFill/>
            <a:miter lim="800000"/>
            <a:headEnd/>
            <a:tailEnd/>
          </a:ln>
        </p:spPr>
        <p:txBody>
          <a:bodyPr wrap="square">
            <a:spAutoFit/>
          </a:bodyPr>
          <a:lstStyle/>
          <a:p>
            <a:pPr algn="ctr"/>
            <a:r>
              <a:rPr lang="fr-FR" sz="2000" dirty="0">
                <a:latin typeface="Calibri" pitchFamily="34" charset="0"/>
              </a:rPr>
              <a:t>Vous connaissez l’outil ?</a:t>
            </a:r>
          </a:p>
          <a:p>
            <a:pPr algn="ctr"/>
            <a:r>
              <a:rPr lang="fr-FR" sz="2000" dirty="0">
                <a:latin typeface="Calibri" pitchFamily="34" charset="0"/>
              </a:rPr>
              <a:t>… jouez !</a:t>
            </a:r>
          </a:p>
        </p:txBody>
      </p:sp>
      <p:pic>
        <p:nvPicPr>
          <p:cNvPr id="22" name="Picture 2"/>
          <p:cNvPicPr>
            <a:picLocks noChangeAspect="1" noChangeArrowheads="1"/>
          </p:cNvPicPr>
          <p:nvPr/>
        </p:nvPicPr>
        <p:blipFill>
          <a:blip r:embed="rId5" cstate="print"/>
          <a:srcRect/>
          <a:stretch>
            <a:fillRect/>
          </a:stretch>
        </p:blipFill>
        <p:spPr bwMode="auto">
          <a:xfrm>
            <a:off x="4375081" y="3551821"/>
            <a:ext cx="4082018" cy="2204688"/>
          </a:xfrm>
          <a:prstGeom prst="rect">
            <a:avLst/>
          </a:prstGeom>
          <a:noFill/>
          <a:ln w="9525">
            <a:noFill/>
            <a:miter lim="800000"/>
            <a:headEnd/>
            <a:tailEnd/>
          </a:ln>
        </p:spPr>
      </p:pic>
      <p:pic>
        <p:nvPicPr>
          <p:cNvPr id="22532" name="Picture 4" descr="C:\Users\annie\Documents\Images\objectives1.jpg"/>
          <p:cNvPicPr>
            <a:picLocks noChangeAspect="1" noChangeArrowheads="1"/>
          </p:cNvPicPr>
          <p:nvPr/>
        </p:nvPicPr>
        <p:blipFill>
          <a:blip r:embed="rId6" cstate="print"/>
          <a:srcRect/>
          <a:stretch>
            <a:fillRect/>
          </a:stretch>
        </p:blipFill>
        <p:spPr bwMode="auto">
          <a:xfrm>
            <a:off x="716012" y="4914165"/>
            <a:ext cx="1158875" cy="966787"/>
          </a:xfrm>
          <a:prstGeom prst="rect">
            <a:avLst/>
          </a:prstGeom>
          <a:noFill/>
        </p:spPr>
      </p:pic>
      <p:sp>
        <p:nvSpPr>
          <p:cNvPr id="16" name="Text Box 2"/>
          <p:cNvSpPr txBox="1">
            <a:spLocks noChangeArrowheads="1"/>
          </p:cNvSpPr>
          <p:nvPr/>
        </p:nvSpPr>
        <p:spPr bwMode="auto">
          <a:xfrm>
            <a:off x="2306609" y="1330688"/>
            <a:ext cx="6662978"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D4 – </a:t>
            </a:r>
            <a:r>
              <a:rPr lang="fr-FR" sz="1800" dirty="0"/>
              <a:t>Localiser la source de la cause – identifier les causes probables</a:t>
            </a:r>
          </a:p>
        </p:txBody>
      </p:sp>
      <p:sp>
        <p:nvSpPr>
          <p:cNvPr id="17" name="Rectangle 16"/>
          <p:cNvSpPr/>
          <p:nvPr/>
        </p:nvSpPr>
        <p:spPr>
          <a:xfrm>
            <a:off x="308663" y="1330688"/>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13" name="Rectangle 2"/>
          <p:cNvSpPr>
            <a:spLocks noChangeArrowheads="1"/>
          </p:cNvSpPr>
          <p:nvPr/>
        </p:nvSpPr>
        <p:spPr bwMode="auto">
          <a:xfrm>
            <a:off x="251520" y="450367"/>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Tree>
    <p:extLst>
      <p:ext uri="{BB962C8B-B14F-4D97-AF65-F5344CB8AC3E}">
        <p14:creationId xmlns:p14="http://schemas.microsoft.com/office/powerpoint/2010/main" val="1011960674"/>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blinds(horizontal)">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80611" name="Rectangle 2051"/>
          <p:cNvSpPr>
            <a:spLocks noGrp="1" noChangeArrowheads="1"/>
          </p:cNvSpPr>
          <p:nvPr>
            <p:ph idx="1"/>
          </p:nvPr>
        </p:nvSpPr>
        <p:spPr>
          <a:xfrm>
            <a:off x="303129" y="2101352"/>
            <a:ext cx="8154987" cy="4725525"/>
          </a:xfrm>
          <a:noFill/>
        </p:spPr>
        <p:txBody>
          <a:bodyPr/>
          <a:lstStyle/>
          <a:p>
            <a:pPr marL="330200" indent="-330200" algn="just" defTabSz="795338">
              <a:lnSpc>
                <a:spcPct val="90000"/>
              </a:lnSpc>
            </a:pPr>
            <a:r>
              <a:rPr lang="fr-FR" sz="1600" dirty="0">
                <a:solidFill>
                  <a:srgbClr val="0070C0"/>
                </a:solidFill>
                <a:latin typeface="Calibri" pitchFamily="34" charset="0"/>
              </a:rPr>
              <a:t>Titre du brainstorming</a:t>
            </a:r>
          </a:p>
          <a:p>
            <a:pPr marL="330200" indent="-330200" algn="just" defTabSz="795338">
              <a:lnSpc>
                <a:spcPct val="90000"/>
              </a:lnSpc>
            </a:pPr>
            <a:r>
              <a:rPr lang="fr-FR" sz="1600" dirty="0">
                <a:latin typeface="Calibri" pitchFamily="34" charset="0"/>
              </a:rPr>
              <a:t>Mobiliser la partie </a:t>
            </a:r>
            <a:r>
              <a:rPr lang="fr-FR" sz="1600" dirty="0">
                <a:solidFill>
                  <a:srgbClr val="0070C0"/>
                </a:solidFill>
                <a:latin typeface="Calibri" pitchFamily="34" charset="0"/>
              </a:rPr>
              <a:t>droite du cerveau : créativité</a:t>
            </a:r>
          </a:p>
          <a:p>
            <a:pPr marL="330200" indent="-330200" algn="just" defTabSz="795338">
              <a:lnSpc>
                <a:spcPct val="90000"/>
              </a:lnSpc>
            </a:pPr>
            <a:r>
              <a:rPr lang="fr-FR" sz="1600" dirty="0">
                <a:solidFill>
                  <a:srgbClr val="0070C0"/>
                </a:solidFill>
                <a:latin typeface="Calibri" pitchFamily="34" charset="0"/>
              </a:rPr>
              <a:t>Activité d’équipe</a:t>
            </a:r>
            <a:r>
              <a:rPr lang="fr-FR" sz="1600" dirty="0">
                <a:latin typeface="Calibri" pitchFamily="34" charset="0"/>
              </a:rPr>
              <a:t>, tour de table  (tous) + tableau</a:t>
            </a:r>
          </a:p>
          <a:p>
            <a:pPr marL="330200" indent="-330200" algn="just" defTabSz="795338">
              <a:lnSpc>
                <a:spcPct val="90000"/>
              </a:lnSpc>
            </a:pPr>
            <a:r>
              <a:rPr lang="fr-FR" sz="1600" dirty="0">
                <a:solidFill>
                  <a:srgbClr val="0070C0"/>
                </a:solidFill>
                <a:latin typeface="Calibri" pitchFamily="34" charset="0"/>
              </a:rPr>
              <a:t>Quantité</a:t>
            </a:r>
            <a:r>
              <a:rPr lang="fr-FR" sz="1600" dirty="0">
                <a:latin typeface="Calibri" pitchFamily="34" charset="0"/>
              </a:rPr>
              <a:t> et non la qualité.</a:t>
            </a:r>
          </a:p>
          <a:p>
            <a:pPr marL="330200" indent="-330200" algn="just" defTabSz="795338">
              <a:lnSpc>
                <a:spcPct val="90000"/>
              </a:lnSpc>
            </a:pPr>
            <a:r>
              <a:rPr lang="fr-FR" sz="1600" dirty="0">
                <a:solidFill>
                  <a:srgbClr val="0070C0"/>
                </a:solidFill>
                <a:latin typeface="Calibri" pitchFamily="34" charset="0"/>
              </a:rPr>
              <a:t>Aucune critique </a:t>
            </a:r>
            <a:r>
              <a:rPr lang="fr-FR" sz="1600" dirty="0">
                <a:latin typeface="Calibri" pitchFamily="34" charset="0"/>
              </a:rPr>
              <a:t>des idées fournies.</a:t>
            </a:r>
          </a:p>
          <a:p>
            <a:pPr marL="330200" indent="-330200" algn="just" defTabSz="795338">
              <a:lnSpc>
                <a:spcPct val="90000"/>
              </a:lnSpc>
            </a:pPr>
            <a:r>
              <a:rPr lang="fr-FR" sz="1600" dirty="0">
                <a:latin typeface="Calibri" pitchFamily="34" charset="0"/>
              </a:rPr>
              <a:t>Enregistrer les idées répétées.</a:t>
            </a:r>
          </a:p>
          <a:p>
            <a:pPr marL="330200" indent="-330200" algn="just" defTabSz="795338">
              <a:lnSpc>
                <a:spcPct val="90000"/>
              </a:lnSpc>
            </a:pPr>
            <a:r>
              <a:rPr lang="fr-FR" sz="1600" dirty="0">
                <a:latin typeface="Calibri" pitchFamily="34" charset="0"/>
              </a:rPr>
              <a:t>Ne pas développer les idées pendant la session</a:t>
            </a:r>
          </a:p>
          <a:p>
            <a:pPr marL="330200" indent="-330200" algn="just" defTabSz="795338">
              <a:lnSpc>
                <a:spcPct val="90000"/>
              </a:lnSpc>
            </a:pPr>
            <a:r>
              <a:rPr lang="fr-FR" sz="1600" dirty="0">
                <a:latin typeface="Calibri" pitchFamily="34" charset="0"/>
              </a:rPr>
              <a:t>Ce qui n’est pas écrit n’est pas dit = mots – phrases très courtes</a:t>
            </a:r>
          </a:p>
          <a:p>
            <a:pPr marL="330200" indent="-330200" algn="just" defTabSz="795338">
              <a:lnSpc>
                <a:spcPct val="90000"/>
              </a:lnSpc>
            </a:pPr>
            <a:r>
              <a:rPr lang="fr-FR" sz="1600" dirty="0">
                <a:solidFill>
                  <a:srgbClr val="0070C0"/>
                </a:solidFill>
                <a:latin typeface="Calibri" pitchFamily="34" charset="0"/>
              </a:rPr>
              <a:t>Piggy back </a:t>
            </a:r>
            <a:r>
              <a:rPr lang="fr-FR" sz="1600" dirty="0">
                <a:latin typeface="Calibri" pitchFamily="34" charset="0"/>
              </a:rPr>
              <a:t>les idées des autres.</a:t>
            </a:r>
          </a:p>
          <a:p>
            <a:pPr marL="330200" indent="-330200" algn="just" defTabSz="795338">
              <a:lnSpc>
                <a:spcPct val="90000"/>
              </a:lnSpc>
            </a:pPr>
            <a:r>
              <a:rPr lang="fr-FR" sz="1600" dirty="0">
                <a:latin typeface="Calibri" pitchFamily="34" charset="0"/>
              </a:rPr>
              <a:t>Penser “</a:t>
            </a:r>
            <a:r>
              <a:rPr lang="fr-FR" sz="1600" i="1" dirty="0">
                <a:solidFill>
                  <a:srgbClr val="0070C0"/>
                </a:solidFill>
                <a:latin typeface="Calibri" pitchFamily="34" charset="0"/>
              </a:rPr>
              <a:t>Out of the Box” </a:t>
            </a:r>
            <a:r>
              <a:rPr lang="fr-FR" sz="1600" i="1" dirty="0">
                <a:latin typeface="Calibri" pitchFamily="34" charset="0"/>
              </a:rPr>
              <a:t>.</a:t>
            </a:r>
          </a:p>
          <a:p>
            <a:pPr marL="330200" indent="-330200" algn="just" defTabSz="795338">
              <a:lnSpc>
                <a:spcPct val="90000"/>
              </a:lnSpc>
            </a:pPr>
            <a:r>
              <a:rPr lang="fr-FR" sz="1600" dirty="0">
                <a:latin typeface="Calibri" pitchFamily="34" charset="0"/>
              </a:rPr>
              <a:t>Durée de la session </a:t>
            </a:r>
            <a:r>
              <a:rPr lang="fr-FR" sz="1600" dirty="0">
                <a:solidFill>
                  <a:srgbClr val="0070C0"/>
                </a:solidFill>
                <a:latin typeface="Calibri" pitchFamily="34" charset="0"/>
              </a:rPr>
              <a:t>courte</a:t>
            </a:r>
          </a:p>
          <a:p>
            <a:pPr marL="330200" indent="-330200" algn="just" defTabSz="795338">
              <a:lnSpc>
                <a:spcPct val="90000"/>
              </a:lnSpc>
            </a:pPr>
            <a:r>
              <a:rPr lang="fr-FR" sz="1600" dirty="0">
                <a:solidFill>
                  <a:srgbClr val="0070C0"/>
                </a:solidFill>
                <a:latin typeface="Calibri" pitchFamily="34" charset="0"/>
              </a:rPr>
              <a:t>Stress, stress, stress</a:t>
            </a:r>
          </a:p>
          <a:p>
            <a:pPr marL="330200" indent="-330200" algn="just" defTabSz="795338">
              <a:lnSpc>
                <a:spcPct val="90000"/>
              </a:lnSpc>
            </a:pPr>
            <a:endParaRPr lang="fr-FR" sz="1600" dirty="0">
              <a:latin typeface="Calibri" pitchFamily="34" charset="0"/>
            </a:endParaRPr>
          </a:p>
          <a:p>
            <a:pPr marL="330200" indent="-330200" algn="just" defTabSz="795338">
              <a:lnSpc>
                <a:spcPct val="90000"/>
              </a:lnSpc>
            </a:pPr>
            <a:r>
              <a:rPr lang="fr-FR" sz="1600" dirty="0">
                <a:solidFill>
                  <a:srgbClr val="0070C0"/>
                </a:solidFill>
                <a:latin typeface="Calibri" pitchFamily="34" charset="0"/>
              </a:rPr>
              <a:t>Pause </a:t>
            </a:r>
            <a:r>
              <a:rPr lang="fr-FR" sz="1600" dirty="0">
                <a:latin typeface="Calibri" pitchFamily="34" charset="0"/>
              </a:rPr>
              <a:t>avant la seconde phase</a:t>
            </a:r>
          </a:p>
          <a:p>
            <a:pPr marL="295275" indent="-295275" algn="just" defTabSz="795338">
              <a:lnSpc>
                <a:spcPct val="90000"/>
              </a:lnSpc>
            </a:pPr>
            <a:r>
              <a:rPr lang="fr-FR" sz="1600" dirty="0">
                <a:solidFill>
                  <a:srgbClr val="0070C0"/>
                </a:solidFill>
                <a:latin typeface="Calibri" pitchFamily="34" charset="0"/>
              </a:rPr>
              <a:t>Diagramme d’affinités </a:t>
            </a:r>
            <a:r>
              <a:rPr lang="fr-FR" sz="1600" dirty="0">
                <a:latin typeface="Calibri" pitchFamily="34" charset="0"/>
              </a:rPr>
              <a:t>pour structurer</a:t>
            </a:r>
          </a:p>
        </p:txBody>
      </p:sp>
      <p:sp>
        <p:nvSpPr>
          <p:cNvPr id="11" name="Triangle rectangle 10"/>
          <p:cNvSpPr/>
          <p:nvPr/>
        </p:nvSpPr>
        <p:spPr bwMode="auto">
          <a:xfrm>
            <a:off x="5274277" y="2788724"/>
            <a:ext cx="1546412" cy="1048870"/>
          </a:xfrm>
          <a:prstGeom prst="rtTriangle">
            <a:avLst/>
          </a:prstGeom>
          <a:solidFill>
            <a:schemeClr val="bg1">
              <a:lumMod val="65000"/>
            </a:schemeClr>
          </a:solidFill>
          <a:ln w="9525" cap="flat" cmpd="sng" algn="ctr">
            <a:noFill/>
            <a:prstDash val="solid"/>
            <a:round/>
            <a:headEnd type="none" w="med" len="med"/>
            <a:tailEnd type="none" w="med" len="med"/>
          </a:ln>
          <a:effectLst>
            <a:softEdge rad="127000"/>
          </a:effectLst>
        </p:spPr>
        <p:txBody>
          <a:bodyPr/>
          <a:lstStyle/>
          <a:p>
            <a:pPr>
              <a:defRPr/>
            </a:pPr>
            <a:endParaRPr lang="fr-FR" sz="1200">
              <a:latin typeface="Calibri" pitchFamily="34" charset="0"/>
            </a:endParaRPr>
          </a:p>
        </p:txBody>
      </p:sp>
      <p:cxnSp>
        <p:nvCxnSpPr>
          <p:cNvPr id="12" name="Connecteur droit avec flèche 11"/>
          <p:cNvCxnSpPr/>
          <p:nvPr/>
        </p:nvCxnSpPr>
        <p:spPr bwMode="auto">
          <a:xfrm flipV="1">
            <a:off x="5170488" y="3789118"/>
            <a:ext cx="3752850" cy="12700"/>
          </a:xfrm>
          <a:prstGeom prst="straightConnector1">
            <a:avLst/>
          </a:prstGeom>
          <a:ln>
            <a:solidFill>
              <a:srgbClr val="002060"/>
            </a:solidFill>
            <a:headEnd type="none" w="med" len="med"/>
            <a:tailEnd type="arrow"/>
          </a:ln>
        </p:spPr>
        <p:style>
          <a:lnRef idx="3">
            <a:schemeClr val="accent4"/>
          </a:lnRef>
          <a:fillRef idx="0">
            <a:schemeClr val="accent4"/>
          </a:fillRef>
          <a:effectRef idx="2">
            <a:schemeClr val="accent4"/>
          </a:effectRef>
          <a:fontRef idx="minor">
            <a:schemeClr val="tx1"/>
          </a:fontRef>
        </p:style>
      </p:cxnSp>
      <p:cxnSp>
        <p:nvCxnSpPr>
          <p:cNvPr id="13" name="Connecteur droit avec flèche 12"/>
          <p:cNvCxnSpPr/>
          <p:nvPr/>
        </p:nvCxnSpPr>
        <p:spPr bwMode="auto">
          <a:xfrm rot="5400000" flipH="1" flipV="1">
            <a:off x="4350544" y="2981874"/>
            <a:ext cx="1882775" cy="1587"/>
          </a:xfrm>
          <a:prstGeom prst="straightConnector1">
            <a:avLst/>
          </a:prstGeom>
          <a:ln>
            <a:solidFill>
              <a:srgbClr val="002060"/>
            </a:solidFill>
            <a:headEnd type="none" w="med" len="med"/>
            <a:tailEnd type="arrow"/>
          </a:ln>
        </p:spPr>
        <p:style>
          <a:lnRef idx="3">
            <a:schemeClr val="accent4"/>
          </a:lnRef>
          <a:fillRef idx="0">
            <a:schemeClr val="accent4"/>
          </a:fillRef>
          <a:effectRef idx="2">
            <a:schemeClr val="accent4"/>
          </a:effectRef>
          <a:fontRef idx="minor">
            <a:schemeClr val="tx1"/>
          </a:fontRef>
        </p:style>
      </p:cxnSp>
      <p:sp>
        <p:nvSpPr>
          <p:cNvPr id="59403" name="Rectangle 1031"/>
          <p:cNvSpPr>
            <a:spLocks noChangeArrowheads="1"/>
          </p:cNvSpPr>
          <p:nvPr>
            <p:custDataLst>
              <p:tags r:id="rId1"/>
            </p:custDataLst>
          </p:nvPr>
        </p:nvSpPr>
        <p:spPr bwMode="auto">
          <a:xfrm>
            <a:off x="8256588" y="3581400"/>
            <a:ext cx="887412" cy="214313"/>
          </a:xfrm>
          <a:prstGeom prst="rect">
            <a:avLst/>
          </a:prstGeom>
          <a:noFill/>
          <a:ln w="9525">
            <a:noFill/>
            <a:miter lim="800000"/>
            <a:headEnd/>
            <a:tailEnd/>
          </a:ln>
        </p:spPr>
        <p:txBody>
          <a:bodyPr lIns="0" tIns="0" rIns="0" bIns="0">
            <a:spAutoFit/>
          </a:bodyPr>
          <a:lstStyle/>
          <a:p>
            <a:pPr marL="0" lvl="1" indent="1588" defTabSz="1019175">
              <a:spcBef>
                <a:spcPct val="20000"/>
              </a:spcBef>
              <a:buClr>
                <a:schemeClr val="bg1"/>
              </a:buClr>
              <a:buSzPct val="120000"/>
              <a:buFont typeface="Wingdings" pitchFamily="2" charset="2"/>
              <a:buNone/>
            </a:pPr>
            <a:r>
              <a:rPr lang="fr-FR" sz="1400" i="1">
                <a:solidFill>
                  <a:srgbClr val="000066"/>
                </a:solidFill>
                <a:latin typeface="Calibri" pitchFamily="34" charset="0"/>
              </a:rPr>
              <a:t>Durée</a:t>
            </a:r>
          </a:p>
        </p:txBody>
      </p:sp>
      <p:sp>
        <p:nvSpPr>
          <p:cNvPr id="59404" name="Rectangle 1031"/>
          <p:cNvSpPr>
            <a:spLocks noChangeArrowheads="1"/>
          </p:cNvSpPr>
          <p:nvPr>
            <p:custDataLst>
              <p:tags r:id="rId2"/>
            </p:custDataLst>
          </p:nvPr>
        </p:nvSpPr>
        <p:spPr bwMode="auto">
          <a:xfrm rot="-5400000">
            <a:off x="4698207" y="2375449"/>
            <a:ext cx="887412" cy="215900"/>
          </a:xfrm>
          <a:prstGeom prst="rect">
            <a:avLst/>
          </a:prstGeom>
          <a:noFill/>
          <a:ln w="9525">
            <a:noFill/>
            <a:miter lim="800000"/>
            <a:headEnd/>
            <a:tailEnd/>
          </a:ln>
        </p:spPr>
        <p:txBody>
          <a:bodyPr lIns="0" tIns="0" rIns="0" bIns="0">
            <a:spAutoFit/>
          </a:bodyPr>
          <a:lstStyle/>
          <a:p>
            <a:pPr marL="0" lvl="1" indent="1588" defTabSz="1019175">
              <a:spcBef>
                <a:spcPct val="20000"/>
              </a:spcBef>
              <a:buClr>
                <a:schemeClr val="bg1"/>
              </a:buClr>
              <a:buSzPct val="120000"/>
              <a:buFont typeface="Wingdings" pitchFamily="2" charset="2"/>
              <a:buNone/>
            </a:pPr>
            <a:r>
              <a:rPr lang="fr-FR" sz="1400" i="1">
                <a:solidFill>
                  <a:srgbClr val="000066"/>
                </a:solidFill>
                <a:latin typeface="Calibri" pitchFamily="34" charset="0"/>
              </a:rPr>
              <a:t>Quantité</a:t>
            </a:r>
          </a:p>
        </p:txBody>
      </p:sp>
      <p:sp>
        <p:nvSpPr>
          <p:cNvPr id="59406" name="Forme libre 16"/>
          <p:cNvSpPr>
            <a:spLocks noChangeArrowheads="1"/>
          </p:cNvSpPr>
          <p:nvPr/>
        </p:nvSpPr>
        <p:spPr bwMode="auto">
          <a:xfrm>
            <a:off x="5341938" y="2290518"/>
            <a:ext cx="1841500" cy="1439862"/>
          </a:xfrm>
          <a:custGeom>
            <a:avLst/>
            <a:gdLst>
              <a:gd name="T0" fmla="*/ 0 w 1680882"/>
              <a:gd name="T1" fmla="*/ 0 h 1438835"/>
              <a:gd name="T2" fmla="*/ 1669250 w 1680882"/>
              <a:gd name="T3" fmla="*/ 695161 h 1438835"/>
              <a:gd name="T4" fmla="*/ 5508547 w 1680882"/>
              <a:gd name="T5" fmla="*/ 1240387 h 1438835"/>
              <a:gd name="T6" fmla="*/ 10432821 w 1680882"/>
              <a:gd name="T7" fmla="*/ 1458474 h 1438835"/>
              <a:gd name="T8" fmla="*/ 0 60000 65536"/>
              <a:gd name="T9" fmla="*/ 0 60000 65536"/>
              <a:gd name="T10" fmla="*/ 0 60000 65536"/>
              <a:gd name="T11" fmla="*/ 0 60000 65536"/>
              <a:gd name="T12" fmla="*/ 0 w 1680882"/>
              <a:gd name="T13" fmla="*/ 0 h 1438835"/>
              <a:gd name="T14" fmla="*/ 1680882 w 1680882"/>
              <a:gd name="T15" fmla="*/ 1438835 h 1438835"/>
            </a:gdLst>
            <a:ahLst/>
            <a:cxnLst>
              <a:cxn ang="T8">
                <a:pos x="T0" y="T1"/>
              </a:cxn>
              <a:cxn ang="T9">
                <a:pos x="T2" y="T3"/>
              </a:cxn>
              <a:cxn ang="T10">
                <a:pos x="T4" y="T5"/>
              </a:cxn>
              <a:cxn ang="T11">
                <a:pos x="T6" y="T7"/>
              </a:cxn>
            </a:cxnLst>
            <a:rect l="T12" t="T13" r="T14" b="T15"/>
            <a:pathLst>
              <a:path w="1680882" h="1438835">
                <a:moveTo>
                  <a:pt x="0" y="0"/>
                </a:moveTo>
                <a:cubicBezTo>
                  <a:pt x="60511" y="240926"/>
                  <a:pt x="121023" y="481853"/>
                  <a:pt x="268941" y="685800"/>
                </a:cubicBezTo>
                <a:cubicBezTo>
                  <a:pt x="416859" y="889747"/>
                  <a:pt x="652183" y="1098176"/>
                  <a:pt x="887506" y="1223682"/>
                </a:cubicBezTo>
                <a:cubicBezTo>
                  <a:pt x="1122830" y="1349188"/>
                  <a:pt x="1401856" y="1394011"/>
                  <a:pt x="1680882" y="1438835"/>
                </a:cubicBezTo>
              </a:path>
            </a:pathLst>
          </a:custGeom>
          <a:noFill/>
          <a:ln w="76200" algn="ctr">
            <a:solidFill>
              <a:srgbClr val="002060"/>
            </a:solidFill>
            <a:round/>
            <a:headEnd/>
            <a:tailEnd/>
          </a:ln>
        </p:spPr>
        <p:txBody>
          <a:bodyPr/>
          <a:lstStyle/>
          <a:p>
            <a:endParaRPr lang="en-US"/>
          </a:p>
        </p:txBody>
      </p:sp>
      <p:pic>
        <p:nvPicPr>
          <p:cNvPr id="130049" name="Picture 1" descr="C:\Users\annie\Documents\Images\objectives1.jpg"/>
          <p:cNvPicPr>
            <a:picLocks noChangeAspect="1" noChangeArrowheads="1"/>
          </p:cNvPicPr>
          <p:nvPr/>
        </p:nvPicPr>
        <p:blipFill>
          <a:blip r:embed="rId5" cstate="print"/>
          <a:srcRect/>
          <a:stretch>
            <a:fillRect/>
          </a:stretch>
        </p:blipFill>
        <p:spPr bwMode="auto">
          <a:xfrm>
            <a:off x="7561718" y="2043662"/>
            <a:ext cx="1158875" cy="966787"/>
          </a:xfrm>
          <a:prstGeom prst="rect">
            <a:avLst/>
          </a:prstGeom>
          <a:noFill/>
        </p:spPr>
      </p:pic>
      <p:pic>
        <p:nvPicPr>
          <p:cNvPr id="130050" name="Picture 2" descr="C:\Users\annie\Documents\Images\Brainstorm3.jpg"/>
          <p:cNvPicPr>
            <a:picLocks noChangeAspect="1" noChangeArrowheads="1"/>
          </p:cNvPicPr>
          <p:nvPr/>
        </p:nvPicPr>
        <p:blipFill>
          <a:blip r:embed="rId6" cstate="print"/>
          <a:srcRect/>
          <a:stretch>
            <a:fillRect/>
          </a:stretch>
        </p:blipFill>
        <p:spPr bwMode="auto">
          <a:xfrm>
            <a:off x="7048446" y="4464115"/>
            <a:ext cx="1818839" cy="1813598"/>
          </a:xfrm>
          <a:prstGeom prst="rect">
            <a:avLst/>
          </a:prstGeom>
          <a:noFill/>
        </p:spPr>
      </p:pic>
      <p:sp>
        <p:nvSpPr>
          <p:cNvPr id="19" name="Text Box 2"/>
          <p:cNvSpPr txBox="1">
            <a:spLocks noChangeArrowheads="1"/>
          </p:cNvSpPr>
          <p:nvPr/>
        </p:nvSpPr>
        <p:spPr bwMode="auto">
          <a:xfrm>
            <a:off x="2275342" y="1593367"/>
            <a:ext cx="6662978"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D4 – </a:t>
            </a:r>
            <a:r>
              <a:rPr lang="fr-FR" sz="1800" dirty="0"/>
              <a:t>Localiser la source de la cause – identifier les causes probables</a:t>
            </a:r>
          </a:p>
        </p:txBody>
      </p:sp>
      <p:sp>
        <p:nvSpPr>
          <p:cNvPr id="20" name="Rectangle 19"/>
          <p:cNvSpPr/>
          <p:nvPr/>
        </p:nvSpPr>
        <p:spPr>
          <a:xfrm>
            <a:off x="303129" y="1593367"/>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14" name="Rectangle 2"/>
          <p:cNvSpPr>
            <a:spLocks noChangeArrowheads="1"/>
          </p:cNvSpPr>
          <p:nvPr/>
        </p:nvSpPr>
        <p:spPr bwMode="auto">
          <a:xfrm>
            <a:off x="251520" y="450367"/>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Tree>
    <p:extLst>
      <p:ext uri="{BB962C8B-B14F-4D97-AF65-F5344CB8AC3E}">
        <p14:creationId xmlns:p14="http://schemas.microsoft.com/office/powerpoint/2010/main" val="2656692584"/>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580611">
                                            <p:txEl>
                                              <p:pRg st="0" end="0"/>
                                            </p:txEl>
                                          </p:spTgt>
                                        </p:tgtEl>
                                        <p:attrNameLst>
                                          <p:attrName>style.visibility</p:attrName>
                                        </p:attrNameLst>
                                      </p:cBhvr>
                                      <p:to>
                                        <p:strVal val="visible"/>
                                      </p:to>
                                    </p:set>
                                    <p:anim calcmode="lin" valueType="num">
                                      <p:cBhvr>
                                        <p:cTn id="7" dur="500" fill="hold"/>
                                        <p:tgtEl>
                                          <p:spTgt spid="580611">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580611">
                                            <p:txEl>
                                              <p:pRg st="0" end="0"/>
                                            </p:txEl>
                                          </p:spTgt>
                                        </p:tgtEl>
                                        <p:attrNameLst>
                                          <p:attrName>ppt_h</p:attrName>
                                        </p:attrNameLst>
                                      </p:cBhvr>
                                      <p:tavLst>
                                        <p:tav tm="0">
                                          <p:val>
                                            <p:fltVal val="0"/>
                                          </p:val>
                                        </p:tav>
                                        <p:tav tm="100000">
                                          <p:val>
                                            <p:strVal val="#ppt_h"/>
                                          </p:val>
                                        </p:tav>
                                      </p:tavLst>
                                    </p:anim>
                                  </p:childTnLst>
                                </p:cTn>
                              </p:par>
                            </p:childTnLst>
                          </p:cTn>
                        </p:par>
                      </p:childTnLst>
                    </p:cTn>
                  </p:par>
                  <p:par>
                    <p:cTn id="9" fill="hold">
                      <p:stCondLst>
                        <p:cond delay="indefinite"/>
                      </p:stCondLst>
                      <p:childTnLst>
                        <p:par>
                          <p:cTn id="10" fill="hold">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580611">
                                            <p:txEl>
                                              <p:pRg st="1" end="1"/>
                                            </p:txEl>
                                          </p:spTgt>
                                        </p:tgtEl>
                                        <p:attrNameLst>
                                          <p:attrName>style.visibility</p:attrName>
                                        </p:attrNameLst>
                                      </p:cBhvr>
                                      <p:to>
                                        <p:strVal val="visible"/>
                                      </p:to>
                                    </p:set>
                                    <p:anim calcmode="lin" valueType="num">
                                      <p:cBhvr>
                                        <p:cTn id="13" dur="500" fill="hold"/>
                                        <p:tgtEl>
                                          <p:spTgt spid="580611">
                                            <p:txEl>
                                              <p:pRg st="1" end="1"/>
                                            </p:txEl>
                                          </p:spTgt>
                                        </p:tgtEl>
                                        <p:attrNameLst>
                                          <p:attrName>ppt_w</p:attrName>
                                        </p:attrNameLst>
                                      </p:cBhvr>
                                      <p:tavLst>
                                        <p:tav tm="0">
                                          <p:val>
                                            <p:fltVal val="0"/>
                                          </p:val>
                                        </p:tav>
                                        <p:tav tm="100000">
                                          <p:val>
                                            <p:strVal val="#ppt_w"/>
                                          </p:val>
                                        </p:tav>
                                      </p:tavLst>
                                    </p:anim>
                                    <p:anim calcmode="lin" valueType="num">
                                      <p:cBhvr>
                                        <p:cTn id="14" dur="500" fill="hold"/>
                                        <p:tgtEl>
                                          <p:spTgt spid="580611">
                                            <p:txEl>
                                              <p:pRg st="1" end="1"/>
                                            </p:txEl>
                                          </p:spTgt>
                                        </p:tgtEl>
                                        <p:attrNameLst>
                                          <p:attrName>ppt_h</p:attrName>
                                        </p:attrNameLst>
                                      </p:cBhvr>
                                      <p:tavLst>
                                        <p:tav tm="0">
                                          <p:val>
                                            <p:fltVal val="0"/>
                                          </p:val>
                                        </p:tav>
                                        <p:tav tm="100000">
                                          <p:val>
                                            <p:strVal val="#ppt_h"/>
                                          </p:val>
                                        </p:tav>
                                      </p:tavLst>
                                    </p:anim>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580611">
                                            <p:txEl>
                                              <p:pRg st="2" end="2"/>
                                            </p:txEl>
                                          </p:spTgt>
                                        </p:tgtEl>
                                        <p:attrNameLst>
                                          <p:attrName>style.visibility</p:attrName>
                                        </p:attrNameLst>
                                      </p:cBhvr>
                                      <p:to>
                                        <p:strVal val="visible"/>
                                      </p:to>
                                    </p:set>
                                    <p:anim calcmode="lin" valueType="num">
                                      <p:cBhvr>
                                        <p:cTn id="19" dur="500" fill="hold"/>
                                        <p:tgtEl>
                                          <p:spTgt spid="580611">
                                            <p:txEl>
                                              <p:pRg st="2" end="2"/>
                                            </p:txEl>
                                          </p:spTgt>
                                        </p:tgtEl>
                                        <p:attrNameLst>
                                          <p:attrName>ppt_w</p:attrName>
                                        </p:attrNameLst>
                                      </p:cBhvr>
                                      <p:tavLst>
                                        <p:tav tm="0">
                                          <p:val>
                                            <p:fltVal val="0"/>
                                          </p:val>
                                        </p:tav>
                                        <p:tav tm="100000">
                                          <p:val>
                                            <p:strVal val="#ppt_w"/>
                                          </p:val>
                                        </p:tav>
                                      </p:tavLst>
                                    </p:anim>
                                    <p:anim calcmode="lin" valueType="num">
                                      <p:cBhvr>
                                        <p:cTn id="20" dur="500" fill="hold"/>
                                        <p:tgtEl>
                                          <p:spTgt spid="580611">
                                            <p:txEl>
                                              <p:pRg st="2" end="2"/>
                                            </p:txEl>
                                          </p:spTgt>
                                        </p:tgtEl>
                                        <p:attrNameLst>
                                          <p:attrName>ppt_h</p:attrName>
                                        </p:attrNameLst>
                                      </p:cBhvr>
                                      <p:tavLst>
                                        <p:tav tm="0">
                                          <p:val>
                                            <p:fltVal val="0"/>
                                          </p:val>
                                        </p:tav>
                                        <p:tav tm="100000">
                                          <p:val>
                                            <p:strVal val="#ppt_h"/>
                                          </p:val>
                                        </p:tav>
                                      </p:tavLst>
                                    </p:anim>
                                  </p:childTnLst>
                                </p:cTn>
                              </p:par>
                            </p:childTnLst>
                          </p:cTn>
                        </p:par>
                      </p:childTnLst>
                    </p:cTn>
                  </p:par>
                  <p:par>
                    <p:cTn id="21" fill="hold">
                      <p:stCondLst>
                        <p:cond delay="indefinite"/>
                      </p:stCondLst>
                      <p:childTnLst>
                        <p:par>
                          <p:cTn id="22" fill="hold">
                            <p:stCondLst>
                              <p:cond delay="0"/>
                            </p:stCondLst>
                            <p:childTnLst>
                              <p:par>
                                <p:cTn id="23" presetID="23" presetClass="entr" presetSubtype="16" fill="hold" grpId="0" nodeType="clickEffect">
                                  <p:stCondLst>
                                    <p:cond delay="0"/>
                                  </p:stCondLst>
                                  <p:childTnLst>
                                    <p:set>
                                      <p:cBhvr>
                                        <p:cTn id="24" dur="1" fill="hold">
                                          <p:stCondLst>
                                            <p:cond delay="0"/>
                                          </p:stCondLst>
                                        </p:cTn>
                                        <p:tgtEl>
                                          <p:spTgt spid="580611">
                                            <p:txEl>
                                              <p:pRg st="3" end="3"/>
                                            </p:txEl>
                                          </p:spTgt>
                                        </p:tgtEl>
                                        <p:attrNameLst>
                                          <p:attrName>style.visibility</p:attrName>
                                        </p:attrNameLst>
                                      </p:cBhvr>
                                      <p:to>
                                        <p:strVal val="visible"/>
                                      </p:to>
                                    </p:set>
                                    <p:anim calcmode="lin" valueType="num">
                                      <p:cBhvr>
                                        <p:cTn id="25" dur="500" fill="hold"/>
                                        <p:tgtEl>
                                          <p:spTgt spid="580611">
                                            <p:txEl>
                                              <p:pRg st="3" end="3"/>
                                            </p:txEl>
                                          </p:spTgt>
                                        </p:tgtEl>
                                        <p:attrNameLst>
                                          <p:attrName>ppt_w</p:attrName>
                                        </p:attrNameLst>
                                      </p:cBhvr>
                                      <p:tavLst>
                                        <p:tav tm="0">
                                          <p:val>
                                            <p:fltVal val="0"/>
                                          </p:val>
                                        </p:tav>
                                        <p:tav tm="100000">
                                          <p:val>
                                            <p:strVal val="#ppt_w"/>
                                          </p:val>
                                        </p:tav>
                                      </p:tavLst>
                                    </p:anim>
                                    <p:anim calcmode="lin" valueType="num">
                                      <p:cBhvr>
                                        <p:cTn id="26" dur="500" fill="hold"/>
                                        <p:tgtEl>
                                          <p:spTgt spid="580611">
                                            <p:txEl>
                                              <p:pRg st="3" end="3"/>
                                            </p:txEl>
                                          </p:spTgt>
                                        </p:tgtEl>
                                        <p:attrNameLst>
                                          <p:attrName>ppt_h</p:attrName>
                                        </p:attrNameLst>
                                      </p:cBhvr>
                                      <p:tavLst>
                                        <p:tav tm="0">
                                          <p:val>
                                            <p:fltVal val="0"/>
                                          </p:val>
                                        </p:tav>
                                        <p:tav tm="100000">
                                          <p:val>
                                            <p:strVal val="#ppt_h"/>
                                          </p:val>
                                        </p:tav>
                                      </p:tavLst>
                                    </p:anim>
                                  </p:childTnLst>
                                </p:cTn>
                              </p:par>
                            </p:childTnLst>
                          </p:cTn>
                        </p:par>
                      </p:childTnLst>
                    </p:cTn>
                  </p:par>
                  <p:par>
                    <p:cTn id="27" fill="hold">
                      <p:stCondLst>
                        <p:cond delay="indefinite"/>
                      </p:stCondLst>
                      <p:childTnLst>
                        <p:par>
                          <p:cTn id="28" fill="hold">
                            <p:stCondLst>
                              <p:cond delay="0"/>
                            </p:stCondLst>
                            <p:childTnLst>
                              <p:par>
                                <p:cTn id="29" presetID="23" presetClass="entr" presetSubtype="16" fill="hold" grpId="0" nodeType="clickEffect">
                                  <p:stCondLst>
                                    <p:cond delay="0"/>
                                  </p:stCondLst>
                                  <p:childTnLst>
                                    <p:set>
                                      <p:cBhvr>
                                        <p:cTn id="30" dur="1" fill="hold">
                                          <p:stCondLst>
                                            <p:cond delay="0"/>
                                          </p:stCondLst>
                                        </p:cTn>
                                        <p:tgtEl>
                                          <p:spTgt spid="580611">
                                            <p:txEl>
                                              <p:pRg st="4" end="4"/>
                                            </p:txEl>
                                          </p:spTgt>
                                        </p:tgtEl>
                                        <p:attrNameLst>
                                          <p:attrName>style.visibility</p:attrName>
                                        </p:attrNameLst>
                                      </p:cBhvr>
                                      <p:to>
                                        <p:strVal val="visible"/>
                                      </p:to>
                                    </p:set>
                                    <p:anim calcmode="lin" valueType="num">
                                      <p:cBhvr>
                                        <p:cTn id="31" dur="500" fill="hold"/>
                                        <p:tgtEl>
                                          <p:spTgt spid="580611">
                                            <p:txEl>
                                              <p:pRg st="4" end="4"/>
                                            </p:txEl>
                                          </p:spTgt>
                                        </p:tgtEl>
                                        <p:attrNameLst>
                                          <p:attrName>ppt_w</p:attrName>
                                        </p:attrNameLst>
                                      </p:cBhvr>
                                      <p:tavLst>
                                        <p:tav tm="0">
                                          <p:val>
                                            <p:fltVal val="0"/>
                                          </p:val>
                                        </p:tav>
                                        <p:tav tm="100000">
                                          <p:val>
                                            <p:strVal val="#ppt_w"/>
                                          </p:val>
                                        </p:tav>
                                      </p:tavLst>
                                    </p:anim>
                                    <p:anim calcmode="lin" valueType="num">
                                      <p:cBhvr>
                                        <p:cTn id="32" dur="500" fill="hold"/>
                                        <p:tgtEl>
                                          <p:spTgt spid="580611">
                                            <p:txEl>
                                              <p:pRg st="4" end="4"/>
                                            </p:txEl>
                                          </p:spTgt>
                                        </p:tgtEl>
                                        <p:attrNameLst>
                                          <p:attrName>ppt_h</p:attrName>
                                        </p:attrNameLst>
                                      </p:cBhvr>
                                      <p:tavLst>
                                        <p:tav tm="0">
                                          <p:val>
                                            <p:fltVal val="0"/>
                                          </p:val>
                                        </p:tav>
                                        <p:tav tm="100000">
                                          <p:val>
                                            <p:strVal val="#ppt_h"/>
                                          </p:val>
                                        </p:tav>
                                      </p:tavLst>
                                    </p:anim>
                                  </p:childTnLst>
                                </p:cTn>
                              </p:par>
                            </p:childTnLst>
                          </p:cTn>
                        </p:par>
                      </p:childTnLst>
                    </p:cTn>
                  </p:par>
                  <p:par>
                    <p:cTn id="33" fill="hold">
                      <p:stCondLst>
                        <p:cond delay="indefinite"/>
                      </p:stCondLst>
                      <p:childTnLst>
                        <p:par>
                          <p:cTn id="34" fill="hold">
                            <p:stCondLst>
                              <p:cond delay="0"/>
                            </p:stCondLst>
                            <p:childTnLst>
                              <p:par>
                                <p:cTn id="35" presetID="23" presetClass="entr" presetSubtype="16" fill="hold" grpId="0" nodeType="clickEffect">
                                  <p:stCondLst>
                                    <p:cond delay="0"/>
                                  </p:stCondLst>
                                  <p:childTnLst>
                                    <p:set>
                                      <p:cBhvr>
                                        <p:cTn id="36" dur="1" fill="hold">
                                          <p:stCondLst>
                                            <p:cond delay="0"/>
                                          </p:stCondLst>
                                        </p:cTn>
                                        <p:tgtEl>
                                          <p:spTgt spid="580611">
                                            <p:txEl>
                                              <p:pRg st="5" end="5"/>
                                            </p:txEl>
                                          </p:spTgt>
                                        </p:tgtEl>
                                        <p:attrNameLst>
                                          <p:attrName>style.visibility</p:attrName>
                                        </p:attrNameLst>
                                      </p:cBhvr>
                                      <p:to>
                                        <p:strVal val="visible"/>
                                      </p:to>
                                    </p:set>
                                    <p:anim calcmode="lin" valueType="num">
                                      <p:cBhvr>
                                        <p:cTn id="37" dur="500" fill="hold"/>
                                        <p:tgtEl>
                                          <p:spTgt spid="580611">
                                            <p:txEl>
                                              <p:pRg st="5" end="5"/>
                                            </p:txEl>
                                          </p:spTgt>
                                        </p:tgtEl>
                                        <p:attrNameLst>
                                          <p:attrName>ppt_w</p:attrName>
                                        </p:attrNameLst>
                                      </p:cBhvr>
                                      <p:tavLst>
                                        <p:tav tm="0">
                                          <p:val>
                                            <p:fltVal val="0"/>
                                          </p:val>
                                        </p:tav>
                                        <p:tav tm="100000">
                                          <p:val>
                                            <p:strVal val="#ppt_w"/>
                                          </p:val>
                                        </p:tav>
                                      </p:tavLst>
                                    </p:anim>
                                    <p:anim calcmode="lin" valueType="num">
                                      <p:cBhvr>
                                        <p:cTn id="38" dur="500" fill="hold"/>
                                        <p:tgtEl>
                                          <p:spTgt spid="580611">
                                            <p:txEl>
                                              <p:pRg st="5" end="5"/>
                                            </p:txEl>
                                          </p:spTgt>
                                        </p:tgtEl>
                                        <p:attrNameLst>
                                          <p:attrName>ppt_h</p:attrName>
                                        </p:attrNameLst>
                                      </p:cBhvr>
                                      <p:tavLst>
                                        <p:tav tm="0">
                                          <p:val>
                                            <p:fltVal val="0"/>
                                          </p:val>
                                        </p:tav>
                                        <p:tav tm="100000">
                                          <p:val>
                                            <p:strVal val="#ppt_h"/>
                                          </p:val>
                                        </p:tav>
                                      </p:tavLst>
                                    </p:anim>
                                  </p:childTnLst>
                                </p:cTn>
                              </p:par>
                            </p:childTnLst>
                          </p:cTn>
                        </p:par>
                      </p:childTnLst>
                    </p:cTn>
                  </p:par>
                  <p:par>
                    <p:cTn id="39" fill="hold">
                      <p:stCondLst>
                        <p:cond delay="indefinite"/>
                      </p:stCondLst>
                      <p:childTnLst>
                        <p:par>
                          <p:cTn id="40" fill="hold">
                            <p:stCondLst>
                              <p:cond delay="0"/>
                            </p:stCondLst>
                            <p:childTnLst>
                              <p:par>
                                <p:cTn id="41" presetID="23" presetClass="entr" presetSubtype="16" fill="hold" grpId="0" nodeType="clickEffect">
                                  <p:stCondLst>
                                    <p:cond delay="0"/>
                                  </p:stCondLst>
                                  <p:childTnLst>
                                    <p:set>
                                      <p:cBhvr>
                                        <p:cTn id="42" dur="1" fill="hold">
                                          <p:stCondLst>
                                            <p:cond delay="0"/>
                                          </p:stCondLst>
                                        </p:cTn>
                                        <p:tgtEl>
                                          <p:spTgt spid="580611">
                                            <p:txEl>
                                              <p:pRg st="6" end="6"/>
                                            </p:txEl>
                                          </p:spTgt>
                                        </p:tgtEl>
                                        <p:attrNameLst>
                                          <p:attrName>style.visibility</p:attrName>
                                        </p:attrNameLst>
                                      </p:cBhvr>
                                      <p:to>
                                        <p:strVal val="visible"/>
                                      </p:to>
                                    </p:set>
                                    <p:anim calcmode="lin" valueType="num">
                                      <p:cBhvr>
                                        <p:cTn id="43" dur="500" fill="hold"/>
                                        <p:tgtEl>
                                          <p:spTgt spid="580611">
                                            <p:txEl>
                                              <p:pRg st="6" end="6"/>
                                            </p:txEl>
                                          </p:spTgt>
                                        </p:tgtEl>
                                        <p:attrNameLst>
                                          <p:attrName>ppt_w</p:attrName>
                                        </p:attrNameLst>
                                      </p:cBhvr>
                                      <p:tavLst>
                                        <p:tav tm="0">
                                          <p:val>
                                            <p:fltVal val="0"/>
                                          </p:val>
                                        </p:tav>
                                        <p:tav tm="100000">
                                          <p:val>
                                            <p:strVal val="#ppt_w"/>
                                          </p:val>
                                        </p:tav>
                                      </p:tavLst>
                                    </p:anim>
                                    <p:anim calcmode="lin" valueType="num">
                                      <p:cBhvr>
                                        <p:cTn id="44" dur="500" fill="hold"/>
                                        <p:tgtEl>
                                          <p:spTgt spid="580611">
                                            <p:txEl>
                                              <p:pRg st="6" end="6"/>
                                            </p:txEl>
                                          </p:spTgt>
                                        </p:tgtEl>
                                        <p:attrNameLst>
                                          <p:attrName>ppt_h</p:attrName>
                                        </p:attrNameLst>
                                      </p:cBhvr>
                                      <p:tavLst>
                                        <p:tav tm="0">
                                          <p:val>
                                            <p:fltVal val="0"/>
                                          </p:val>
                                        </p:tav>
                                        <p:tav tm="100000">
                                          <p:val>
                                            <p:strVal val="#ppt_h"/>
                                          </p:val>
                                        </p:tav>
                                      </p:tavLst>
                                    </p:anim>
                                  </p:childTnLst>
                                </p:cTn>
                              </p:par>
                            </p:childTnLst>
                          </p:cTn>
                        </p:par>
                      </p:childTnLst>
                    </p:cTn>
                  </p:par>
                  <p:par>
                    <p:cTn id="45" fill="hold">
                      <p:stCondLst>
                        <p:cond delay="indefinite"/>
                      </p:stCondLst>
                      <p:childTnLst>
                        <p:par>
                          <p:cTn id="46" fill="hold">
                            <p:stCondLst>
                              <p:cond delay="0"/>
                            </p:stCondLst>
                            <p:childTnLst>
                              <p:par>
                                <p:cTn id="47" presetID="23" presetClass="entr" presetSubtype="16" fill="hold" grpId="0" nodeType="clickEffect">
                                  <p:stCondLst>
                                    <p:cond delay="0"/>
                                  </p:stCondLst>
                                  <p:childTnLst>
                                    <p:set>
                                      <p:cBhvr>
                                        <p:cTn id="48" dur="1" fill="hold">
                                          <p:stCondLst>
                                            <p:cond delay="0"/>
                                          </p:stCondLst>
                                        </p:cTn>
                                        <p:tgtEl>
                                          <p:spTgt spid="580611">
                                            <p:txEl>
                                              <p:pRg st="7" end="7"/>
                                            </p:txEl>
                                          </p:spTgt>
                                        </p:tgtEl>
                                        <p:attrNameLst>
                                          <p:attrName>style.visibility</p:attrName>
                                        </p:attrNameLst>
                                      </p:cBhvr>
                                      <p:to>
                                        <p:strVal val="visible"/>
                                      </p:to>
                                    </p:set>
                                    <p:anim calcmode="lin" valueType="num">
                                      <p:cBhvr>
                                        <p:cTn id="49" dur="500" fill="hold"/>
                                        <p:tgtEl>
                                          <p:spTgt spid="580611">
                                            <p:txEl>
                                              <p:pRg st="7" end="7"/>
                                            </p:txEl>
                                          </p:spTgt>
                                        </p:tgtEl>
                                        <p:attrNameLst>
                                          <p:attrName>ppt_w</p:attrName>
                                        </p:attrNameLst>
                                      </p:cBhvr>
                                      <p:tavLst>
                                        <p:tav tm="0">
                                          <p:val>
                                            <p:fltVal val="0"/>
                                          </p:val>
                                        </p:tav>
                                        <p:tav tm="100000">
                                          <p:val>
                                            <p:strVal val="#ppt_w"/>
                                          </p:val>
                                        </p:tav>
                                      </p:tavLst>
                                    </p:anim>
                                    <p:anim calcmode="lin" valueType="num">
                                      <p:cBhvr>
                                        <p:cTn id="50" dur="500" fill="hold"/>
                                        <p:tgtEl>
                                          <p:spTgt spid="580611">
                                            <p:txEl>
                                              <p:pRg st="7" end="7"/>
                                            </p:txEl>
                                          </p:spTgt>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23" presetClass="entr" presetSubtype="16" fill="hold" grpId="0" nodeType="clickEffect">
                                  <p:stCondLst>
                                    <p:cond delay="0"/>
                                  </p:stCondLst>
                                  <p:childTnLst>
                                    <p:set>
                                      <p:cBhvr>
                                        <p:cTn id="54" dur="1" fill="hold">
                                          <p:stCondLst>
                                            <p:cond delay="0"/>
                                          </p:stCondLst>
                                        </p:cTn>
                                        <p:tgtEl>
                                          <p:spTgt spid="580611">
                                            <p:txEl>
                                              <p:pRg st="8" end="8"/>
                                            </p:txEl>
                                          </p:spTgt>
                                        </p:tgtEl>
                                        <p:attrNameLst>
                                          <p:attrName>style.visibility</p:attrName>
                                        </p:attrNameLst>
                                      </p:cBhvr>
                                      <p:to>
                                        <p:strVal val="visible"/>
                                      </p:to>
                                    </p:set>
                                    <p:anim calcmode="lin" valueType="num">
                                      <p:cBhvr>
                                        <p:cTn id="55" dur="500" fill="hold"/>
                                        <p:tgtEl>
                                          <p:spTgt spid="580611">
                                            <p:txEl>
                                              <p:pRg st="8" end="8"/>
                                            </p:txEl>
                                          </p:spTgt>
                                        </p:tgtEl>
                                        <p:attrNameLst>
                                          <p:attrName>ppt_w</p:attrName>
                                        </p:attrNameLst>
                                      </p:cBhvr>
                                      <p:tavLst>
                                        <p:tav tm="0">
                                          <p:val>
                                            <p:fltVal val="0"/>
                                          </p:val>
                                        </p:tav>
                                        <p:tav tm="100000">
                                          <p:val>
                                            <p:strVal val="#ppt_w"/>
                                          </p:val>
                                        </p:tav>
                                      </p:tavLst>
                                    </p:anim>
                                    <p:anim calcmode="lin" valueType="num">
                                      <p:cBhvr>
                                        <p:cTn id="56" dur="500" fill="hold"/>
                                        <p:tgtEl>
                                          <p:spTgt spid="580611">
                                            <p:txEl>
                                              <p:pRg st="8" end="8"/>
                                            </p:txEl>
                                          </p:spTgt>
                                        </p:tgtEl>
                                        <p:attrNameLst>
                                          <p:attrName>ppt_h</p:attrName>
                                        </p:attrNameLst>
                                      </p:cBhvr>
                                      <p:tavLst>
                                        <p:tav tm="0">
                                          <p:val>
                                            <p:fltVal val="0"/>
                                          </p:val>
                                        </p:tav>
                                        <p:tav tm="100000">
                                          <p:val>
                                            <p:strVal val="#ppt_h"/>
                                          </p:val>
                                        </p:tav>
                                      </p:tavLst>
                                    </p:anim>
                                  </p:childTnLst>
                                </p:cTn>
                              </p:par>
                            </p:childTnLst>
                          </p:cTn>
                        </p:par>
                      </p:childTnLst>
                    </p:cTn>
                  </p:par>
                  <p:par>
                    <p:cTn id="57" fill="hold">
                      <p:stCondLst>
                        <p:cond delay="indefinite"/>
                      </p:stCondLst>
                      <p:childTnLst>
                        <p:par>
                          <p:cTn id="58" fill="hold">
                            <p:stCondLst>
                              <p:cond delay="0"/>
                            </p:stCondLst>
                            <p:childTnLst>
                              <p:par>
                                <p:cTn id="59" presetID="23" presetClass="entr" presetSubtype="16" fill="hold" grpId="0" nodeType="clickEffect">
                                  <p:stCondLst>
                                    <p:cond delay="0"/>
                                  </p:stCondLst>
                                  <p:childTnLst>
                                    <p:set>
                                      <p:cBhvr>
                                        <p:cTn id="60" dur="1" fill="hold">
                                          <p:stCondLst>
                                            <p:cond delay="0"/>
                                          </p:stCondLst>
                                        </p:cTn>
                                        <p:tgtEl>
                                          <p:spTgt spid="580611">
                                            <p:txEl>
                                              <p:pRg st="9" end="9"/>
                                            </p:txEl>
                                          </p:spTgt>
                                        </p:tgtEl>
                                        <p:attrNameLst>
                                          <p:attrName>style.visibility</p:attrName>
                                        </p:attrNameLst>
                                      </p:cBhvr>
                                      <p:to>
                                        <p:strVal val="visible"/>
                                      </p:to>
                                    </p:set>
                                    <p:anim calcmode="lin" valueType="num">
                                      <p:cBhvr>
                                        <p:cTn id="61" dur="500" fill="hold"/>
                                        <p:tgtEl>
                                          <p:spTgt spid="580611">
                                            <p:txEl>
                                              <p:pRg st="9" end="9"/>
                                            </p:txEl>
                                          </p:spTgt>
                                        </p:tgtEl>
                                        <p:attrNameLst>
                                          <p:attrName>ppt_w</p:attrName>
                                        </p:attrNameLst>
                                      </p:cBhvr>
                                      <p:tavLst>
                                        <p:tav tm="0">
                                          <p:val>
                                            <p:fltVal val="0"/>
                                          </p:val>
                                        </p:tav>
                                        <p:tav tm="100000">
                                          <p:val>
                                            <p:strVal val="#ppt_w"/>
                                          </p:val>
                                        </p:tav>
                                      </p:tavLst>
                                    </p:anim>
                                    <p:anim calcmode="lin" valueType="num">
                                      <p:cBhvr>
                                        <p:cTn id="62" dur="500" fill="hold"/>
                                        <p:tgtEl>
                                          <p:spTgt spid="580611">
                                            <p:txEl>
                                              <p:pRg st="9" end="9"/>
                                            </p:txEl>
                                          </p:spTgt>
                                        </p:tgtEl>
                                        <p:attrNameLst>
                                          <p:attrName>ppt_h</p:attrName>
                                        </p:attrNameLst>
                                      </p:cBhvr>
                                      <p:tavLst>
                                        <p:tav tm="0">
                                          <p:val>
                                            <p:fltVal val="0"/>
                                          </p:val>
                                        </p:tav>
                                        <p:tav tm="100000">
                                          <p:val>
                                            <p:strVal val="#ppt_h"/>
                                          </p:val>
                                        </p:tav>
                                      </p:tavLst>
                                    </p:anim>
                                  </p:childTnLst>
                                </p:cTn>
                              </p:par>
                            </p:childTnLst>
                          </p:cTn>
                        </p:par>
                      </p:childTnLst>
                    </p:cTn>
                  </p:par>
                  <p:par>
                    <p:cTn id="63" fill="hold">
                      <p:stCondLst>
                        <p:cond delay="indefinite"/>
                      </p:stCondLst>
                      <p:childTnLst>
                        <p:par>
                          <p:cTn id="64" fill="hold">
                            <p:stCondLst>
                              <p:cond delay="0"/>
                            </p:stCondLst>
                            <p:childTnLst>
                              <p:par>
                                <p:cTn id="65" presetID="23" presetClass="entr" presetSubtype="16" fill="hold" grpId="0" nodeType="clickEffect">
                                  <p:stCondLst>
                                    <p:cond delay="0"/>
                                  </p:stCondLst>
                                  <p:childTnLst>
                                    <p:set>
                                      <p:cBhvr>
                                        <p:cTn id="66" dur="1" fill="hold">
                                          <p:stCondLst>
                                            <p:cond delay="0"/>
                                          </p:stCondLst>
                                        </p:cTn>
                                        <p:tgtEl>
                                          <p:spTgt spid="580611">
                                            <p:txEl>
                                              <p:pRg st="10" end="10"/>
                                            </p:txEl>
                                          </p:spTgt>
                                        </p:tgtEl>
                                        <p:attrNameLst>
                                          <p:attrName>style.visibility</p:attrName>
                                        </p:attrNameLst>
                                      </p:cBhvr>
                                      <p:to>
                                        <p:strVal val="visible"/>
                                      </p:to>
                                    </p:set>
                                    <p:anim calcmode="lin" valueType="num">
                                      <p:cBhvr>
                                        <p:cTn id="67" dur="500" fill="hold"/>
                                        <p:tgtEl>
                                          <p:spTgt spid="580611">
                                            <p:txEl>
                                              <p:pRg st="10" end="10"/>
                                            </p:txEl>
                                          </p:spTgt>
                                        </p:tgtEl>
                                        <p:attrNameLst>
                                          <p:attrName>ppt_w</p:attrName>
                                        </p:attrNameLst>
                                      </p:cBhvr>
                                      <p:tavLst>
                                        <p:tav tm="0">
                                          <p:val>
                                            <p:fltVal val="0"/>
                                          </p:val>
                                        </p:tav>
                                        <p:tav tm="100000">
                                          <p:val>
                                            <p:strVal val="#ppt_w"/>
                                          </p:val>
                                        </p:tav>
                                      </p:tavLst>
                                    </p:anim>
                                    <p:anim calcmode="lin" valueType="num">
                                      <p:cBhvr>
                                        <p:cTn id="68" dur="500" fill="hold"/>
                                        <p:tgtEl>
                                          <p:spTgt spid="580611">
                                            <p:txEl>
                                              <p:pRg st="10" end="10"/>
                                            </p:txEl>
                                          </p:spTgt>
                                        </p:tgtEl>
                                        <p:attrNameLst>
                                          <p:attrName>ppt_h</p:attrName>
                                        </p:attrNameLst>
                                      </p:cBhvr>
                                      <p:tavLst>
                                        <p:tav tm="0">
                                          <p:val>
                                            <p:fltVal val="0"/>
                                          </p:val>
                                        </p:tav>
                                        <p:tav tm="100000">
                                          <p:val>
                                            <p:strVal val="#ppt_h"/>
                                          </p:val>
                                        </p:tav>
                                      </p:tavLst>
                                    </p:anim>
                                  </p:childTnLst>
                                </p:cTn>
                              </p:par>
                            </p:childTnLst>
                          </p:cTn>
                        </p:par>
                      </p:childTnLst>
                    </p:cTn>
                  </p:par>
                  <p:par>
                    <p:cTn id="69" fill="hold">
                      <p:stCondLst>
                        <p:cond delay="indefinite"/>
                      </p:stCondLst>
                      <p:childTnLst>
                        <p:par>
                          <p:cTn id="70" fill="hold">
                            <p:stCondLst>
                              <p:cond delay="0"/>
                            </p:stCondLst>
                            <p:childTnLst>
                              <p:par>
                                <p:cTn id="71" presetID="23" presetClass="entr" presetSubtype="16" fill="hold" grpId="0" nodeType="clickEffect">
                                  <p:stCondLst>
                                    <p:cond delay="0"/>
                                  </p:stCondLst>
                                  <p:childTnLst>
                                    <p:set>
                                      <p:cBhvr>
                                        <p:cTn id="72" dur="1" fill="hold">
                                          <p:stCondLst>
                                            <p:cond delay="0"/>
                                          </p:stCondLst>
                                        </p:cTn>
                                        <p:tgtEl>
                                          <p:spTgt spid="580611">
                                            <p:txEl>
                                              <p:pRg st="11" end="11"/>
                                            </p:txEl>
                                          </p:spTgt>
                                        </p:tgtEl>
                                        <p:attrNameLst>
                                          <p:attrName>style.visibility</p:attrName>
                                        </p:attrNameLst>
                                      </p:cBhvr>
                                      <p:to>
                                        <p:strVal val="visible"/>
                                      </p:to>
                                    </p:set>
                                    <p:anim calcmode="lin" valueType="num">
                                      <p:cBhvr>
                                        <p:cTn id="73" dur="500" fill="hold"/>
                                        <p:tgtEl>
                                          <p:spTgt spid="580611">
                                            <p:txEl>
                                              <p:pRg st="11" end="11"/>
                                            </p:txEl>
                                          </p:spTgt>
                                        </p:tgtEl>
                                        <p:attrNameLst>
                                          <p:attrName>ppt_w</p:attrName>
                                        </p:attrNameLst>
                                      </p:cBhvr>
                                      <p:tavLst>
                                        <p:tav tm="0">
                                          <p:val>
                                            <p:fltVal val="0"/>
                                          </p:val>
                                        </p:tav>
                                        <p:tav tm="100000">
                                          <p:val>
                                            <p:strVal val="#ppt_w"/>
                                          </p:val>
                                        </p:tav>
                                      </p:tavLst>
                                    </p:anim>
                                    <p:anim calcmode="lin" valueType="num">
                                      <p:cBhvr>
                                        <p:cTn id="74" dur="500" fill="hold"/>
                                        <p:tgtEl>
                                          <p:spTgt spid="580611">
                                            <p:txEl>
                                              <p:pRg st="11" end="11"/>
                                            </p:txEl>
                                          </p:spTgt>
                                        </p:tgtEl>
                                        <p:attrNameLst>
                                          <p:attrName>ppt_h</p:attrName>
                                        </p:attrNameLst>
                                      </p:cBhvr>
                                      <p:tavLst>
                                        <p:tav tm="0">
                                          <p:val>
                                            <p:fltVal val="0"/>
                                          </p:val>
                                        </p:tav>
                                        <p:tav tm="100000">
                                          <p:val>
                                            <p:strVal val="#ppt_h"/>
                                          </p:val>
                                        </p:tav>
                                      </p:tavLst>
                                    </p:anim>
                                  </p:childTnLst>
                                </p:cTn>
                              </p:par>
                            </p:childTnLst>
                          </p:cTn>
                        </p:par>
                      </p:childTnLst>
                    </p:cTn>
                  </p:par>
                  <p:par>
                    <p:cTn id="75" fill="hold">
                      <p:stCondLst>
                        <p:cond delay="indefinite"/>
                      </p:stCondLst>
                      <p:childTnLst>
                        <p:par>
                          <p:cTn id="76" fill="hold">
                            <p:stCondLst>
                              <p:cond delay="0"/>
                            </p:stCondLst>
                            <p:childTnLst>
                              <p:par>
                                <p:cTn id="77" presetID="23" presetClass="entr" presetSubtype="16" fill="hold" grpId="0" nodeType="clickEffect">
                                  <p:stCondLst>
                                    <p:cond delay="0"/>
                                  </p:stCondLst>
                                  <p:childTnLst>
                                    <p:set>
                                      <p:cBhvr>
                                        <p:cTn id="78" dur="1" fill="hold">
                                          <p:stCondLst>
                                            <p:cond delay="0"/>
                                          </p:stCondLst>
                                        </p:cTn>
                                        <p:tgtEl>
                                          <p:spTgt spid="580611">
                                            <p:txEl>
                                              <p:pRg st="13" end="13"/>
                                            </p:txEl>
                                          </p:spTgt>
                                        </p:tgtEl>
                                        <p:attrNameLst>
                                          <p:attrName>style.visibility</p:attrName>
                                        </p:attrNameLst>
                                      </p:cBhvr>
                                      <p:to>
                                        <p:strVal val="visible"/>
                                      </p:to>
                                    </p:set>
                                    <p:anim calcmode="lin" valueType="num">
                                      <p:cBhvr>
                                        <p:cTn id="79" dur="500" fill="hold"/>
                                        <p:tgtEl>
                                          <p:spTgt spid="580611">
                                            <p:txEl>
                                              <p:pRg st="13" end="13"/>
                                            </p:txEl>
                                          </p:spTgt>
                                        </p:tgtEl>
                                        <p:attrNameLst>
                                          <p:attrName>ppt_w</p:attrName>
                                        </p:attrNameLst>
                                      </p:cBhvr>
                                      <p:tavLst>
                                        <p:tav tm="0">
                                          <p:val>
                                            <p:fltVal val="0"/>
                                          </p:val>
                                        </p:tav>
                                        <p:tav tm="100000">
                                          <p:val>
                                            <p:strVal val="#ppt_w"/>
                                          </p:val>
                                        </p:tav>
                                      </p:tavLst>
                                    </p:anim>
                                    <p:anim calcmode="lin" valueType="num">
                                      <p:cBhvr>
                                        <p:cTn id="80" dur="500" fill="hold"/>
                                        <p:tgtEl>
                                          <p:spTgt spid="580611">
                                            <p:txEl>
                                              <p:pRg st="13" end="13"/>
                                            </p:txEl>
                                          </p:spTgt>
                                        </p:tgtEl>
                                        <p:attrNameLst>
                                          <p:attrName>ppt_h</p:attrName>
                                        </p:attrNameLst>
                                      </p:cBhvr>
                                      <p:tavLst>
                                        <p:tav tm="0">
                                          <p:val>
                                            <p:fltVal val="0"/>
                                          </p:val>
                                        </p:tav>
                                        <p:tav tm="100000">
                                          <p:val>
                                            <p:strVal val="#ppt_h"/>
                                          </p:val>
                                        </p:tav>
                                      </p:tavLst>
                                    </p:anim>
                                  </p:childTnLst>
                                </p:cTn>
                              </p:par>
                            </p:childTnLst>
                          </p:cTn>
                        </p:par>
                      </p:childTnLst>
                    </p:cTn>
                  </p:par>
                  <p:par>
                    <p:cTn id="81" fill="hold">
                      <p:stCondLst>
                        <p:cond delay="indefinite"/>
                      </p:stCondLst>
                      <p:childTnLst>
                        <p:par>
                          <p:cTn id="82" fill="hold">
                            <p:stCondLst>
                              <p:cond delay="0"/>
                            </p:stCondLst>
                            <p:childTnLst>
                              <p:par>
                                <p:cTn id="83" presetID="23" presetClass="entr" presetSubtype="16" fill="hold" grpId="0" nodeType="clickEffect">
                                  <p:stCondLst>
                                    <p:cond delay="0"/>
                                  </p:stCondLst>
                                  <p:childTnLst>
                                    <p:set>
                                      <p:cBhvr>
                                        <p:cTn id="84" dur="1" fill="hold">
                                          <p:stCondLst>
                                            <p:cond delay="0"/>
                                          </p:stCondLst>
                                        </p:cTn>
                                        <p:tgtEl>
                                          <p:spTgt spid="580611">
                                            <p:txEl>
                                              <p:pRg st="14" end="14"/>
                                            </p:txEl>
                                          </p:spTgt>
                                        </p:tgtEl>
                                        <p:attrNameLst>
                                          <p:attrName>style.visibility</p:attrName>
                                        </p:attrNameLst>
                                      </p:cBhvr>
                                      <p:to>
                                        <p:strVal val="visible"/>
                                      </p:to>
                                    </p:set>
                                    <p:anim calcmode="lin" valueType="num">
                                      <p:cBhvr>
                                        <p:cTn id="85" dur="500" fill="hold"/>
                                        <p:tgtEl>
                                          <p:spTgt spid="580611">
                                            <p:txEl>
                                              <p:pRg st="14" end="14"/>
                                            </p:txEl>
                                          </p:spTgt>
                                        </p:tgtEl>
                                        <p:attrNameLst>
                                          <p:attrName>ppt_w</p:attrName>
                                        </p:attrNameLst>
                                      </p:cBhvr>
                                      <p:tavLst>
                                        <p:tav tm="0">
                                          <p:val>
                                            <p:fltVal val="0"/>
                                          </p:val>
                                        </p:tav>
                                        <p:tav tm="100000">
                                          <p:val>
                                            <p:strVal val="#ppt_w"/>
                                          </p:val>
                                        </p:tav>
                                      </p:tavLst>
                                    </p:anim>
                                    <p:anim calcmode="lin" valueType="num">
                                      <p:cBhvr>
                                        <p:cTn id="86" dur="500" fill="hold"/>
                                        <p:tgtEl>
                                          <p:spTgt spid="580611">
                                            <p:txEl>
                                              <p:pRg st="14" end="14"/>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0611" grpId="0" build="p"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56" name="Text Box 12"/>
          <p:cNvSpPr txBox="1">
            <a:spLocks noChangeArrowheads="1"/>
          </p:cNvSpPr>
          <p:nvPr/>
        </p:nvSpPr>
        <p:spPr bwMode="auto">
          <a:xfrm>
            <a:off x="231957" y="2325650"/>
            <a:ext cx="8345488" cy="923330"/>
          </a:xfrm>
          <a:prstGeom prst="rect">
            <a:avLst/>
          </a:prstGeom>
          <a:noFill/>
          <a:ln w="9525">
            <a:noFill/>
            <a:miter lim="800000"/>
            <a:headEnd/>
            <a:tailEnd/>
          </a:ln>
          <a:effectLst/>
        </p:spPr>
        <p:txBody>
          <a:bodyPr>
            <a:spAutoFit/>
          </a:bodyPr>
          <a:lstStyle/>
          <a:p>
            <a:pPr algn="just" eaLnBrk="0" hangingPunct="0">
              <a:spcBef>
                <a:spcPct val="50000"/>
              </a:spcBef>
            </a:pPr>
            <a:r>
              <a:rPr lang="fr-FR" sz="1800" b="1" dirty="0">
                <a:latin typeface="Calibri" pitchFamily="34" charset="0"/>
                <a:cs typeface="Calibri" pitchFamily="34" charset="0"/>
              </a:rPr>
              <a:t>Faire une classification des causes énumérées. Les causes seront regroupées par familles et sous- familles, elles-mêmes déterminées par la chronologie des étapes d’un procédé, par type de causes, par sous-problème ...</a:t>
            </a:r>
          </a:p>
        </p:txBody>
      </p:sp>
      <p:grpSp>
        <p:nvGrpSpPr>
          <p:cNvPr id="2" name="Group 13"/>
          <p:cNvGrpSpPr>
            <a:grpSpLocks/>
          </p:cNvGrpSpPr>
          <p:nvPr/>
        </p:nvGrpSpPr>
        <p:grpSpPr bwMode="auto">
          <a:xfrm>
            <a:off x="3203575" y="3310493"/>
            <a:ext cx="5940425" cy="495300"/>
            <a:chOff x="1898" y="3616"/>
            <a:chExt cx="3195" cy="312"/>
          </a:xfrm>
        </p:grpSpPr>
        <p:sp>
          <p:nvSpPr>
            <p:cNvPr id="108558" name="Rectangle 14"/>
            <p:cNvSpPr>
              <a:spLocks noChangeArrowheads="1"/>
            </p:cNvSpPr>
            <p:nvPr/>
          </p:nvSpPr>
          <p:spPr bwMode="auto">
            <a:xfrm>
              <a:off x="1898" y="3616"/>
              <a:ext cx="3036" cy="312"/>
            </a:xfrm>
            <a:prstGeom prst="rect">
              <a:avLst/>
            </a:prstGeom>
            <a:solidFill>
              <a:srgbClr val="CCFF99"/>
            </a:solidFill>
            <a:ln w="3175">
              <a:solidFill>
                <a:schemeClr val="tx1"/>
              </a:solidFill>
              <a:miter lim="800000"/>
              <a:headEnd/>
              <a:tailEnd/>
            </a:ln>
            <a:effectLst/>
            <a:scene3d>
              <a:camera prst="orthographicFront"/>
              <a:lightRig rig="threePt" dir="t"/>
            </a:scene3d>
            <a:sp3d>
              <a:bevelT w="165100" prst="coolSlant"/>
            </a:sp3d>
          </p:spPr>
          <p:txBody>
            <a:bodyPr wrap="none" anchor="ctr"/>
            <a:lstStyle/>
            <a:p>
              <a:endParaRPr lang="fr-FR">
                <a:latin typeface="Calibri" pitchFamily="34" charset="0"/>
                <a:cs typeface="Calibri" pitchFamily="34" charset="0"/>
              </a:endParaRPr>
            </a:p>
          </p:txBody>
        </p:sp>
        <p:graphicFrame>
          <p:nvGraphicFramePr>
            <p:cNvPr id="108559" name="Object 15"/>
            <p:cNvGraphicFramePr>
              <a:graphicFrameLocks noChangeAspect="1"/>
            </p:cNvGraphicFramePr>
            <p:nvPr/>
          </p:nvGraphicFramePr>
          <p:xfrm>
            <a:off x="1928" y="3628"/>
            <a:ext cx="342" cy="294"/>
          </p:xfrm>
          <a:graphic>
            <a:graphicData uri="http://schemas.openxmlformats.org/presentationml/2006/ole">
              <mc:AlternateContent xmlns:mc="http://schemas.openxmlformats.org/markup-compatibility/2006">
                <mc:Choice xmlns:v="urn:schemas-microsoft-com:vml" Requires="v">
                  <p:oleObj name="Document" r:id="rId3" imgW="1086480" imgH="933120" progId="Word.Document.8">
                    <p:embed/>
                  </p:oleObj>
                </mc:Choice>
                <mc:Fallback>
                  <p:oleObj name="Document" r:id="rId3" imgW="1086480" imgH="933120" progId="Word.Document.8">
                    <p:embed/>
                    <p:pic>
                      <p:nvPicPr>
                        <p:cNvPr id="108559" name="Object 1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8" y="3628"/>
                          <a:ext cx="342" cy="2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8560" name="Text Box 16"/>
            <p:cNvSpPr txBox="1">
              <a:spLocks noChangeArrowheads="1"/>
            </p:cNvSpPr>
            <p:nvPr/>
          </p:nvSpPr>
          <p:spPr bwMode="auto">
            <a:xfrm>
              <a:off x="2318" y="3669"/>
              <a:ext cx="2775" cy="212"/>
            </a:xfrm>
            <a:prstGeom prst="rect">
              <a:avLst/>
            </a:prstGeom>
            <a:noFill/>
            <a:ln w="9525">
              <a:noFill/>
              <a:miter lim="800000"/>
              <a:headEnd/>
              <a:tailEnd/>
            </a:ln>
            <a:effectLst/>
            <a:scene3d>
              <a:camera prst="orthographicFront"/>
              <a:lightRig rig="threePt" dir="t"/>
            </a:scene3d>
            <a:sp3d>
              <a:bevelT w="165100" prst="coolSlant"/>
            </a:sp3d>
          </p:spPr>
          <p:txBody>
            <a:bodyPr>
              <a:spAutoFit/>
            </a:bodyPr>
            <a:lstStyle/>
            <a:p>
              <a:pPr eaLnBrk="0" hangingPunct="0">
                <a:spcBef>
                  <a:spcPct val="50000"/>
                </a:spcBef>
              </a:pPr>
              <a:r>
                <a:rPr lang="fr-FR" sz="1600" b="1" dirty="0">
                  <a:latin typeface="Calibri" pitchFamily="34" charset="0"/>
                  <a:cs typeface="Calibri" pitchFamily="34" charset="0"/>
                </a:rPr>
                <a:t>Diagramme cause-effet / Méthode des 5M / ISHIKAWA</a:t>
              </a:r>
            </a:p>
          </p:txBody>
        </p:sp>
      </p:grpSp>
      <p:sp>
        <p:nvSpPr>
          <p:cNvPr id="18" name="Text Box 5" descr="Papier lettre"/>
          <p:cNvSpPr txBox="1">
            <a:spLocks noChangeArrowheads="1"/>
          </p:cNvSpPr>
          <p:nvPr/>
        </p:nvSpPr>
        <p:spPr bwMode="auto">
          <a:xfrm>
            <a:off x="341530" y="1898830"/>
            <a:ext cx="2966133" cy="369332"/>
          </a:xfrm>
          <a:prstGeom prst="rect">
            <a:avLst/>
          </a:prstGeom>
          <a:blipFill dpi="0" rotWithShape="0">
            <a:blip r:embed="rId5" cstate="print"/>
            <a:srcRect/>
            <a:tile tx="0" ty="0" sx="100000" sy="100000" flip="none" algn="tl"/>
          </a:blipFill>
          <a:ln w="9525">
            <a:noFill/>
            <a:miter lim="800000"/>
            <a:headEnd/>
            <a:tailEnd/>
          </a:ln>
          <a:effectLst>
            <a:glow rad="228600">
              <a:schemeClr val="accent4">
                <a:satMod val="175000"/>
                <a:alpha val="40000"/>
              </a:schemeClr>
            </a:glow>
          </a:effectLst>
        </p:spPr>
        <p:txBody>
          <a:bodyPr wrap="none">
            <a:spAutoFit/>
          </a:bodyPr>
          <a:lstStyle/>
          <a:p>
            <a:pPr eaLnBrk="0" hangingPunct="0">
              <a:spcBef>
                <a:spcPct val="50000"/>
              </a:spcBef>
            </a:pPr>
            <a:r>
              <a:rPr lang="fr-FR" sz="1800" b="1" dirty="0">
                <a:latin typeface="Calibri" pitchFamily="34" charset="0"/>
                <a:cs typeface="Calibri" pitchFamily="34" charset="0"/>
              </a:rPr>
              <a:t>Classifier les causes possibles</a:t>
            </a:r>
          </a:p>
        </p:txBody>
      </p:sp>
      <p:pic>
        <p:nvPicPr>
          <p:cNvPr id="23556" name="Picture 4" descr="C:\Users\annie\Documents\Images\objectives1.jpg"/>
          <p:cNvPicPr>
            <a:picLocks noChangeAspect="1" noChangeArrowheads="1"/>
          </p:cNvPicPr>
          <p:nvPr/>
        </p:nvPicPr>
        <p:blipFill>
          <a:blip r:embed="rId6" cstate="print"/>
          <a:srcRect/>
          <a:stretch>
            <a:fillRect/>
          </a:stretch>
        </p:blipFill>
        <p:spPr bwMode="auto">
          <a:xfrm>
            <a:off x="8129256" y="1763931"/>
            <a:ext cx="809064" cy="674959"/>
          </a:xfrm>
          <a:prstGeom prst="rect">
            <a:avLst/>
          </a:prstGeom>
          <a:noFill/>
        </p:spPr>
      </p:pic>
      <p:sp>
        <p:nvSpPr>
          <p:cNvPr id="16" name="Text Box 2"/>
          <p:cNvSpPr txBox="1">
            <a:spLocks noChangeArrowheads="1"/>
          </p:cNvSpPr>
          <p:nvPr/>
        </p:nvSpPr>
        <p:spPr bwMode="auto">
          <a:xfrm>
            <a:off x="2343903" y="1332448"/>
            <a:ext cx="6662978"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D4 – </a:t>
            </a:r>
            <a:r>
              <a:rPr lang="fr-FR" sz="1800" dirty="0"/>
              <a:t>Localiser la source de la cause – identifier les causes probables</a:t>
            </a:r>
          </a:p>
        </p:txBody>
      </p:sp>
      <p:sp>
        <p:nvSpPr>
          <p:cNvPr id="17" name="Rectangle 16"/>
          <p:cNvSpPr/>
          <p:nvPr/>
        </p:nvSpPr>
        <p:spPr>
          <a:xfrm>
            <a:off x="303129" y="1311945"/>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5</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pic>
        <p:nvPicPr>
          <p:cNvPr id="58372" name="Picture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80010" y="4184007"/>
            <a:ext cx="7096945" cy="226032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15" name="Rectangle 14"/>
          <p:cNvSpPr/>
          <p:nvPr/>
        </p:nvSpPr>
        <p:spPr bwMode="auto">
          <a:xfrm>
            <a:off x="142399" y="3879050"/>
            <a:ext cx="4860540" cy="360040"/>
          </a:xfrm>
          <a:prstGeom prst="rect">
            <a:avLst/>
          </a:prstGeom>
          <a:noFill/>
          <a:ln w="1270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en-US" dirty="0" err="1"/>
              <a:t>Formulaire</a:t>
            </a:r>
            <a:r>
              <a:rPr lang="en-US" dirty="0"/>
              <a:t> type</a:t>
            </a:r>
            <a:endParaRPr kumimoji="0" lang="en-US" sz="1600" b="1" i="0" u="none" strike="noStrike" cap="none" normalizeH="0" baseline="0" dirty="0">
              <a:ln>
                <a:noFill/>
              </a:ln>
              <a:solidFill>
                <a:schemeClr val="tx1"/>
              </a:solidFill>
              <a:effectLst/>
              <a:latin typeface="Century Gothic" pitchFamily="34" charset="0"/>
            </a:endParaRPr>
          </a:p>
        </p:txBody>
      </p:sp>
      <p:sp>
        <p:nvSpPr>
          <p:cNvPr id="19" name="Rectangle 2"/>
          <p:cNvSpPr>
            <a:spLocks noChangeArrowheads="1"/>
          </p:cNvSpPr>
          <p:nvPr/>
        </p:nvSpPr>
        <p:spPr bwMode="auto">
          <a:xfrm>
            <a:off x="251520" y="450367"/>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Tree>
    <p:extLst>
      <p:ext uri="{BB962C8B-B14F-4D97-AF65-F5344CB8AC3E}">
        <p14:creationId xmlns:p14="http://schemas.microsoft.com/office/powerpoint/2010/main" val="3628222428"/>
      </p:ext>
    </p:extLst>
  </p:cSld>
  <p:clrMapOvr>
    <a:masterClrMapping/>
  </p:clrMapOvr>
  <p:transition>
    <p:zoom/>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9" name="Text Box 5"/>
          <p:cNvSpPr txBox="1">
            <a:spLocks noChangeArrowheads="1"/>
          </p:cNvSpPr>
          <p:nvPr/>
        </p:nvSpPr>
        <p:spPr bwMode="auto">
          <a:xfrm>
            <a:off x="356474" y="2159568"/>
            <a:ext cx="3070199" cy="369332"/>
          </a:xfrm>
          <a:prstGeom prst="rect">
            <a:avLst/>
          </a:prstGeom>
          <a:blipFill dpi="0" rotWithShape="0">
            <a:blip r:embed="rId3" cstate="email"/>
            <a:srcRect/>
            <a:tile tx="0" ty="0" sx="100000" sy="100000" flip="none" algn="tl"/>
          </a:blipFill>
          <a:ln w="9525">
            <a:noFill/>
            <a:miter lim="800000"/>
            <a:headEnd/>
            <a:tailEnd/>
          </a:ln>
          <a:effectLst>
            <a:glow rad="228600">
              <a:schemeClr val="accent4">
                <a:satMod val="175000"/>
                <a:alpha val="40000"/>
              </a:schemeClr>
            </a:glow>
          </a:effectLst>
        </p:spPr>
        <p:txBody>
          <a:bodyPr wrap="none">
            <a:spAutoFit/>
          </a:bodyPr>
          <a:lstStyle/>
          <a:p>
            <a:pPr eaLnBrk="0" hangingPunct="0">
              <a:spcBef>
                <a:spcPct val="50000"/>
              </a:spcBef>
              <a:defRPr/>
            </a:pPr>
            <a:r>
              <a:rPr lang="fr-FR" sz="1800" b="1" dirty="0">
                <a:latin typeface="Calibri" pitchFamily="34" charset="0"/>
                <a:cs typeface="Calibri" pitchFamily="34" charset="0"/>
              </a:rPr>
              <a:t>Identifier les causes probables</a:t>
            </a:r>
          </a:p>
        </p:txBody>
      </p:sp>
      <p:sp>
        <p:nvSpPr>
          <p:cNvPr id="81925" name="Rectangle 15"/>
          <p:cNvSpPr>
            <a:spLocks noChangeArrowheads="1"/>
          </p:cNvSpPr>
          <p:nvPr/>
        </p:nvSpPr>
        <p:spPr bwMode="auto">
          <a:xfrm>
            <a:off x="529597" y="2816225"/>
            <a:ext cx="8235950" cy="1785104"/>
          </a:xfrm>
          <a:prstGeom prst="rect">
            <a:avLst/>
          </a:prstGeom>
          <a:noFill/>
          <a:ln w="9525">
            <a:noFill/>
            <a:miter lim="800000"/>
            <a:headEnd/>
            <a:tailEnd/>
          </a:ln>
        </p:spPr>
        <p:txBody>
          <a:bodyPr>
            <a:spAutoFit/>
          </a:bodyPr>
          <a:lstStyle/>
          <a:p>
            <a:pPr algn="just"/>
            <a:r>
              <a:rPr lang="fr-FR" sz="2000" dirty="0">
                <a:latin typeface="Calibri" pitchFamily="34" charset="0"/>
                <a:cs typeface="Times New Roman" pitchFamily="18" charset="0"/>
              </a:rPr>
              <a:t>Collecte des informations complémentaires disponibles depuis la description initiale, les éléments à prendre en compte sont en particulier :</a:t>
            </a:r>
          </a:p>
          <a:p>
            <a:pPr algn="just"/>
            <a:endParaRPr lang="fr-FR" dirty="0">
              <a:latin typeface="Calibri" pitchFamily="34" charset="0"/>
              <a:cs typeface="Times New Roman" pitchFamily="18" charset="0"/>
            </a:endParaRPr>
          </a:p>
          <a:p>
            <a:pPr lvl="1" algn="just">
              <a:buFont typeface="Arial" pitchFamily="34" charset="0"/>
              <a:buChar char="•"/>
            </a:pPr>
            <a:r>
              <a:rPr lang="fr-FR" sz="1800" dirty="0">
                <a:latin typeface="Calibri" pitchFamily="34" charset="0"/>
                <a:cs typeface="Times New Roman" pitchFamily="18" charset="0"/>
              </a:rPr>
              <a:t> Ou et comment le problème aurait-il dû être détecté ? </a:t>
            </a:r>
          </a:p>
          <a:p>
            <a:pPr lvl="1" algn="just">
              <a:buFont typeface="Arial" pitchFamily="34" charset="0"/>
              <a:buChar char="•"/>
            </a:pPr>
            <a:r>
              <a:rPr lang="fr-FR" sz="1800" dirty="0">
                <a:latin typeface="Calibri" pitchFamily="34" charset="0"/>
                <a:cs typeface="Times New Roman" pitchFamily="18" charset="0"/>
              </a:rPr>
              <a:t> Quelle est la raison de la non-détection ? </a:t>
            </a:r>
          </a:p>
          <a:p>
            <a:pPr lvl="1" algn="just"/>
            <a:endParaRPr lang="fr-FR" sz="1800" dirty="0">
              <a:latin typeface="Calibri" pitchFamily="34" charset="0"/>
              <a:cs typeface="Times New Roman" pitchFamily="18" charset="0"/>
            </a:endParaRPr>
          </a:p>
        </p:txBody>
      </p:sp>
      <p:sp>
        <p:nvSpPr>
          <p:cNvPr id="11" name="Text Box 2"/>
          <p:cNvSpPr txBox="1">
            <a:spLocks noChangeArrowheads="1"/>
          </p:cNvSpPr>
          <p:nvPr/>
        </p:nvSpPr>
        <p:spPr bwMode="auto">
          <a:xfrm>
            <a:off x="2303367" y="1485926"/>
            <a:ext cx="6662978"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D4 – </a:t>
            </a:r>
            <a:r>
              <a:rPr lang="fr-FR" sz="1800" dirty="0"/>
              <a:t>Localiser la source de la cause – identifier les causes probables</a:t>
            </a:r>
          </a:p>
        </p:txBody>
      </p:sp>
      <p:sp>
        <p:nvSpPr>
          <p:cNvPr id="12" name="Rectangle 2"/>
          <p:cNvSpPr>
            <a:spLocks noChangeArrowheads="1"/>
          </p:cNvSpPr>
          <p:nvPr/>
        </p:nvSpPr>
        <p:spPr bwMode="auto">
          <a:xfrm>
            <a:off x="251520" y="413665"/>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
        <p:nvSpPr>
          <p:cNvPr id="18" name="Rectangle 17"/>
          <p:cNvSpPr/>
          <p:nvPr/>
        </p:nvSpPr>
        <p:spPr>
          <a:xfrm>
            <a:off x="318122" y="1456001"/>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Tree>
    <p:extLst>
      <p:ext uri="{BB962C8B-B14F-4D97-AF65-F5344CB8AC3E}">
        <p14:creationId xmlns:p14="http://schemas.microsoft.com/office/powerpoint/2010/main" val="48777221"/>
      </p:ext>
    </p:extLst>
  </p:cSld>
  <p:clrMapOvr>
    <a:masterClrMapping/>
  </p:clrMapOvr>
  <p:transition>
    <p:zoom/>
  </p:transition>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 Box 2"/>
          <p:cNvSpPr txBox="1">
            <a:spLocks noChangeArrowheads="1"/>
          </p:cNvSpPr>
          <p:nvPr/>
        </p:nvSpPr>
        <p:spPr bwMode="auto">
          <a:xfrm>
            <a:off x="2303367" y="1403775"/>
            <a:ext cx="6662978"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D4 – </a:t>
            </a:r>
            <a:r>
              <a:rPr lang="fr-FR" sz="1800" dirty="0"/>
              <a:t>Localiser la source de la cause – identifier les causes probables</a:t>
            </a:r>
          </a:p>
        </p:txBody>
      </p:sp>
      <p:sp>
        <p:nvSpPr>
          <p:cNvPr id="5" name="Rectangle 4"/>
          <p:cNvSpPr/>
          <p:nvPr/>
        </p:nvSpPr>
        <p:spPr>
          <a:xfrm>
            <a:off x="293519" y="1389123"/>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6" name="Rectangle 2"/>
          <p:cNvSpPr>
            <a:spLocks noChangeArrowheads="1"/>
          </p:cNvSpPr>
          <p:nvPr/>
        </p:nvSpPr>
        <p:spPr bwMode="auto">
          <a:xfrm>
            <a:off x="251520" y="350785"/>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pic>
        <p:nvPicPr>
          <p:cNvPr id="829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0453" y="1988840"/>
            <a:ext cx="8686800" cy="4375670"/>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
        <p:nvSpPr>
          <p:cNvPr id="3" name="Rectangle 2">
            <a:hlinkClick r:id="rId3"/>
          </p:cNvPr>
          <p:cNvSpPr/>
          <p:nvPr/>
        </p:nvSpPr>
        <p:spPr bwMode="auto">
          <a:xfrm>
            <a:off x="971600" y="4509120"/>
            <a:ext cx="7335815" cy="1640486"/>
          </a:xfrm>
          <a:prstGeom prst="rect">
            <a:avLst/>
          </a:prstGeom>
          <a:noFill/>
          <a:ln w="12700" cap="flat" cmpd="sng" algn="ctr">
            <a:noFill/>
            <a:prstDash val="solid"/>
            <a:round/>
            <a:headEnd type="none" w="med" len="med"/>
            <a:tailEnd type="none" w="med" len="med"/>
          </a:ln>
          <a:effectLst>
            <a:outerShdw blurRad="50800" dist="38100" dir="13500000" algn="br" rotWithShape="0">
              <a:prstClr val="black">
                <a:alpha val="40000"/>
              </a:prstClr>
            </a:outerShdw>
          </a:effectLst>
          <a:scene3d>
            <a:camera prst="orthographicFront"/>
            <a:lightRig rig="threePt" dir="t"/>
          </a:scene3d>
          <a:sp3d prstMaterial="matte"/>
        </p:spPr>
        <p:txBody>
          <a:bodyPr vert="horz" wrap="square" lIns="91440" tIns="45720" rIns="91440" bIns="45720" numCol="1" rtlCol="0" anchor="t" anchorCtr="0" compatLnSpc="1">
            <a:prstTxWarp prst="textNoShape">
              <a:avLst/>
            </a:prstTxWarp>
          </a:bodyPr>
          <a:lstStyle/>
          <a:p>
            <a:pPr algn="ctr" eaLnBrk="0" hangingPunct="0"/>
            <a:endParaRPr lang="en-US" sz="1400" dirty="0"/>
          </a:p>
          <a:p>
            <a:pPr algn="ctr" eaLnBrk="0" hangingPunct="0"/>
            <a:endParaRPr lang="en-US" sz="1400" dirty="0"/>
          </a:p>
          <a:p>
            <a:pPr algn="ctr" eaLnBrk="0" hangingPunct="0"/>
            <a:r>
              <a:rPr lang="fr-FR" sz="2000" dirty="0">
                <a:solidFill>
                  <a:srgbClr val="FFC000"/>
                </a:solidFill>
              </a:rPr>
              <a:t>Compter très précisément le nombre de passes qui sont </a:t>
            </a:r>
          </a:p>
          <a:p>
            <a:pPr algn="ctr" eaLnBrk="0" hangingPunct="0"/>
            <a:r>
              <a:rPr lang="fr-FR" sz="2000" dirty="0">
                <a:solidFill>
                  <a:srgbClr val="FFC000"/>
                </a:solidFill>
              </a:rPr>
              <a:t>réalisées par l’équipe  des blancs</a:t>
            </a:r>
          </a:p>
        </p:txBody>
      </p:sp>
    </p:spTree>
    <p:extLst>
      <p:ext uri="{BB962C8B-B14F-4D97-AF65-F5344CB8AC3E}">
        <p14:creationId xmlns:p14="http://schemas.microsoft.com/office/powerpoint/2010/main" val="1565688766"/>
      </p:ext>
    </p:extLst>
  </p:cSld>
  <p:clrMapOvr>
    <a:masterClrMapping/>
  </p:clrMapOvr>
  <p:transition>
    <p:zoom/>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3971" name="Picture 1" descr="C:\Users\annie\Documents\Images\outils hom.png"/>
          <p:cNvPicPr>
            <a:picLocks noChangeAspect="1" noChangeArrowheads="1"/>
          </p:cNvPicPr>
          <p:nvPr/>
        </p:nvPicPr>
        <p:blipFill>
          <a:blip r:embed="rId3" cstate="print"/>
          <a:srcRect/>
          <a:stretch>
            <a:fillRect/>
          </a:stretch>
        </p:blipFill>
        <p:spPr bwMode="auto">
          <a:xfrm>
            <a:off x="6743283" y="3824590"/>
            <a:ext cx="1220788" cy="1630363"/>
          </a:xfrm>
          <a:prstGeom prst="rect">
            <a:avLst/>
          </a:prstGeom>
          <a:noFill/>
          <a:ln w="9525">
            <a:noFill/>
            <a:miter lim="800000"/>
            <a:headEnd/>
            <a:tailEnd/>
          </a:ln>
        </p:spPr>
      </p:pic>
      <p:sp>
        <p:nvSpPr>
          <p:cNvPr id="12" name="Rectangle 2"/>
          <p:cNvSpPr>
            <a:spLocks noChangeArrowheads="1"/>
          </p:cNvSpPr>
          <p:nvPr/>
        </p:nvSpPr>
        <p:spPr bwMode="auto">
          <a:xfrm>
            <a:off x="251520" y="512415"/>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
        <p:nvSpPr>
          <p:cNvPr id="19" name="Text Box 2"/>
          <p:cNvSpPr txBox="1">
            <a:spLocks noChangeArrowheads="1"/>
          </p:cNvSpPr>
          <p:nvPr/>
        </p:nvSpPr>
        <p:spPr bwMode="auto">
          <a:xfrm>
            <a:off x="2303367" y="1403775"/>
            <a:ext cx="6662978"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D4 – </a:t>
            </a:r>
            <a:r>
              <a:rPr lang="fr-FR" sz="1800" dirty="0"/>
              <a:t>Localiser la source de la cause – identifier les causes probables</a:t>
            </a:r>
          </a:p>
        </p:txBody>
      </p:sp>
      <p:sp>
        <p:nvSpPr>
          <p:cNvPr id="20" name="Rectangle 19"/>
          <p:cNvSpPr/>
          <p:nvPr/>
        </p:nvSpPr>
        <p:spPr>
          <a:xfrm>
            <a:off x="293519" y="1389123"/>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23" name="Rectangle 3"/>
          <p:cNvSpPr txBox="1">
            <a:spLocks noChangeArrowheads="1"/>
          </p:cNvSpPr>
          <p:nvPr/>
        </p:nvSpPr>
        <p:spPr>
          <a:xfrm>
            <a:off x="352425" y="2955059"/>
            <a:ext cx="8145905" cy="2470150"/>
          </a:xfrm>
          <a:prstGeom prst="rect">
            <a:avLst/>
          </a:prstGeom>
          <a:noFill/>
        </p:spPr>
        <p:txBody>
          <a:bodyPr/>
          <a:lstStyle>
            <a:lvl1pPr marL="342900" indent="-342900" algn="l" rtl="0" eaLnBrk="0" fontAlgn="base" hangingPunct="0">
              <a:spcBef>
                <a:spcPct val="20000"/>
              </a:spcBef>
              <a:spcAft>
                <a:spcPct val="0"/>
              </a:spcAft>
              <a:buSzPct val="10000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SzPct val="100000"/>
              <a:buChar char="–"/>
              <a:defRPr sz="2800">
                <a:solidFill>
                  <a:schemeClr val="tx1"/>
                </a:solidFill>
                <a:latin typeface="+mn-lt"/>
              </a:defRPr>
            </a:lvl2pPr>
            <a:lvl3pPr marL="1143000" indent="-228600" algn="l" rtl="0" eaLnBrk="0" fontAlgn="base" hangingPunct="0">
              <a:spcBef>
                <a:spcPct val="20000"/>
              </a:spcBef>
              <a:spcAft>
                <a:spcPct val="0"/>
              </a:spcAft>
              <a:buSzPct val="100000"/>
              <a:buChar char="•"/>
              <a:defRPr sz="2400">
                <a:solidFill>
                  <a:schemeClr val="tx1"/>
                </a:solidFill>
                <a:latin typeface="+mn-lt"/>
              </a:defRPr>
            </a:lvl3pPr>
            <a:lvl4pPr marL="1600200" indent="-228600" algn="l" rtl="0" eaLnBrk="0" fontAlgn="base" hangingPunct="0">
              <a:spcBef>
                <a:spcPct val="20000"/>
              </a:spcBef>
              <a:spcAft>
                <a:spcPct val="0"/>
              </a:spcAft>
              <a:buSzPct val="100000"/>
              <a:buChar char="–"/>
              <a:defRPr sz="2000">
                <a:solidFill>
                  <a:schemeClr val="tx1"/>
                </a:solidFill>
                <a:latin typeface="+mn-lt"/>
              </a:defRPr>
            </a:lvl4pPr>
            <a:lvl5pPr marL="2057400" indent="-228600" algn="l" rtl="0" eaLnBrk="0" fontAlgn="base" hangingPunct="0">
              <a:spcBef>
                <a:spcPct val="20000"/>
              </a:spcBef>
              <a:spcAft>
                <a:spcPct val="0"/>
              </a:spcAft>
              <a:buSzPct val="100000"/>
              <a:buChar char="»"/>
              <a:defRPr sz="2000">
                <a:solidFill>
                  <a:schemeClr val="tx1"/>
                </a:solidFill>
                <a:latin typeface="+mn-lt"/>
              </a:defRPr>
            </a:lvl5pPr>
            <a:lvl6pPr marL="2514600" indent="-228600" algn="l" rtl="0" eaLnBrk="0" fontAlgn="base" hangingPunct="0">
              <a:spcBef>
                <a:spcPct val="20000"/>
              </a:spcBef>
              <a:spcAft>
                <a:spcPct val="0"/>
              </a:spcAft>
              <a:buSzPct val="100000"/>
              <a:buChar char="»"/>
              <a:defRPr sz="2000">
                <a:solidFill>
                  <a:schemeClr val="tx1"/>
                </a:solidFill>
                <a:latin typeface="+mn-lt"/>
              </a:defRPr>
            </a:lvl6pPr>
            <a:lvl7pPr marL="2971800" indent="-228600" algn="l" rtl="0" eaLnBrk="0" fontAlgn="base" hangingPunct="0">
              <a:spcBef>
                <a:spcPct val="20000"/>
              </a:spcBef>
              <a:spcAft>
                <a:spcPct val="0"/>
              </a:spcAft>
              <a:buSzPct val="100000"/>
              <a:buChar char="»"/>
              <a:defRPr sz="2000">
                <a:solidFill>
                  <a:schemeClr val="tx1"/>
                </a:solidFill>
                <a:latin typeface="+mn-lt"/>
              </a:defRPr>
            </a:lvl7pPr>
            <a:lvl8pPr marL="3429000" indent="-228600" algn="l" rtl="0" eaLnBrk="0" fontAlgn="base" hangingPunct="0">
              <a:spcBef>
                <a:spcPct val="20000"/>
              </a:spcBef>
              <a:spcAft>
                <a:spcPct val="0"/>
              </a:spcAft>
              <a:buSzPct val="100000"/>
              <a:buChar char="»"/>
              <a:defRPr sz="2000">
                <a:solidFill>
                  <a:schemeClr val="tx1"/>
                </a:solidFill>
                <a:latin typeface="+mn-lt"/>
              </a:defRPr>
            </a:lvl8pPr>
            <a:lvl9pPr marL="3886200" indent="-228600" algn="l" rtl="0" eaLnBrk="0" fontAlgn="base" hangingPunct="0">
              <a:spcBef>
                <a:spcPct val="20000"/>
              </a:spcBef>
              <a:spcAft>
                <a:spcPct val="0"/>
              </a:spcAft>
              <a:buSzPct val="100000"/>
              <a:buChar char="»"/>
              <a:defRPr sz="2000">
                <a:solidFill>
                  <a:schemeClr val="tx1"/>
                </a:solidFill>
                <a:latin typeface="+mn-lt"/>
              </a:defRPr>
            </a:lvl9pPr>
          </a:lstStyle>
          <a:p>
            <a:pPr marL="457200" indent="-457200" defTabSz="795338" eaLnBrk="1" hangingPunct="1">
              <a:lnSpc>
                <a:spcPct val="90000"/>
              </a:lnSpc>
              <a:spcBef>
                <a:spcPct val="50000"/>
              </a:spcBef>
              <a:buSzTx/>
              <a:buFontTx/>
              <a:buNone/>
            </a:pPr>
            <a:r>
              <a:rPr lang="en-GB" sz="2000" u="sng" kern="0" dirty="0">
                <a:latin typeface="Calibri" pitchFamily="34" charset="0"/>
              </a:rPr>
              <a:t>=&gt; Ajuster la </a:t>
            </a:r>
            <a:r>
              <a:rPr lang="en-GB" sz="2000" b="1" u="sng" kern="0" dirty="0">
                <a:latin typeface="Calibri" pitchFamily="34" charset="0"/>
              </a:rPr>
              <a:t>Protection du client </a:t>
            </a:r>
            <a:r>
              <a:rPr lang="en-GB" sz="2000" b="1" kern="0" dirty="0">
                <a:latin typeface="Calibri" pitchFamily="34" charset="0"/>
              </a:rPr>
              <a:t>:</a:t>
            </a:r>
            <a:endParaRPr lang="fr-FR" sz="2000" b="1" kern="0" dirty="0">
              <a:latin typeface="Calibri" pitchFamily="34" charset="0"/>
            </a:endParaRPr>
          </a:p>
          <a:p>
            <a:pPr marL="915988" lvl="1" indent="-419100" algn="just" defTabSz="795338" eaLnBrk="1" hangingPunct="1">
              <a:lnSpc>
                <a:spcPct val="90000"/>
              </a:lnSpc>
              <a:spcBef>
                <a:spcPct val="50000"/>
              </a:spcBef>
              <a:buSzTx/>
            </a:pPr>
            <a:r>
              <a:rPr lang="fr-FR" sz="2000" b="1" kern="0" dirty="0">
                <a:latin typeface="Calibri" pitchFamily="34" charset="0"/>
              </a:rPr>
              <a:t>Développer une solution curative plus aboutie à partir de l’étape  (D 3)</a:t>
            </a:r>
          </a:p>
          <a:p>
            <a:pPr marL="915988" lvl="1" indent="-419100" algn="just" defTabSz="795338" eaLnBrk="1" hangingPunct="1">
              <a:lnSpc>
                <a:spcPct val="90000"/>
              </a:lnSpc>
              <a:spcBef>
                <a:spcPct val="50000"/>
              </a:spcBef>
              <a:buSzTx/>
            </a:pPr>
            <a:r>
              <a:rPr lang="fr-FR" sz="2000" b="1" kern="0" dirty="0">
                <a:latin typeface="Calibri" pitchFamily="34" charset="0"/>
              </a:rPr>
              <a:t>Elle doit être Mesurée pour s’assurer de l’efficacité</a:t>
            </a:r>
          </a:p>
        </p:txBody>
      </p:sp>
      <p:sp>
        <p:nvSpPr>
          <p:cNvPr id="24" name="Rectangle 4"/>
          <p:cNvSpPr>
            <a:spLocks noChangeArrowheads="1"/>
          </p:cNvSpPr>
          <p:nvPr/>
        </p:nvSpPr>
        <p:spPr bwMode="auto">
          <a:xfrm>
            <a:off x="341530" y="2042945"/>
            <a:ext cx="8460939" cy="936005"/>
          </a:xfrm>
          <a:prstGeom prst="rect">
            <a:avLst/>
          </a:prstGeom>
          <a:noFill/>
          <a:ln w="25400">
            <a:noFill/>
            <a:miter lim="800000"/>
            <a:headEnd/>
            <a:tailEnd/>
          </a:ln>
        </p:spPr>
        <p:txBody>
          <a:bodyPr/>
          <a:lstStyle/>
          <a:p>
            <a:pPr marL="457200" indent="-457200" defTabSz="795338">
              <a:lnSpc>
                <a:spcPct val="90000"/>
              </a:lnSpc>
              <a:spcBef>
                <a:spcPct val="50000"/>
              </a:spcBef>
            </a:pPr>
            <a:r>
              <a:rPr lang="en-GB" sz="2800" dirty="0">
                <a:solidFill>
                  <a:srgbClr val="C00000"/>
                </a:solidFill>
                <a:latin typeface="Calibri" pitchFamily="34" charset="0"/>
              </a:rPr>
              <a:t>D3 </a:t>
            </a:r>
            <a:r>
              <a:rPr lang="en-GB" sz="2800" dirty="0">
                <a:latin typeface="Calibri" pitchFamily="34" charset="0"/>
              </a:rPr>
              <a:t>: </a:t>
            </a:r>
            <a:r>
              <a:rPr lang="fr-FR" sz="2000" dirty="0">
                <a:latin typeface="Calibri" pitchFamily="34" charset="0"/>
              </a:rPr>
              <a:t>Toujours pertinente ?  Peut-on l’éliminer, partiellement ou totalement ?</a:t>
            </a:r>
          </a:p>
        </p:txBody>
      </p:sp>
    </p:spTree>
    <p:extLst>
      <p:ext uri="{BB962C8B-B14F-4D97-AF65-F5344CB8AC3E}">
        <p14:creationId xmlns:p14="http://schemas.microsoft.com/office/powerpoint/2010/main" val="290551771"/>
      </p:ext>
    </p:extLst>
  </p:cSld>
  <p:clrMapOvr>
    <a:masterClrMapping/>
  </p:clrMapOvr>
  <p:transition>
    <p:zoom/>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e 1"/>
          <p:cNvGrpSpPr/>
          <p:nvPr/>
        </p:nvGrpSpPr>
        <p:grpSpPr>
          <a:xfrm>
            <a:off x="206515" y="2128602"/>
            <a:ext cx="8520112" cy="4001095"/>
            <a:chOff x="220663" y="2000375"/>
            <a:chExt cx="8520112" cy="4001095"/>
          </a:xfrm>
        </p:grpSpPr>
        <p:sp>
          <p:nvSpPr>
            <p:cNvPr id="3" name="Text Box 5"/>
            <p:cNvSpPr txBox="1">
              <a:spLocks noChangeArrowheads="1"/>
            </p:cNvSpPr>
            <p:nvPr/>
          </p:nvSpPr>
          <p:spPr bwMode="auto">
            <a:xfrm>
              <a:off x="220663" y="2000375"/>
              <a:ext cx="8520112" cy="4001095"/>
            </a:xfrm>
            <a:prstGeom prst="rect">
              <a:avLst/>
            </a:prstGeom>
            <a:noFill/>
            <a:ln w="12700">
              <a:noFill/>
              <a:miter lim="800000"/>
              <a:headEnd/>
              <a:tailEnd/>
            </a:ln>
            <a:effectLst/>
          </p:spPr>
          <p:txBody>
            <a:bodyPr>
              <a:spAutoFit/>
            </a:bodyPr>
            <a:lstStyle/>
            <a:p>
              <a:pPr algn="just" eaLnBrk="0" hangingPunct="0">
                <a:spcBef>
                  <a:spcPct val="50000"/>
                </a:spcBef>
                <a:defRPr/>
              </a:pPr>
              <a:r>
                <a:rPr lang="fr-FR" sz="2000" dirty="0">
                  <a:latin typeface="Calibri" pitchFamily="34" charset="0"/>
                  <a:cs typeface="Calibri" pitchFamily="34" charset="0"/>
                </a:rPr>
                <a:t>A la fin de l’étape D4 : GO / NO GO </a:t>
              </a:r>
            </a:p>
            <a:p>
              <a:pPr lvl="1" algn="just" eaLnBrk="0" hangingPunct="0">
                <a:spcBef>
                  <a:spcPct val="50000"/>
                </a:spcBef>
                <a:buFont typeface="Arial" pitchFamily="34" charset="0"/>
                <a:buChar char="•"/>
                <a:defRPr/>
              </a:pPr>
              <a:r>
                <a:rPr lang="fr-FR" sz="2000" dirty="0">
                  <a:latin typeface="Calibri" pitchFamily="34" charset="0"/>
                  <a:cs typeface="Calibri" pitchFamily="34" charset="0"/>
                </a:rPr>
                <a:t> </a:t>
              </a:r>
              <a:r>
                <a:rPr lang="fr-FR" sz="2000" b="1" dirty="0">
                  <a:solidFill>
                    <a:srgbClr val="002060"/>
                  </a:solidFill>
                  <a:latin typeface="Calibri" pitchFamily="34" charset="0"/>
                  <a:cs typeface="Calibri" pitchFamily="34" charset="0"/>
                </a:rPr>
                <a:t>Décision Management </a:t>
              </a:r>
              <a:r>
                <a:rPr lang="fr-FR" sz="2000" dirty="0">
                  <a:latin typeface="Calibri" pitchFamily="34" charset="0"/>
                  <a:cs typeface="Calibri" pitchFamily="34" charset="0"/>
                </a:rPr>
                <a:t>en f° des dispositions prises : OK ou KO</a:t>
              </a:r>
            </a:p>
            <a:p>
              <a:pPr lvl="1" algn="just" eaLnBrk="0" hangingPunct="0">
                <a:spcBef>
                  <a:spcPct val="50000"/>
                </a:spcBef>
                <a:buFont typeface="Arial" pitchFamily="34" charset="0"/>
                <a:buChar char="•"/>
                <a:defRPr/>
              </a:pPr>
              <a:endParaRPr lang="fr-FR" sz="2000" dirty="0">
                <a:latin typeface="Calibri" pitchFamily="34" charset="0"/>
                <a:cs typeface="Calibri" pitchFamily="34" charset="0"/>
              </a:endParaRPr>
            </a:p>
            <a:p>
              <a:pPr lvl="1" algn="just" eaLnBrk="0" hangingPunct="0">
                <a:spcBef>
                  <a:spcPct val="50000"/>
                </a:spcBef>
                <a:defRPr/>
              </a:pPr>
              <a:r>
                <a:rPr lang="fr-FR" sz="2000" dirty="0">
                  <a:latin typeface="Calibri" pitchFamily="34" charset="0"/>
                  <a:cs typeface="Calibri" pitchFamily="34" charset="0"/>
                </a:rPr>
                <a:t>		</a:t>
              </a:r>
              <a:r>
                <a:rPr lang="fr-FR" sz="3200" b="1" dirty="0">
                  <a:solidFill>
                    <a:srgbClr val="00B050"/>
                  </a:solidFill>
                  <a:effectLst>
                    <a:outerShdw blurRad="38100" dist="38100" dir="2700000" algn="tl">
                      <a:srgbClr val="C0C0C0"/>
                    </a:outerShdw>
                  </a:effectLst>
                  <a:latin typeface="Calibri" pitchFamily="34" charset="0"/>
                  <a:cs typeface="Calibri" pitchFamily="34" charset="0"/>
                </a:rPr>
                <a:t>STOP  </a:t>
              </a:r>
              <a:r>
                <a:rPr lang="fr-FR" sz="2400" b="1" dirty="0">
                  <a:latin typeface="Calibri" pitchFamily="34" charset="0"/>
                  <a:cs typeface="Calibri" pitchFamily="34" charset="0"/>
                </a:rPr>
                <a:t>(= solution curative efficace et suffisante)</a:t>
              </a:r>
            </a:p>
            <a:p>
              <a:pPr lvl="1" algn="just" eaLnBrk="0" hangingPunct="0">
                <a:spcBef>
                  <a:spcPct val="50000"/>
                </a:spcBef>
                <a:defRPr/>
              </a:pPr>
              <a:endParaRPr lang="fr-FR" sz="3200" b="1" dirty="0">
                <a:solidFill>
                  <a:srgbClr val="00B050"/>
                </a:solidFill>
                <a:effectLst>
                  <a:outerShdw blurRad="38100" dist="38100" dir="2700000" algn="tl">
                    <a:srgbClr val="C0C0C0"/>
                  </a:outerShdw>
                </a:effectLst>
                <a:latin typeface="Calibri" pitchFamily="34" charset="0"/>
                <a:cs typeface="Calibri" pitchFamily="34" charset="0"/>
              </a:endParaRPr>
            </a:p>
            <a:p>
              <a:pPr lvl="1" algn="just" eaLnBrk="0" hangingPunct="0">
                <a:spcBef>
                  <a:spcPct val="50000"/>
                </a:spcBef>
                <a:defRPr/>
              </a:pPr>
              <a:r>
                <a:rPr lang="fr-FR" sz="3200" b="1" dirty="0">
                  <a:solidFill>
                    <a:srgbClr val="00B050"/>
                  </a:solidFill>
                  <a:effectLst>
                    <a:outerShdw blurRad="38100" dist="38100" dir="2700000" algn="tl">
                      <a:srgbClr val="C0C0C0"/>
                    </a:outerShdw>
                  </a:effectLst>
                  <a:latin typeface="Calibri" pitchFamily="34" charset="0"/>
                  <a:cs typeface="Calibri" pitchFamily="34" charset="0"/>
                </a:rPr>
                <a:t>		</a:t>
              </a:r>
              <a:r>
                <a:rPr lang="fr-FR" sz="3200" b="1" dirty="0">
                  <a:effectLst>
                    <a:outerShdw blurRad="38100" dist="38100" dir="2700000" algn="tl">
                      <a:srgbClr val="C0C0C0"/>
                    </a:outerShdw>
                  </a:effectLst>
                  <a:latin typeface="Calibri" pitchFamily="34" charset="0"/>
                  <a:cs typeface="Calibri" pitchFamily="34" charset="0"/>
                </a:rPr>
                <a:t>ou </a:t>
              </a:r>
              <a:r>
                <a:rPr lang="fr-FR" sz="3200" b="1" dirty="0">
                  <a:effectLst>
                    <a:outerShdw blurRad="38100" dist="38100" dir="2700000" algn="tl">
                      <a:srgbClr val="C0C0C0"/>
                    </a:outerShdw>
                  </a:effectLst>
                  <a:latin typeface="Calibri" pitchFamily="34" charset="0"/>
                  <a:cs typeface="Calibri" pitchFamily="34" charset="0"/>
                  <a:sym typeface="Wingdings" pitchFamily="2" charset="2"/>
                </a:rPr>
                <a:t></a:t>
              </a:r>
              <a:r>
                <a:rPr lang="fr-FR" sz="3200" b="1" dirty="0">
                  <a:effectLst>
                    <a:outerShdw blurRad="38100" dist="38100" dir="2700000" algn="tl">
                      <a:srgbClr val="C0C0C0"/>
                    </a:outerShdw>
                  </a:effectLst>
                  <a:latin typeface="Calibri" pitchFamily="34" charset="0"/>
                  <a:cs typeface="Calibri" pitchFamily="34" charset="0"/>
                </a:rPr>
                <a:t> </a:t>
              </a:r>
              <a:r>
                <a:rPr lang="fr-FR" sz="3200" b="1" dirty="0">
                  <a:solidFill>
                    <a:srgbClr val="C00000"/>
                  </a:solidFill>
                  <a:effectLst>
                    <a:outerShdw blurRad="38100" dist="38100" dir="2700000" algn="tl">
                      <a:srgbClr val="C0C0C0"/>
                    </a:outerShdw>
                  </a:effectLst>
                  <a:latin typeface="Calibri" pitchFamily="34" charset="0"/>
                  <a:cs typeface="Calibri" pitchFamily="34" charset="0"/>
                </a:rPr>
                <a:t>D8</a:t>
              </a:r>
              <a:r>
                <a:rPr lang="fr-FR" sz="3200" b="1" dirty="0">
                  <a:effectLst>
                    <a:outerShdw blurRad="38100" dist="38100" dir="2700000" algn="tl">
                      <a:srgbClr val="C0C0C0"/>
                    </a:outerShdw>
                  </a:effectLst>
                  <a:latin typeface="Calibri" pitchFamily="34" charset="0"/>
                  <a:cs typeface="Calibri" pitchFamily="34" charset="0"/>
                </a:rPr>
                <a:t> </a:t>
              </a:r>
              <a:r>
                <a:rPr lang="fr-FR" sz="2400" b="1" dirty="0">
                  <a:latin typeface="Calibri" pitchFamily="34" charset="0"/>
                  <a:cs typeface="Calibri" pitchFamily="34" charset="0"/>
                </a:rPr>
                <a:t>(= nécessité d’éradiquer à la racine)</a:t>
              </a:r>
            </a:p>
            <a:p>
              <a:pPr lvl="2" algn="just" eaLnBrk="0" hangingPunct="0">
                <a:spcBef>
                  <a:spcPct val="50000"/>
                </a:spcBef>
                <a:buFont typeface="Arial" pitchFamily="34" charset="0"/>
                <a:buChar char="•"/>
                <a:defRPr/>
              </a:pPr>
              <a:endParaRPr lang="fr-FR" sz="2000" dirty="0">
                <a:latin typeface="Calibri" pitchFamily="34" charset="0"/>
                <a:cs typeface="Calibri" pitchFamily="34" charset="0"/>
              </a:endParaRPr>
            </a:p>
          </p:txBody>
        </p:sp>
        <p:grpSp>
          <p:nvGrpSpPr>
            <p:cNvPr id="4" name="Flèche à angle droit 12"/>
            <p:cNvGrpSpPr>
              <a:grpSpLocks/>
            </p:cNvGrpSpPr>
            <p:nvPr/>
          </p:nvGrpSpPr>
          <p:grpSpPr bwMode="auto">
            <a:xfrm>
              <a:off x="1074738" y="2952751"/>
              <a:ext cx="1328737" cy="1328737"/>
              <a:chOff x="787" y="1995"/>
              <a:chExt cx="837" cy="837"/>
            </a:xfrm>
          </p:grpSpPr>
          <p:pic>
            <p:nvPicPr>
              <p:cNvPr id="8" name="Flèche à angle droit 12"/>
              <p:cNvPicPr>
                <a:picLocks noChangeArrowheads="1"/>
              </p:cNvPicPr>
              <p:nvPr/>
            </p:nvPicPr>
            <p:blipFill>
              <a:blip r:embed="rId2" cstate="print"/>
              <a:srcRect/>
              <a:stretch>
                <a:fillRect/>
              </a:stretch>
            </p:blipFill>
            <p:spPr bwMode="auto">
              <a:xfrm>
                <a:off x="787" y="1995"/>
                <a:ext cx="837" cy="837"/>
              </a:xfrm>
              <a:prstGeom prst="rect">
                <a:avLst/>
              </a:prstGeom>
              <a:noFill/>
              <a:ln w="9525">
                <a:noFill/>
                <a:miter lim="800000"/>
                <a:headEnd/>
                <a:tailEnd/>
              </a:ln>
            </p:spPr>
          </p:pic>
          <p:sp>
            <p:nvSpPr>
              <p:cNvPr id="9" name="Text Box 10"/>
              <p:cNvSpPr txBox="1">
                <a:spLocks noChangeArrowheads="1"/>
              </p:cNvSpPr>
              <p:nvPr/>
            </p:nvSpPr>
            <p:spPr bwMode="auto">
              <a:xfrm rot="5400000">
                <a:off x="639" y="2508"/>
                <a:ext cx="504" cy="144"/>
              </a:xfrm>
              <a:prstGeom prst="rect">
                <a:avLst/>
              </a:prstGeom>
              <a:noFill/>
              <a:ln w="9525">
                <a:noFill/>
                <a:miter lim="800000"/>
                <a:headEnd/>
                <a:tailEnd/>
              </a:ln>
            </p:spPr>
            <p:txBody>
              <a:bodyPr rot="10800000" vert="eaVert"/>
              <a:lstStyle/>
              <a:p>
                <a:pPr eaLnBrk="0" hangingPunct="0"/>
                <a:endParaRPr lang="fr-FR"/>
              </a:p>
            </p:txBody>
          </p:sp>
        </p:grpSp>
        <p:grpSp>
          <p:nvGrpSpPr>
            <p:cNvPr id="5" name="Flèche à angle droit 17"/>
            <p:cNvGrpSpPr>
              <a:grpSpLocks/>
            </p:cNvGrpSpPr>
            <p:nvPr/>
          </p:nvGrpSpPr>
          <p:grpSpPr bwMode="auto">
            <a:xfrm>
              <a:off x="1036638" y="4483101"/>
              <a:ext cx="1328737" cy="1328737"/>
              <a:chOff x="763" y="2959"/>
              <a:chExt cx="837" cy="837"/>
            </a:xfrm>
          </p:grpSpPr>
          <p:pic>
            <p:nvPicPr>
              <p:cNvPr id="6" name="Flèche à angle droit 17"/>
              <p:cNvPicPr>
                <a:picLocks noChangeArrowheads="1"/>
              </p:cNvPicPr>
              <p:nvPr/>
            </p:nvPicPr>
            <p:blipFill>
              <a:blip r:embed="rId3" cstate="print"/>
              <a:srcRect/>
              <a:stretch>
                <a:fillRect/>
              </a:stretch>
            </p:blipFill>
            <p:spPr bwMode="auto">
              <a:xfrm>
                <a:off x="763" y="2959"/>
                <a:ext cx="837" cy="837"/>
              </a:xfrm>
              <a:prstGeom prst="rect">
                <a:avLst/>
              </a:prstGeom>
              <a:noFill/>
              <a:ln w="9525">
                <a:noFill/>
                <a:miter lim="800000"/>
                <a:headEnd/>
                <a:tailEnd/>
              </a:ln>
            </p:spPr>
          </p:pic>
          <p:sp>
            <p:nvSpPr>
              <p:cNvPr id="7" name="Text Box 13"/>
              <p:cNvSpPr txBox="1">
                <a:spLocks noChangeArrowheads="1"/>
              </p:cNvSpPr>
              <p:nvPr/>
            </p:nvSpPr>
            <p:spPr bwMode="auto">
              <a:xfrm rot="5400000">
                <a:off x="638" y="3472"/>
                <a:ext cx="504" cy="144"/>
              </a:xfrm>
              <a:prstGeom prst="rect">
                <a:avLst/>
              </a:prstGeom>
              <a:noFill/>
              <a:ln w="9525">
                <a:noFill/>
                <a:miter lim="800000"/>
                <a:headEnd/>
                <a:tailEnd/>
              </a:ln>
            </p:spPr>
            <p:txBody>
              <a:bodyPr rot="10800000" vert="eaVert"/>
              <a:lstStyle/>
              <a:p>
                <a:pPr eaLnBrk="0" hangingPunct="0"/>
                <a:endParaRPr lang="fr-FR"/>
              </a:p>
            </p:txBody>
          </p:sp>
        </p:grpSp>
      </p:grpSp>
      <p:sp>
        <p:nvSpPr>
          <p:cNvPr id="10" name="Rectangle 2"/>
          <p:cNvSpPr>
            <a:spLocks noChangeArrowheads="1"/>
          </p:cNvSpPr>
          <p:nvPr/>
        </p:nvSpPr>
        <p:spPr bwMode="auto">
          <a:xfrm>
            <a:off x="251520" y="350785"/>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
        <p:nvSpPr>
          <p:cNvPr id="11" name="Text Box 2"/>
          <p:cNvSpPr txBox="1">
            <a:spLocks noChangeArrowheads="1"/>
          </p:cNvSpPr>
          <p:nvPr/>
        </p:nvSpPr>
        <p:spPr bwMode="auto">
          <a:xfrm>
            <a:off x="2303367" y="1403775"/>
            <a:ext cx="6662978"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D4 – </a:t>
            </a:r>
            <a:r>
              <a:rPr lang="fr-FR" sz="1800" dirty="0"/>
              <a:t>Localiser la source de la cause – identifier les causes probables</a:t>
            </a:r>
          </a:p>
        </p:txBody>
      </p:sp>
      <p:sp>
        <p:nvSpPr>
          <p:cNvPr id="12" name="Rectangle 11"/>
          <p:cNvSpPr/>
          <p:nvPr/>
        </p:nvSpPr>
        <p:spPr>
          <a:xfrm>
            <a:off x="293519" y="1389123"/>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Tree>
    <p:extLst>
      <p:ext uri="{BB962C8B-B14F-4D97-AF65-F5344CB8AC3E}">
        <p14:creationId xmlns:p14="http://schemas.microsoft.com/office/powerpoint/2010/main" val="410321153"/>
      </p:ext>
    </p:extLst>
  </p:cSld>
  <p:clrMapOvr>
    <a:masterClrMapping/>
  </p:clrMapOvr>
  <p:transition>
    <p:zoom/>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8" name="Object 2"/>
          <p:cNvGraphicFramePr>
            <a:graphicFrameLocks noChangeAspect="1"/>
          </p:cNvGraphicFramePr>
          <p:nvPr>
            <p:extLst>
              <p:ext uri="{D42A27DB-BD31-4B8C-83A1-F6EECF244321}">
                <p14:modId xmlns:p14="http://schemas.microsoft.com/office/powerpoint/2010/main" val="3135686723"/>
              </p:ext>
            </p:extLst>
          </p:nvPr>
        </p:nvGraphicFramePr>
        <p:xfrm>
          <a:off x="7974013" y="670076"/>
          <a:ext cx="763587" cy="1028700"/>
        </p:xfrm>
        <a:graphic>
          <a:graphicData uri="http://schemas.openxmlformats.org/presentationml/2006/ole">
            <mc:AlternateContent xmlns:mc="http://schemas.openxmlformats.org/markup-compatibility/2006">
              <mc:Choice xmlns:v="urn:schemas-microsoft-com:vml" Requires="v">
                <p:oleObj name="Clip" r:id="rId3" imgW="2525760" imgH="3407040" progId="MS_ClipArt_Gallery.5">
                  <p:embed/>
                </p:oleObj>
              </mc:Choice>
              <mc:Fallback>
                <p:oleObj name="Clip" r:id="rId3" imgW="2525760" imgH="3407040" progId="MS_ClipArt_Gallery.5">
                  <p:embed/>
                  <p:pic>
                    <p:nvPicPr>
                      <p:cNvPr id="409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74013" y="670076"/>
                        <a:ext cx="763587" cy="1028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4099" name="Text Box 5"/>
          <p:cNvSpPr txBox="1">
            <a:spLocks noChangeArrowheads="1"/>
          </p:cNvSpPr>
          <p:nvPr/>
        </p:nvSpPr>
        <p:spPr bwMode="auto">
          <a:xfrm>
            <a:off x="633413" y="1916113"/>
            <a:ext cx="4521200" cy="366712"/>
          </a:xfrm>
          <a:prstGeom prst="rect">
            <a:avLst/>
          </a:prstGeom>
          <a:noFill/>
          <a:ln w="9525">
            <a:noFill/>
            <a:miter lim="800000"/>
            <a:headEnd/>
            <a:tailEnd/>
          </a:ln>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Décrire - Clarifier</a:t>
            </a:r>
          </a:p>
        </p:txBody>
      </p:sp>
      <p:grpSp>
        <p:nvGrpSpPr>
          <p:cNvPr id="4100" name="Group 6"/>
          <p:cNvGrpSpPr>
            <a:grpSpLocks/>
          </p:cNvGrpSpPr>
          <p:nvPr/>
        </p:nvGrpSpPr>
        <p:grpSpPr bwMode="auto">
          <a:xfrm>
            <a:off x="301625" y="1900238"/>
            <a:ext cx="320675" cy="366712"/>
            <a:chOff x="1385" y="2247"/>
            <a:chExt cx="202" cy="231"/>
          </a:xfrm>
        </p:grpSpPr>
        <p:pic>
          <p:nvPicPr>
            <p:cNvPr id="4142" name="Picture 7" descr="WB01619_"/>
            <p:cNvPicPr>
              <a:picLocks noChangeAspect="1" noChangeArrowheads="1"/>
            </p:cNvPicPr>
            <p:nvPr/>
          </p:nvPicPr>
          <p:blipFill>
            <a:blip r:embed="rId5" cstate="print"/>
            <a:srcRect/>
            <a:stretch>
              <a:fillRect/>
            </a:stretch>
          </p:blipFill>
          <p:spPr bwMode="auto">
            <a:xfrm>
              <a:off x="1385" y="2263"/>
              <a:ext cx="202" cy="215"/>
            </a:xfrm>
            <a:prstGeom prst="rect">
              <a:avLst/>
            </a:prstGeom>
            <a:noFill/>
            <a:ln w="9525">
              <a:noFill/>
              <a:miter lim="800000"/>
              <a:headEnd/>
              <a:tailEnd/>
            </a:ln>
          </p:spPr>
        </p:pic>
        <p:sp>
          <p:nvSpPr>
            <p:cNvPr id="94216" name="Text Box 8"/>
            <p:cNvSpPr txBox="1">
              <a:spLocks noChangeArrowheads="1"/>
            </p:cNvSpPr>
            <p:nvPr/>
          </p:nvSpPr>
          <p:spPr bwMode="auto">
            <a:xfrm>
              <a:off x="1398" y="2247"/>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1</a:t>
              </a:r>
            </a:p>
          </p:txBody>
        </p:sp>
      </p:grpSp>
      <p:sp>
        <p:nvSpPr>
          <p:cNvPr id="94217" name="Text Box 9"/>
          <p:cNvSpPr txBox="1">
            <a:spLocks noChangeArrowheads="1"/>
          </p:cNvSpPr>
          <p:nvPr/>
        </p:nvSpPr>
        <p:spPr bwMode="auto">
          <a:xfrm>
            <a:off x="644407" y="2822575"/>
            <a:ext cx="5018707" cy="369332"/>
          </a:xfrm>
          <a:prstGeom prst="rect">
            <a:avLst/>
          </a:prstGeom>
          <a:noFill/>
          <a:ln w="9525">
            <a:noFill/>
            <a:miter lim="800000"/>
            <a:headEnd/>
            <a:tailEnd/>
          </a:ln>
          <a:effectLst/>
        </p:spPr>
        <p:txBody>
          <a:bodyPr wrap="square">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Contre(s)-Mesure(s) Immédiate(s)</a:t>
            </a:r>
          </a:p>
        </p:txBody>
      </p:sp>
      <p:grpSp>
        <p:nvGrpSpPr>
          <p:cNvPr id="4102" name="Group 10"/>
          <p:cNvGrpSpPr>
            <a:grpSpLocks/>
          </p:cNvGrpSpPr>
          <p:nvPr/>
        </p:nvGrpSpPr>
        <p:grpSpPr bwMode="auto">
          <a:xfrm>
            <a:off x="301625" y="3209925"/>
            <a:ext cx="320675" cy="366713"/>
            <a:chOff x="1377" y="2791"/>
            <a:chExt cx="202" cy="231"/>
          </a:xfrm>
        </p:grpSpPr>
        <p:pic>
          <p:nvPicPr>
            <p:cNvPr id="4140" name="Picture 11" descr="WB01619_"/>
            <p:cNvPicPr>
              <a:picLocks noChangeAspect="1" noChangeArrowheads="1"/>
            </p:cNvPicPr>
            <p:nvPr/>
          </p:nvPicPr>
          <p:blipFill>
            <a:blip r:embed="rId5" cstate="print"/>
            <a:srcRect/>
            <a:stretch>
              <a:fillRect/>
            </a:stretch>
          </p:blipFill>
          <p:spPr bwMode="auto">
            <a:xfrm>
              <a:off x="1377" y="2807"/>
              <a:ext cx="202" cy="215"/>
            </a:xfrm>
            <a:prstGeom prst="rect">
              <a:avLst/>
            </a:prstGeom>
            <a:noFill/>
            <a:ln w="9525">
              <a:noFill/>
              <a:miter lim="800000"/>
              <a:headEnd/>
              <a:tailEnd/>
            </a:ln>
          </p:spPr>
        </p:pic>
        <p:sp>
          <p:nvSpPr>
            <p:cNvPr id="94220" name="Text Box 12"/>
            <p:cNvSpPr txBox="1">
              <a:spLocks noChangeArrowheads="1"/>
            </p:cNvSpPr>
            <p:nvPr/>
          </p:nvSpPr>
          <p:spPr bwMode="auto">
            <a:xfrm>
              <a:off x="1390" y="2791"/>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4</a:t>
              </a:r>
            </a:p>
          </p:txBody>
        </p:sp>
      </p:grpSp>
      <p:sp>
        <p:nvSpPr>
          <p:cNvPr id="94221" name="Text Box 13"/>
          <p:cNvSpPr txBox="1">
            <a:spLocks noChangeArrowheads="1"/>
          </p:cNvSpPr>
          <p:nvPr/>
        </p:nvSpPr>
        <p:spPr bwMode="auto">
          <a:xfrm>
            <a:off x="633413" y="4235450"/>
            <a:ext cx="7623175" cy="338554"/>
          </a:xfrm>
          <a:prstGeom prst="rect">
            <a:avLst/>
          </a:prstGeom>
          <a:noFill/>
          <a:ln w="9525">
            <a:noFill/>
            <a:miter lim="800000"/>
            <a:headEnd/>
            <a:tailEnd/>
          </a:ln>
          <a:effectLst/>
        </p:spPr>
        <p:txBody>
          <a:bodyPr>
            <a:spAutoFit/>
          </a:bodyPr>
          <a:lstStyle/>
          <a:p>
            <a:pPr eaLnBrk="0" hangingPunct="0">
              <a:spcBef>
                <a:spcPct val="50000"/>
              </a:spcBef>
              <a:defRPr/>
            </a:pPr>
            <a:r>
              <a:rPr lang="fr-FR" dirty="0">
                <a:solidFill>
                  <a:srgbClr val="002060"/>
                </a:solidFill>
                <a:latin typeface="Calibri" pitchFamily="34" charset="0"/>
                <a:cs typeface="Calibri" pitchFamily="34" charset="0"/>
              </a:rPr>
              <a:t>Recherche des causes racines (facteurs probables, facteurs prouvés, 5P, causes racines)</a:t>
            </a:r>
          </a:p>
        </p:txBody>
      </p:sp>
      <p:grpSp>
        <p:nvGrpSpPr>
          <p:cNvPr id="4104" name="Group 14"/>
          <p:cNvGrpSpPr>
            <a:grpSpLocks/>
          </p:cNvGrpSpPr>
          <p:nvPr/>
        </p:nvGrpSpPr>
        <p:grpSpPr bwMode="auto">
          <a:xfrm>
            <a:off x="301625" y="4219575"/>
            <a:ext cx="320675" cy="366713"/>
            <a:chOff x="1377" y="3081"/>
            <a:chExt cx="202" cy="231"/>
          </a:xfrm>
        </p:grpSpPr>
        <p:pic>
          <p:nvPicPr>
            <p:cNvPr id="4138" name="Picture 15" descr="WB01619_"/>
            <p:cNvPicPr>
              <a:picLocks noChangeAspect="1" noChangeArrowheads="1"/>
            </p:cNvPicPr>
            <p:nvPr/>
          </p:nvPicPr>
          <p:blipFill>
            <a:blip r:embed="rId5" cstate="print"/>
            <a:srcRect/>
            <a:stretch>
              <a:fillRect/>
            </a:stretch>
          </p:blipFill>
          <p:spPr bwMode="auto">
            <a:xfrm>
              <a:off x="1377" y="3097"/>
              <a:ext cx="202" cy="215"/>
            </a:xfrm>
            <a:prstGeom prst="rect">
              <a:avLst/>
            </a:prstGeom>
            <a:noFill/>
            <a:ln w="9525">
              <a:noFill/>
              <a:miter lim="800000"/>
              <a:headEnd/>
              <a:tailEnd/>
            </a:ln>
          </p:spPr>
        </p:pic>
        <p:sp>
          <p:nvSpPr>
            <p:cNvPr id="94224" name="Text Box 16"/>
            <p:cNvSpPr txBox="1">
              <a:spLocks noChangeArrowheads="1"/>
            </p:cNvSpPr>
            <p:nvPr/>
          </p:nvSpPr>
          <p:spPr bwMode="auto">
            <a:xfrm>
              <a:off x="1390" y="3081"/>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b="0" dirty="0">
                  <a:solidFill>
                    <a:srgbClr val="002060"/>
                  </a:solidFill>
                  <a:latin typeface="Calibri" pitchFamily="34" charset="0"/>
                  <a:cs typeface="Calibri" pitchFamily="34" charset="0"/>
                </a:rPr>
                <a:t>5</a:t>
              </a:r>
            </a:p>
          </p:txBody>
        </p:sp>
      </p:grpSp>
      <p:sp>
        <p:nvSpPr>
          <p:cNvPr id="94225" name="Text Box 17"/>
          <p:cNvSpPr txBox="1">
            <a:spLocks noChangeArrowheads="1"/>
          </p:cNvSpPr>
          <p:nvPr/>
        </p:nvSpPr>
        <p:spPr bwMode="auto">
          <a:xfrm>
            <a:off x="633413" y="4648200"/>
            <a:ext cx="5826125" cy="366713"/>
          </a:xfrm>
          <a:prstGeom prst="rect">
            <a:avLst/>
          </a:prstGeom>
          <a:noFill/>
          <a:ln w="9525">
            <a:noFill/>
            <a:miter lim="800000"/>
            <a:headEnd/>
            <a:tailEnd/>
          </a:ln>
          <a:effectLst/>
        </p:spPr>
        <p:txBody>
          <a:bodyPr>
            <a:spAutoFit/>
          </a:bodyPr>
          <a:lstStyle/>
          <a:p>
            <a:pPr eaLnBrk="0" hangingPunct="0">
              <a:spcBef>
                <a:spcPct val="50000"/>
              </a:spcBef>
              <a:defRPr/>
            </a:pPr>
            <a:r>
              <a:rPr lang="fr-FR" sz="1800" b="1" dirty="0">
                <a:solidFill>
                  <a:schemeClr val="bg1">
                    <a:lumMod val="65000"/>
                  </a:schemeClr>
                </a:solidFill>
                <a:latin typeface="Calibri" pitchFamily="34" charset="0"/>
                <a:cs typeface="Calibri" pitchFamily="34" charset="0"/>
              </a:rPr>
              <a:t>Actions correctives</a:t>
            </a:r>
            <a:endParaRPr lang="fr-FR" sz="1600" b="1" dirty="0">
              <a:solidFill>
                <a:schemeClr val="bg1">
                  <a:lumMod val="65000"/>
                </a:schemeClr>
              </a:solidFill>
              <a:latin typeface="Calibri" pitchFamily="34" charset="0"/>
              <a:cs typeface="Calibri" pitchFamily="34" charset="0"/>
            </a:endParaRPr>
          </a:p>
        </p:txBody>
      </p:sp>
      <p:pic>
        <p:nvPicPr>
          <p:cNvPr id="4106" name="Picture 18" descr="WB01619_"/>
          <p:cNvPicPr>
            <a:picLocks noChangeAspect="1" noChangeArrowheads="1"/>
          </p:cNvPicPr>
          <p:nvPr/>
        </p:nvPicPr>
        <p:blipFill>
          <a:blip r:embed="rId5" cstate="print"/>
          <a:srcRect/>
          <a:stretch>
            <a:fillRect/>
          </a:stretch>
        </p:blipFill>
        <p:spPr bwMode="auto">
          <a:xfrm>
            <a:off x="301625" y="4657725"/>
            <a:ext cx="320675" cy="341313"/>
          </a:xfrm>
          <a:prstGeom prst="rect">
            <a:avLst/>
          </a:prstGeom>
          <a:noFill/>
          <a:ln w="9525">
            <a:noFill/>
            <a:miter lim="800000"/>
            <a:headEnd/>
            <a:tailEnd/>
          </a:ln>
        </p:spPr>
      </p:pic>
      <p:sp>
        <p:nvSpPr>
          <p:cNvPr id="94227" name="Text Box 19"/>
          <p:cNvSpPr txBox="1">
            <a:spLocks noChangeArrowheads="1"/>
          </p:cNvSpPr>
          <p:nvPr/>
        </p:nvSpPr>
        <p:spPr bwMode="auto">
          <a:xfrm>
            <a:off x="322263" y="4632325"/>
            <a:ext cx="254000" cy="366713"/>
          </a:xfrm>
          <a:prstGeom prst="rect">
            <a:avLst/>
          </a:prstGeom>
          <a:noFill/>
          <a:ln w="9525">
            <a:noFill/>
            <a:miter lim="800000"/>
            <a:headEnd/>
            <a:tailEnd/>
          </a:ln>
          <a:effectLst/>
        </p:spPr>
        <p:txBody>
          <a:bodyPr>
            <a:spAutoFit/>
          </a:bodyPr>
          <a:lstStyle/>
          <a:p>
            <a:pPr eaLnBrk="0" hangingPunct="0">
              <a:spcBef>
                <a:spcPct val="50000"/>
              </a:spcBef>
              <a:defRPr/>
            </a:pPr>
            <a:r>
              <a:rPr lang="fr-FR" sz="1800" b="1">
                <a:solidFill>
                  <a:schemeClr val="bg1">
                    <a:lumMod val="65000"/>
                  </a:schemeClr>
                </a:solidFill>
                <a:effectLst>
                  <a:outerShdw blurRad="38100" dist="38100" dir="2700000" algn="tl">
                    <a:srgbClr val="C0C0C0"/>
                  </a:outerShdw>
                </a:effectLst>
                <a:latin typeface="Calibri" pitchFamily="34" charset="0"/>
                <a:cs typeface="Calibri" pitchFamily="34" charset="0"/>
              </a:rPr>
              <a:t>6</a:t>
            </a:r>
          </a:p>
        </p:txBody>
      </p:sp>
      <p:sp>
        <p:nvSpPr>
          <p:cNvPr id="94228" name="Text Box 20"/>
          <p:cNvSpPr txBox="1">
            <a:spLocks noChangeArrowheads="1"/>
          </p:cNvSpPr>
          <p:nvPr/>
        </p:nvSpPr>
        <p:spPr bwMode="auto">
          <a:xfrm>
            <a:off x="633413" y="5060950"/>
            <a:ext cx="5749925" cy="366713"/>
          </a:xfrm>
          <a:prstGeom prst="rect">
            <a:avLst/>
          </a:prstGeom>
          <a:noFill/>
          <a:ln w="9525">
            <a:noFill/>
            <a:miter lim="800000"/>
            <a:headEnd/>
            <a:tailEnd/>
          </a:ln>
          <a:effectLst/>
        </p:spPr>
        <p:txBody>
          <a:bodyPr>
            <a:spAutoFit/>
          </a:bodyPr>
          <a:lstStyle/>
          <a:p>
            <a:pPr eaLnBrk="0" hangingPunct="0">
              <a:spcBef>
                <a:spcPct val="50000"/>
              </a:spcBef>
              <a:defRPr/>
            </a:pPr>
            <a:r>
              <a:rPr lang="fr-FR" sz="1800" b="1" dirty="0">
                <a:solidFill>
                  <a:schemeClr val="bg1">
                    <a:lumMod val="65000"/>
                  </a:schemeClr>
                </a:solidFill>
                <a:latin typeface="Calibri" pitchFamily="34" charset="0"/>
                <a:cs typeface="Calibri" pitchFamily="34" charset="0"/>
              </a:rPr>
              <a:t>Résultat -Suivi de l’efficacité</a:t>
            </a:r>
            <a:endParaRPr lang="fr-FR" sz="1600" b="1" dirty="0">
              <a:solidFill>
                <a:schemeClr val="bg1">
                  <a:lumMod val="65000"/>
                </a:schemeClr>
              </a:solidFill>
              <a:latin typeface="Calibri" pitchFamily="34" charset="0"/>
              <a:cs typeface="Calibri" pitchFamily="34" charset="0"/>
            </a:endParaRPr>
          </a:p>
        </p:txBody>
      </p:sp>
      <p:grpSp>
        <p:nvGrpSpPr>
          <p:cNvPr id="4109" name="Group 21"/>
          <p:cNvGrpSpPr>
            <a:grpSpLocks/>
          </p:cNvGrpSpPr>
          <p:nvPr/>
        </p:nvGrpSpPr>
        <p:grpSpPr bwMode="auto">
          <a:xfrm>
            <a:off x="301625" y="5045075"/>
            <a:ext cx="320675" cy="366713"/>
            <a:chOff x="1377" y="3591"/>
            <a:chExt cx="202" cy="231"/>
          </a:xfrm>
        </p:grpSpPr>
        <p:pic>
          <p:nvPicPr>
            <p:cNvPr id="4136" name="Picture 22" descr="WB01619_"/>
            <p:cNvPicPr>
              <a:picLocks noChangeAspect="1" noChangeArrowheads="1"/>
            </p:cNvPicPr>
            <p:nvPr/>
          </p:nvPicPr>
          <p:blipFill>
            <a:blip r:embed="rId5" cstate="print"/>
            <a:srcRect/>
            <a:stretch>
              <a:fillRect/>
            </a:stretch>
          </p:blipFill>
          <p:spPr bwMode="auto">
            <a:xfrm>
              <a:off x="1377" y="3607"/>
              <a:ext cx="202" cy="215"/>
            </a:xfrm>
            <a:prstGeom prst="rect">
              <a:avLst/>
            </a:prstGeom>
            <a:noFill/>
            <a:ln w="9525">
              <a:noFill/>
              <a:miter lim="800000"/>
              <a:headEnd/>
              <a:tailEnd/>
            </a:ln>
          </p:spPr>
        </p:pic>
        <p:sp>
          <p:nvSpPr>
            <p:cNvPr id="94231" name="Text Box 23"/>
            <p:cNvSpPr txBox="1">
              <a:spLocks noChangeArrowheads="1"/>
            </p:cNvSpPr>
            <p:nvPr/>
          </p:nvSpPr>
          <p:spPr bwMode="auto">
            <a:xfrm>
              <a:off x="1390" y="3591"/>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b="1">
                  <a:solidFill>
                    <a:schemeClr val="bg1">
                      <a:lumMod val="65000"/>
                    </a:schemeClr>
                  </a:solidFill>
                  <a:effectLst>
                    <a:outerShdw blurRad="38100" dist="38100" dir="2700000" algn="tl">
                      <a:srgbClr val="C0C0C0"/>
                    </a:outerShdw>
                  </a:effectLst>
                  <a:latin typeface="Calibri" pitchFamily="34" charset="0"/>
                  <a:cs typeface="Calibri" pitchFamily="34" charset="0"/>
                </a:rPr>
                <a:t>7</a:t>
              </a:r>
            </a:p>
          </p:txBody>
        </p:sp>
      </p:grpSp>
      <p:grpSp>
        <p:nvGrpSpPr>
          <p:cNvPr id="4110" name="Group 24"/>
          <p:cNvGrpSpPr>
            <a:grpSpLocks/>
          </p:cNvGrpSpPr>
          <p:nvPr/>
        </p:nvGrpSpPr>
        <p:grpSpPr bwMode="auto">
          <a:xfrm>
            <a:off x="301625" y="2360613"/>
            <a:ext cx="320675" cy="366712"/>
            <a:chOff x="1385" y="1999"/>
            <a:chExt cx="202" cy="231"/>
          </a:xfrm>
        </p:grpSpPr>
        <p:pic>
          <p:nvPicPr>
            <p:cNvPr id="4134" name="Picture 25" descr="WB01619_"/>
            <p:cNvPicPr>
              <a:picLocks noChangeAspect="1" noChangeArrowheads="1"/>
            </p:cNvPicPr>
            <p:nvPr/>
          </p:nvPicPr>
          <p:blipFill>
            <a:blip r:embed="rId5" cstate="print"/>
            <a:srcRect/>
            <a:stretch>
              <a:fillRect/>
            </a:stretch>
          </p:blipFill>
          <p:spPr bwMode="auto">
            <a:xfrm>
              <a:off x="1385" y="2015"/>
              <a:ext cx="202" cy="215"/>
            </a:xfrm>
            <a:prstGeom prst="rect">
              <a:avLst/>
            </a:prstGeom>
            <a:noFill/>
            <a:ln w="9525">
              <a:noFill/>
              <a:miter lim="800000"/>
              <a:headEnd/>
              <a:tailEnd/>
            </a:ln>
          </p:spPr>
        </p:pic>
        <p:sp>
          <p:nvSpPr>
            <p:cNvPr id="94234" name="Text Box 26"/>
            <p:cNvSpPr txBox="1">
              <a:spLocks noChangeArrowheads="1"/>
            </p:cNvSpPr>
            <p:nvPr/>
          </p:nvSpPr>
          <p:spPr bwMode="auto">
            <a:xfrm>
              <a:off x="1398" y="1999"/>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2</a:t>
              </a:r>
            </a:p>
          </p:txBody>
        </p:sp>
      </p:grpSp>
      <p:sp>
        <p:nvSpPr>
          <p:cNvPr id="94235" name="Text Box 27"/>
          <p:cNvSpPr txBox="1">
            <a:spLocks noChangeArrowheads="1"/>
          </p:cNvSpPr>
          <p:nvPr/>
        </p:nvSpPr>
        <p:spPr bwMode="auto">
          <a:xfrm>
            <a:off x="633412" y="2376488"/>
            <a:ext cx="5918807" cy="369332"/>
          </a:xfrm>
          <a:prstGeom prst="rect">
            <a:avLst/>
          </a:prstGeom>
          <a:noFill/>
          <a:ln w="12700">
            <a:noFill/>
            <a:miter lim="800000"/>
            <a:headEnd/>
            <a:tailEnd/>
          </a:ln>
          <a:effectLst/>
        </p:spPr>
        <p:txBody>
          <a:bodyPr wrap="square">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Constitution du Groupe de Travail</a:t>
            </a:r>
          </a:p>
        </p:txBody>
      </p:sp>
      <p:grpSp>
        <p:nvGrpSpPr>
          <p:cNvPr id="4112" name="Group 28"/>
          <p:cNvGrpSpPr>
            <a:grpSpLocks/>
          </p:cNvGrpSpPr>
          <p:nvPr/>
        </p:nvGrpSpPr>
        <p:grpSpPr bwMode="auto">
          <a:xfrm>
            <a:off x="301625" y="2797175"/>
            <a:ext cx="320675" cy="366713"/>
            <a:chOff x="1377" y="2511"/>
            <a:chExt cx="202" cy="231"/>
          </a:xfrm>
        </p:grpSpPr>
        <p:pic>
          <p:nvPicPr>
            <p:cNvPr id="4132" name="Picture 29" descr="WB01619_"/>
            <p:cNvPicPr>
              <a:picLocks noChangeAspect="1" noChangeArrowheads="1"/>
            </p:cNvPicPr>
            <p:nvPr/>
          </p:nvPicPr>
          <p:blipFill>
            <a:blip r:embed="rId5" cstate="print"/>
            <a:srcRect/>
            <a:stretch>
              <a:fillRect/>
            </a:stretch>
          </p:blipFill>
          <p:spPr bwMode="auto">
            <a:xfrm>
              <a:off x="1377" y="2527"/>
              <a:ext cx="202" cy="215"/>
            </a:xfrm>
            <a:prstGeom prst="rect">
              <a:avLst/>
            </a:prstGeom>
            <a:noFill/>
            <a:ln w="9525">
              <a:noFill/>
              <a:miter lim="800000"/>
              <a:headEnd/>
              <a:tailEnd/>
            </a:ln>
          </p:spPr>
        </p:pic>
        <p:sp>
          <p:nvSpPr>
            <p:cNvPr id="94238" name="Text Box 30"/>
            <p:cNvSpPr txBox="1">
              <a:spLocks noChangeArrowheads="1"/>
            </p:cNvSpPr>
            <p:nvPr/>
          </p:nvSpPr>
          <p:spPr bwMode="auto">
            <a:xfrm>
              <a:off x="1390" y="2511"/>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3</a:t>
              </a:r>
            </a:p>
          </p:txBody>
        </p:sp>
      </p:grpSp>
      <p:sp>
        <p:nvSpPr>
          <p:cNvPr id="94239" name="Text Box 31"/>
          <p:cNvSpPr txBox="1">
            <a:spLocks noChangeArrowheads="1"/>
          </p:cNvSpPr>
          <p:nvPr/>
        </p:nvSpPr>
        <p:spPr bwMode="auto">
          <a:xfrm>
            <a:off x="669925" y="3228463"/>
            <a:ext cx="7550150" cy="369332"/>
          </a:xfrm>
          <a:prstGeom prst="rect">
            <a:avLst/>
          </a:prstGeom>
          <a:noFill/>
          <a:ln w="12700">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Localiser la Source de la Cause – Identifier les Causes Probables</a:t>
            </a:r>
          </a:p>
        </p:txBody>
      </p:sp>
      <p:grpSp>
        <p:nvGrpSpPr>
          <p:cNvPr id="4114" name="Group 32"/>
          <p:cNvGrpSpPr>
            <a:grpSpLocks/>
          </p:cNvGrpSpPr>
          <p:nvPr/>
        </p:nvGrpSpPr>
        <p:grpSpPr bwMode="auto">
          <a:xfrm>
            <a:off x="301625" y="5457825"/>
            <a:ext cx="320675" cy="366713"/>
            <a:chOff x="1377" y="3823"/>
            <a:chExt cx="202" cy="231"/>
          </a:xfrm>
        </p:grpSpPr>
        <p:pic>
          <p:nvPicPr>
            <p:cNvPr id="4130" name="Picture 33" descr="WB01619_"/>
            <p:cNvPicPr>
              <a:picLocks noChangeAspect="1" noChangeArrowheads="1"/>
            </p:cNvPicPr>
            <p:nvPr/>
          </p:nvPicPr>
          <p:blipFill>
            <a:blip r:embed="rId5" cstate="print"/>
            <a:srcRect/>
            <a:stretch>
              <a:fillRect/>
            </a:stretch>
          </p:blipFill>
          <p:spPr bwMode="auto">
            <a:xfrm>
              <a:off x="1377" y="3839"/>
              <a:ext cx="202" cy="215"/>
            </a:xfrm>
            <a:prstGeom prst="rect">
              <a:avLst/>
            </a:prstGeom>
            <a:noFill/>
            <a:ln w="9525">
              <a:noFill/>
              <a:miter lim="800000"/>
              <a:headEnd/>
              <a:tailEnd/>
            </a:ln>
          </p:spPr>
        </p:pic>
        <p:sp>
          <p:nvSpPr>
            <p:cNvPr id="94242" name="Text Box 34"/>
            <p:cNvSpPr txBox="1">
              <a:spLocks noChangeArrowheads="1"/>
            </p:cNvSpPr>
            <p:nvPr/>
          </p:nvSpPr>
          <p:spPr bwMode="auto">
            <a:xfrm>
              <a:off x="1390" y="3823"/>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b="1">
                  <a:solidFill>
                    <a:schemeClr val="bg1">
                      <a:lumMod val="65000"/>
                    </a:schemeClr>
                  </a:solidFill>
                  <a:effectLst>
                    <a:outerShdw blurRad="38100" dist="38100" dir="2700000" algn="tl">
                      <a:srgbClr val="C0C0C0"/>
                    </a:outerShdw>
                  </a:effectLst>
                  <a:latin typeface="Calibri" pitchFamily="34" charset="0"/>
                  <a:cs typeface="Calibri" pitchFamily="34" charset="0"/>
                </a:rPr>
                <a:t>8</a:t>
              </a:r>
            </a:p>
          </p:txBody>
        </p:sp>
      </p:grpSp>
      <p:sp>
        <p:nvSpPr>
          <p:cNvPr id="94243" name="Text Box 35"/>
          <p:cNvSpPr txBox="1">
            <a:spLocks noChangeArrowheads="1"/>
          </p:cNvSpPr>
          <p:nvPr/>
        </p:nvSpPr>
        <p:spPr bwMode="auto">
          <a:xfrm>
            <a:off x="633413" y="5473700"/>
            <a:ext cx="7150868" cy="369332"/>
          </a:xfrm>
          <a:prstGeom prst="rect">
            <a:avLst/>
          </a:prstGeom>
          <a:noFill/>
          <a:ln w="12700">
            <a:noFill/>
            <a:miter lim="800000"/>
            <a:headEnd/>
            <a:tailEnd/>
          </a:ln>
          <a:effectLst/>
        </p:spPr>
        <p:txBody>
          <a:bodyPr wrap="none">
            <a:spAutoFit/>
          </a:bodyPr>
          <a:lstStyle/>
          <a:p>
            <a:pPr eaLnBrk="0" hangingPunct="0">
              <a:spcBef>
                <a:spcPct val="50000"/>
              </a:spcBef>
              <a:defRPr/>
            </a:pPr>
            <a:r>
              <a:rPr lang="fr-FR" sz="1800" b="1" dirty="0">
                <a:solidFill>
                  <a:schemeClr val="bg1">
                    <a:lumMod val="65000"/>
                  </a:schemeClr>
                </a:solidFill>
                <a:latin typeface="Calibri" pitchFamily="34" charset="0"/>
                <a:cs typeface="Calibri" pitchFamily="34" charset="0"/>
              </a:rPr>
              <a:t>Transversalisation – leçons retenues – Actions préventives mises en place</a:t>
            </a:r>
            <a:endParaRPr lang="fr-FR" sz="1600" b="1" dirty="0">
              <a:solidFill>
                <a:schemeClr val="bg1">
                  <a:lumMod val="65000"/>
                </a:schemeClr>
              </a:solidFill>
              <a:latin typeface="Calibri" pitchFamily="34" charset="0"/>
              <a:cs typeface="Calibri" pitchFamily="34" charset="0"/>
            </a:endParaRPr>
          </a:p>
        </p:txBody>
      </p:sp>
      <p:sp>
        <p:nvSpPr>
          <p:cNvPr id="41" name="Rectangle 2"/>
          <p:cNvSpPr>
            <a:spLocks noChangeArrowheads="1"/>
          </p:cNvSpPr>
          <p:nvPr/>
        </p:nvSpPr>
        <p:spPr bwMode="auto">
          <a:xfrm>
            <a:off x="271462" y="395790"/>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8D et outils associés</a:t>
            </a:r>
          </a:p>
        </p:txBody>
      </p:sp>
      <p:sp>
        <p:nvSpPr>
          <p:cNvPr id="48" name="Rectangle 47"/>
          <p:cNvSpPr/>
          <p:nvPr/>
        </p:nvSpPr>
        <p:spPr>
          <a:xfrm>
            <a:off x="322284" y="1328960"/>
            <a:ext cx="1961766"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pic>
        <p:nvPicPr>
          <p:cNvPr id="4120" name="Picture 4"/>
          <p:cNvPicPr>
            <a:picLocks noChangeAspect="1" noChangeArrowheads="1"/>
          </p:cNvPicPr>
          <p:nvPr/>
        </p:nvPicPr>
        <p:blipFill>
          <a:blip r:embed="rId6" cstate="print"/>
          <a:srcRect/>
          <a:stretch>
            <a:fillRect/>
          </a:stretch>
        </p:blipFill>
        <p:spPr bwMode="auto">
          <a:xfrm>
            <a:off x="3028819" y="1547813"/>
            <a:ext cx="1433513" cy="455612"/>
          </a:xfrm>
          <a:prstGeom prst="rect">
            <a:avLst/>
          </a:prstGeom>
          <a:noFill/>
          <a:ln w="9525">
            <a:noFill/>
            <a:miter lim="800000"/>
            <a:headEnd/>
            <a:tailEnd/>
          </a:ln>
        </p:spPr>
      </p:pic>
      <p:sp>
        <p:nvSpPr>
          <p:cNvPr id="49" name="Text Box 48"/>
          <p:cNvSpPr txBox="1">
            <a:spLocks noChangeArrowheads="1"/>
          </p:cNvSpPr>
          <p:nvPr/>
        </p:nvSpPr>
        <p:spPr bwMode="auto">
          <a:xfrm>
            <a:off x="8206568" y="2319066"/>
            <a:ext cx="907621" cy="338554"/>
          </a:xfrm>
          <a:prstGeom prst="rect">
            <a:avLst/>
          </a:prstGeom>
          <a:noFill/>
          <a:ln w="9525">
            <a:noFill/>
            <a:miter lim="800000"/>
            <a:headEnd/>
            <a:tailEnd/>
          </a:ln>
        </p:spPr>
        <p:txBody>
          <a:bodyPr wrap="none">
            <a:spAutoFit/>
          </a:bodyPr>
          <a:lstStyle/>
          <a:p>
            <a:pPr eaLnBrk="0" hangingPunct="0"/>
            <a:r>
              <a:rPr lang="fr-FR" b="1" i="1" dirty="0">
                <a:latin typeface="Calibri" pitchFamily="34" charset="0"/>
                <a:cs typeface="Calibri" pitchFamily="34" charset="0"/>
              </a:rPr>
              <a:t>≤ 2 jours</a:t>
            </a:r>
          </a:p>
        </p:txBody>
      </p:sp>
      <p:cxnSp>
        <p:nvCxnSpPr>
          <p:cNvPr id="4122" name="Connecteur droit avec flèche 50"/>
          <p:cNvCxnSpPr>
            <a:cxnSpLocks noChangeShapeType="1"/>
          </p:cNvCxnSpPr>
          <p:nvPr/>
        </p:nvCxnSpPr>
        <p:spPr bwMode="auto">
          <a:xfrm>
            <a:off x="8108150" y="1963903"/>
            <a:ext cx="9858" cy="1203032"/>
          </a:xfrm>
          <a:prstGeom prst="straightConnector1">
            <a:avLst/>
          </a:prstGeom>
          <a:noFill/>
          <a:ln w="57150" algn="ctr">
            <a:solidFill>
              <a:schemeClr val="tx1"/>
            </a:solidFill>
            <a:round/>
            <a:headEnd/>
            <a:tailEnd type="arrow" w="med" len="med"/>
          </a:ln>
        </p:spPr>
      </p:cxnSp>
      <p:sp>
        <p:nvSpPr>
          <p:cNvPr id="53" name="Text Box 48"/>
          <p:cNvSpPr txBox="1">
            <a:spLocks noChangeArrowheads="1"/>
          </p:cNvSpPr>
          <p:nvPr/>
        </p:nvSpPr>
        <p:spPr bwMode="auto">
          <a:xfrm>
            <a:off x="8206568" y="3176017"/>
            <a:ext cx="814647" cy="307777"/>
          </a:xfrm>
          <a:prstGeom prst="rect">
            <a:avLst/>
          </a:prstGeom>
          <a:noFill/>
          <a:ln w="9525">
            <a:noFill/>
            <a:miter lim="800000"/>
            <a:headEnd/>
            <a:tailEnd/>
          </a:ln>
        </p:spPr>
        <p:txBody>
          <a:bodyPr wrap="none">
            <a:spAutoFit/>
          </a:bodyPr>
          <a:lstStyle/>
          <a:p>
            <a:pPr eaLnBrk="0" hangingPunct="0"/>
            <a:r>
              <a:rPr lang="fr-FR" sz="1400" b="1" i="1" dirty="0">
                <a:latin typeface="Calibri" pitchFamily="34" charset="0"/>
                <a:cs typeface="Calibri" pitchFamily="34" charset="0"/>
              </a:rPr>
              <a:t>≤ </a:t>
            </a:r>
            <a:r>
              <a:rPr lang="fr-FR" sz="1400" i="1" dirty="0">
                <a:latin typeface="Calibri" pitchFamily="34" charset="0"/>
                <a:cs typeface="Calibri" pitchFamily="34" charset="0"/>
              </a:rPr>
              <a:t>7</a:t>
            </a:r>
            <a:r>
              <a:rPr lang="fr-FR" sz="1400" b="1" i="1" dirty="0">
                <a:latin typeface="Calibri" pitchFamily="34" charset="0"/>
                <a:cs typeface="Calibri" pitchFamily="34" charset="0"/>
              </a:rPr>
              <a:t> jours</a:t>
            </a:r>
          </a:p>
        </p:txBody>
      </p:sp>
      <p:cxnSp>
        <p:nvCxnSpPr>
          <p:cNvPr id="4124" name="Connecteur droit avec flèche 53"/>
          <p:cNvCxnSpPr>
            <a:cxnSpLocks noChangeShapeType="1"/>
          </p:cNvCxnSpPr>
          <p:nvPr/>
        </p:nvCxnSpPr>
        <p:spPr bwMode="auto">
          <a:xfrm>
            <a:off x="8104974" y="3166935"/>
            <a:ext cx="6350" cy="338406"/>
          </a:xfrm>
          <a:prstGeom prst="straightConnector1">
            <a:avLst/>
          </a:prstGeom>
          <a:noFill/>
          <a:ln w="57150" algn="ctr">
            <a:solidFill>
              <a:schemeClr val="tx1"/>
            </a:solidFill>
            <a:round/>
            <a:headEnd/>
            <a:tailEnd type="arrow" w="med" len="med"/>
          </a:ln>
        </p:spPr>
      </p:cxnSp>
      <p:sp>
        <p:nvSpPr>
          <p:cNvPr id="56" name="Text Box 48"/>
          <p:cNvSpPr txBox="1">
            <a:spLocks noChangeArrowheads="1"/>
          </p:cNvSpPr>
          <p:nvPr/>
        </p:nvSpPr>
        <p:spPr bwMode="auto">
          <a:xfrm>
            <a:off x="8153167" y="4723200"/>
            <a:ext cx="906017" cy="307777"/>
          </a:xfrm>
          <a:prstGeom prst="rect">
            <a:avLst/>
          </a:prstGeom>
          <a:noFill/>
          <a:ln w="9525">
            <a:noFill/>
            <a:miter lim="800000"/>
            <a:headEnd/>
            <a:tailEnd/>
          </a:ln>
        </p:spPr>
        <p:txBody>
          <a:bodyPr wrap="none">
            <a:spAutoFit/>
          </a:bodyPr>
          <a:lstStyle/>
          <a:p>
            <a:pPr eaLnBrk="0" hangingPunct="0"/>
            <a:r>
              <a:rPr lang="fr-FR" sz="1400" b="1" i="1" dirty="0">
                <a:latin typeface="Calibri" pitchFamily="34" charset="0"/>
                <a:cs typeface="Calibri" pitchFamily="34" charset="0"/>
              </a:rPr>
              <a:t>≤ 30 jours</a:t>
            </a:r>
          </a:p>
        </p:txBody>
      </p:sp>
      <p:cxnSp>
        <p:nvCxnSpPr>
          <p:cNvPr id="4126" name="Connecteur droit avec flèche 56"/>
          <p:cNvCxnSpPr>
            <a:cxnSpLocks noChangeShapeType="1"/>
          </p:cNvCxnSpPr>
          <p:nvPr/>
        </p:nvCxnSpPr>
        <p:spPr bwMode="auto">
          <a:xfrm>
            <a:off x="8118008" y="4046581"/>
            <a:ext cx="7937" cy="1790325"/>
          </a:xfrm>
          <a:prstGeom prst="straightConnector1">
            <a:avLst/>
          </a:prstGeom>
          <a:noFill/>
          <a:ln w="57150" algn="ctr">
            <a:solidFill>
              <a:schemeClr val="tx1"/>
            </a:solidFill>
            <a:round/>
            <a:headEnd/>
            <a:tailEnd type="arrow" w="med" len="med"/>
          </a:ln>
        </p:spPr>
      </p:cxnSp>
    </p:spTree>
    <p:extLst>
      <p:ext uri="{BB962C8B-B14F-4D97-AF65-F5344CB8AC3E}">
        <p14:creationId xmlns:p14="http://schemas.microsoft.com/office/powerpoint/2010/main" val="1557619356"/>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49"/>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53"/>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utoUpdateAnimBg="0"/>
      <p:bldP spid="53" grpId="0" autoUpdateAnimBg="0"/>
      <p:bldP spid="56" grpId="0" autoUpdateAnimBg="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11"/>
          <p:cNvSpPr>
            <a:spLocks noChangeArrowheads="1"/>
          </p:cNvSpPr>
          <p:nvPr/>
        </p:nvSpPr>
        <p:spPr bwMode="auto">
          <a:xfrm>
            <a:off x="379413" y="2795880"/>
            <a:ext cx="8429625" cy="2249487"/>
          </a:xfrm>
          <a:prstGeom prst="rect">
            <a:avLst/>
          </a:prstGeom>
          <a:noFill/>
          <a:ln w="9525">
            <a:noFill/>
            <a:miter lim="800000"/>
            <a:headEnd/>
            <a:tailEnd/>
          </a:ln>
        </p:spPr>
        <p:txBody>
          <a:bodyPr/>
          <a:lstStyle/>
          <a:p>
            <a:pPr marL="290513" indent="-290513" eaLnBrk="0" hangingPunct="0">
              <a:spcBef>
                <a:spcPct val="20000"/>
              </a:spcBef>
              <a:buClr>
                <a:schemeClr val="accent1"/>
              </a:buClr>
              <a:buSzPct val="75000"/>
              <a:buFont typeface="Wingdings" pitchFamily="2" charset="2"/>
              <a:buNone/>
            </a:pPr>
            <a:r>
              <a:rPr lang="fr-FR" sz="2000" b="1" dirty="0">
                <a:latin typeface="Calibri" pitchFamily="34" charset="0"/>
                <a:cs typeface="Calibri" pitchFamily="34" charset="0"/>
              </a:rPr>
              <a:t>Caractéristiques</a:t>
            </a:r>
          </a:p>
          <a:p>
            <a:pPr marL="290513" indent="-290513" algn="just" eaLnBrk="0" hangingPunct="0">
              <a:spcBef>
                <a:spcPct val="20000"/>
              </a:spcBef>
              <a:buClr>
                <a:schemeClr val="accent1"/>
              </a:buClr>
              <a:buSzPct val="75000"/>
              <a:buFont typeface="Wingdings" pitchFamily="2" charset="2"/>
              <a:buChar char="§"/>
            </a:pPr>
            <a:r>
              <a:rPr lang="fr-FR" sz="2000" dirty="0">
                <a:latin typeface="Calibri" pitchFamily="34" charset="0"/>
                <a:cs typeface="Calibri" pitchFamily="34" charset="0"/>
              </a:rPr>
              <a:t>= source prouvée du problème</a:t>
            </a:r>
          </a:p>
          <a:p>
            <a:pPr marL="290513" indent="-290513" algn="just" eaLnBrk="0" hangingPunct="0">
              <a:spcBef>
                <a:spcPct val="20000"/>
              </a:spcBef>
              <a:buClr>
                <a:schemeClr val="accent1"/>
              </a:buClr>
              <a:buSzPct val="75000"/>
              <a:buFont typeface="Wingdings" pitchFamily="2" charset="2"/>
              <a:buChar char="§"/>
            </a:pPr>
            <a:r>
              <a:rPr lang="fr-FR" sz="2000" dirty="0">
                <a:latin typeface="Calibri" pitchFamily="34" charset="0"/>
                <a:cs typeface="Calibri" pitchFamily="34" charset="0"/>
              </a:rPr>
              <a:t>Peut être traitée directement</a:t>
            </a:r>
          </a:p>
          <a:p>
            <a:pPr marL="290513" indent="-290513" algn="just" eaLnBrk="0" hangingPunct="0">
              <a:spcBef>
                <a:spcPct val="20000"/>
              </a:spcBef>
              <a:buClr>
                <a:schemeClr val="accent1"/>
              </a:buClr>
              <a:buSzPct val="75000"/>
              <a:buFont typeface="Wingdings" pitchFamily="2" charset="2"/>
              <a:buChar char="§"/>
            </a:pPr>
            <a:r>
              <a:rPr lang="fr-FR" sz="2000" dirty="0">
                <a:latin typeface="Calibri" pitchFamily="34" charset="0"/>
                <a:cs typeface="Calibri" pitchFamily="34" charset="0"/>
              </a:rPr>
              <a:t>Si une contre-mesure est mise en place au niveau de la cause racine, elle empêchera la récurrence de la cause prouvée</a:t>
            </a:r>
          </a:p>
          <a:p>
            <a:pPr marL="290513" indent="-290513" algn="just" eaLnBrk="0" hangingPunct="0">
              <a:spcBef>
                <a:spcPct val="20000"/>
              </a:spcBef>
              <a:buClr>
                <a:schemeClr val="accent1"/>
              </a:buClr>
              <a:buSzPct val="75000"/>
              <a:buFont typeface="Wingdings" pitchFamily="2" charset="2"/>
              <a:buChar char="§"/>
            </a:pPr>
            <a:r>
              <a:rPr lang="fr-FR" sz="2000" dirty="0">
                <a:latin typeface="Calibri" pitchFamily="34" charset="0"/>
                <a:cs typeface="Calibri" pitchFamily="34" charset="0"/>
              </a:rPr>
              <a:t>Une cause racine n’incrimine aucun opérateur ou employé</a:t>
            </a:r>
          </a:p>
        </p:txBody>
      </p:sp>
      <p:sp>
        <p:nvSpPr>
          <p:cNvPr id="78860" name="Rectangle 12"/>
          <p:cNvSpPr>
            <a:spLocks noChangeArrowheads="1"/>
          </p:cNvSpPr>
          <p:nvPr/>
        </p:nvSpPr>
        <p:spPr bwMode="auto">
          <a:xfrm>
            <a:off x="388938" y="5227930"/>
            <a:ext cx="8524875" cy="1077912"/>
          </a:xfrm>
          <a:prstGeom prst="rect">
            <a:avLst/>
          </a:prstGeom>
          <a:noFill/>
          <a:ln w="9525">
            <a:noFill/>
            <a:miter lim="800000"/>
            <a:headEnd/>
            <a:tailEnd/>
          </a:ln>
          <a:effectLst/>
        </p:spPr>
        <p:txBody>
          <a:bodyPr>
            <a:spAutoFit/>
          </a:bodyPr>
          <a:lstStyle/>
          <a:p>
            <a:pPr algn="ctr">
              <a:defRPr/>
            </a:pPr>
            <a:r>
              <a:rPr kumimoji="1" lang="en-GB" sz="3200" b="1" dirty="0">
                <a:solidFill>
                  <a:schemeClr val="accent1"/>
                </a:solidFill>
                <a:effectLst>
                  <a:outerShdw blurRad="38100" dist="38100" dir="2700000" algn="tl">
                    <a:srgbClr val="C0C0C0"/>
                  </a:outerShdw>
                </a:effectLst>
                <a:latin typeface="Calibri" pitchFamily="34" charset="0"/>
                <a:cs typeface="Calibri" pitchFamily="34" charset="0"/>
              </a:rPr>
              <a:t>“</a:t>
            </a:r>
            <a:r>
              <a:rPr kumimoji="1" lang="fr-FR" sz="3200" b="1" dirty="0">
                <a:solidFill>
                  <a:schemeClr val="accent1"/>
                </a:solidFill>
                <a:effectLst>
                  <a:outerShdw blurRad="38100" dist="38100" dir="2700000" algn="tl">
                    <a:srgbClr val="C0C0C0"/>
                  </a:outerShdw>
                </a:effectLst>
                <a:latin typeface="Calibri" pitchFamily="34" charset="0"/>
                <a:cs typeface="Calibri" pitchFamily="34" charset="0"/>
              </a:rPr>
              <a:t>Une mauvaise cause racine soulève plus de questions qu’elle n’apporte de réponses”…</a:t>
            </a:r>
          </a:p>
        </p:txBody>
      </p:sp>
      <p:sp>
        <p:nvSpPr>
          <p:cNvPr id="9" name="Text Box 5"/>
          <p:cNvSpPr txBox="1">
            <a:spLocks noChangeArrowheads="1"/>
          </p:cNvSpPr>
          <p:nvPr/>
        </p:nvSpPr>
        <p:spPr bwMode="auto">
          <a:xfrm>
            <a:off x="383324" y="2194552"/>
            <a:ext cx="1372555" cy="369332"/>
          </a:xfrm>
          <a:prstGeom prst="rect">
            <a:avLst/>
          </a:prstGeom>
          <a:blipFill dpi="0" rotWithShape="0">
            <a:blip r:embed="rId3" cstate="email"/>
            <a:srcRect/>
            <a:tile tx="0" ty="0" sx="100000" sy="100000" flip="none" algn="tl"/>
          </a:blipFill>
          <a:ln w="9525">
            <a:noFill/>
            <a:miter lim="800000"/>
            <a:headEnd/>
            <a:tailEnd/>
          </a:ln>
          <a:effectLst>
            <a:glow rad="228600">
              <a:schemeClr val="accent4">
                <a:satMod val="175000"/>
                <a:alpha val="40000"/>
              </a:schemeClr>
            </a:glow>
          </a:effectLst>
        </p:spPr>
        <p:txBody>
          <a:bodyPr wrap="none">
            <a:spAutoFit/>
          </a:bodyPr>
          <a:lstStyle/>
          <a:p>
            <a:pPr eaLnBrk="0" hangingPunct="0">
              <a:spcBef>
                <a:spcPct val="50000"/>
              </a:spcBef>
              <a:defRPr/>
            </a:pPr>
            <a:r>
              <a:rPr lang="fr-FR" sz="1800" dirty="0">
                <a:latin typeface="Calibri" pitchFamily="34" charset="0"/>
                <a:cs typeface="Calibri" pitchFamily="34" charset="0"/>
              </a:rPr>
              <a:t>Cause racine</a:t>
            </a:r>
            <a:endParaRPr lang="fr-FR" sz="1800" b="1" dirty="0">
              <a:latin typeface="Calibri" pitchFamily="34" charset="0"/>
              <a:cs typeface="Calibri" pitchFamily="34" charset="0"/>
            </a:endParaRPr>
          </a:p>
        </p:txBody>
      </p:sp>
      <p:sp>
        <p:nvSpPr>
          <p:cNvPr id="10" name="Text Box 2"/>
          <p:cNvSpPr txBox="1">
            <a:spLocks noChangeArrowheads="1"/>
          </p:cNvSpPr>
          <p:nvPr/>
        </p:nvSpPr>
        <p:spPr bwMode="auto">
          <a:xfrm>
            <a:off x="2329931" y="1559548"/>
            <a:ext cx="3829766"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D5 – Recherche des causes racines</a:t>
            </a:r>
          </a:p>
        </p:txBody>
      </p:sp>
      <p:sp>
        <p:nvSpPr>
          <p:cNvPr id="15" name="Rectangle 14"/>
          <p:cNvSpPr/>
          <p:nvPr/>
        </p:nvSpPr>
        <p:spPr>
          <a:xfrm>
            <a:off x="306050" y="1542502"/>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16" name="Rectangle 2"/>
          <p:cNvSpPr>
            <a:spLocks noChangeArrowheads="1"/>
          </p:cNvSpPr>
          <p:nvPr/>
        </p:nvSpPr>
        <p:spPr bwMode="auto">
          <a:xfrm>
            <a:off x="250685" y="446782"/>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8D et outils associés</a:t>
            </a:r>
          </a:p>
        </p:txBody>
      </p:sp>
      <p:pic>
        <p:nvPicPr>
          <p:cNvPr id="12" name="Picture 2" descr="C:\Users\Bertrand\Documents\05 - Clients\LISI Group\Kit de communication LEAP\3reals.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9800000">
            <a:off x="7657241" y="1888347"/>
            <a:ext cx="970703" cy="984472"/>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3859415442"/>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78860">
                                            <p:txEl>
                                              <p:pRg st="0" end="0"/>
                                            </p:txEl>
                                          </p:spTgt>
                                        </p:tgtEl>
                                        <p:attrNameLst>
                                          <p:attrName>style.visibility</p:attrName>
                                        </p:attrNameLst>
                                      </p:cBhvr>
                                      <p:to>
                                        <p:strVal val="visible"/>
                                      </p:to>
                                    </p:set>
                                    <p:animEffect transition="in" filter="box(in)">
                                      <p:cBhvr>
                                        <p:cTn id="7" dur="500"/>
                                        <p:tgtEl>
                                          <p:spTgt spid="7886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Box 5"/>
          <p:cNvSpPr txBox="1">
            <a:spLocks noChangeArrowheads="1"/>
          </p:cNvSpPr>
          <p:nvPr/>
        </p:nvSpPr>
        <p:spPr bwMode="auto">
          <a:xfrm>
            <a:off x="373799" y="1920430"/>
            <a:ext cx="1372555" cy="369332"/>
          </a:xfrm>
          <a:prstGeom prst="rect">
            <a:avLst/>
          </a:prstGeom>
          <a:blipFill dpi="0" rotWithShape="0">
            <a:blip r:embed="rId3" cstate="email"/>
            <a:srcRect/>
            <a:tile tx="0" ty="0" sx="100000" sy="100000" flip="none" algn="tl"/>
          </a:blipFill>
          <a:ln w="9525">
            <a:noFill/>
            <a:miter lim="800000"/>
            <a:headEnd/>
            <a:tailEnd/>
          </a:ln>
          <a:effectLst>
            <a:glow rad="228600">
              <a:schemeClr val="accent4">
                <a:satMod val="175000"/>
                <a:alpha val="40000"/>
              </a:schemeClr>
            </a:glow>
          </a:effectLst>
        </p:spPr>
        <p:txBody>
          <a:bodyPr wrap="none">
            <a:spAutoFit/>
          </a:bodyPr>
          <a:lstStyle/>
          <a:p>
            <a:pPr eaLnBrk="0" hangingPunct="0">
              <a:spcBef>
                <a:spcPct val="50000"/>
              </a:spcBef>
              <a:defRPr/>
            </a:pPr>
            <a:r>
              <a:rPr lang="fr-FR" sz="1800" dirty="0">
                <a:latin typeface="Calibri" pitchFamily="34" charset="0"/>
                <a:cs typeface="Calibri" pitchFamily="34" charset="0"/>
              </a:rPr>
              <a:t>Cause racine</a:t>
            </a:r>
            <a:endParaRPr lang="fr-FR" sz="1800" b="1" dirty="0">
              <a:latin typeface="Calibri" pitchFamily="34" charset="0"/>
              <a:cs typeface="Calibri" pitchFamily="34" charset="0"/>
            </a:endParaRPr>
          </a:p>
        </p:txBody>
      </p:sp>
      <p:sp>
        <p:nvSpPr>
          <p:cNvPr id="10" name="Text Box 2"/>
          <p:cNvSpPr txBox="1">
            <a:spLocks noChangeArrowheads="1"/>
          </p:cNvSpPr>
          <p:nvPr/>
        </p:nvSpPr>
        <p:spPr bwMode="auto">
          <a:xfrm>
            <a:off x="2320406" y="1285426"/>
            <a:ext cx="3887474"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D5 – Recherche des  causes racines</a:t>
            </a:r>
          </a:p>
        </p:txBody>
      </p:sp>
      <p:sp>
        <p:nvSpPr>
          <p:cNvPr id="15" name="Rectangle 14"/>
          <p:cNvSpPr/>
          <p:nvPr/>
        </p:nvSpPr>
        <p:spPr>
          <a:xfrm>
            <a:off x="296525" y="1268380"/>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16" name="Rectangle 2"/>
          <p:cNvSpPr>
            <a:spLocks noChangeArrowheads="1"/>
          </p:cNvSpPr>
          <p:nvPr/>
        </p:nvSpPr>
        <p:spPr bwMode="auto">
          <a:xfrm>
            <a:off x="295690" y="323655"/>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8D et outils associés</a:t>
            </a:r>
          </a:p>
        </p:txBody>
      </p:sp>
      <p:sp>
        <p:nvSpPr>
          <p:cNvPr id="86027" name="Title 1"/>
          <p:cNvSpPr>
            <a:spLocks/>
          </p:cNvSpPr>
          <p:nvPr/>
        </p:nvSpPr>
        <p:spPr bwMode="gray">
          <a:xfrm>
            <a:off x="2644775" y="1443845"/>
            <a:ext cx="6019800" cy="1157288"/>
          </a:xfrm>
          <a:prstGeom prst="rect">
            <a:avLst/>
          </a:prstGeom>
          <a:noFill/>
          <a:ln w="9525">
            <a:noFill/>
            <a:miter lim="800000"/>
            <a:headEnd/>
            <a:tailEnd/>
          </a:ln>
        </p:spPr>
        <p:txBody>
          <a:bodyPr anchor="ctr"/>
          <a:lstStyle/>
          <a:p>
            <a:pPr eaLnBrk="0" hangingPunct="0"/>
            <a:r>
              <a:rPr lang="en-US" sz="2400" dirty="0">
                <a:solidFill>
                  <a:schemeClr val="accent1"/>
                </a:solidFill>
                <a:latin typeface="Calibri" pitchFamily="34" charset="0"/>
                <a:cs typeface="Calibri" pitchFamily="34" charset="0"/>
              </a:rPr>
              <a:t>Les bonnes excuses pour ne pas faire …</a:t>
            </a:r>
          </a:p>
        </p:txBody>
      </p:sp>
      <p:sp>
        <p:nvSpPr>
          <p:cNvPr id="86029" name="TextBox 7"/>
          <p:cNvSpPr txBox="1">
            <a:spLocks noChangeArrowheads="1"/>
          </p:cNvSpPr>
          <p:nvPr/>
        </p:nvSpPr>
        <p:spPr bwMode="auto">
          <a:xfrm>
            <a:off x="4306888" y="2668588"/>
            <a:ext cx="4367212" cy="2246769"/>
          </a:xfrm>
          <a:prstGeom prst="rect">
            <a:avLst/>
          </a:prstGeom>
          <a:noFill/>
          <a:ln w="9525">
            <a:noFill/>
            <a:miter lim="800000"/>
            <a:headEnd/>
            <a:tailEnd/>
          </a:ln>
        </p:spPr>
        <p:txBody>
          <a:bodyPr>
            <a:spAutoFit/>
          </a:bodyPr>
          <a:lstStyle/>
          <a:p>
            <a:pPr algn="just"/>
            <a:r>
              <a:rPr lang="fr-FR" sz="2000" dirty="0">
                <a:latin typeface="Calibri" pitchFamily="34" charset="0"/>
                <a:cs typeface="Calibri" pitchFamily="34" charset="0"/>
              </a:rPr>
              <a:t>Ne pas accepter ces excuses sans avoir réellement approfondi.</a:t>
            </a:r>
          </a:p>
          <a:p>
            <a:pPr algn="just"/>
            <a:endParaRPr lang="fr-FR" sz="2000" dirty="0">
              <a:latin typeface="Calibri" pitchFamily="34" charset="0"/>
              <a:cs typeface="Calibri" pitchFamily="34" charset="0"/>
            </a:endParaRPr>
          </a:p>
          <a:p>
            <a:pPr algn="just"/>
            <a:endParaRPr lang="fr-FR" sz="2000" dirty="0">
              <a:latin typeface="Calibri" pitchFamily="34" charset="0"/>
              <a:cs typeface="Calibri" pitchFamily="34" charset="0"/>
            </a:endParaRPr>
          </a:p>
          <a:p>
            <a:pPr algn="just"/>
            <a:r>
              <a:rPr lang="fr-FR" sz="2000" dirty="0">
                <a:latin typeface="Calibri" pitchFamily="34" charset="0"/>
                <a:cs typeface="Calibri" pitchFamily="34" charset="0"/>
              </a:rPr>
              <a:t>La plupart des causes sont des échappatoires permis par les contrôles du système qualité.</a:t>
            </a:r>
          </a:p>
        </p:txBody>
      </p:sp>
      <p:sp>
        <p:nvSpPr>
          <p:cNvPr id="2" name="Chevron 1"/>
          <p:cNvSpPr/>
          <p:nvPr/>
        </p:nvSpPr>
        <p:spPr bwMode="auto">
          <a:xfrm>
            <a:off x="365023" y="2438890"/>
            <a:ext cx="3216864" cy="720080"/>
          </a:xfrm>
          <a:prstGeom prst="chevron">
            <a:avLst/>
          </a:prstGeom>
          <a:solidFill>
            <a:schemeClr val="accent5">
              <a:lumMod val="40000"/>
              <a:lumOff val="60000"/>
            </a:schemeClr>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fr-FR" sz="1200" dirty="0"/>
              <a:t>C’est encore une erreur de l’opérateur</a:t>
            </a:r>
            <a:endParaRPr kumimoji="0" lang="fr-FR" sz="1200" b="1" i="0" u="none" strike="noStrike" cap="none" normalizeH="0" baseline="0" dirty="0">
              <a:ln>
                <a:noFill/>
              </a:ln>
              <a:solidFill>
                <a:schemeClr val="tx1"/>
              </a:solidFill>
              <a:effectLst/>
            </a:endParaRPr>
          </a:p>
        </p:txBody>
      </p:sp>
      <p:sp>
        <p:nvSpPr>
          <p:cNvPr id="11" name="Chevron 10"/>
          <p:cNvSpPr/>
          <p:nvPr/>
        </p:nvSpPr>
        <p:spPr bwMode="auto">
          <a:xfrm>
            <a:off x="389793" y="3248980"/>
            <a:ext cx="3192094" cy="720080"/>
          </a:xfrm>
          <a:prstGeom prst="chevron">
            <a:avLst/>
          </a:prstGeom>
          <a:solidFill>
            <a:schemeClr val="accent5">
              <a:lumMod val="40000"/>
              <a:lumOff val="60000"/>
            </a:schemeClr>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hangingPunct="0"/>
            <a:endParaRPr lang="fr-FR" sz="1200" dirty="0"/>
          </a:p>
          <a:p>
            <a:pPr algn="ctr" eaLnBrk="0" hangingPunct="0"/>
            <a:r>
              <a:rPr lang="fr-FR" sz="1200" dirty="0"/>
              <a:t>C’est l’équipe 2</a:t>
            </a:r>
          </a:p>
        </p:txBody>
      </p:sp>
      <p:sp>
        <p:nvSpPr>
          <p:cNvPr id="12" name="Chevron 11"/>
          <p:cNvSpPr/>
          <p:nvPr/>
        </p:nvSpPr>
        <p:spPr bwMode="auto">
          <a:xfrm>
            <a:off x="405786" y="4059070"/>
            <a:ext cx="3176101" cy="720080"/>
          </a:xfrm>
          <a:prstGeom prst="chevron">
            <a:avLst/>
          </a:prstGeom>
          <a:solidFill>
            <a:schemeClr val="accent5">
              <a:lumMod val="40000"/>
              <a:lumOff val="60000"/>
            </a:schemeClr>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r>
              <a:rPr lang="fr-FR" sz="1200" dirty="0"/>
              <a:t>Nous n’avons pas inclus les  exigences dans la procédure</a:t>
            </a:r>
          </a:p>
        </p:txBody>
      </p:sp>
      <p:sp>
        <p:nvSpPr>
          <p:cNvPr id="14" name="Chevron 13"/>
          <p:cNvSpPr/>
          <p:nvPr/>
        </p:nvSpPr>
        <p:spPr bwMode="auto">
          <a:xfrm>
            <a:off x="406073" y="4869160"/>
            <a:ext cx="3175815" cy="720080"/>
          </a:xfrm>
          <a:prstGeom prst="chevron">
            <a:avLst/>
          </a:prstGeom>
          <a:solidFill>
            <a:schemeClr val="accent5">
              <a:lumMod val="40000"/>
              <a:lumOff val="60000"/>
            </a:schemeClr>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r>
              <a:rPr lang="fr-FR" sz="1200" dirty="0"/>
              <a:t>L’opérateur n’était pas habitué à cette spécification</a:t>
            </a:r>
          </a:p>
        </p:txBody>
      </p:sp>
      <p:sp>
        <p:nvSpPr>
          <p:cNvPr id="17" name="Chevron 16"/>
          <p:cNvSpPr/>
          <p:nvPr/>
        </p:nvSpPr>
        <p:spPr bwMode="auto">
          <a:xfrm>
            <a:off x="405786" y="5679250"/>
            <a:ext cx="3176103" cy="720080"/>
          </a:xfrm>
          <a:prstGeom prst="chevron">
            <a:avLst/>
          </a:prstGeom>
          <a:solidFill>
            <a:schemeClr val="accent5">
              <a:lumMod val="40000"/>
              <a:lumOff val="60000"/>
            </a:schemeClr>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hangingPunct="0"/>
            <a:endParaRPr lang="fr-FR" sz="1200" dirty="0"/>
          </a:p>
          <a:p>
            <a:pPr eaLnBrk="0" hangingPunct="0"/>
            <a:r>
              <a:rPr lang="fr-FR" sz="1200" dirty="0"/>
              <a:t>L’opérateur n’était pas formé</a:t>
            </a:r>
          </a:p>
        </p:txBody>
      </p:sp>
      <p:pic>
        <p:nvPicPr>
          <p:cNvPr id="18" name="Picture 2" descr="C:\Users\Bertrand\Documents\05 - Clients\LISI Group\Kit de communication LEAP\3reals.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9800000">
            <a:off x="7992203" y="730840"/>
            <a:ext cx="970703" cy="984472"/>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997161466"/>
      </p:ext>
    </p:extLst>
  </p:cSld>
  <p:clrMapOvr>
    <a:masterClrMapping/>
  </p:clrMapOvr>
  <p:transition>
    <p:zoom/>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p:cNvSpPr/>
          <p:nvPr/>
        </p:nvSpPr>
        <p:spPr bwMode="auto">
          <a:xfrm>
            <a:off x="2098804" y="2376244"/>
            <a:ext cx="6439691" cy="4000988"/>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3500000" scaled="1"/>
            <a:tileRect/>
          </a:gradFill>
          <a:ln w="9525" cap="flat" cmpd="sng" algn="ctr">
            <a:solidFill>
              <a:schemeClr val="tx1"/>
            </a:solidFill>
            <a:prstDash val="solid"/>
            <a:round/>
            <a:headEnd type="none" w="med" len="med"/>
            <a:tailEnd type="none" w="med" len="med"/>
          </a:ln>
          <a:effectLst/>
          <a:scene3d>
            <a:camera prst="orthographicFront"/>
            <a:lightRig rig="threePt" dir="t"/>
          </a:scene3d>
          <a:sp3d>
            <a:bevelT w="152400" h="50800" prst="softRound"/>
          </a:sp3d>
        </p:spPr>
        <p:txBody>
          <a:bodyPr/>
          <a:lstStyle/>
          <a:p>
            <a:pPr eaLnBrk="0" hangingPunct="0">
              <a:defRPr/>
            </a:pPr>
            <a:endParaRPr lang="fr-FR"/>
          </a:p>
        </p:txBody>
      </p:sp>
      <p:sp>
        <p:nvSpPr>
          <p:cNvPr id="89091" name="Rectangle 3"/>
          <p:cNvSpPr>
            <a:spLocks noGrp="1" noChangeArrowheads="1"/>
          </p:cNvSpPr>
          <p:nvPr>
            <p:ph type="body" idx="4294967295"/>
          </p:nvPr>
        </p:nvSpPr>
        <p:spPr>
          <a:xfrm>
            <a:off x="2379663" y="2295525"/>
            <a:ext cx="6764337" cy="4246563"/>
          </a:xfrm>
          <a:prstGeom prst="rect">
            <a:avLst/>
          </a:prstGeom>
        </p:spPr>
        <p:txBody>
          <a:bodyPr/>
          <a:lstStyle/>
          <a:p>
            <a:pPr>
              <a:buFont typeface="Wingdings" pitchFamily="2" charset="2"/>
              <a:buNone/>
              <a:defRPr/>
            </a:pPr>
            <a:r>
              <a:rPr lang="en-US" sz="1800" dirty="0">
                <a:latin typeface="Calibri" pitchFamily="34" charset="0"/>
                <a:cs typeface="Calibri" pitchFamily="34" charset="0"/>
              </a:rPr>
              <a:t>	</a:t>
            </a:r>
          </a:p>
          <a:p>
            <a:pPr>
              <a:buFont typeface="Wingdings" pitchFamily="2" charset="2"/>
              <a:buNone/>
              <a:defRPr/>
            </a:pPr>
            <a:r>
              <a:rPr lang="fr-FR" sz="1800" b="1" dirty="0">
                <a:solidFill>
                  <a:srgbClr val="002060"/>
                </a:solidFill>
                <a:latin typeface="Calibri" pitchFamily="34" charset="0"/>
                <a:cs typeface="Calibri" pitchFamily="34" charset="0"/>
              </a:rPr>
              <a:t>C’est LA </a:t>
            </a:r>
            <a:r>
              <a:rPr lang="fr-FR" sz="1800" dirty="0">
                <a:solidFill>
                  <a:schemeClr val="tx1"/>
                </a:solidFill>
                <a:latin typeface="Calibri" pitchFamily="34" charset="0"/>
                <a:cs typeface="Calibri" pitchFamily="34" charset="0"/>
              </a:rPr>
              <a:t>meilleure méthode à suivre pour exécuter une opération </a:t>
            </a:r>
          </a:p>
          <a:p>
            <a:pPr>
              <a:buFont typeface="Wingdings" pitchFamily="2" charset="2"/>
              <a:buNone/>
              <a:defRPr/>
            </a:pPr>
            <a:endParaRPr lang="fr-FR" sz="1800" dirty="0">
              <a:solidFill>
                <a:schemeClr val="tx1"/>
              </a:solidFill>
              <a:latin typeface="Calibri" pitchFamily="34" charset="0"/>
              <a:cs typeface="Calibri" pitchFamily="34" charset="0"/>
            </a:endParaRPr>
          </a:p>
          <a:p>
            <a:pPr>
              <a:buFont typeface="Wingdings" pitchFamily="2" charset="2"/>
              <a:buNone/>
              <a:defRPr/>
            </a:pPr>
            <a:r>
              <a:rPr lang="fr-FR" sz="1800" dirty="0">
                <a:solidFill>
                  <a:schemeClr val="tx1"/>
                </a:solidFill>
                <a:latin typeface="Calibri" pitchFamily="34" charset="0"/>
                <a:cs typeface="Calibri" pitchFamily="34" charset="0"/>
              </a:rPr>
              <a:t>Un standard peut être :	- une fiche d’instruction de travail</a:t>
            </a:r>
          </a:p>
          <a:p>
            <a:pPr>
              <a:buFont typeface="Wingdings" pitchFamily="2" charset="2"/>
              <a:buNone/>
              <a:defRPr/>
            </a:pPr>
            <a:r>
              <a:rPr lang="fr-FR" sz="1800" dirty="0">
                <a:solidFill>
                  <a:schemeClr val="tx1"/>
                </a:solidFill>
                <a:latin typeface="Calibri" pitchFamily="34" charset="0"/>
                <a:cs typeface="Calibri" pitchFamily="34" charset="0"/>
              </a:rPr>
              <a:t>				- des procédures</a:t>
            </a:r>
          </a:p>
          <a:p>
            <a:pPr>
              <a:buFont typeface="Wingdings" pitchFamily="2" charset="2"/>
              <a:buNone/>
              <a:defRPr/>
            </a:pPr>
            <a:r>
              <a:rPr lang="fr-FR" sz="1800" dirty="0">
                <a:solidFill>
                  <a:schemeClr val="tx1"/>
                </a:solidFill>
                <a:latin typeface="Calibri" pitchFamily="34" charset="0"/>
                <a:cs typeface="Calibri" pitchFamily="34" charset="0"/>
              </a:rPr>
              <a:t>				- des listes de vérification   …</a:t>
            </a:r>
          </a:p>
          <a:p>
            <a:pPr>
              <a:buFont typeface="Wingdings" pitchFamily="2" charset="2"/>
              <a:buNone/>
              <a:defRPr/>
            </a:pPr>
            <a:endParaRPr lang="fr-FR" sz="1800" dirty="0">
              <a:solidFill>
                <a:schemeClr val="tx1"/>
              </a:solidFill>
              <a:latin typeface="Calibri" pitchFamily="34" charset="0"/>
              <a:cs typeface="Calibri" pitchFamily="34" charset="0"/>
            </a:endParaRPr>
          </a:p>
          <a:p>
            <a:pPr>
              <a:buFont typeface="Wingdings" pitchFamily="2" charset="2"/>
              <a:buNone/>
              <a:defRPr/>
            </a:pPr>
            <a:r>
              <a:rPr lang="fr-FR" sz="1800" dirty="0">
                <a:solidFill>
                  <a:schemeClr val="tx1"/>
                </a:solidFill>
                <a:latin typeface="Calibri" pitchFamily="34" charset="0"/>
                <a:cs typeface="Calibri" pitchFamily="34" charset="0"/>
              </a:rPr>
              <a:t>Il doit être aussi explicite et simple que possible.</a:t>
            </a:r>
          </a:p>
          <a:p>
            <a:pPr>
              <a:buFont typeface="Wingdings" pitchFamily="2" charset="2"/>
              <a:buNone/>
              <a:defRPr/>
            </a:pPr>
            <a:r>
              <a:rPr lang="fr-FR" sz="1800" dirty="0">
                <a:solidFill>
                  <a:schemeClr val="tx1"/>
                </a:solidFill>
                <a:latin typeface="Calibri" pitchFamily="34" charset="0"/>
                <a:cs typeface="Calibri" pitchFamily="34" charset="0"/>
              </a:rPr>
              <a:t>C’est la bonne méthode de travail pour tous.</a:t>
            </a:r>
          </a:p>
          <a:p>
            <a:pPr>
              <a:buFont typeface="Wingdings" pitchFamily="2" charset="2"/>
              <a:buNone/>
              <a:defRPr/>
            </a:pPr>
            <a:r>
              <a:rPr lang="fr-FR" sz="1800" dirty="0">
                <a:solidFill>
                  <a:schemeClr val="tx1"/>
                </a:solidFill>
                <a:latin typeface="Calibri" pitchFamily="34" charset="0"/>
                <a:cs typeface="Calibri" pitchFamily="34" charset="0"/>
              </a:rPr>
              <a:t>Il peut être (et devra être) amélioré en continu.</a:t>
            </a:r>
          </a:p>
          <a:p>
            <a:pPr>
              <a:buFont typeface="Wingdings" pitchFamily="2" charset="2"/>
              <a:buNone/>
              <a:defRPr/>
            </a:pPr>
            <a:r>
              <a:rPr lang="fr-FR" sz="1800" dirty="0">
                <a:solidFill>
                  <a:schemeClr val="tx1"/>
                </a:solidFill>
                <a:latin typeface="Calibri" pitchFamily="34" charset="0"/>
                <a:cs typeface="Calibri" pitchFamily="34" charset="0"/>
              </a:rPr>
              <a:t>Les opérateurs sont formés sur le terrain avec le Standard.</a:t>
            </a:r>
          </a:p>
          <a:p>
            <a:pPr>
              <a:buFont typeface="Wingdings" pitchFamily="2" charset="2"/>
              <a:buNone/>
              <a:defRPr/>
            </a:pPr>
            <a:r>
              <a:rPr lang="fr-FR" sz="1800" dirty="0">
                <a:solidFill>
                  <a:schemeClr val="tx1"/>
                </a:solidFill>
                <a:latin typeface="Calibri" pitchFamily="34" charset="0"/>
                <a:cs typeface="Calibri" pitchFamily="34" charset="0"/>
              </a:rPr>
              <a:t>Il s’applique à tous les services et à toutes les activités.</a:t>
            </a:r>
            <a:endParaRPr lang="fr-FR" dirty="0">
              <a:solidFill>
                <a:schemeClr val="accent2">
                  <a:lumMod val="75000"/>
                </a:schemeClr>
              </a:solidFill>
            </a:endParaRPr>
          </a:p>
        </p:txBody>
      </p:sp>
      <p:sp>
        <p:nvSpPr>
          <p:cNvPr id="8" name="Text Box 5"/>
          <p:cNvSpPr txBox="1">
            <a:spLocks noChangeArrowheads="1"/>
          </p:cNvSpPr>
          <p:nvPr/>
        </p:nvSpPr>
        <p:spPr bwMode="auto">
          <a:xfrm>
            <a:off x="296526" y="1880451"/>
            <a:ext cx="2457404" cy="369332"/>
          </a:xfrm>
          <a:prstGeom prst="rect">
            <a:avLst/>
          </a:prstGeom>
          <a:blipFill dpi="0" rotWithShape="0">
            <a:blip r:embed="rId3" cstate="email"/>
            <a:srcRect/>
            <a:tile tx="0" ty="0" sx="100000" sy="100000" flip="none" algn="tl"/>
          </a:blipFill>
          <a:ln w="9525">
            <a:noFill/>
            <a:miter lim="800000"/>
            <a:headEnd/>
            <a:tailEnd/>
          </a:ln>
          <a:effectLst>
            <a:glow rad="228600">
              <a:schemeClr val="accent4">
                <a:satMod val="175000"/>
                <a:alpha val="40000"/>
              </a:schemeClr>
            </a:glow>
          </a:effectLst>
        </p:spPr>
        <p:txBody>
          <a:bodyPr wrap="none">
            <a:spAutoFit/>
          </a:bodyPr>
          <a:lstStyle/>
          <a:p>
            <a:pPr eaLnBrk="0" hangingPunct="0">
              <a:spcBef>
                <a:spcPct val="50000"/>
              </a:spcBef>
              <a:defRPr/>
            </a:pPr>
            <a:r>
              <a:rPr lang="fr-FR" sz="1800" dirty="0">
                <a:latin typeface="Calibri" pitchFamily="34" charset="0"/>
                <a:cs typeface="Calibri" pitchFamily="34" charset="0"/>
              </a:rPr>
              <a:t>La culture des standards</a:t>
            </a:r>
            <a:endParaRPr lang="fr-FR" sz="1800" b="1" dirty="0">
              <a:latin typeface="Calibri" pitchFamily="34" charset="0"/>
              <a:cs typeface="Calibri" pitchFamily="34" charset="0"/>
            </a:endParaRPr>
          </a:p>
        </p:txBody>
      </p:sp>
      <p:sp>
        <p:nvSpPr>
          <p:cNvPr id="9" name="Text Box 2"/>
          <p:cNvSpPr txBox="1">
            <a:spLocks noChangeArrowheads="1"/>
          </p:cNvSpPr>
          <p:nvPr/>
        </p:nvSpPr>
        <p:spPr bwMode="auto">
          <a:xfrm>
            <a:off x="2294648" y="1258326"/>
            <a:ext cx="3829766"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D5 – Recherche des causes racines</a:t>
            </a:r>
          </a:p>
        </p:txBody>
      </p:sp>
      <p:sp>
        <p:nvSpPr>
          <p:cNvPr id="10" name="Rectangle 2"/>
          <p:cNvSpPr>
            <a:spLocks noChangeArrowheads="1"/>
          </p:cNvSpPr>
          <p:nvPr/>
        </p:nvSpPr>
        <p:spPr bwMode="auto">
          <a:xfrm>
            <a:off x="251520" y="305780"/>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
        <p:nvSpPr>
          <p:cNvPr id="15" name="Rectangle 14"/>
          <p:cNvSpPr/>
          <p:nvPr/>
        </p:nvSpPr>
        <p:spPr>
          <a:xfrm>
            <a:off x="296525" y="1228401"/>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87055" name="Rectangle 15"/>
          <p:cNvSpPr>
            <a:spLocks noChangeArrowheads="1"/>
          </p:cNvSpPr>
          <p:nvPr/>
        </p:nvSpPr>
        <p:spPr bwMode="auto">
          <a:xfrm rot="-3014763">
            <a:off x="-423863" y="4176713"/>
            <a:ext cx="2994025" cy="400050"/>
          </a:xfrm>
          <a:prstGeom prst="rect">
            <a:avLst/>
          </a:prstGeom>
          <a:noFill/>
          <a:ln w="9525">
            <a:noFill/>
            <a:miter lim="800000"/>
            <a:headEnd/>
            <a:tailEnd/>
          </a:ln>
        </p:spPr>
        <p:txBody>
          <a:bodyPr wrap="none">
            <a:spAutoFit/>
          </a:bodyPr>
          <a:lstStyle/>
          <a:p>
            <a:pPr>
              <a:buFont typeface="Wingdings" pitchFamily="2" charset="2"/>
              <a:buNone/>
            </a:pPr>
            <a:r>
              <a:rPr lang="en-US" sz="2000">
                <a:latin typeface="Calibri" pitchFamily="34" charset="0"/>
                <a:cs typeface="Calibri" pitchFamily="34" charset="0"/>
              </a:rPr>
              <a:t>Qu’est-ce qu’un Standard ?</a:t>
            </a:r>
          </a:p>
        </p:txBody>
      </p:sp>
      <p:pic>
        <p:nvPicPr>
          <p:cNvPr id="13" name="Picture 2" descr="C:\Users\Bertrand\Documents\05 - Clients\LISI Group\Kit de communication LEAP\3reals.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9800000">
            <a:off x="7867356" y="1032328"/>
            <a:ext cx="970703" cy="984472"/>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969206331"/>
      </p:ext>
    </p:extLst>
  </p:cSld>
  <p:clrMapOvr>
    <a:masterClrMapping/>
  </p:clrMapOvr>
  <p:transition>
    <p:zoom/>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5"/>
          <p:cNvSpPr txBox="1">
            <a:spLocks noChangeArrowheads="1"/>
          </p:cNvSpPr>
          <p:nvPr/>
        </p:nvSpPr>
        <p:spPr bwMode="auto">
          <a:xfrm>
            <a:off x="332355" y="1898830"/>
            <a:ext cx="3435812" cy="369332"/>
          </a:xfrm>
          <a:prstGeom prst="rect">
            <a:avLst/>
          </a:prstGeom>
          <a:blipFill dpi="0" rotWithShape="0">
            <a:blip r:embed="rId3" cstate="email"/>
            <a:srcRect/>
            <a:tile tx="0" ty="0" sx="100000" sy="100000" flip="none" algn="tl"/>
          </a:blipFill>
          <a:ln w="9525">
            <a:noFill/>
            <a:miter lim="800000"/>
            <a:headEnd/>
            <a:tailEnd/>
          </a:ln>
          <a:effectLst>
            <a:glow rad="228600">
              <a:schemeClr val="accent4">
                <a:satMod val="175000"/>
                <a:alpha val="40000"/>
              </a:schemeClr>
            </a:glow>
          </a:effectLst>
        </p:spPr>
        <p:txBody>
          <a:bodyPr wrap="none">
            <a:spAutoFit/>
          </a:bodyPr>
          <a:lstStyle/>
          <a:p>
            <a:pPr eaLnBrk="0" hangingPunct="0">
              <a:spcBef>
                <a:spcPct val="50000"/>
              </a:spcBef>
              <a:defRPr/>
            </a:pPr>
            <a:r>
              <a:rPr lang="fr-FR" sz="1800" dirty="0">
                <a:latin typeface="Calibri" pitchFamily="34" charset="0"/>
                <a:cs typeface="Calibri" pitchFamily="34" charset="0"/>
              </a:rPr>
              <a:t>Des hypothèses aux causes racines</a:t>
            </a:r>
            <a:endParaRPr lang="fr-FR" sz="1800" b="1" dirty="0">
              <a:latin typeface="Calibri" pitchFamily="34" charset="0"/>
              <a:cs typeface="Calibri" pitchFamily="34" charset="0"/>
            </a:endParaRPr>
          </a:p>
        </p:txBody>
      </p:sp>
      <p:sp>
        <p:nvSpPr>
          <p:cNvPr id="18" name="Text Box 2"/>
          <p:cNvSpPr txBox="1">
            <a:spLocks noChangeArrowheads="1"/>
          </p:cNvSpPr>
          <p:nvPr/>
        </p:nvSpPr>
        <p:spPr bwMode="auto">
          <a:xfrm>
            <a:off x="2294649" y="1207006"/>
            <a:ext cx="3829766"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D5 – Recherche des causes racines</a:t>
            </a:r>
          </a:p>
        </p:txBody>
      </p:sp>
      <p:sp>
        <p:nvSpPr>
          <p:cNvPr id="19" name="Rectangle 2"/>
          <p:cNvSpPr>
            <a:spLocks noChangeArrowheads="1"/>
          </p:cNvSpPr>
          <p:nvPr/>
        </p:nvSpPr>
        <p:spPr bwMode="auto">
          <a:xfrm>
            <a:off x="251520" y="350785"/>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8D et outils associés</a:t>
            </a:r>
          </a:p>
        </p:txBody>
      </p:sp>
      <p:sp>
        <p:nvSpPr>
          <p:cNvPr id="24" name="Rectangle 23"/>
          <p:cNvSpPr/>
          <p:nvPr/>
        </p:nvSpPr>
        <p:spPr>
          <a:xfrm>
            <a:off x="296525" y="1176228"/>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26" name="Rectangle 3"/>
          <p:cNvSpPr txBox="1">
            <a:spLocks noChangeArrowheads="1"/>
          </p:cNvSpPr>
          <p:nvPr/>
        </p:nvSpPr>
        <p:spPr bwMode="auto">
          <a:xfrm>
            <a:off x="431800" y="2517660"/>
            <a:ext cx="8455025" cy="3476625"/>
          </a:xfrm>
          <a:prstGeom prst="rect">
            <a:avLst/>
          </a:prstGeom>
          <a:noFill/>
          <a:ln w="9525">
            <a:noFill/>
            <a:miter lim="800000"/>
            <a:headEnd/>
            <a:tailEnd/>
          </a:ln>
        </p:spPr>
        <p:txBody>
          <a:bodyPr/>
          <a:lstStyle/>
          <a:p>
            <a:pPr eaLnBrk="0" hangingPunct="0">
              <a:spcBef>
                <a:spcPct val="20000"/>
              </a:spcBef>
              <a:buClr>
                <a:schemeClr val="accent1"/>
              </a:buClr>
              <a:buSzPct val="75000"/>
              <a:defRPr/>
            </a:pPr>
            <a:r>
              <a:rPr lang="fr-FR" sz="2000" b="1" kern="0" dirty="0">
                <a:solidFill>
                  <a:srgbClr val="002060"/>
                </a:solidFill>
                <a:latin typeface="Calibri" pitchFamily="34" charset="0"/>
                <a:cs typeface="Calibri" pitchFamily="34" charset="0"/>
              </a:rPr>
              <a:t>Objectifs </a:t>
            </a:r>
          </a:p>
          <a:p>
            <a:pPr eaLnBrk="0" hangingPunct="0">
              <a:spcBef>
                <a:spcPct val="20000"/>
              </a:spcBef>
              <a:buClr>
                <a:schemeClr val="accent1"/>
              </a:buClr>
              <a:buSzPct val="75000"/>
              <a:defRPr/>
            </a:pPr>
            <a:r>
              <a:rPr lang="fr-FR" sz="2000" u="sng" kern="0" dirty="0">
                <a:solidFill>
                  <a:srgbClr val="002060"/>
                </a:solidFill>
                <a:latin typeface="Calibri" pitchFamily="34" charset="0"/>
                <a:cs typeface="Calibri" pitchFamily="34" charset="0"/>
              </a:rPr>
              <a:t>1/ contrôler les paramètres de nos processus </a:t>
            </a:r>
            <a:endParaRPr lang="fr-FR" sz="2000" b="1" u="sng" kern="0" dirty="0">
              <a:solidFill>
                <a:srgbClr val="002060"/>
              </a:solidFill>
              <a:latin typeface="Calibri" pitchFamily="34" charset="0"/>
              <a:cs typeface="Calibri" pitchFamily="34" charset="0"/>
            </a:endParaRPr>
          </a:p>
          <a:p>
            <a:pPr marL="290513" indent="-290513" eaLnBrk="0" hangingPunct="0">
              <a:spcBef>
                <a:spcPct val="20000"/>
              </a:spcBef>
              <a:buClr>
                <a:schemeClr val="accent1"/>
              </a:buClr>
              <a:buSzPct val="75000"/>
              <a:buFont typeface="Wingdings" pitchFamily="2" charset="2"/>
              <a:buNone/>
              <a:defRPr/>
            </a:pPr>
            <a:r>
              <a:rPr lang="fr-FR" sz="1000" kern="0" dirty="0">
                <a:solidFill>
                  <a:srgbClr val="002060"/>
                </a:solidFill>
                <a:latin typeface="Calibri" pitchFamily="34" charset="0"/>
                <a:cs typeface="Calibri" pitchFamily="34" charset="0"/>
              </a:rPr>
              <a:t>	</a:t>
            </a:r>
          </a:p>
          <a:p>
            <a:pPr marL="290513" indent="-290513" algn="just" eaLnBrk="0" hangingPunct="0">
              <a:spcBef>
                <a:spcPct val="20000"/>
              </a:spcBef>
              <a:buClr>
                <a:schemeClr val="accent1"/>
              </a:buClr>
              <a:buSzPct val="75000"/>
              <a:buFont typeface="Wingdings" pitchFamily="2" charset="2"/>
              <a:buChar char="Ø"/>
              <a:defRPr/>
            </a:pPr>
            <a:r>
              <a:rPr lang="fr-FR" sz="1700" kern="0" dirty="0">
                <a:latin typeface="Calibri" pitchFamily="34" charset="0"/>
                <a:cs typeface="Calibri" pitchFamily="34" charset="0"/>
              </a:rPr>
              <a:t>contrôle des paramètres des processus + efficace que le Produit résultant.</a:t>
            </a:r>
          </a:p>
          <a:p>
            <a:pPr marL="290513" indent="-290513" algn="just" eaLnBrk="0" hangingPunct="0">
              <a:spcBef>
                <a:spcPct val="20000"/>
              </a:spcBef>
              <a:buClr>
                <a:schemeClr val="accent1"/>
              </a:buClr>
              <a:buSzPct val="75000"/>
              <a:buFont typeface="Wingdings" pitchFamily="2" charset="2"/>
              <a:buChar char="Ø"/>
              <a:defRPr/>
            </a:pPr>
            <a:r>
              <a:rPr lang="fr-FR" sz="1700" kern="0" dirty="0">
                <a:latin typeface="Calibri" pitchFamily="34" charset="0"/>
                <a:cs typeface="Calibri" pitchFamily="34" charset="0"/>
              </a:rPr>
              <a:t>d’une culture d’“Inspection finale” à une culture de “qualité intégrée aux processus”</a:t>
            </a:r>
          </a:p>
          <a:p>
            <a:pPr marL="290513" indent="-290513" eaLnBrk="0" hangingPunct="0">
              <a:spcBef>
                <a:spcPct val="20000"/>
              </a:spcBef>
              <a:buClr>
                <a:schemeClr val="accent1"/>
              </a:buClr>
              <a:buSzPct val="75000"/>
              <a:buFont typeface="Wingdings" pitchFamily="2" charset="2"/>
              <a:buChar char="Ø"/>
              <a:defRPr/>
            </a:pPr>
            <a:endParaRPr lang="fr-FR" sz="1700" kern="0" dirty="0">
              <a:solidFill>
                <a:schemeClr val="accent1"/>
              </a:solidFill>
              <a:latin typeface="Calibri" pitchFamily="34" charset="0"/>
              <a:cs typeface="Calibri" pitchFamily="34" charset="0"/>
            </a:endParaRPr>
          </a:p>
          <a:p>
            <a:pPr marL="290513" indent="-290513" eaLnBrk="0" hangingPunct="0">
              <a:spcBef>
                <a:spcPct val="20000"/>
              </a:spcBef>
              <a:buClr>
                <a:schemeClr val="accent1"/>
              </a:buClr>
              <a:buSzPct val="75000"/>
              <a:buFont typeface="Wingdings" pitchFamily="2" charset="2"/>
              <a:buNone/>
              <a:defRPr/>
            </a:pPr>
            <a:r>
              <a:rPr lang="fr-FR" sz="2000" u="sng" kern="0" dirty="0">
                <a:solidFill>
                  <a:srgbClr val="002060"/>
                </a:solidFill>
                <a:latin typeface="Calibri" pitchFamily="34" charset="0"/>
                <a:cs typeface="Calibri" pitchFamily="34" charset="0"/>
              </a:rPr>
              <a:t>2/ Développer notre Culture des Standards</a:t>
            </a:r>
          </a:p>
          <a:p>
            <a:pPr marL="290513" indent="-290513" algn="just" eaLnBrk="0" hangingPunct="0">
              <a:spcBef>
                <a:spcPct val="20000"/>
              </a:spcBef>
              <a:buClr>
                <a:schemeClr val="accent1"/>
              </a:buClr>
              <a:buSzPct val="75000"/>
              <a:buFont typeface="Wingdings" pitchFamily="2" charset="2"/>
              <a:buChar char="Ø"/>
              <a:defRPr/>
            </a:pPr>
            <a:r>
              <a:rPr lang="fr-FR" sz="1700" kern="0" dirty="0">
                <a:latin typeface="Calibri" pitchFamily="34" charset="0"/>
                <a:cs typeface="Calibri" pitchFamily="34" charset="0"/>
              </a:rPr>
              <a:t>standardiser les opérations pour livrer systématiquement à nos clients des pièces répondant à leurs exigences </a:t>
            </a:r>
          </a:p>
          <a:p>
            <a:pPr marL="857250" lvl="1" indent="-376238" eaLnBrk="0" hangingPunct="0">
              <a:spcBef>
                <a:spcPct val="20000"/>
              </a:spcBef>
              <a:buClr>
                <a:schemeClr val="tx2"/>
              </a:buClr>
              <a:buFontTx/>
              <a:buChar char="-"/>
              <a:defRPr/>
            </a:pPr>
            <a:r>
              <a:rPr lang="fr-FR" sz="1700" kern="0" dirty="0">
                <a:latin typeface="Calibri" pitchFamily="34" charset="0"/>
                <a:cs typeface="Calibri" pitchFamily="34" charset="0"/>
              </a:rPr>
              <a:t>Limiter les variations et améliorer les capabilités</a:t>
            </a:r>
          </a:p>
          <a:p>
            <a:pPr marL="857250" lvl="1" indent="-376238" eaLnBrk="0" hangingPunct="0">
              <a:spcBef>
                <a:spcPct val="20000"/>
              </a:spcBef>
              <a:buClr>
                <a:schemeClr val="tx2"/>
              </a:buClr>
              <a:buFontTx/>
              <a:buChar char="-"/>
              <a:defRPr/>
            </a:pPr>
            <a:r>
              <a:rPr lang="fr-FR" sz="1700" kern="0" dirty="0">
                <a:latin typeface="Calibri" pitchFamily="34" charset="0"/>
                <a:cs typeface="Calibri" pitchFamily="34" charset="0"/>
              </a:rPr>
              <a:t>Eliminer tous les défauts récurrents</a:t>
            </a:r>
            <a:endParaRPr lang="fr-FR" sz="2000" kern="0" dirty="0">
              <a:latin typeface="+mn-lt"/>
            </a:endParaRPr>
          </a:p>
        </p:txBody>
      </p:sp>
      <p:pic>
        <p:nvPicPr>
          <p:cNvPr id="11" name="Picture 2" descr="C:\Users\Bertrand\Documents\05 - Clients\LISI Group\Kit de communication LEAP\3reals.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9800000">
            <a:off x="7867357" y="1070308"/>
            <a:ext cx="970703" cy="984472"/>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977184062"/>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6">
                                            <p:txEl>
                                              <p:pRg st="6" end="6"/>
                                            </p:txEl>
                                          </p:spTgt>
                                        </p:tgtEl>
                                        <p:attrNameLst>
                                          <p:attrName>style.visibility</p:attrName>
                                        </p:attrNameLst>
                                      </p:cBhvr>
                                      <p:to>
                                        <p:strVal val="visible"/>
                                      </p:to>
                                    </p:set>
                                    <p:animEffect transition="in" filter="checkerboard(across)">
                                      <p:cBhvr>
                                        <p:cTn id="7" dur="500"/>
                                        <p:tgtEl>
                                          <p:spTgt spid="26">
                                            <p:txEl>
                                              <p:pRg st="6" end="6"/>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26">
                                            <p:txEl>
                                              <p:pRg st="7" end="7"/>
                                            </p:txEl>
                                          </p:spTgt>
                                        </p:tgtEl>
                                        <p:attrNameLst>
                                          <p:attrName>style.visibility</p:attrName>
                                        </p:attrNameLst>
                                      </p:cBhvr>
                                      <p:to>
                                        <p:strVal val="visible"/>
                                      </p:to>
                                    </p:set>
                                    <p:animEffect transition="in" filter="checkerboard(across)">
                                      <p:cBhvr>
                                        <p:cTn id="10" dur="500"/>
                                        <p:tgtEl>
                                          <p:spTgt spid="26">
                                            <p:txEl>
                                              <p:pRg st="7" end="7"/>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26">
                                            <p:txEl>
                                              <p:pRg st="8" end="8"/>
                                            </p:txEl>
                                          </p:spTgt>
                                        </p:tgtEl>
                                        <p:attrNameLst>
                                          <p:attrName>style.visibility</p:attrName>
                                        </p:attrNameLst>
                                      </p:cBhvr>
                                      <p:to>
                                        <p:strVal val="visible"/>
                                      </p:to>
                                    </p:set>
                                    <p:animEffect transition="in" filter="checkerboard(across)">
                                      <p:cBhvr>
                                        <p:cTn id="13" dur="500"/>
                                        <p:tgtEl>
                                          <p:spTgt spid="26">
                                            <p:txEl>
                                              <p:pRg st="8" end="8"/>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26">
                                            <p:txEl>
                                              <p:pRg st="9" end="9"/>
                                            </p:txEl>
                                          </p:spTgt>
                                        </p:tgtEl>
                                        <p:attrNameLst>
                                          <p:attrName>style.visibility</p:attrName>
                                        </p:attrNameLst>
                                      </p:cBhvr>
                                      <p:to>
                                        <p:strVal val="visible"/>
                                      </p:to>
                                    </p:set>
                                    <p:animEffect transition="in" filter="checkerboard(across)">
                                      <p:cBhvr>
                                        <p:cTn id="16" dur="500"/>
                                        <p:tgtEl>
                                          <p:spTgt spid="2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Box 5"/>
          <p:cNvSpPr txBox="1">
            <a:spLocks noChangeArrowheads="1"/>
          </p:cNvSpPr>
          <p:nvPr/>
        </p:nvSpPr>
        <p:spPr bwMode="auto">
          <a:xfrm>
            <a:off x="328786" y="2331419"/>
            <a:ext cx="3435812" cy="369332"/>
          </a:xfrm>
          <a:prstGeom prst="rect">
            <a:avLst/>
          </a:prstGeom>
          <a:blipFill dpi="0" rotWithShape="0">
            <a:blip r:embed="rId3" cstate="email"/>
            <a:srcRect/>
            <a:tile tx="0" ty="0" sx="100000" sy="100000" flip="none" algn="tl"/>
          </a:blipFill>
          <a:ln w="9525">
            <a:noFill/>
            <a:miter lim="800000"/>
            <a:headEnd/>
            <a:tailEnd/>
          </a:ln>
          <a:effectLst>
            <a:glow rad="228600">
              <a:schemeClr val="accent4">
                <a:satMod val="175000"/>
                <a:alpha val="40000"/>
              </a:schemeClr>
            </a:glow>
          </a:effectLst>
        </p:spPr>
        <p:txBody>
          <a:bodyPr wrap="none">
            <a:spAutoFit/>
          </a:bodyPr>
          <a:lstStyle/>
          <a:p>
            <a:pPr eaLnBrk="0" hangingPunct="0">
              <a:spcBef>
                <a:spcPct val="50000"/>
              </a:spcBef>
              <a:defRPr/>
            </a:pPr>
            <a:r>
              <a:rPr lang="fr-FR" sz="1800" dirty="0">
                <a:latin typeface="Calibri" pitchFamily="34" charset="0"/>
                <a:cs typeface="Calibri" pitchFamily="34" charset="0"/>
              </a:rPr>
              <a:t>Des hypothèses aux causes racines</a:t>
            </a:r>
            <a:endParaRPr lang="fr-FR" sz="1800" b="1" dirty="0">
              <a:latin typeface="Calibri" pitchFamily="34" charset="0"/>
              <a:cs typeface="Calibri" pitchFamily="34" charset="0"/>
            </a:endParaRPr>
          </a:p>
        </p:txBody>
      </p:sp>
      <p:sp>
        <p:nvSpPr>
          <p:cNvPr id="18" name="Text Box 2"/>
          <p:cNvSpPr txBox="1">
            <a:spLocks noChangeArrowheads="1"/>
          </p:cNvSpPr>
          <p:nvPr/>
        </p:nvSpPr>
        <p:spPr bwMode="auto">
          <a:xfrm>
            <a:off x="2262515" y="1614638"/>
            <a:ext cx="3634456"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D5 – Identifier les causes racines</a:t>
            </a:r>
          </a:p>
        </p:txBody>
      </p:sp>
      <p:sp>
        <p:nvSpPr>
          <p:cNvPr id="19" name="Rectangle 2"/>
          <p:cNvSpPr>
            <a:spLocks noChangeArrowheads="1"/>
          </p:cNvSpPr>
          <p:nvPr/>
        </p:nvSpPr>
        <p:spPr bwMode="auto">
          <a:xfrm>
            <a:off x="251520" y="539845"/>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8D et outils associés</a:t>
            </a:r>
          </a:p>
        </p:txBody>
      </p:sp>
      <p:sp>
        <p:nvSpPr>
          <p:cNvPr id="24" name="Rectangle 23"/>
          <p:cNvSpPr/>
          <p:nvPr/>
        </p:nvSpPr>
        <p:spPr>
          <a:xfrm>
            <a:off x="315907" y="1597592"/>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26" name="Rectangle 3"/>
          <p:cNvSpPr txBox="1">
            <a:spLocks noChangeArrowheads="1"/>
          </p:cNvSpPr>
          <p:nvPr/>
        </p:nvSpPr>
        <p:spPr bwMode="auto">
          <a:xfrm>
            <a:off x="276225" y="2933945"/>
            <a:ext cx="8455025" cy="2471737"/>
          </a:xfrm>
          <a:prstGeom prst="rect">
            <a:avLst/>
          </a:prstGeom>
          <a:noFill/>
          <a:ln w="9525">
            <a:noFill/>
            <a:miter lim="800000"/>
            <a:headEnd/>
            <a:tailEnd/>
          </a:ln>
        </p:spPr>
        <p:txBody>
          <a:bodyPr/>
          <a:lstStyle/>
          <a:p>
            <a:pPr eaLnBrk="0" hangingPunct="0">
              <a:spcBef>
                <a:spcPct val="20000"/>
              </a:spcBef>
              <a:buClr>
                <a:schemeClr val="accent1"/>
              </a:buClr>
              <a:buSzPct val="75000"/>
              <a:defRPr/>
            </a:pPr>
            <a:r>
              <a:rPr lang="fr-FR" sz="2000" b="1" kern="0" dirty="0">
                <a:solidFill>
                  <a:srgbClr val="002060"/>
                </a:solidFill>
                <a:latin typeface="Calibri" pitchFamily="34" charset="0"/>
                <a:cs typeface="Calibri" pitchFamily="34" charset="0"/>
              </a:rPr>
              <a:t>Objectifs </a:t>
            </a:r>
          </a:p>
          <a:p>
            <a:pPr marL="857250" lvl="1" indent="-376238" eaLnBrk="0" hangingPunct="0">
              <a:spcBef>
                <a:spcPct val="20000"/>
              </a:spcBef>
              <a:buClr>
                <a:schemeClr val="tx2"/>
              </a:buClr>
              <a:defRPr/>
            </a:pPr>
            <a:endParaRPr lang="fr-FR" sz="1000" kern="0" dirty="0">
              <a:solidFill>
                <a:schemeClr val="tx2"/>
              </a:solidFill>
              <a:latin typeface="Calibri" pitchFamily="34" charset="0"/>
              <a:cs typeface="Calibri" pitchFamily="34" charset="0"/>
            </a:endParaRPr>
          </a:p>
          <a:p>
            <a:pPr marL="290513" indent="-290513" algn="just" eaLnBrk="0" hangingPunct="0">
              <a:spcBef>
                <a:spcPct val="20000"/>
              </a:spcBef>
              <a:buClr>
                <a:schemeClr val="accent1"/>
              </a:buClr>
              <a:buSzPct val="75000"/>
              <a:buFont typeface="Wingdings" pitchFamily="2" charset="2"/>
              <a:buNone/>
              <a:defRPr/>
            </a:pPr>
            <a:r>
              <a:rPr lang="fr-FR" sz="2000" u="sng" kern="0" dirty="0">
                <a:solidFill>
                  <a:srgbClr val="002060"/>
                </a:solidFill>
                <a:latin typeface="Calibri" pitchFamily="34" charset="0"/>
                <a:cs typeface="Calibri" pitchFamily="34" charset="0"/>
              </a:rPr>
              <a:t>Développer notre Culture des Faits</a:t>
            </a:r>
          </a:p>
          <a:p>
            <a:pPr marL="290513" indent="-290513" algn="just" eaLnBrk="0" hangingPunct="0">
              <a:spcBef>
                <a:spcPct val="20000"/>
              </a:spcBef>
              <a:buClr>
                <a:schemeClr val="accent1"/>
              </a:buClr>
              <a:buSzPct val="75000"/>
              <a:buFont typeface="Wingdings" pitchFamily="2" charset="2"/>
              <a:buChar char="Ø"/>
              <a:defRPr/>
            </a:pPr>
            <a:r>
              <a:rPr lang="fr-FR" sz="1700" kern="0" dirty="0">
                <a:latin typeface="Calibri" pitchFamily="34" charset="0"/>
                <a:cs typeface="Calibri" pitchFamily="34" charset="0"/>
              </a:rPr>
              <a:t>Utiliser les 3 Réels :</a:t>
            </a:r>
          </a:p>
          <a:p>
            <a:pPr marL="857250" lvl="1" indent="-376238" algn="just" eaLnBrk="0" hangingPunct="0">
              <a:spcBef>
                <a:spcPct val="20000"/>
              </a:spcBef>
              <a:buClr>
                <a:schemeClr val="tx2"/>
              </a:buClr>
              <a:defRPr/>
            </a:pPr>
            <a:r>
              <a:rPr lang="fr-FR" sz="1700" kern="0" dirty="0">
                <a:latin typeface="Calibri" pitchFamily="34" charset="0"/>
                <a:cs typeface="Calibri" pitchFamily="34" charset="0"/>
              </a:rPr>
              <a:t>-	Lieu réel – lieu où le problème est apparu, quand il est apparu</a:t>
            </a:r>
          </a:p>
          <a:p>
            <a:pPr marL="857250" lvl="1" indent="-376238" algn="just" eaLnBrk="0" hangingPunct="0">
              <a:spcBef>
                <a:spcPct val="20000"/>
              </a:spcBef>
              <a:buClr>
                <a:schemeClr val="tx2"/>
              </a:buClr>
              <a:defRPr/>
            </a:pPr>
            <a:r>
              <a:rPr lang="fr-FR" sz="1700" kern="0" dirty="0">
                <a:latin typeface="Calibri" pitchFamily="34" charset="0"/>
                <a:cs typeface="Calibri" pitchFamily="34" charset="0"/>
              </a:rPr>
              <a:t>-	Pièces réelles – pièces bonnes, pièces mauvaise, comparaison avec les  Specifications</a:t>
            </a:r>
          </a:p>
          <a:p>
            <a:pPr marL="857250" lvl="1" indent="-376238" algn="just" eaLnBrk="0" hangingPunct="0">
              <a:spcBef>
                <a:spcPct val="20000"/>
              </a:spcBef>
              <a:buClr>
                <a:schemeClr val="tx2"/>
              </a:buClr>
              <a:defRPr/>
            </a:pPr>
            <a:r>
              <a:rPr lang="fr-FR" sz="1700" kern="0" dirty="0">
                <a:latin typeface="Calibri" pitchFamily="34" charset="0"/>
                <a:cs typeface="Calibri" pitchFamily="34" charset="0"/>
              </a:rPr>
              <a:t>-	Données réelles -  données et faits uniquement</a:t>
            </a:r>
          </a:p>
          <a:p>
            <a:pPr marL="290513" indent="-290513" eaLnBrk="0" hangingPunct="0">
              <a:spcBef>
                <a:spcPct val="20000"/>
              </a:spcBef>
              <a:buClr>
                <a:schemeClr val="accent1"/>
              </a:buClr>
              <a:buSzPct val="75000"/>
              <a:buFont typeface="Wingdings" pitchFamily="2" charset="2"/>
              <a:buChar char="Ø"/>
              <a:defRPr/>
            </a:pPr>
            <a:endParaRPr lang="fr-FR" sz="2000" kern="0" dirty="0">
              <a:latin typeface="+mn-lt"/>
            </a:endParaRPr>
          </a:p>
          <a:p>
            <a:pPr marL="290513" indent="-290513" eaLnBrk="0" hangingPunct="0">
              <a:spcBef>
                <a:spcPct val="20000"/>
              </a:spcBef>
              <a:buClr>
                <a:schemeClr val="accent1"/>
              </a:buClr>
              <a:buSzPct val="75000"/>
              <a:buFont typeface="Wingdings" pitchFamily="2" charset="2"/>
              <a:buChar char="§"/>
              <a:defRPr/>
            </a:pPr>
            <a:endParaRPr lang="fr-FR" sz="2000" kern="0" dirty="0">
              <a:solidFill>
                <a:schemeClr val="accent1"/>
              </a:solidFill>
              <a:latin typeface="+mn-lt"/>
            </a:endParaRPr>
          </a:p>
        </p:txBody>
      </p:sp>
      <p:pic>
        <p:nvPicPr>
          <p:cNvPr id="9" name="Picture 2" descr="C:\Users\Bertrand\Documents\05 - Clients\LISI Group\Kit de communication LEAP\3reals.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rot="19800000">
            <a:off x="7992203" y="730840"/>
            <a:ext cx="970703" cy="984472"/>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2853696340"/>
      </p:ext>
    </p:extLst>
  </p:cSld>
  <p:clrMapOvr>
    <a:masterClrMapping/>
  </p:clrMapOvr>
  <p:transition>
    <p:wipe dir="d"/>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p:cNvSpPr>
            <a:spLocks noChangeArrowheads="1"/>
          </p:cNvSpPr>
          <p:nvPr/>
        </p:nvSpPr>
        <p:spPr bwMode="auto">
          <a:xfrm>
            <a:off x="939800" y="3352800"/>
            <a:ext cx="6024563" cy="4978400"/>
          </a:xfrm>
          <a:prstGeom prst="rect">
            <a:avLst/>
          </a:prstGeom>
          <a:noFill/>
          <a:ln w="9525">
            <a:noFill/>
            <a:miter lim="800000"/>
            <a:headEnd/>
            <a:tailEnd/>
          </a:ln>
        </p:spPr>
        <p:txBody>
          <a:bodyPr/>
          <a:lstStyle/>
          <a:p>
            <a:pPr marL="1028700" lvl="1" indent="-381000" eaLnBrk="0" hangingPunct="0">
              <a:spcBef>
                <a:spcPct val="20000"/>
              </a:spcBef>
              <a:buClr>
                <a:schemeClr val="tx2"/>
              </a:buClr>
              <a:buFont typeface="Wingdings" pitchFamily="2" charset="2"/>
              <a:buChar char="Ø"/>
            </a:pPr>
            <a:endParaRPr lang="en-US" sz="1800">
              <a:solidFill>
                <a:schemeClr val="tx2"/>
              </a:solidFill>
              <a:latin typeface="Verdana" pitchFamily="34" charset="0"/>
            </a:endParaRPr>
          </a:p>
          <a:p>
            <a:pPr marL="1028700" lvl="1" indent="-381000" eaLnBrk="0" hangingPunct="0">
              <a:spcBef>
                <a:spcPct val="20000"/>
              </a:spcBef>
              <a:buClr>
                <a:schemeClr val="tx2"/>
              </a:buClr>
              <a:buFont typeface="Wingdings" pitchFamily="2" charset="2"/>
              <a:buChar char="Ø"/>
            </a:pPr>
            <a:endParaRPr lang="en-US" sz="1800">
              <a:solidFill>
                <a:srgbClr val="24567D"/>
              </a:solidFill>
              <a:latin typeface="Verdana" pitchFamily="34" charset="0"/>
            </a:endParaRPr>
          </a:p>
          <a:p>
            <a:pPr marL="1028700" lvl="1" indent="-381000" eaLnBrk="0" hangingPunct="0">
              <a:spcBef>
                <a:spcPct val="20000"/>
              </a:spcBef>
              <a:buClr>
                <a:schemeClr val="tx2"/>
              </a:buClr>
              <a:buFont typeface="Wingdings" pitchFamily="2" charset="2"/>
              <a:buChar char="Ø"/>
            </a:pPr>
            <a:endParaRPr lang="en-US" sz="1800">
              <a:solidFill>
                <a:schemeClr val="tx2"/>
              </a:solidFill>
              <a:latin typeface="Verdana" pitchFamily="34" charset="0"/>
            </a:endParaRPr>
          </a:p>
        </p:txBody>
      </p:sp>
      <p:sp>
        <p:nvSpPr>
          <p:cNvPr id="92163" name="Rectangle 3"/>
          <p:cNvSpPr>
            <a:spLocks noChangeArrowheads="1"/>
          </p:cNvSpPr>
          <p:nvPr/>
        </p:nvSpPr>
        <p:spPr bwMode="auto">
          <a:xfrm>
            <a:off x="0" y="1231900"/>
            <a:ext cx="8834438" cy="4978400"/>
          </a:xfrm>
          <a:prstGeom prst="rect">
            <a:avLst/>
          </a:prstGeom>
          <a:noFill/>
          <a:ln w="9525">
            <a:noFill/>
            <a:miter lim="800000"/>
            <a:headEnd/>
            <a:tailEnd/>
          </a:ln>
        </p:spPr>
        <p:txBody>
          <a:bodyPr/>
          <a:lstStyle/>
          <a:p>
            <a:pPr marL="457200" indent="-269875" eaLnBrk="0" hangingPunct="0">
              <a:spcBef>
                <a:spcPct val="20000"/>
              </a:spcBef>
              <a:buClr>
                <a:schemeClr val="tx2"/>
              </a:buClr>
              <a:buFont typeface="Wingdings" pitchFamily="2" charset="2"/>
              <a:buChar char="Ø"/>
            </a:pPr>
            <a:endParaRPr lang="en-US" sz="1600">
              <a:solidFill>
                <a:schemeClr val="tx2"/>
              </a:solidFill>
              <a:latin typeface="Calibri" pitchFamily="34" charset="0"/>
              <a:cs typeface="Calibri" pitchFamily="34" charset="0"/>
            </a:endParaRPr>
          </a:p>
        </p:txBody>
      </p:sp>
      <p:pic>
        <p:nvPicPr>
          <p:cNvPr id="92164" name="AutoShape 6"/>
          <p:cNvPicPr>
            <a:picLocks noChangeArrowheads="1"/>
          </p:cNvPicPr>
          <p:nvPr/>
        </p:nvPicPr>
        <p:blipFill>
          <a:blip r:embed="rId3" cstate="print"/>
          <a:srcRect/>
          <a:stretch>
            <a:fillRect/>
          </a:stretch>
        </p:blipFill>
        <p:spPr bwMode="auto">
          <a:xfrm>
            <a:off x="650875" y="2014538"/>
            <a:ext cx="8266113" cy="1530350"/>
          </a:xfrm>
          <a:prstGeom prst="rect">
            <a:avLst/>
          </a:prstGeom>
          <a:noFill/>
          <a:ln w="9525">
            <a:noFill/>
            <a:miter lim="800000"/>
            <a:headEnd/>
            <a:tailEnd/>
          </a:ln>
        </p:spPr>
      </p:pic>
      <p:sp>
        <p:nvSpPr>
          <p:cNvPr id="92165" name="Text Box 4"/>
          <p:cNvSpPr txBox="1">
            <a:spLocks noChangeArrowheads="1"/>
          </p:cNvSpPr>
          <p:nvPr/>
        </p:nvSpPr>
        <p:spPr bwMode="auto">
          <a:xfrm>
            <a:off x="1784350" y="2122488"/>
            <a:ext cx="5127625" cy="731837"/>
          </a:xfrm>
          <a:prstGeom prst="rect">
            <a:avLst/>
          </a:prstGeom>
          <a:noFill/>
          <a:ln w="9525">
            <a:noFill/>
            <a:miter lim="800000"/>
            <a:headEnd/>
            <a:tailEnd/>
          </a:ln>
        </p:spPr>
        <p:txBody>
          <a:bodyPr lIns="90000" tIns="46800" rIns="90000" bIns="46800" anchorCtr="1"/>
          <a:lstStyle/>
          <a:p>
            <a:pPr algn="ctr"/>
            <a:r>
              <a:rPr lang="en-US" sz="3200" dirty="0">
                <a:solidFill>
                  <a:schemeClr val="bg1"/>
                </a:solidFill>
                <a:latin typeface="Calibri" pitchFamily="34" charset="0"/>
                <a:cs typeface="Calibri" pitchFamily="34" charset="0"/>
              </a:rPr>
              <a:t>    </a:t>
            </a:r>
            <a:r>
              <a:rPr lang="en-US" sz="2400" b="1" dirty="0">
                <a:solidFill>
                  <a:srgbClr val="C00000"/>
                </a:solidFill>
                <a:latin typeface="Calibri" pitchFamily="34" charset="0"/>
                <a:cs typeface="Calibri" pitchFamily="34" charset="0"/>
              </a:rPr>
              <a:t>PROBLEME</a:t>
            </a:r>
          </a:p>
        </p:txBody>
      </p:sp>
      <p:sp>
        <p:nvSpPr>
          <p:cNvPr id="92166" name="AutoShape 9"/>
          <p:cNvSpPr>
            <a:spLocks noChangeArrowheads="1"/>
          </p:cNvSpPr>
          <p:nvPr/>
        </p:nvSpPr>
        <p:spPr bwMode="auto">
          <a:xfrm>
            <a:off x="919163" y="5902325"/>
            <a:ext cx="7418387" cy="307975"/>
          </a:xfrm>
          <a:prstGeom prst="bevel">
            <a:avLst>
              <a:gd name="adj" fmla="val 6704"/>
            </a:avLst>
          </a:prstGeom>
          <a:solidFill>
            <a:schemeClr val="bg2">
              <a:lumMod val="75000"/>
            </a:schemeClr>
          </a:solidFill>
          <a:ln w="9525">
            <a:noFill/>
            <a:miter lim="800000"/>
            <a:headEnd/>
            <a:tailEnd/>
          </a:ln>
        </p:spPr>
        <p:txBody>
          <a:bodyPr anchor="ctr" anchorCtr="1"/>
          <a:lstStyle/>
          <a:p>
            <a:pPr algn="ctr" eaLnBrk="0" hangingPunct="0"/>
            <a:r>
              <a:rPr lang="fr-FR" sz="2400" b="1" dirty="0">
                <a:solidFill>
                  <a:schemeClr val="bg1"/>
                </a:solidFill>
                <a:latin typeface="Calibri" pitchFamily="34" charset="0"/>
                <a:cs typeface="Calibri" pitchFamily="34" charset="0"/>
              </a:rPr>
              <a:t>Raisonnement logique</a:t>
            </a:r>
            <a:endParaRPr lang="en-GB" sz="2400" b="1" dirty="0">
              <a:solidFill>
                <a:schemeClr val="bg1"/>
              </a:solidFill>
              <a:latin typeface="Calibri" pitchFamily="34" charset="0"/>
              <a:cs typeface="Calibri" pitchFamily="34" charset="0"/>
            </a:endParaRPr>
          </a:p>
        </p:txBody>
      </p:sp>
      <p:sp>
        <p:nvSpPr>
          <p:cNvPr id="681999" name="Text Box 15"/>
          <p:cNvSpPr txBox="1">
            <a:spLocks noChangeArrowheads="1"/>
          </p:cNvSpPr>
          <p:nvPr/>
        </p:nvSpPr>
        <p:spPr bwMode="auto">
          <a:xfrm>
            <a:off x="1169988" y="2265363"/>
            <a:ext cx="2232025" cy="366712"/>
          </a:xfrm>
          <a:prstGeom prst="rect">
            <a:avLst/>
          </a:prstGeom>
          <a:noFill/>
          <a:ln w="76200">
            <a:noFill/>
            <a:miter lim="800000"/>
            <a:headEnd/>
            <a:tailEnd/>
          </a:ln>
        </p:spPr>
        <p:txBody>
          <a:bodyPr>
            <a:spAutoFit/>
          </a:bodyPr>
          <a:lstStyle/>
          <a:p>
            <a:pPr algn="ctr" eaLnBrk="0" hangingPunct="0">
              <a:spcBef>
                <a:spcPct val="50000"/>
              </a:spcBef>
            </a:pPr>
            <a:r>
              <a:rPr lang="fr-FR" sz="1800" b="1" i="1">
                <a:solidFill>
                  <a:schemeClr val="tx2"/>
                </a:solidFill>
                <a:latin typeface="Calibri" pitchFamily="34" charset="0"/>
                <a:cs typeface="Calibri" pitchFamily="34" charset="0"/>
              </a:rPr>
              <a:t>OCCURRENCE</a:t>
            </a:r>
          </a:p>
        </p:txBody>
      </p:sp>
      <p:sp>
        <p:nvSpPr>
          <p:cNvPr id="682000" name="Text Box 16"/>
          <p:cNvSpPr txBox="1">
            <a:spLocks noChangeArrowheads="1"/>
          </p:cNvSpPr>
          <p:nvPr/>
        </p:nvSpPr>
        <p:spPr bwMode="auto">
          <a:xfrm>
            <a:off x="5608638" y="2265363"/>
            <a:ext cx="2447925" cy="366712"/>
          </a:xfrm>
          <a:prstGeom prst="rect">
            <a:avLst/>
          </a:prstGeom>
          <a:noFill/>
          <a:ln w="76200">
            <a:noFill/>
            <a:miter lim="800000"/>
            <a:headEnd/>
            <a:tailEnd/>
          </a:ln>
        </p:spPr>
        <p:txBody>
          <a:bodyPr>
            <a:spAutoFit/>
          </a:bodyPr>
          <a:lstStyle/>
          <a:p>
            <a:pPr algn="ctr" eaLnBrk="0" hangingPunct="0">
              <a:spcBef>
                <a:spcPct val="50000"/>
              </a:spcBef>
            </a:pPr>
            <a:r>
              <a:rPr lang="fr-FR" sz="1800" b="1" i="1">
                <a:solidFill>
                  <a:schemeClr val="tx2"/>
                </a:solidFill>
                <a:latin typeface="Calibri" pitchFamily="34" charset="0"/>
                <a:cs typeface="Calibri" pitchFamily="34" charset="0"/>
              </a:rPr>
              <a:t>NON  DETECTION</a:t>
            </a:r>
          </a:p>
        </p:txBody>
      </p:sp>
      <p:grpSp>
        <p:nvGrpSpPr>
          <p:cNvPr id="2" name="Group 41"/>
          <p:cNvGrpSpPr>
            <a:grpSpLocks/>
          </p:cNvGrpSpPr>
          <p:nvPr/>
        </p:nvGrpSpPr>
        <p:grpSpPr bwMode="auto">
          <a:xfrm>
            <a:off x="919163" y="2676525"/>
            <a:ext cx="3097212" cy="3087688"/>
            <a:chOff x="703" y="1258"/>
            <a:chExt cx="1951" cy="1945"/>
          </a:xfrm>
        </p:grpSpPr>
        <p:sp>
          <p:nvSpPr>
            <p:cNvPr id="681994" name="Rectangle 10"/>
            <p:cNvSpPr>
              <a:spLocks noChangeArrowheads="1"/>
            </p:cNvSpPr>
            <p:nvPr/>
          </p:nvSpPr>
          <p:spPr bwMode="auto">
            <a:xfrm>
              <a:off x="703" y="1258"/>
              <a:ext cx="1951" cy="408"/>
            </a:xfrm>
            <a:prstGeom prst="rect">
              <a:avLst/>
            </a:prstGeom>
            <a:solidFill>
              <a:srgbClr val="FFFF00"/>
            </a:solidFill>
            <a:ln w="28575">
              <a:solidFill>
                <a:schemeClr val="tx2"/>
              </a:solidFill>
              <a:miter lim="800000"/>
              <a:headEnd/>
              <a:tailEnd/>
            </a:ln>
            <a:effectLst>
              <a:outerShdw dist="107763" dir="2700000" algn="ctr" rotWithShape="0">
                <a:srgbClr val="808080"/>
              </a:outerShdw>
            </a:effectLst>
          </p:spPr>
          <p:txBody>
            <a:bodyPr wrap="none" anchor="ctr"/>
            <a:lstStyle/>
            <a:p>
              <a:pPr algn="ctr" eaLnBrk="0" hangingPunct="0">
                <a:defRPr/>
              </a:pPr>
              <a:endParaRPr lang="en-US" sz="1800" dirty="0">
                <a:latin typeface="Calibri" pitchFamily="34" charset="0"/>
                <a:cs typeface="Calibri" pitchFamily="34" charset="0"/>
              </a:endParaRPr>
            </a:p>
            <a:p>
              <a:pPr algn="ctr" eaLnBrk="0" hangingPunct="0">
                <a:defRPr/>
              </a:pPr>
              <a:r>
                <a:rPr lang="en-US" sz="1800" dirty="0">
                  <a:latin typeface="Calibri" pitchFamily="34" charset="0"/>
                  <a:cs typeface="Calibri" pitchFamily="34" charset="0"/>
                </a:rPr>
                <a:t>Pourquoi le problème</a:t>
              </a:r>
            </a:p>
            <a:p>
              <a:pPr algn="ctr" eaLnBrk="0" hangingPunct="0">
                <a:defRPr/>
              </a:pPr>
              <a:r>
                <a:rPr lang="en-US" sz="1800" b="1" dirty="0">
                  <a:latin typeface="Calibri" pitchFamily="34" charset="0"/>
                  <a:cs typeface="Calibri" pitchFamily="34" charset="0"/>
                </a:rPr>
                <a:t>est-</a:t>
              </a:r>
              <a:r>
                <a:rPr lang="en-US" sz="1800" b="1" dirty="0" err="1">
                  <a:latin typeface="Calibri" pitchFamily="34" charset="0"/>
                  <a:cs typeface="Calibri" pitchFamily="34" charset="0"/>
                </a:rPr>
                <a:t>il</a:t>
              </a:r>
              <a:r>
                <a:rPr lang="en-US" sz="1800" b="1" dirty="0">
                  <a:latin typeface="Calibri" pitchFamily="34" charset="0"/>
                  <a:cs typeface="Calibri" pitchFamily="34" charset="0"/>
                </a:rPr>
                <a:t> </a:t>
              </a:r>
              <a:r>
                <a:rPr lang="en-US" sz="1800" b="1" dirty="0" err="1">
                  <a:latin typeface="Calibri" pitchFamily="34" charset="0"/>
                  <a:cs typeface="Calibri" pitchFamily="34" charset="0"/>
                </a:rPr>
                <a:t>apparu</a:t>
              </a:r>
              <a:r>
                <a:rPr lang="en-US" sz="1800" b="1" dirty="0">
                  <a:latin typeface="Calibri" pitchFamily="34" charset="0"/>
                  <a:cs typeface="Calibri" pitchFamily="34" charset="0"/>
                </a:rPr>
                <a:t> </a:t>
              </a:r>
              <a:r>
                <a:rPr lang="en-US" sz="1800" dirty="0">
                  <a:latin typeface="Calibri" pitchFamily="34" charset="0"/>
                  <a:cs typeface="Calibri" pitchFamily="34" charset="0"/>
                </a:rPr>
                <a:t>? </a:t>
              </a:r>
            </a:p>
            <a:p>
              <a:pPr algn="ctr" eaLnBrk="0" hangingPunct="0">
                <a:defRPr/>
              </a:pPr>
              <a:endParaRPr lang="en-US" sz="1800" b="1" dirty="0">
                <a:latin typeface="Calibri" pitchFamily="34" charset="0"/>
                <a:cs typeface="Calibri" pitchFamily="34" charset="0"/>
              </a:endParaRPr>
            </a:p>
          </p:txBody>
        </p:sp>
        <p:pic>
          <p:nvPicPr>
            <p:cNvPr id="92197" name="Picture 12"/>
            <p:cNvPicPr>
              <a:picLocks noChangeAspect="1" noChangeArrowheads="1"/>
            </p:cNvPicPr>
            <p:nvPr/>
          </p:nvPicPr>
          <p:blipFill>
            <a:blip r:embed="rId4" cstate="print"/>
            <a:srcRect/>
            <a:stretch>
              <a:fillRect/>
            </a:stretch>
          </p:blipFill>
          <p:spPr bwMode="auto">
            <a:xfrm>
              <a:off x="979" y="1726"/>
              <a:ext cx="1290" cy="982"/>
            </a:xfrm>
            <a:prstGeom prst="rect">
              <a:avLst/>
            </a:prstGeom>
            <a:noFill/>
            <a:ln w="28575" algn="ctr">
              <a:noFill/>
              <a:miter lim="800000"/>
              <a:headEnd/>
              <a:tailEnd/>
            </a:ln>
          </p:spPr>
        </p:pic>
        <p:sp>
          <p:nvSpPr>
            <p:cNvPr id="682001" name="Rectangle 17"/>
            <p:cNvSpPr>
              <a:spLocks noChangeArrowheads="1"/>
            </p:cNvSpPr>
            <p:nvPr/>
          </p:nvSpPr>
          <p:spPr bwMode="auto">
            <a:xfrm>
              <a:off x="703" y="2795"/>
              <a:ext cx="1951" cy="408"/>
            </a:xfrm>
            <a:prstGeom prst="rect">
              <a:avLst/>
            </a:prstGeom>
            <a:solidFill>
              <a:srgbClr val="CCFFCC"/>
            </a:solidFill>
            <a:ln w="28575">
              <a:solidFill>
                <a:schemeClr val="folHlink"/>
              </a:solidFill>
              <a:miter lim="800000"/>
              <a:headEnd/>
              <a:tailEnd/>
            </a:ln>
            <a:effectLst>
              <a:outerShdw dist="107763" dir="2700000" algn="ctr" rotWithShape="0">
                <a:srgbClr val="808080"/>
              </a:outerShdw>
            </a:effectLst>
          </p:spPr>
          <p:txBody>
            <a:bodyPr wrap="none" anchor="ctr"/>
            <a:lstStyle/>
            <a:p>
              <a:pPr algn="ctr" eaLnBrk="0" hangingPunct="0">
                <a:defRPr/>
              </a:pPr>
              <a:r>
                <a:rPr lang="en-US" sz="1800" b="1" dirty="0">
                  <a:latin typeface="Calibri" pitchFamily="34" charset="0"/>
                  <a:cs typeface="Calibri" pitchFamily="34" charset="0"/>
                </a:rPr>
                <a:t>La cause racine de</a:t>
              </a:r>
            </a:p>
            <a:p>
              <a:pPr algn="ctr" eaLnBrk="0" hangingPunct="0">
                <a:defRPr/>
              </a:pPr>
              <a:r>
                <a:rPr lang="en-US" sz="1800" b="1" dirty="0">
                  <a:latin typeface="Calibri" pitchFamily="34" charset="0"/>
                  <a:cs typeface="Calibri" pitchFamily="34" charset="0"/>
                </a:rPr>
                <a:t> l’occurrence est …</a:t>
              </a:r>
            </a:p>
          </p:txBody>
        </p:sp>
        <p:sp>
          <p:nvSpPr>
            <p:cNvPr id="5" name="AutoShape 18"/>
            <p:cNvSpPr>
              <a:spLocks noChangeArrowheads="1"/>
            </p:cNvSpPr>
            <p:nvPr/>
          </p:nvSpPr>
          <p:spPr bwMode="auto">
            <a:xfrm flipV="1">
              <a:off x="2109" y="2432"/>
              <a:ext cx="363" cy="408"/>
            </a:xfrm>
            <a:custGeom>
              <a:avLst/>
              <a:gdLst>
                <a:gd name="T0" fmla="*/ 2 w 21600"/>
                <a:gd name="T1" fmla="*/ 0 h 21600"/>
                <a:gd name="T2" fmla="*/ 1 w 21600"/>
                <a:gd name="T3" fmla="*/ 1 h 21600"/>
                <a:gd name="T4" fmla="*/ 0 w 21600"/>
                <a:gd name="T5" fmla="*/ 4 h 21600"/>
                <a:gd name="T6" fmla="*/ 1 w 21600"/>
                <a:gd name="T7" fmla="*/ 4 h 21600"/>
                <a:gd name="T8" fmla="*/ 2 w 21600"/>
                <a:gd name="T9" fmla="*/ 3 h 21600"/>
                <a:gd name="T10" fmla="*/ 3 w 21600"/>
                <a:gd name="T11" fmla="*/ 1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06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close/>
                </a:path>
              </a:pathLst>
            </a:custGeom>
            <a:solidFill>
              <a:srgbClr val="00FF00"/>
            </a:solidFill>
            <a:ln w="28575" algn="ctr">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lIns="90000" tIns="46800" rIns="90000" bIns="46800" anchor="ctr"/>
            <a:lstStyle/>
            <a:p>
              <a:pPr>
                <a:defRPr/>
              </a:pPr>
              <a:endParaRPr lang="fr-FR"/>
            </a:p>
          </p:txBody>
        </p:sp>
        <p:sp>
          <p:nvSpPr>
            <p:cNvPr id="92202" name="AutoShape 19"/>
            <p:cNvSpPr>
              <a:spLocks noChangeArrowheads="1"/>
            </p:cNvSpPr>
            <p:nvPr/>
          </p:nvSpPr>
          <p:spPr bwMode="auto">
            <a:xfrm rot="5400000">
              <a:off x="725" y="1690"/>
              <a:ext cx="363" cy="31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06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close/>
                </a:path>
              </a:pathLst>
            </a:custGeom>
            <a:solidFill>
              <a:srgbClr val="FFFF00"/>
            </a:solidFill>
            <a:ln w="28575" algn="ctr">
              <a:solidFill>
                <a:schemeClr val="accent2"/>
              </a:solidFill>
              <a:miter lim="800000"/>
              <a:headEnd/>
              <a:tailEnd/>
            </a:ln>
          </p:spPr>
          <p:txBody>
            <a:bodyPr wrap="none" lIns="90000" tIns="46800" rIns="90000" bIns="46800" anchor="ctr"/>
            <a:lstStyle/>
            <a:p>
              <a:endParaRPr lang="fr-FR"/>
            </a:p>
          </p:txBody>
        </p:sp>
      </p:grpSp>
      <p:grpSp>
        <p:nvGrpSpPr>
          <p:cNvPr id="3" name="Group 42"/>
          <p:cNvGrpSpPr>
            <a:grpSpLocks/>
          </p:cNvGrpSpPr>
          <p:nvPr/>
        </p:nvGrpSpPr>
        <p:grpSpPr bwMode="auto">
          <a:xfrm>
            <a:off x="5165725" y="2636838"/>
            <a:ext cx="3097213" cy="3127375"/>
            <a:chOff x="3378" y="1233"/>
            <a:chExt cx="1951" cy="1970"/>
          </a:xfrm>
        </p:grpSpPr>
        <p:pic>
          <p:nvPicPr>
            <p:cNvPr id="92189" name="Picture 5"/>
            <p:cNvPicPr>
              <a:picLocks noChangeAspect="1" noChangeArrowheads="1"/>
            </p:cNvPicPr>
            <p:nvPr/>
          </p:nvPicPr>
          <p:blipFill>
            <a:blip r:embed="rId4" cstate="print"/>
            <a:srcRect/>
            <a:stretch>
              <a:fillRect/>
            </a:stretch>
          </p:blipFill>
          <p:spPr bwMode="auto">
            <a:xfrm>
              <a:off x="3651" y="1697"/>
              <a:ext cx="1316" cy="1001"/>
            </a:xfrm>
            <a:prstGeom prst="rect">
              <a:avLst/>
            </a:prstGeom>
            <a:noFill/>
            <a:ln w="28575" algn="ctr">
              <a:noFill/>
              <a:miter lim="800000"/>
              <a:headEnd/>
              <a:tailEnd/>
            </a:ln>
          </p:spPr>
        </p:pic>
        <p:sp>
          <p:nvSpPr>
            <p:cNvPr id="681995" name="Rectangle 11"/>
            <p:cNvSpPr>
              <a:spLocks noChangeArrowheads="1"/>
            </p:cNvSpPr>
            <p:nvPr/>
          </p:nvSpPr>
          <p:spPr bwMode="auto">
            <a:xfrm>
              <a:off x="3379" y="1233"/>
              <a:ext cx="1950" cy="408"/>
            </a:xfrm>
            <a:prstGeom prst="rect">
              <a:avLst/>
            </a:prstGeom>
            <a:solidFill>
              <a:srgbClr val="FFFF00"/>
            </a:solidFill>
            <a:ln w="28575">
              <a:solidFill>
                <a:schemeClr val="folHlink"/>
              </a:solidFill>
              <a:miter lim="800000"/>
              <a:headEnd/>
              <a:tailEnd/>
            </a:ln>
            <a:effectLst>
              <a:outerShdw dist="107763" dir="2700000" algn="ctr" rotWithShape="0">
                <a:srgbClr val="808080"/>
              </a:outerShdw>
            </a:effectLst>
          </p:spPr>
          <p:txBody>
            <a:bodyPr wrap="none" anchor="ctr"/>
            <a:lstStyle/>
            <a:p>
              <a:pPr algn="ctr" eaLnBrk="0" hangingPunct="0">
                <a:defRPr/>
              </a:pPr>
              <a:r>
                <a:rPr lang="en-US" sz="1800" dirty="0">
                  <a:latin typeface="Calibri" pitchFamily="34" charset="0"/>
                  <a:cs typeface="Calibri" pitchFamily="34" charset="0"/>
                </a:rPr>
                <a:t>Pourquoi le problème </a:t>
              </a:r>
            </a:p>
            <a:p>
              <a:pPr algn="ctr" eaLnBrk="0" hangingPunct="0">
                <a:defRPr/>
              </a:pPr>
              <a:r>
                <a:rPr lang="en-US" sz="1800" b="1" dirty="0">
                  <a:latin typeface="Calibri" pitchFamily="34" charset="0"/>
                  <a:cs typeface="Calibri" pitchFamily="34" charset="0"/>
                </a:rPr>
                <a:t>n’a pas été détecté ?</a:t>
              </a:r>
            </a:p>
          </p:txBody>
        </p:sp>
        <p:sp>
          <p:nvSpPr>
            <p:cNvPr id="681997" name="Rectangle 13"/>
            <p:cNvSpPr>
              <a:spLocks noChangeArrowheads="1"/>
            </p:cNvSpPr>
            <p:nvPr/>
          </p:nvSpPr>
          <p:spPr bwMode="auto">
            <a:xfrm>
              <a:off x="3378" y="2795"/>
              <a:ext cx="1951" cy="408"/>
            </a:xfrm>
            <a:prstGeom prst="rect">
              <a:avLst/>
            </a:prstGeom>
            <a:solidFill>
              <a:srgbClr val="CCFFCC"/>
            </a:solidFill>
            <a:ln w="28575">
              <a:solidFill>
                <a:schemeClr val="folHlink"/>
              </a:solidFill>
              <a:miter lim="800000"/>
              <a:headEnd/>
              <a:tailEnd/>
            </a:ln>
            <a:effectLst>
              <a:outerShdw dist="107763" dir="2700000" algn="ctr" rotWithShape="0">
                <a:srgbClr val="808080"/>
              </a:outerShdw>
            </a:effectLst>
          </p:spPr>
          <p:txBody>
            <a:bodyPr wrap="none" anchor="ctr"/>
            <a:lstStyle/>
            <a:p>
              <a:pPr algn="ctr" eaLnBrk="0" hangingPunct="0">
                <a:defRPr/>
              </a:pPr>
              <a:r>
                <a:rPr lang="en-US" sz="1800" b="1" dirty="0">
                  <a:latin typeface="Calibri" pitchFamily="34" charset="0"/>
                  <a:cs typeface="Calibri" pitchFamily="34" charset="0"/>
                </a:rPr>
                <a:t>La cause racine </a:t>
              </a:r>
            </a:p>
            <a:p>
              <a:pPr algn="ctr" eaLnBrk="0" hangingPunct="0">
                <a:defRPr/>
              </a:pPr>
              <a:r>
                <a:rPr lang="en-US" sz="1800" b="1" dirty="0">
                  <a:latin typeface="Calibri" pitchFamily="34" charset="0"/>
                  <a:cs typeface="Calibri" pitchFamily="34" charset="0"/>
                </a:rPr>
                <a:t>de la non détection est …</a:t>
              </a:r>
            </a:p>
          </p:txBody>
        </p:sp>
        <p:sp>
          <p:nvSpPr>
            <p:cNvPr id="92192" name="AutoShape 14"/>
            <p:cNvSpPr>
              <a:spLocks noChangeArrowheads="1"/>
            </p:cNvSpPr>
            <p:nvPr/>
          </p:nvSpPr>
          <p:spPr bwMode="auto">
            <a:xfrm rot="5400000">
              <a:off x="3401" y="1665"/>
              <a:ext cx="363" cy="318"/>
            </a:xfrm>
            <a:custGeom>
              <a:avLst/>
              <a:gdLst>
                <a:gd name="T0" fmla="*/ 0 w 21600"/>
                <a:gd name="T1" fmla="*/ 0 h 21600"/>
                <a:gd name="T2" fmla="*/ 0 w 21600"/>
                <a:gd name="T3" fmla="*/ 0 h 21600"/>
                <a:gd name="T4" fmla="*/ 0 w 21600"/>
                <a:gd name="T5" fmla="*/ 0 h 21600"/>
                <a:gd name="T6" fmla="*/ 0 w 21600"/>
                <a:gd name="T7" fmla="*/ 0 h 21600"/>
                <a:gd name="T8" fmla="*/ 0 w 21600"/>
                <a:gd name="T9" fmla="*/ 0 h 21600"/>
                <a:gd name="T10" fmla="*/ 0 w 21600"/>
                <a:gd name="T11" fmla="*/ 0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06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close/>
                </a:path>
              </a:pathLst>
            </a:custGeom>
            <a:solidFill>
              <a:srgbClr val="FFFF00"/>
            </a:solidFill>
            <a:ln w="28575" algn="ctr">
              <a:solidFill>
                <a:schemeClr val="accent2"/>
              </a:solidFill>
              <a:miter lim="800000"/>
              <a:headEnd/>
              <a:tailEnd/>
            </a:ln>
          </p:spPr>
          <p:txBody>
            <a:bodyPr wrap="none" lIns="90000" tIns="46800" rIns="90000" bIns="46800" anchor="ctr"/>
            <a:lstStyle/>
            <a:p>
              <a:endParaRPr lang="fr-FR"/>
            </a:p>
          </p:txBody>
        </p:sp>
        <p:sp>
          <p:nvSpPr>
            <p:cNvPr id="92193" name="AutoShape 20"/>
            <p:cNvSpPr>
              <a:spLocks noChangeArrowheads="1"/>
            </p:cNvSpPr>
            <p:nvPr/>
          </p:nvSpPr>
          <p:spPr bwMode="auto">
            <a:xfrm flipV="1">
              <a:off x="4830" y="2432"/>
              <a:ext cx="363" cy="408"/>
            </a:xfrm>
            <a:custGeom>
              <a:avLst/>
              <a:gdLst>
                <a:gd name="T0" fmla="*/ 2 w 21600"/>
                <a:gd name="T1" fmla="*/ 0 h 21600"/>
                <a:gd name="T2" fmla="*/ 1 w 21600"/>
                <a:gd name="T3" fmla="*/ 1 h 21600"/>
                <a:gd name="T4" fmla="*/ 0 w 21600"/>
                <a:gd name="T5" fmla="*/ 4 h 21600"/>
                <a:gd name="T6" fmla="*/ 1 w 21600"/>
                <a:gd name="T7" fmla="*/ 4 h 21600"/>
                <a:gd name="T8" fmla="*/ 2 w 21600"/>
                <a:gd name="T9" fmla="*/ 3 h 21600"/>
                <a:gd name="T10" fmla="*/ 3 w 21600"/>
                <a:gd name="T11" fmla="*/ 1 h 21600"/>
                <a:gd name="T12" fmla="*/ 17694720 60000 65536"/>
                <a:gd name="T13" fmla="*/ 11796480 60000 65536"/>
                <a:gd name="T14" fmla="*/ 11796480 60000 65536"/>
                <a:gd name="T15" fmla="*/ 5898240 60000 65536"/>
                <a:gd name="T16" fmla="*/ 0 60000 65536"/>
                <a:gd name="T17" fmla="*/ 0 60000 65536"/>
                <a:gd name="T18" fmla="*/ 0 w 21600"/>
                <a:gd name="T19" fmla="*/ 14400 h 21600"/>
                <a:gd name="T20" fmla="*/ 18506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close/>
                </a:path>
              </a:pathLst>
            </a:custGeom>
            <a:solidFill>
              <a:srgbClr val="00FF00"/>
            </a:solidFill>
            <a:ln w="28575" algn="ctr">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lIns="90000" tIns="46800" rIns="90000" bIns="46800" anchor="ctr"/>
            <a:lstStyle/>
            <a:p>
              <a:pPr>
                <a:defRPr/>
              </a:pPr>
              <a:endParaRPr lang="fr-FR"/>
            </a:p>
          </p:txBody>
        </p:sp>
      </p:grpSp>
      <p:sp>
        <p:nvSpPr>
          <p:cNvPr id="33" name="Text Box 5"/>
          <p:cNvSpPr txBox="1">
            <a:spLocks noChangeArrowheads="1"/>
          </p:cNvSpPr>
          <p:nvPr/>
        </p:nvSpPr>
        <p:spPr bwMode="auto">
          <a:xfrm>
            <a:off x="296526" y="1674042"/>
            <a:ext cx="2888611" cy="369332"/>
          </a:xfrm>
          <a:prstGeom prst="rect">
            <a:avLst/>
          </a:prstGeom>
          <a:blipFill dpi="0" rotWithShape="0">
            <a:blip r:embed="rId5" cstate="email"/>
            <a:srcRect/>
            <a:tile tx="0" ty="0" sx="100000" sy="100000" flip="none" algn="tl"/>
          </a:blipFill>
          <a:ln w="9525">
            <a:noFill/>
            <a:miter lim="800000"/>
            <a:headEnd/>
            <a:tailEnd/>
          </a:ln>
          <a:effectLst>
            <a:glow rad="228600">
              <a:schemeClr val="accent4">
                <a:satMod val="175000"/>
                <a:alpha val="40000"/>
              </a:schemeClr>
            </a:glow>
          </a:effectLst>
        </p:spPr>
        <p:txBody>
          <a:bodyPr wrap="none">
            <a:spAutoFit/>
          </a:bodyPr>
          <a:lstStyle/>
          <a:p>
            <a:pPr eaLnBrk="0" hangingPunct="0">
              <a:spcBef>
                <a:spcPct val="50000"/>
              </a:spcBef>
              <a:defRPr/>
            </a:pPr>
            <a:r>
              <a:rPr lang="fr-FR" sz="1800" dirty="0">
                <a:latin typeface="Calibri" pitchFamily="34" charset="0"/>
                <a:cs typeface="Calibri" pitchFamily="34" charset="0"/>
              </a:rPr>
              <a:t>Occurrence &amp; Non Détection</a:t>
            </a:r>
            <a:endParaRPr lang="fr-FR" sz="1800" b="1" dirty="0">
              <a:latin typeface="Calibri" pitchFamily="34" charset="0"/>
              <a:cs typeface="Calibri" pitchFamily="34" charset="0"/>
            </a:endParaRPr>
          </a:p>
        </p:txBody>
      </p:sp>
      <p:sp>
        <p:nvSpPr>
          <p:cNvPr id="34" name="Text Box 2"/>
          <p:cNvSpPr txBox="1">
            <a:spLocks noChangeArrowheads="1"/>
          </p:cNvSpPr>
          <p:nvPr/>
        </p:nvSpPr>
        <p:spPr bwMode="auto">
          <a:xfrm>
            <a:off x="2294648" y="1142063"/>
            <a:ext cx="3634456"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D5 – Identifier les causes racines</a:t>
            </a:r>
          </a:p>
        </p:txBody>
      </p:sp>
      <p:sp>
        <p:nvSpPr>
          <p:cNvPr id="35" name="Rectangle 2"/>
          <p:cNvSpPr>
            <a:spLocks noChangeArrowheads="1"/>
          </p:cNvSpPr>
          <p:nvPr/>
        </p:nvSpPr>
        <p:spPr bwMode="auto">
          <a:xfrm>
            <a:off x="251520" y="296069"/>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
        <p:nvSpPr>
          <p:cNvPr id="40" name="Rectangle 39"/>
          <p:cNvSpPr/>
          <p:nvPr/>
        </p:nvSpPr>
        <p:spPr>
          <a:xfrm>
            <a:off x="296525" y="1112139"/>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pic>
        <p:nvPicPr>
          <p:cNvPr id="36" name="Picture 2" descr="C:\Users\Bertrand\Documents\05 - Clients\LISI Group\Kit de communication LEAP\3reals.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rot="19800000">
            <a:off x="7874730" y="900808"/>
            <a:ext cx="970703" cy="984472"/>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1914287367"/>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681999"/>
                                        </p:tgtEl>
                                        <p:attrNameLst>
                                          <p:attrName>style.visibility</p:attrName>
                                        </p:attrNameLst>
                                      </p:cBhvr>
                                      <p:to>
                                        <p:strVal val="visible"/>
                                      </p:to>
                                    </p:set>
                                  </p:childTnLst>
                                </p:cTn>
                              </p:par>
                            </p:childTnLst>
                          </p:cTn>
                        </p:par>
                        <p:par>
                          <p:cTn id="7" fill="hold">
                            <p:stCondLst>
                              <p:cond delay="500"/>
                            </p:stCondLst>
                            <p:childTnLst>
                              <p:par>
                                <p:cTn id="8" presetID="22" presetClass="entr" presetSubtype="1" fill="hold" nodeType="after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wipe(up)">
                                      <p:cBhvr>
                                        <p:cTn id="10" dur="5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682000"/>
                                        </p:tgtEl>
                                        <p:attrNameLst>
                                          <p:attrName>style.visibility</p:attrName>
                                        </p:attrNameLst>
                                      </p:cBhvr>
                                      <p:to>
                                        <p:strVal val="visible"/>
                                      </p:to>
                                    </p:set>
                                  </p:childTnLst>
                                </p:cTn>
                              </p:par>
                            </p:childTnLst>
                          </p:cTn>
                        </p:par>
                        <p:par>
                          <p:cTn id="15" fill="hold">
                            <p:stCondLst>
                              <p:cond delay="500"/>
                            </p:stCondLst>
                            <p:childTnLst>
                              <p:par>
                                <p:cTn id="16" presetID="22" presetClass="entr" presetSubtype="1" fill="hold" nodeType="after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up)">
                                      <p:cBhvr>
                                        <p:cTn id="18"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1999" grpId="0" autoUpdateAnimBg="0"/>
      <p:bldP spid="682000" grpId="0" autoUpdateAnimBg="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AutoShape 3"/>
          <p:cNvSpPr>
            <a:spLocks noChangeArrowheads="1"/>
          </p:cNvSpPr>
          <p:nvPr/>
        </p:nvSpPr>
        <p:spPr bwMode="auto">
          <a:xfrm>
            <a:off x="3133338" y="2880624"/>
            <a:ext cx="2124075" cy="1562100"/>
          </a:xfrm>
          <a:prstGeom prst="triangle">
            <a:avLst>
              <a:gd name="adj" fmla="val 50000"/>
            </a:avLst>
          </a:prstGeom>
          <a:noFill/>
          <a:ln w="50800">
            <a:solidFill>
              <a:srgbClr val="339966"/>
            </a:solidFill>
            <a:miter lim="800000"/>
            <a:headEnd/>
            <a:tailEnd/>
          </a:ln>
        </p:spPr>
        <p:txBody>
          <a:bodyPr anchor="ctr">
            <a:spAutoFit/>
          </a:bodyPr>
          <a:lstStyle/>
          <a:p>
            <a:pPr algn="ctr" eaLnBrk="0" hangingPunct="0"/>
            <a:endParaRPr lang="fr-FR" sz="3100">
              <a:solidFill>
                <a:schemeClr val="tx2"/>
              </a:solidFill>
              <a:latin typeface="TKTypeBold"/>
            </a:endParaRPr>
          </a:p>
        </p:txBody>
      </p:sp>
      <p:sp>
        <p:nvSpPr>
          <p:cNvPr id="95236" name="Text Box 4"/>
          <p:cNvSpPr txBox="1">
            <a:spLocks noChangeArrowheads="1"/>
          </p:cNvSpPr>
          <p:nvPr/>
        </p:nvSpPr>
        <p:spPr bwMode="auto">
          <a:xfrm>
            <a:off x="371088" y="4582424"/>
            <a:ext cx="3276600" cy="1196610"/>
          </a:xfrm>
          <a:prstGeom prst="rect">
            <a:avLst/>
          </a:prstGeom>
          <a:noFill/>
          <a:ln w="9525">
            <a:noFill/>
            <a:miter lim="800000"/>
            <a:headEnd/>
            <a:tailEnd/>
          </a:ln>
        </p:spPr>
        <p:txBody>
          <a:bodyPr>
            <a:spAutoFit/>
          </a:bodyPr>
          <a:lstStyle/>
          <a:p>
            <a:pPr algn="ctr" eaLnBrk="0" hangingPunct="0">
              <a:lnSpc>
                <a:spcPct val="50000"/>
              </a:lnSpc>
              <a:spcBef>
                <a:spcPct val="50000"/>
              </a:spcBef>
            </a:pPr>
            <a:r>
              <a:rPr lang="fr-FR" sz="1600" b="1" dirty="0">
                <a:solidFill>
                  <a:srgbClr val="FF0000"/>
                </a:solidFill>
                <a:latin typeface="Calibri" pitchFamily="34" charset="0"/>
                <a:cs typeface="Calibri" pitchFamily="34" charset="0"/>
              </a:rPr>
              <a:t>Ce que nous faisons en réalité </a:t>
            </a:r>
          </a:p>
          <a:p>
            <a:pPr algn="ctr" eaLnBrk="0" hangingPunct="0">
              <a:lnSpc>
                <a:spcPct val="50000"/>
              </a:lnSpc>
              <a:spcBef>
                <a:spcPct val="50000"/>
              </a:spcBef>
            </a:pPr>
            <a:r>
              <a:rPr lang="fr-FR" sz="1600" b="1" dirty="0">
                <a:solidFill>
                  <a:srgbClr val="FF0000"/>
                </a:solidFill>
                <a:latin typeface="Calibri" pitchFamily="34" charset="0"/>
                <a:cs typeface="Calibri" pitchFamily="34" charset="0"/>
              </a:rPr>
              <a:t>(action REELLE sur le terrain)</a:t>
            </a:r>
          </a:p>
          <a:p>
            <a:pPr algn="ctr" eaLnBrk="0" hangingPunct="0">
              <a:lnSpc>
                <a:spcPct val="50000"/>
              </a:lnSpc>
              <a:spcBef>
                <a:spcPct val="50000"/>
              </a:spcBef>
            </a:pPr>
            <a:r>
              <a:rPr lang="fr-FR" dirty="0">
                <a:solidFill>
                  <a:srgbClr val="FF0000"/>
                </a:solidFill>
                <a:latin typeface="Calibri" pitchFamily="34" charset="0"/>
                <a:cs typeface="Calibri" pitchFamily="34" charset="0"/>
              </a:rPr>
              <a:t>95°C</a:t>
            </a:r>
            <a:endParaRPr lang="fr-FR" sz="1600" b="1" dirty="0">
              <a:solidFill>
                <a:srgbClr val="FF0000"/>
              </a:solidFill>
              <a:latin typeface="Calibri" pitchFamily="34" charset="0"/>
              <a:cs typeface="Calibri" pitchFamily="34" charset="0"/>
            </a:endParaRPr>
          </a:p>
          <a:p>
            <a:pPr eaLnBrk="0" hangingPunct="0">
              <a:lnSpc>
                <a:spcPct val="50000"/>
              </a:lnSpc>
              <a:spcBef>
                <a:spcPct val="50000"/>
              </a:spcBef>
            </a:pPr>
            <a:endParaRPr lang="fr-FR" sz="2900" dirty="0">
              <a:solidFill>
                <a:schemeClr val="accent1"/>
              </a:solidFill>
              <a:latin typeface="Calibri" pitchFamily="34" charset="0"/>
              <a:cs typeface="Calibri" pitchFamily="34" charset="0"/>
            </a:endParaRPr>
          </a:p>
        </p:txBody>
      </p:sp>
      <p:sp>
        <p:nvSpPr>
          <p:cNvPr id="95237" name="Text Box 5"/>
          <p:cNvSpPr txBox="1">
            <a:spLocks noChangeArrowheads="1"/>
          </p:cNvSpPr>
          <p:nvPr/>
        </p:nvSpPr>
        <p:spPr bwMode="auto">
          <a:xfrm>
            <a:off x="2747576" y="2365298"/>
            <a:ext cx="2895600" cy="485005"/>
          </a:xfrm>
          <a:prstGeom prst="rect">
            <a:avLst/>
          </a:prstGeom>
          <a:noFill/>
          <a:ln w="9525">
            <a:noFill/>
            <a:miter lim="800000"/>
            <a:headEnd/>
            <a:tailEnd/>
          </a:ln>
        </p:spPr>
        <p:txBody>
          <a:bodyPr>
            <a:spAutoFit/>
          </a:bodyPr>
          <a:lstStyle/>
          <a:p>
            <a:pPr algn="ctr" eaLnBrk="0" hangingPunct="0">
              <a:lnSpc>
                <a:spcPct val="50000"/>
              </a:lnSpc>
              <a:spcBef>
                <a:spcPct val="50000"/>
              </a:spcBef>
            </a:pPr>
            <a:r>
              <a:rPr lang="fr-FR" sz="1600" b="1" dirty="0">
                <a:solidFill>
                  <a:srgbClr val="008000"/>
                </a:solidFill>
                <a:latin typeface="Calibri" pitchFamily="34" charset="0"/>
                <a:cs typeface="Calibri" pitchFamily="34" charset="0"/>
              </a:rPr>
              <a:t>Ce que nous devrions faire </a:t>
            </a:r>
          </a:p>
          <a:p>
            <a:pPr algn="ctr" eaLnBrk="0" hangingPunct="0">
              <a:lnSpc>
                <a:spcPct val="50000"/>
              </a:lnSpc>
              <a:spcBef>
                <a:spcPct val="50000"/>
              </a:spcBef>
            </a:pPr>
            <a:r>
              <a:rPr lang="fr-FR" sz="1600" b="1" dirty="0">
                <a:solidFill>
                  <a:srgbClr val="008000"/>
                </a:solidFill>
                <a:latin typeface="Calibri" pitchFamily="34" charset="0"/>
                <a:cs typeface="Calibri" pitchFamily="34" charset="0"/>
              </a:rPr>
              <a:t>(STANDARDS ) </a:t>
            </a:r>
            <a:r>
              <a:rPr lang="fr-FR" dirty="0">
                <a:solidFill>
                  <a:srgbClr val="008000"/>
                </a:solidFill>
                <a:latin typeface="Calibri" pitchFamily="34" charset="0"/>
                <a:cs typeface="Calibri" pitchFamily="34" charset="0"/>
              </a:rPr>
              <a:t>70/80</a:t>
            </a:r>
            <a:endParaRPr lang="fr-FR" sz="1600" b="1" dirty="0">
              <a:solidFill>
                <a:srgbClr val="008000"/>
              </a:solidFill>
              <a:latin typeface="Calibri" pitchFamily="34" charset="0"/>
              <a:cs typeface="Calibri" pitchFamily="34" charset="0"/>
            </a:endParaRPr>
          </a:p>
        </p:txBody>
      </p:sp>
      <p:sp>
        <p:nvSpPr>
          <p:cNvPr id="95238" name="Text Box 6"/>
          <p:cNvSpPr txBox="1">
            <a:spLocks noChangeArrowheads="1"/>
          </p:cNvSpPr>
          <p:nvPr/>
        </p:nvSpPr>
        <p:spPr bwMode="auto">
          <a:xfrm>
            <a:off x="4755507" y="4556048"/>
            <a:ext cx="3133725" cy="731226"/>
          </a:xfrm>
          <a:prstGeom prst="rect">
            <a:avLst/>
          </a:prstGeom>
          <a:noFill/>
          <a:ln w="9525">
            <a:noFill/>
            <a:miter lim="800000"/>
            <a:headEnd/>
            <a:tailEnd/>
          </a:ln>
        </p:spPr>
        <p:txBody>
          <a:bodyPr>
            <a:spAutoFit/>
          </a:bodyPr>
          <a:lstStyle/>
          <a:p>
            <a:pPr eaLnBrk="0" hangingPunct="0">
              <a:lnSpc>
                <a:spcPct val="50000"/>
              </a:lnSpc>
              <a:spcBef>
                <a:spcPct val="50000"/>
              </a:spcBef>
            </a:pPr>
            <a:r>
              <a:rPr lang="fr-FR" sz="1600" b="1" dirty="0">
                <a:solidFill>
                  <a:srgbClr val="007200"/>
                </a:solidFill>
                <a:latin typeface="Calibri" pitchFamily="34" charset="0"/>
                <a:cs typeface="Calibri" pitchFamily="34" charset="0"/>
              </a:rPr>
              <a:t>Ce que nous voulons obtenir </a:t>
            </a:r>
          </a:p>
          <a:p>
            <a:pPr eaLnBrk="0" hangingPunct="0">
              <a:lnSpc>
                <a:spcPct val="50000"/>
              </a:lnSpc>
              <a:spcBef>
                <a:spcPct val="50000"/>
              </a:spcBef>
            </a:pPr>
            <a:r>
              <a:rPr lang="fr-FR" sz="1600" b="1" dirty="0">
                <a:solidFill>
                  <a:srgbClr val="007200"/>
                </a:solidFill>
                <a:latin typeface="Calibri" pitchFamily="34" charset="0"/>
                <a:cs typeface="Calibri" pitchFamily="34" charset="0"/>
              </a:rPr>
              <a:t>(OBJECTIFS)</a:t>
            </a:r>
          </a:p>
          <a:p>
            <a:pPr eaLnBrk="0" hangingPunct="0">
              <a:lnSpc>
                <a:spcPct val="50000"/>
              </a:lnSpc>
              <a:spcBef>
                <a:spcPct val="50000"/>
              </a:spcBef>
            </a:pPr>
            <a:r>
              <a:rPr lang="fr-FR" dirty="0">
                <a:solidFill>
                  <a:srgbClr val="007200"/>
                </a:solidFill>
                <a:latin typeface="Calibri" pitchFamily="34" charset="0"/>
                <a:cs typeface="Calibri" pitchFamily="34" charset="0"/>
              </a:rPr>
              <a:t>650 +/-5</a:t>
            </a:r>
            <a:endParaRPr lang="fr-FR" sz="1600" b="1" dirty="0">
              <a:solidFill>
                <a:srgbClr val="007200"/>
              </a:solidFill>
              <a:latin typeface="Calibri" pitchFamily="34" charset="0"/>
              <a:cs typeface="Calibri" pitchFamily="34" charset="0"/>
            </a:endParaRPr>
          </a:p>
        </p:txBody>
      </p:sp>
      <p:sp>
        <p:nvSpPr>
          <p:cNvPr id="95241" name="Text Box 9"/>
          <p:cNvSpPr txBox="1">
            <a:spLocks noChangeArrowheads="1"/>
          </p:cNvSpPr>
          <p:nvPr/>
        </p:nvSpPr>
        <p:spPr bwMode="auto">
          <a:xfrm>
            <a:off x="761613" y="5314261"/>
            <a:ext cx="7562850" cy="646113"/>
          </a:xfrm>
          <a:prstGeom prst="rect">
            <a:avLst/>
          </a:prstGeom>
          <a:noFill/>
          <a:ln w="9525">
            <a:noFill/>
            <a:miter lim="800000"/>
            <a:headEnd/>
            <a:tailEnd/>
          </a:ln>
        </p:spPr>
        <p:txBody>
          <a:bodyPr>
            <a:spAutoFit/>
          </a:bodyPr>
          <a:lstStyle/>
          <a:p>
            <a:pPr algn="ctr" eaLnBrk="0" hangingPunct="0">
              <a:lnSpc>
                <a:spcPct val="90000"/>
              </a:lnSpc>
              <a:spcBef>
                <a:spcPts val="300"/>
              </a:spcBef>
            </a:pPr>
            <a:r>
              <a:rPr lang="en-GB" sz="2000" b="1">
                <a:solidFill>
                  <a:srgbClr val="002060"/>
                </a:solidFill>
                <a:latin typeface="Calibri" pitchFamily="34" charset="0"/>
                <a:cs typeface="Calibri" pitchFamily="34" charset="0"/>
              </a:rPr>
              <a:t>Un problème est un écart entre le résultat obtenu (Réel) et le résultat attendu (Objectif)</a:t>
            </a:r>
          </a:p>
        </p:txBody>
      </p:sp>
      <p:cxnSp>
        <p:nvCxnSpPr>
          <p:cNvPr id="13320" name="AutoShape 10"/>
          <p:cNvCxnSpPr>
            <a:cxnSpLocks noChangeShapeType="1"/>
            <a:endCxn id="13315" idx="3"/>
          </p:cNvCxnSpPr>
          <p:nvPr/>
        </p:nvCxnSpPr>
        <p:spPr bwMode="auto">
          <a:xfrm rot="5400000" flipH="1" flipV="1">
            <a:off x="3783420" y="4848330"/>
            <a:ext cx="817562" cy="6350"/>
          </a:xfrm>
          <a:prstGeom prst="straightConnector1">
            <a:avLst/>
          </a:prstGeom>
          <a:noFill/>
          <a:ln w="28575">
            <a:solidFill>
              <a:srgbClr val="0000FF"/>
            </a:solidFill>
            <a:round/>
            <a:headEnd/>
            <a:tailEnd type="triangle" w="med" len="med"/>
          </a:ln>
        </p:spPr>
      </p:cxnSp>
      <p:sp>
        <p:nvSpPr>
          <p:cNvPr id="13321" name="Line 19"/>
          <p:cNvSpPr>
            <a:spLocks noChangeShapeType="1"/>
          </p:cNvSpPr>
          <p:nvPr/>
        </p:nvSpPr>
        <p:spPr bwMode="auto">
          <a:xfrm>
            <a:off x="3133338" y="4439549"/>
            <a:ext cx="2124075" cy="0"/>
          </a:xfrm>
          <a:prstGeom prst="line">
            <a:avLst/>
          </a:prstGeom>
          <a:noFill/>
          <a:ln w="50800">
            <a:solidFill>
              <a:srgbClr val="339966"/>
            </a:solidFill>
            <a:round/>
            <a:headEnd/>
            <a:tailEnd/>
          </a:ln>
        </p:spPr>
        <p:txBody>
          <a:bodyPr anchor="ctr">
            <a:spAutoFit/>
          </a:bodyPr>
          <a:lstStyle/>
          <a:p>
            <a:endParaRPr lang="fr-FR"/>
          </a:p>
        </p:txBody>
      </p:sp>
      <p:cxnSp>
        <p:nvCxnSpPr>
          <p:cNvPr id="13322" name="AutoShape 10"/>
          <p:cNvCxnSpPr>
            <a:cxnSpLocks noChangeShapeType="1"/>
          </p:cNvCxnSpPr>
          <p:nvPr/>
        </p:nvCxnSpPr>
        <p:spPr bwMode="auto">
          <a:xfrm rot="10800000" flipV="1">
            <a:off x="4828788" y="3312424"/>
            <a:ext cx="1304925" cy="333375"/>
          </a:xfrm>
          <a:prstGeom prst="straightConnector1">
            <a:avLst/>
          </a:prstGeom>
          <a:noFill/>
          <a:ln w="28575">
            <a:solidFill>
              <a:srgbClr val="0000FF"/>
            </a:solidFill>
            <a:round/>
            <a:headEnd/>
            <a:tailEnd type="triangle" w="med" len="med"/>
          </a:ln>
        </p:spPr>
      </p:cxnSp>
      <p:sp>
        <p:nvSpPr>
          <p:cNvPr id="18" name="Text Box 9"/>
          <p:cNvSpPr txBox="1">
            <a:spLocks noChangeArrowheads="1"/>
          </p:cNvSpPr>
          <p:nvPr/>
        </p:nvSpPr>
        <p:spPr bwMode="auto">
          <a:xfrm>
            <a:off x="-9912" y="2956824"/>
            <a:ext cx="2505075" cy="534987"/>
          </a:xfrm>
          <a:prstGeom prst="rect">
            <a:avLst/>
          </a:prstGeom>
          <a:noFill/>
          <a:ln w="9525">
            <a:noFill/>
            <a:miter lim="800000"/>
            <a:headEnd/>
            <a:tailEnd/>
          </a:ln>
        </p:spPr>
        <p:txBody>
          <a:bodyPr>
            <a:spAutoFit/>
          </a:bodyPr>
          <a:lstStyle/>
          <a:p>
            <a:pPr algn="ctr" eaLnBrk="0" hangingPunct="0">
              <a:lnSpc>
                <a:spcPct val="90000"/>
              </a:lnSpc>
              <a:spcBef>
                <a:spcPts val="300"/>
              </a:spcBef>
            </a:pPr>
            <a:r>
              <a:rPr lang="en-GB" sz="1600" dirty="0" err="1">
                <a:latin typeface="Calibri" pitchFamily="34" charset="0"/>
                <a:cs typeface="Calibri" pitchFamily="34" charset="0"/>
              </a:rPr>
              <a:t>Ecart</a:t>
            </a:r>
            <a:r>
              <a:rPr lang="en-GB" sz="1600" dirty="0">
                <a:latin typeface="Calibri" pitchFamily="34" charset="0"/>
                <a:cs typeface="Calibri" pitchFamily="34" charset="0"/>
              </a:rPr>
              <a:t> entre la </a:t>
            </a:r>
            <a:r>
              <a:rPr lang="en-GB" sz="1600" dirty="0" err="1">
                <a:latin typeface="Calibri" pitchFamily="34" charset="0"/>
                <a:cs typeface="Calibri" pitchFamily="34" charset="0"/>
              </a:rPr>
              <a:t>Pratique</a:t>
            </a:r>
            <a:r>
              <a:rPr lang="en-GB" sz="1600" dirty="0">
                <a:latin typeface="Calibri" pitchFamily="34" charset="0"/>
                <a:cs typeface="Calibri" pitchFamily="34" charset="0"/>
              </a:rPr>
              <a:t> </a:t>
            </a:r>
            <a:r>
              <a:rPr lang="en-GB" sz="1600" dirty="0" err="1">
                <a:latin typeface="Calibri" pitchFamily="34" charset="0"/>
                <a:cs typeface="Calibri" pitchFamily="34" charset="0"/>
              </a:rPr>
              <a:t>réelle</a:t>
            </a:r>
            <a:r>
              <a:rPr lang="en-GB" sz="1600" dirty="0">
                <a:latin typeface="Calibri" pitchFamily="34" charset="0"/>
                <a:cs typeface="Calibri" pitchFamily="34" charset="0"/>
              </a:rPr>
              <a:t> et le Standard</a:t>
            </a:r>
          </a:p>
        </p:txBody>
      </p:sp>
      <p:cxnSp>
        <p:nvCxnSpPr>
          <p:cNvPr id="13324" name="AutoShape 10"/>
          <p:cNvCxnSpPr>
            <a:cxnSpLocks noChangeShapeType="1"/>
          </p:cNvCxnSpPr>
          <p:nvPr/>
        </p:nvCxnSpPr>
        <p:spPr bwMode="auto">
          <a:xfrm>
            <a:off x="2466588" y="3169549"/>
            <a:ext cx="1085850" cy="476250"/>
          </a:xfrm>
          <a:prstGeom prst="straightConnector1">
            <a:avLst/>
          </a:prstGeom>
          <a:noFill/>
          <a:ln w="28575">
            <a:solidFill>
              <a:srgbClr val="0000FF"/>
            </a:solidFill>
            <a:round/>
            <a:headEnd/>
            <a:tailEnd type="triangle" w="med" len="med"/>
          </a:ln>
        </p:spPr>
      </p:cxnSp>
      <p:sp>
        <p:nvSpPr>
          <p:cNvPr id="22" name="Text Box 9"/>
          <p:cNvSpPr txBox="1">
            <a:spLocks noChangeArrowheads="1"/>
          </p:cNvSpPr>
          <p:nvPr/>
        </p:nvSpPr>
        <p:spPr bwMode="auto">
          <a:xfrm>
            <a:off x="6276588" y="2775849"/>
            <a:ext cx="1914525" cy="1422400"/>
          </a:xfrm>
          <a:prstGeom prst="rect">
            <a:avLst/>
          </a:prstGeom>
          <a:noFill/>
          <a:ln w="9525">
            <a:noFill/>
            <a:miter lim="800000"/>
            <a:headEnd/>
            <a:tailEnd/>
          </a:ln>
        </p:spPr>
        <p:txBody>
          <a:bodyPr>
            <a:spAutoFit/>
          </a:bodyPr>
          <a:lstStyle/>
          <a:p>
            <a:pPr algn="ctr" eaLnBrk="0" hangingPunct="0">
              <a:lnSpc>
                <a:spcPct val="90000"/>
              </a:lnSpc>
              <a:spcBef>
                <a:spcPts val="300"/>
              </a:spcBef>
            </a:pPr>
            <a:r>
              <a:rPr lang="en-GB" sz="1600">
                <a:latin typeface="Calibri" pitchFamily="34" charset="0"/>
                <a:cs typeface="Calibri" pitchFamily="34" charset="0"/>
              </a:rPr>
              <a:t>Parfois, lorsqu’un standard est appliqué, les résultats obtenus ne répondent pas aux attentes.</a:t>
            </a:r>
          </a:p>
        </p:txBody>
      </p:sp>
      <p:sp>
        <p:nvSpPr>
          <p:cNvPr id="13326" name="Rectangle 7"/>
          <p:cNvSpPr>
            <a:spLocks noChangeArrowheads="1"/>
          </p:cNvSpPr>
          <p:nvPr/>
        </p:nvSpPr>
        <p:spPr bwMode="auto">
          <a:xfrm>
            <a:off x="232976" y="2094501"/>
            <a:ext cx="8340725" cy="323850"/>
          </a:xfrm>
          <a:prstGeom prst="rect">
            <a:avLst/>
          </a:prstGeom>
          <a:noFill/>
          <a:ln w="9525">
            <a:noFill/>
            <a:miter lim="800000"/>
            <a:headEnd/>
            <a:tailEnd/>
          </a:ln>
        </p:spPr>
        <p:txBody>
          <a:bodyPr lIns="90000" tIns="0">
            <a:spAutoFit/>
          </a:bodyPr>
          <a:lstStyle/>
          <a:p>
            <a:pPr eaLnBrk="0" hangingPunct="0"/>
            <a:r>
              <a:rPr lang="de-DE" altLang="de-DE" sz="1800" b="1">
                <a:solidFill>
                  <a:srgbClr val="002060"/>
                </a:solidFill>
                <a:latin typeface="Calibri" pitchFamily="34" charset="0"/>
                <a:cs typeface="Calibri" pitchFamily="34" charset="0"/>
              </a:rPr>
              <a:t>COMMENT CHANGER NOTRE CULTURE SUR LA QUALITE</a:t>
            </a:r>
          </a:p>
        </p:txBody>
      </p:sp>
      <p:sp>
        <p:nvSpPr>
          <p:cNvPr id="23" name="Text Box 2"/>
          <p:cNvSpPr txBox="1">
            <a:spLocks noChangeArrowheads="1"/>
          </p:cNvSpPr>
          <p:nvPr/>
        </p:nvSpPr>
        <p:spPr bwMode="auto">
          <a:xfrm>
            <a:off x="2332699" y="1190885"/>
            <a:ext cx="3634456"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D5 – Identifier les causes racines</a:t>
            </a:r>
          </a:p>
        </p:txBody>
      </p:sp>
      <p:sp>
        <p:nvSpPr>
          <p:cNvPr id="24" name="Rectangle 2"/>
          <p:cNvSpPr>
            <a:spLocks noChangeArrowheads="1"/>
          </p:cNvSpPr>
          <p:nvPr/>
        </p:nvSpPr>
        <p:spPr bwMode="auto">
          <a:xfrm>
            <a:off x="251520" y="400249"/>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
        <p:nvSpPr>
          <p:cNvPr id="29" name="Rectangle 28"/>
          <p:cNvSpPr/>
          <p:nvPr/>
        </p:nvSpPr>
        <p:spPr>
          <a:xfrm>
            <a:off x="360333" y="1186718"/>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pic>
        <p:nvPicPr>
          <p:cNvPr id="26" name="Picture 2" descr="C:\Users\Bertrand\Documents\05 - Clients\LISI Group\Kit de communication LEAP\3real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9800000">
            <a:off x="7992203" y="730840"/>
            <a:ext cx="970703" cy="984472"/>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1333762281"/>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9523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523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523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52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236" grpId="0"/>
      <p:bldP spid="95237" grpId="0"/>
      <p:bldP spid="95238" grpId="0"/>
      <p:bldP spid="95241" grpId="0"/>
      <p:bldP spid="18" grpId="0"/>
      <p:bldP spid="22" grpId="0"/>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AutoShape 3"/>
          <p:cNvSpPr>
            <a:spLocks noChangeArrowheads="1"/>
          </p:cNvSpPr>
          <p:nvPr/>
        </p:nvSpPr>
        <p:spPr bwMode="auto">
          <a:xfrm>
            <a:off x="125413" y="2067038"/>
            <a:ext cx="3619499" cy="1389063"/>
          </a:xfrm>
          <a:prstGeom prst="triangle">
            <a:avLst>
              <a:gd name="adj" fmla="val 50000"/>
            </a:avLst>
          </a:prstGeom>
          <a:noFill/>
          <a:ln w="50800">
            <a:solidFill>
              <a:srgbClr val="339966"/>
            </a:solidFill>
            <a:miter lim="800000"/>
            <a:headEnd/>
            <a:tailEnd/>
          </a:ln>
        </p:spPr>
        <p:txBody>
          <a:bodyPr wrap="square" anchor="ctr">
            <a:spAutoFit/>
          </a:bodyPr>
          <a:lstStyle/>
          <a:p>
            <a:pPr algn="ctr" eaLnBrk="0" hangingPunct="0"/>
            <a:endParaRPr lang="fr-FR" sz="3100">
              <a:solidFill>
                <a:schemeClr val="tx2"/>
              </a:solidFill>
              <a:latin typeface="Calibri" pitchFamily="34" charset="0"/>
              <a:cs typeface="Calibri" pitchFamily="34" charset="0"/>
            </a:endParaRPr>
          </a:p>
        </p:txBody>
      </p:sp>
      <p:sp>
        <p:nvSpPr>
          <p:cNvPr id="93187" name="Text Box 5"/>
          <p:cNvSpPr txBox="1">
            <a:spLocks noChangeAspect="1" noChangeArrowheads="1"/>
          </p:cNvSpPr>
          <p:nvPr/>
        </p:nvSpPr>
        <p:spPr bwMode="auto">
          <a:xfrm>
            <a:off x="71500" y="1583795"/>
            <a:ext cx="3735415" cy="523220"/>
          </a:xfrm>
          <a:prstGeom prst="rect">
            <a:avLst/>
          </a:prstGeom>
          <a:noFill/>
          <a:ln w="9525">
            <a:noFill/>
            <a:miter lim="800000"/>
            <a:headEnd/>
            <a:tailEnd/>
          </a:ln>
        </p:spPr>
        <p:txBody>
          <a:bodyPr wrap="square">
            <a:spAutoFit/>
          </a:bodyPr>
          <a:lstStyle/>
          <a:p>
            <a:pPr algn="ctr" eaLnBrk="0" hangingPunct="0">
              <a:spcBef>
                <a:spcPct val="50000"/>
              </a:spcBef>
            </a:pPr>
            <a:r>
              <a:rPr lang="fr-FR" sz="1400" b="1" dirty="0">
                <a:solidFill>
                  <a:srgbClr val="008000"/>
                </a:solidFill>
                <a:latin typeface="Calibri" pitchFamily="34" charset="0"/>
                <a:cs typeface="Calibri" pitchFamily="34" charset="0"/>
              </a:rPr>
              <a:t>Le paramètre du Process WI exige une température comprise entre 250 and 300°F  </a:t>
            </a:r>
          </a:p>
        </p:txBody>
      </p:sp>
      <p:sp>
        <p:nvSpPr>
          <p:cNvPr id="93188" name="Text Box 5"/>
          <p:cNvSpPr txBox="1">
            <a:spLocks noChangeAspect="1" noChangeArrowheads="1"/>
          </p:cNvSpPr>
          <p:nvPr/>
        </p:nvSpPr>
        <p:spPr bwMode="auto">
          <a:xfrm>
            <a:off x="-38718" y="3592351"/>
            <a:ext cx="2559947" cy="307777"/>
          </a:xfrm>
          <a:prstGeom prst="rect">
            <a:avLst/>
          </a:prstGeom>
          <a:noFill/>
          <a:ln w="9525">
            <a:noFill/>
            <a:miter lim="800000"/>
            <a:headEnd/>
            <a:tailEnd/>
          </a:ln>
        </p:spPr>
        <p:txBody>
          <a:bodyPr wrap="square">
            <a:spAutoFit/>
          </a:bodyPr>
          <a:lstStyle/>
          <a:p>
            <a:pPr algn="ctr" eaLnBrk="0" hangingPunct="0">
              <a:spcBef>
                <a:spcPct val="50000"/>
              </a:spcBef>
            </a:pPr>
            <a:r>
              <a:rPr lang="fr-FR" sz="1400" dirty="0">
                <a:solidFill>
                  <a:schemeClr val="bg2">
                    <a:lumMod val="25000"/>
                  </a:schemeClr>
                </a:solidFill>
                <a:latin typeface="Calibri" pitchFamily="34" charset="0"/>
                <a:cs typeface="Calibri" pitchFamily="34" charset="0"/>
              </a:rPr>
              <a:t>Pratique réelle = 330°F</a:t>
            </a:r>
          </a:p>
        </p:txBody>
      </p:sp>
      <p:sp>
        <p:nvSpPr>
          <p:cNvPr id="93189" name="Text Box 5"/>
          <p:cNvSpPr txBox="1">
            <a:spLocks noChangeAspect="1" noChangeArrowheads="1"/>
          </p:cNvSpPr>
          <p:nvPr/>
        </p:nvSpPr>
        <p:spPr bwMode="auto">
          <a:xfrm>
            <a:off x="2411760" y="3914473"/>
            <a:ext cx="1038225" cy="307777"/>
          </a:xfrm>
          <a:prstGeom prst="rect">
            <a:avLst/>
          </a:prstGeom>
          <a:noFill/>
          <a:ln w="9525">
            <a:noFill/>
            <a:miter lim="800000"/>
            <a:headEnd/>
            <a:tailEnd/>
          </a:ln>
        </p:spPr>
        <p:txBody>
          <a:bodyPr>
            <a:spAutoFit/>
          </a:bodyPr>
          <a:lstStyle/>
          <a:p>
            <a:pPr algn="ctr" eaLnBrk="0" hangingPunct="0">
              <a:spcBef>
                <a:spcPct val="50000"/>
              </a:spcBef>
            </a:pPr>
            <a:r>
              <a:rPr lang="fr-FR" sz="1400" dirty="0">
                <a:solidFill>
                  <a:schemeClr val="accent1"/>
                </a:solidFill>
                <a:latin typeface="Calibri" pitchFamily="34" charset="0"/>
                <a:cs typeface="Calibri" pitchFamily="34" charset="0"/>
              </a:rPr>
              <a:t>Pièces OK</a:t>
            </a:r>
          </a:p>
        </p:txBody>
      </p:sp>
      <p:sp>
        <p:nvSpPr>
          <p:cNvPr id="93190" name="Text Box 5"/>
          <p:cNvSpPr txBox="1">
            <a:spLocks noChangeAspect="1" noChangeArrowheads="1"/>
          </p:cNvSpPr>
          <p:nvPr/>
        </p:nvSpPr>
        <p:spPr bwMode="auto">
          <a:xfrm>
            <a:off x="16230" y="3937487"/>
            <a:ext cx="2169757" cy="307777"/>
          </a:xfrm>
          <a:prstGeom prst="rect">
            <a:avLst/>
          </a:prstGeom>
          <a:noFill/>
          <a:ln w="9525">
            <a:noFill/>
            <a:miter lim="800000"/>
            <a:headEnd/>
            <a:tailEnd/>
          </a:ln>
        </p:spPr>
        <p:txBody>
          <a:bodyPr wrap="square">
            <a:spAutoFit/>
          </a:bodyPr>
          <a:lstStyle/>
          <a:p>
            <a:pPr eaLnBrk="0" hangingPunct="0">
              <a:spcBef>
                <a:spcPct val="50000"/>
              </a:spcBef>
            </a:pPr>
            <a:r>
              <a:rPr lang="fr-FR" sz="1400" dirty="0">
                <a:solidFill>
                  <a:schemeClr val="accent1"/>
                </a:solidFill>
                <a:latin typeface="Calibri" pitchFamily="34" charset="0"/>
                <a:cs typeface="Calibri" pitchFamily="34" charset="0"/>
              </a:rPr>
              <a:t>Si la pratique = 270 -300°F</a:t>
            </a:r>
          </a:p>
        </p:txBody>
      </p:sp>
      <p:sp>
        <p:nvSpPr>
          <p:cNvPr id="93191" name="Text Box 5"/>
          <p:cNvSpPr txBox="1">
            <a:spLocks noChangeAspect="1" noChangeArrowheads="1"/>
          </p:cNvSpPr>
          <p:nvPr/>
        </p:nvSpPr>
        <p:spPr bwMode="auto">
          <a:xfrm>
            <a:off x="2438400" y="3629710"/>
            <a:ext cx="1038225" cy="307777"/>
          </a:xfrm>
          <a:prstGeom prst="rect">
            <a:avLst/>
          </a:prstGeom>
          <a:noFill/>
          <a:ln w="9525">
            <a:noFill/>
            <a:miter lim="800000"/>
            <a:headEnd/>
            <a:tailEnd/>
          </a:ln>
        </p:spPr>
        <p:txBody>
          <a:bodyPr>
            <a:spAutoFit/>
          </a:bodyPr>
          <a:lstStyle/>
          <a:p>
            <a:pPr algn="ctr" eaLnBrk="0" hangingPunct="0">
              <a:spcBef>
                <a:spcPct val="50000"/>
              </a:spcBef>
            </a:pPr>
            <a:r>
              <a:rPr lang="fr-FR" sz="1400" dirty="0">
                <a:solidFill>
                  <a:schemeClr val="bg2">
                    <a:lumMod val="25000"/>
                  </a:schemeClr>
                </a:solidFill>
                <a:latin typeface="Calibri" pitchFamily="34" charset="0"/>
                <a:cs typeface="Calibri" pitchFamily="34" charset="0"/>
              </a:rPr>
              <a:t>Pièces NOK </a:t>
            </a:r>
          </a:p>
        </p:txBody>
      </p:sp>
      <p:sp>
        <p:nvSpPr>
          <p:cNvPr id="93192" name="ZoneTexte 14"/>
          <p:cNvSpPr txBox="1">
            <a:spLocks noChangeArrowheads="1"/>
          </p:cNvSpPr>
          <p:nvPr/>
        </p:nvSpPr>
        <p:spPr bwMode="auto">
          <a:xfrm>
            <a:off x="1056267" y="2579873"/>
            <a:ext cx="1760538" cy="738187"/>
          </a:xfrm>
          <a:prstGeom prst="rect">
            <a:avLst/>
          </a:prstGeom>
          <a:noFill/>
          <a:ln w="9525">
            <a:noFill/>
            <a:miter lim="800000"/>
            <a:headEnd/>
            <a:tailEnd/>
          </a:ln>
        </p:spPr>
        <p:txBody>
          <a:bodyPr>
            <a:spAutoFit/>
          </a:bodyPr>
          <a:lstStyle/>
          <a:p>
            <a:pPr algn="ctr"/>
            <a:r>
              <a:rPr lang="fr-FR" b="1" dirty="0">
                <a:solidFill>
                  <a:srgbClr val="FF0000"/>
                </a:solidFill>
                <a:latin typeface="Calibri" pitchFamily="34" charset="0"/>
                <a:cs typeface="Calibri" pitchFamily="34" charset="0"/>
              </a:rPr>
              <a:t>Cause Directe : Le Standard n’est pas respecté</a:t>
            </a:r>
          </a:p>
        </p:txBody>
      </p:sp>
      <p:sp>
        <p:nvSpPr>
          <p:cNvPr id="93195" name="Text Box 5"/>
          <p:cNvSpPr txBox="1">
            <a:spLocks noChangeAspect="1" noChangeArrowheads="1"/>
          </p:cNvSpPr>
          <p:nvPr/>
        </p:nvSpPr>
        <p:spPr bwMode="auto">
          <a:xfrm>
            <a:off x="5247614" y="3493515"/>
            <a:ext cx="2030280" cy="307777"/>
          </a:xfrm>
          <a:prstGeom prst="rect">
            <a:avLst/>
          </a:prstGeom>
          <a:noFill/>
          <a:ln w="9525">
            <a:noFill/>
            <a:miter lim="800000"/>
            <a:headEnd/>
            <a:tailEnd/>
          </a:ln>
        </p:spPr>
        <p:txBody>
          <a:bodyPr wrap="square">
            <a:spAutoFit/>
          </a:bodyPr>
          <a:lstStyle/>
          <a:p>
            <a:pPr algn="ctr" eaLnBrk="0" hangingPunct="0">
              <a:spcBef>
                <a:spcPct val="50000"/>
              </a:spcBef>
            </a:pPr>
            <a:r>
              <a:rPr lang="fr-FR" sz="1400" b="1" dirty="0">
                <a:solidFill>
                  <a:schemeClr val="bg2">
                    <a:lumMod val="25000"/>
                  </a:schemeClr>
                </a:solidFill>
                <a:latin typeface="Calibri" pitchFamily="34" charset="0"/>
                <a:cs typeface="Calibri" pitchFamily="34" charset="0"/>
              </a:rPr>
              <a:t>Pratique réelle = 270°F</a:t>
            </a:r>
          </a:p>
        </p:txBody>
      </p:sp>
      <p:sp>
        <p:nvSpPr>
          <p:cNvPr id="93196" name="Text Box 5"/>
          <p:cNvSpPr txBox="1">
            <a:spLocks noChangeAspect="1" noChangeArrowheads="1"/>
          </p:cNvSpPr>
          <p:nvPr/>
        </p:nvSpPr>
        <p:spPr bwMode="auto">
          <a:xfrm>
            <a:off x="5157274" y="3765521"/>
            <a:ext cx="2323175" cy="338554"/>
          </a:xfrm>
          <a:prstGeom prst="rect">
            <a:avLst/>
          </a:prstGeom>
          <a:noFill/>
          <a:ln w="9525">
            <a:noFill/>
            <a:miter lim="800000"/>
            <a:headEnd/>
            <a:tailEnd/>
          </a:ln>
        </p:spPr>
        <p:txBody>
          <a:bodyPr wrap="square">
            <a:spAutoFit/>
          </a:bodyPr>
          <a:lstStyle/>
          <a:p>
            <a:pPr algn="ctr" eaLnBrk="0" hangingPunct="0">
              <a:spcBef>
                <a:spcPct val="50000"/>
              </a:spcBef>
            </a:pPr>
            <a:r>
              <a:rPr lang="fr-FR" b="1" dirty="0">
                <a:solidFill>
                  <a:schemeClr val="accent1"/>
                </a:solidFill>
                <a:latin typeface="Calibri" pitchFamily="34" charset="0"/>
                <a:cs typeface="Calibri" pitchFamily="34" charset="0"/>
              </a:rPr>
              <a:t>Si la pratique = 330°F</a:t>
            </a:r>
          </a:p>
        </p:txBody>
      </p:sp>
      <p:sp>
        <p:nvSpPr>
          <p:cNvPr id="93197" name="ZoneTexte 27"/>
          <p:cNvSpPr txBox="1">
            <a:spLocks noChangeArrowheads="1"/>
          </p:cNvSpPr>
          <p:nvPr/>
        </p:nvSpPr>
        <p:spPr bwMode="auto">
          <a:xfrm>
            <a:off x="5939975" y="2663037"/>
            <a:ext cx="2457450" cy="584775"/>
          </a:xfrm>
          <a:prstGeom prst="rect">
            <a:avLst/>
          </a:prstGeom>
          <a:noFill/>
          <a:ln w="9525">
            <a:noFill/>
            <a:miter lim="800000"/>
            <a:headEnd/>
            <a:tailEnd/>
          </a:ln>
        </p:spPr>
        <p:txBody>
          <a:bodyPr wrap="square">
            <a:spAutoFit/>
          </a:bodyPr>
          <a:lstStyle/>
          <a:p>
            <a:pPr algn="ctr"/>
            <a:r>
              <a:rPr lang="fr-FR" dirty="0">
                <a:solidFill>
                  <a:srgbClr val="FF0000"/>
                </a:solidFill>
                <a:latin typeface="Calibri" pitchFamily="34" charset="0"/>
                <a:cs typeface="Calibri" pitchFamily="34" charset="0"/>
              </a:rPr>
              <a:t>Cause Directe : Le Standard n’est pas valide</a:t>
            </a:r>
          </a:p>
        </p:txBody>
      </p:sp>
      <p:sp>
        <p:nvSpPr>
          <p:cNvPr id="93199" name="Text Box 5"/>
          <p:cNvSpPr txBox="1">
            <a:spLocks noChangeAspect="1" noChangeArrowheads="1"/>
          </p:cNvSpPr>
          <p:nvPr/>
        </p:nvSpPr>
        <p:spPr bwMode="auto">
          <a:xfrm>
            <a:off x="2411760" y="4125112"/>
            <a:ext cx="5343525" cy="307777"/>
          </a:xfrm>
          <a:prstGeom prst="rect">
            <a:avLst/>
          </a:prstGeom>
          <a:noFill/>
          <a:ln w="9525">
            <a:noFill/>
            <a:miter lim="800000"/>
            <a:headEnd/>
            <a:tailEnd/>
          </a:ln>
        </p:spPr>
        <p:txBody>
          <a:bodyPr wrap="square">
            <a:spAutoFit/>
          </a:bodyPr>
          <a:lstStyle>
            <a:defPPr>
              <a:defRPr lang="en-US"/>
            </a:defPPr>
            <a:lvl1pPr algn="ctr" eaLnBrk="0" hangingPunct="0">
              <a:spcBef>
                <a:spcPct val="50000"/>
              </a:spcBef>
              <a:defRPr sz="1400">
                <a:solidFill>
                  <a:srgbClr val="008000"/>
                </a:solidFill>
                <a:latin typeface="Calibri" pitchFamily="34" charset="0"/>
                <a:cs typeface="Calibri" pitchFamily="34" charset="0"/>
              </a:defRPr>
            </a:lvl1pPr>
          </a:lstStyle>
          <a:p>
            <a:r>
              <a:rPr lang="fr-FR" dirty="0"/>
              <a:t>Rien de spécifié sur le WI en matière de température</a:t>
            </a:r>
          </a:p>
        </p:txBody>
      </p:sp>
      <p:sp>
        <p:nvSpPr>
          <p:cNvPr id="93200" name="Text Box 5"/>
          <p:cNvSpPr txBox="1">
            <a:spLocks noChangeAspect="1" noChangeArrowheads="1"/>
          </p:cNvSpPr>
          <p:nvPr/>
        </p:nvSpPr>
        <p:spPr bwMode="auto">
          <a:xfrm>
            <a:off x="1376645" y="5786556"/>
            <a:ext cx="3193323" cy="307777"/>
          </a:xfrm>
          <a:prstGeom prst="rect">
            <a:avLst/>
          </a:prstGeom>
          <a:noFill/>
          <a:ln w="9525">
            <a:noFill/>
            <a:miter lim="800000"/>
            <a:headEnd/>
            <a:tailEnd/>
          </a:ln>
        </p:spPr>
        <p:txBody>
          <a:bodyPr wrap="square">
            <a:spAutoFit/>
          </a:bodyPr>
          <a:lstStyle/>
          <a:p>
            <a:pPr eaLnBrk="0" hangingPunct="0">
              <a:spcBef>
                <a:spcPct val="50000"/>
              </a:spcBef>
            </a:pPr>
            <a:r>
              <a:rPr lang="fr-FR" sz="1400" dirty="0">
                <a:solidFill>
                  <a:schemeClr val="accent1"/>
                </a:solidFill>
                <a:latin typeface="Calibri" pitchFamily="34" charset="0"/>
                <a:cs typeface="Calibri" pitchFamily="34" charset="0"/>
              </a:rPr>
              <a:t>Quand la température  = [270 -300]</a:t>
            </a:r>
          </a:p>
        </p:txBody>
      </p:sp>
      <p:sp>
        <p:nvSpPr>
          <p:cNvPr id="93201" name="Text Box 5"/>
          <p:cNvSpPr txBox="1">
            <a:spLocks noChangeAspect="1" noChangeArrowheads="1"/>
          </p:cNvSpPr>
          <p:nvPr/>
        </p:nvSpPr>
        <p:spPr bwMode="auto">
          <a:xfrm>
            <a:off x="4943475" y="5786555"/>
            <a:ext cx="1362075" cy="307777"/>
          </a:xfrm>
          <a:prstGeom prst="rect">
            <a:avLst/>
          </a:prstGeom>
          <a:noFill/>
          <a:ln w="9525">
            <a:noFill/>
            <a:miter lim="800000"/>
            <a:headEnd/>
            <a:tailEnd/>
          </a:ln>
        </p:spPr>
        <p:txBody>
          <a:bodyPr>
            <a:spAutoFit/>
          </a:bodyPr>
          <a:lstStyle/>
          <a:p>
            <a:pPr eaLnBrk="0" hangingPunct="0">
              <a:spcBef>
                <a:spcPct val="50000"/>
              </a:spcBef>
            </a:pPr>
            <a:r>
              <a:rPr lang="fr-FR" sz="1400" dirty="0">
                <a:solidFill>
                  <a:schemeClr val="accent1"/>
                </a:solidFill>
                <a:latin typeface="Calibri" pitchFamily="34" charset="0"/>
                <a:cs typeface="Calibri" pitchFamily="34" charset="0"/>
              </a:rPr>
              <a:t>Pièces OK</a:t>
            </a:r>
          </a:p>
        </p:txBody>
      </p:sp>
      <p:sp>
        <p:nvSpPr>
          <p:cNvPr id="93202" name="ZoneTexte 35"/>
          <p:cNvSpPr txBox="1">
            <a:spLocks noChangeArrowheads="1"/>
          </p:cNvSpPr>
          <p:nvPr/>
        </p:nvSpPr>
        <p:spPr bwMode="auto">
          <a:xfrm>
            <a:off x="2672775" y="5158750"/>
            <a:ext cx="3789435" cy="584775"/>
          </a:xfrm>
          <a:prstGeom prst="rect">
            <a:avLst/>
          </a:prstGeom>
          <a:noFill/>
          <a:ln w="9525">
            <a:noFill/>
            <a:miter lim="800000"/>
            <a:headEnd/>
            <a:tailEnd/>
          </a:ln>
        </p:spPr>
        <p:txBody>
          <a:bodyPr wrap="square">
            <a:spAutoFit/>
          </a:bodyPr>
          <a:lstStyle/>
          <a:p>
            <a:pPr algn="ctr"/>
            <a:r>
              <a:rPr lang="fr-FR" b="1" dirty="0">
                <a:solidFill>
                  <a:srgbClr val="FF0000"/>
                </a:solidFill>
                <a:latin typeface="Calibri" pitchFamily="34" charset="0"/>
                <a:cs typeface="Calibri" pitchFamily="34" charset="0"/>
              </a:rPr>
              <a:t>Cause Directe : </a:t>
            </a:r>
          </a:p>
          <a:p>
            <a:pPr algn="ctr"/>
            <a:r>
              <a:rPr lang="fr-FR" b="1" dirty="0">
                <a:solidFill>
                  <a:srgbClr val="FF0000"/>
                </a:solidFill>
                <a:latin typeface="Calibri" pitchFamily="34" charset="0"/>
                <a:cs typeface="Calibri" pitchFamily="34" charset="0"/>
              </a:rPr>
              <a:t>le Standard n’est pas défini</a:t>
            </a:r>
          </a:p>
        </p:txBody>
      </p:sp>
      <p:sp>
        <p:nvSpPr>
          <p:cNvPr id="93203" name="Text Box 5"/>
          <p:cNvSpPr txBox="1">
            <a:spLocks noChangeAspect="1" noChangeArrowheads="1"/>
          </p:cNvSpPr>
          <p:nvPr/>
        </p:nvSpPr>
        <p:spPr bwMode="auto">
          <a:xfrm>
            <a:off x="1331640" y="6129300"/>
            <a:ext cx="3083260" cy="307777"/>
          </a:xfrm>
          <a:prstGeom prst="rect">
            <a:avLst/>
          </a:prstGeom>
          <a:noFill/>
          <a:ln w="9525">
            <a:noFill/>
            <a:miter lim="800000"/>
            <a:headEnd/>
            <a:tailEnd/>
          </a:ln>
        </p:spPr>
        <p:txBody>
          <a:bodyPr wrap="square">
            <a:spAutoFit/>
          </a:bodyPr>
          <a:lstStyle/>
          <a:p>
            <a:pPr algn="ctr" eaLnBrk="0" hangingPunct="0">
              <a:spcBef>
                <a:spcPct val="50000"/>
              </a:spcBef>
            </a:pPr>
            <a:r>
              <a:rPr lang="fr-FR" sz="1400" dirty="0">
                <a:solidFill>
                  <a:schemeClr val="bg2">
                    <a:lumMod val="25000"/>
                  </a:schemeClr>
                </a:solidFill>
                <a:latin typeface="Calibri" pitchFamily="34" charset="0"/>
                <a:cs typeface="Calibri" pitchFamily="34" charset="0"/>
              </a:rPr>
              <a:t>Quand la  temperature est de 270-300 </a:t>
            </a:r>
          </a:p>
        </p:txBody>
      </p:sp>
      <p:sp>
        <p:nvSpPr>
          <p:cNvPr id="93204" name="Text Box 5"/>
          <p:cNvSpPr txBox="1">
            <a:spLocks noChangeAspect="1" noChangeArrowheads="1"/>
          </p:cNvSpPr>
          <p:nvPr/>
        </p:nvSpPr>
        <p:spPr bwMode="auto">
          <a:xfrm>
            <a:off x="4785100" y="6129300"/>
            <a:ext cx="1362075" cy="307777"/>
          </a:xfrm>
          <a:prstGeom prst="rect">
            <a:avLst/>
          </a:prstGeom>
          <a:noFill/>
          <a:ln w="9525">
            <a:noFill/>
            <a:miter lim="800000"/>
            <a:headEnd/>
            <a:tailEnd/>
          </a:ln>
        </p:spPr>
        <p:txBody>
          <a:bodyPr>
            <a:spAutoFit/>
          </a:bodyPr>
          <a:lstStyle/>
          <a:p>
            <a:pPr algn="ctr" eaLnBrk="0" hangingPunct="0">
              <a:spcBef>
                <a:spcPct val="50000"/>
              </a:spcBef>
            </a:pPr>
            <a:r>
              <a:rPr lang="fr-FR" sz="1400" dirty="0">
                <a:solidFill>
                  <a:schemeClr val="bg2">
                    <a:lumMod val="25000"/>
                  </a:schemeClr>
                </a:solidFill>
                <a:latin typeface="Calibri" pitchFamily="34" charset="0"/>
                <a:cs typeface="Calibri" pitchFamily="34" charset="0"/>
              </a:rPr>
              <a:t>Pièces NOK</a:t>
            </a:r>
          </a:p>
        </p:txBody>
      </p:sp>
      <p:sp>
        <p:nvSpPr>
          <p:cNvPr id="93211" name="Text Box 5"/>
          <p:cNvSpPr txBox="1">
            <a:spLocks noChangeAspect="1" noChangeArrowheads="1"/>
          </p:cNvSpPr>
          <p:nvPr/>
        </p:nvSpPr>
        <p:spPr bwMode="auto">
          <a:xfrm>
            <a:off x="7620000" y="3787872"/>
            <a:ext cx="1038225" cy="307777"/>
          </a:xfrm>
          <a:prstGeom prst="rect">
            <a:avLst/>
          </a:prstGeom>
          <a:noFill/>
          <a:ln w="9525">
            <a:noFill/>
            <a:miter lim="800000"/>
            <a:headEnd/>
            <a:tailEnd/>
          </a:ln>
        </p:spPr>
        <p:txBody>
          <a:bodyPr>
            <a:spAutoFit/>
          </a:bodyPr>
          <a:lstStyle/>
          <a:p>
            <a:pPr algn="ctr" eaLnBrk="0" hangingPunct="0">
              <a:spcBef>
                <a:spcPct val="50000"/>
              </a:spcBef>
            </a:pPr>
            <a:r>
              <a:rPr lang="fr-FR" sz="1400" dirty="0">
                <a:solidFill>
                  <a:schemeClr val="accent1"/>
                </a:solidFill>
                <a:latin typeface="Calibri" pitchFamily="34" charset="0"/>
                <a:cs typeface="Calibri" pitchFamily="34" charset="0"/>
              </a:rPr>
              <a:t>Pièces OK</a:t>
            </a:r>
          </a:p>
        </p:txBody>
      </p:sp>
      <p:sp>
        <p:nvSpPr>
          <p:cNvPr id="93212" name="Text Box 5"/>
          <p:cNvSpPr txBox="1">
            <a:spLocks noChangeAspect="1" noChangeArrowheads="1"/>
          </p:cNvSpPr>
          <p:nvPr/>
        </p:nvSpPr>
        <p:spPr bwMode="auto">
          <a:xfrm>
            <a:off x="7658100" y="3507802"/>
            <a:ext cx="1038225" cy="307777"/>
          </a:xfrm>
          <a:prstGeom prst="rect">
            <a:avLst/>
          </a:prstGeom>
          <a:noFill/>
          <a:ln w="9525">
            <a:noFill/>
            <a:miter lim="800000"/>
            <a:headEnd/>
            <a:tailEnd/>
          </a:ln>
        </p:spPr>
        <p:txBody>
          <a:bodyPr>
            <a:spAutoFit/>
          </a:bodyPr>
          <a:lstStyle/>
          <a:p>
            <a:pPr algn="ctr" eaLnBrk="0" hangingPunct="0">
              <a:spcBef>
                <a:spcPct val="50000"/>
              </a:spcBef>
            </a:pPr>
            <a:r>
              <a:rPr lang="fr-FR" sz="1400" dirty="0">
                <a:solidFill>
                  <a:schemeClr val="bg2">
                    <a:lumMod val="25000"/>
                  </a:schemeClr>
                </a:solidFill>
                <a:latin typeface="Calibri" pitchFamily="34" charset="0"/>
                <a:cs typeface="Calibri" pitchFamily="34" charset="0"/>
              </a:rPr>
              <a:t>Pièces NOK </a:t>
            </a:r>
          </a:p>
        </p:txBody>
      </p:sp>
      <p:sp>
        <p:nvSpPr>
          <p:cNvPr id="23" name="Text Box 2"/>
          <p:cNvSpPr txBox="1">
            <a:spLocks noChangeArrowheads="1"/>
          </p:cNvSpPr>
          <p:nvPr/>
        </p:nvSpPr>
        <p:spPr bwMode="auto">
          <a:xfrm>
            <a:off x="2268891" y="1152712"/>
            <a:ext cx="3634456"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D5 – Identifier les causes racines</a:t>
            </a:r>
          </a:p>
        </p:txBody>
      </p:sp>
      <p:sp>
        <p:nvSpPr>
          <p:cNvPr id="24" name="Rectangle 2"/>
          <p:cNvSpPr>
            <a:spLocks noChangeArrowheads="1"/>
          </p:cNvSpPr>
          <p:nvPr/>
        </p:nvSpPr>
        <p:spPr bwMode="auto">
          <a:xfrm>
            <a:off x="206515" y="323655"/>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
        <p:nvSpPr>
          <p:cNvPr id="29" name="Rectangle 28"/>
          <p:cNvSpPr/>
          <p:nvPr/>
        </p:nvSpPr>
        <p:spPr>
          <a:xfrm>
            <a:off x="296525" y="1148545"/>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36" name="Text Box 5"/>
          <p:cNvSpPr txBox="1">
            <a:spLocks noChangeAspect="1" noChangeArrowheads="1"/>
          </p:cNvSpPr>
          <p:nvPr/>
        </p:nvSpPr>
        <p:spPr bwMode="auto">
          <a:xfrm>
            <a:off x="5157274" y="1514485"/>
            <a:ext cx="3866487" cy="523220"/>
          </a:xfrm>
          <a:prstGeom prst="rect">
            <a:avLst/>
          </a:prstGeom>
          <a:noFill/>
          <a:ln w="9525">
            <a:noFill/>
            <a:miter lim="800000"/>
            <a:headEnd/>
            <a:tailEnd/>
          </a:ln>
        </p:spPr>
        <p:txBody>
          <a:bodyPr wrap="square">
            <a:spAutoFit/>
          </a:bodyPr>
          <a:lstStyle>
            <a:defPPr>
              <a:defRPr lang="en-US"/>
            </a:defPPr>
            <a:lvl1pPr algn="ctr" eaLnBrk="0" hangingPunct="0">
              <a:spcBef>
                <a:spcPct val="50000"/>
              </a:spcBef>
              <a:defRPr sz="1400">
                <a:solidFill>
                  <a:srgbClr val="008000"/>
                </a:solidFill>
                <a:latin typeface="Calibri" pitchFamily="34" charset="0"/>
                <a:cs typeface="Calibri" pitchFamily="34" charset="0"/>
              </a:defRPr>
            </a:lvl1pPr>
          </a:lstStyle>
          <a:p>
            <a:r>
              <a:rPr lang="fr-FR" dirty="0"/>
              <a:t>Le paramètre du Process WI exige une température comprise entre 250 and 300°F  </a:t>
            </a:r>
          </a:p>
        </p:txBody>
      </p:sp>
      <p:pic>
        <p:nvPicPr>
          <p:cNvPr id="37" name="Picture 2" descr="C:\Users\Bertrand\Documents\05 - Clients\LISI Group\Kit de communication LEAP\3real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9800000">
            <a:off x="7992203" y="730840"/>
            <a:ext cx="970703" cy="984472"/>
          </a:xfrm>
          <a:prstGeom prst="rect">
            <a:avLst/>
          </a:prstGeom>
          <a:noFill/>
          <a:extLst>
            <a:ext uri="{909E8E84-426E-40dd-AFC4-6F175D3DCCD1}">
              <a14:hiddenFill xmlns="" xmlns:a14="http://schemas.microsoft.com/office/drawing/2010/main">
                <a:solidFill>
                  <a:srgbClr val="FFFFFF"/>
                </a:solidFill>
              </a14:hiddenFill>
            </a:ext>
          </a:extLst>
        </p:spPr>
      </p:pic>
      <p:sp>
        <p:nvSpPr>
          <p:cNvPr id="33" name="AutoShape 3"/>
          <p:cNvSpPr>
            <a:spLocks noChangeArrowheads="1"/>
          </p:cNvSpPr>
          <p:nvPr/>
        </p:nvSpPr>
        <p:spPr bwMode="auto">
          <a:xfrm>
            <a:off x="5362937" y="2037704"/>
            <a:ext cx="3619499" cy="1389063"/>
          </a:xfrm>
          <a:prstGeom prst="triangle">
            <a:avLst>
              <a:gd name="adj" fmla="val 50000"/>
            </a:avLst>
          </a:prstGeom>
          <a:noFill/>
          <a:ln w="50800">
            <a:solidFill>
              <a:srgbClr val="339966"/>
            </a:solidFill>
            <a:miter lim="800000"/>
            <a:headEnd/>
            <a:tailEnd/>
          </a:ln>
        </p:spPr>
        <p:txBody>
          <a:bodyPr wrap="square" anchor="ctr">
            <a:spAutoFit/>
          </a:bodyPr>
          <a:lstStyle/>
          <a:p>
            <a:pPr algn="ctr" eaLnBrk="0" hangingPunct="0"/>
            <a:endParaRPr lang="fr-FR" sz="3100">
              <a:solidFill>
                <a:schemeClr val="tx2"/>
              </a:solidFill>
              <a:latin typeface="Calibri" pitchFamily="34" charset="0"/>
              <a:cs typeface="Calibri" pitchFamily="34" charset="0"/>
            </a:endParaRPr>
          </a:p>
        </p:txBody>
      </p:sp>
      <p:sp>
        <p:nvSpPr>
          <p:cNvPr id="34" name="AutoShape 3"/>
          <p:cNvSpPr>
            <a:spLocks noChangeArrowheads="1"/>
          </p:cNvSpPr>
          <p:nvPr/>
        </p:nvSpPr>
        <p:spPr bwMode="auto">
          <a:xfrm>
            <a:off x="2747927" y="4425202"/>
            <a:ext cx="3619499" cy="1389063"/>
          </a:xfrm>
          <a:prstGeom prst="triangle">
            <a:avLst>
              <a:gd name="adj" fmla="val 50000"/>
            </a:avLst>
          </a:prstGeom>
          <a:noFill/>
          <a:ln w="50800">
            <a:solidFill>
              <a:srgbClr val="339966"/>
            </a:solidFill>
            <a:miter lim="800000"/>
            <a:headEnd/>
            <a:tailEnd/>
          </a:ln>
        </p:spPr>
        <p:txBody>
          <a:bodyPr wrap="square" anchor="ctr">
            <a:spAutoFit/>
          </a:bodyPr>
          <a:lstStyle/>
          <a:p>
            <a:pPr algn="ctr" eaLnBrk="0" hangingPunct="0"/>
            <a:endParaRPr lang="fr-FR" sz="3100">
              <a:solidFill>
                <a:schemeClr val="tx2"/>
              </a:solidFill>
              <a:latin typeface="Calibri" pitchFamily="34" charset="0"/>
              <a:cs typeface="Calibri" pitchFamily="34" charset="0"/>
            </a:endParaRPr>
          </a:p>
        </p:txBody>
      </p:sp>
      <p:sp>
        <p:nvSpPr>
          <p:cNvPr id="3" name="Flèche droite à entaille 2"/>
          <p:cNvSpPr/>
          <p:nvPr/>
        </p:nvSpPr>
        <p:spPr bwMode="auto">
          <a:xfrm>
            <a:off x="2106045" y="3691023"/>
            <a:ext cx="332355" cy="139602"/>
          </a:xfrm>
          <a:prstGeom prst="notchedRight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1" i="0" u="none" strike="noStrike" cap="none" normalizeH="0" baseline="0">
              <a:ln>
                <a:noFill/>
              </a:ln>
              <a:solidFill>
                <a:schemeClr val="tx1"/>
              </a:solidFill>
              <a:effectLst/>
              <a:latin typeface="Century Gothic" pitchFamily="34" charset="0"/>
            </a:endParaRPr>
          </a:p>
        </p:txBody>
      </p:sp>
      <p:sp>
        <p:nvSpPr>
          <p:cNvPr id="38" name="Flèche droite à entaille 37"/>
          <p:cNvSpPr/>
          <p:nvPr/>
        </p:nvSpPr>
        <p:spPr bwMode="auto">
          <a:xfrm>
            <a:off x="2088936" y="4021574"/>
            <a:ext cx="332355" cy="139602"/>
          </a:xfrm>
          <a:prstGeom prst="notchedRight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1" i="0" u="none" strike="noStrike" cap="none" normalizeH="0" baseline="0">
              <a:ln>
                <a:noFill/>
              </a:ln>
              <a:solidFill>
                <a:schemeClr val="tx1"/>
              </a:solidFill>
              <a:effectLst/>
              <a:latin typeface="Century Gothic" pitchFamily="34" charset="0"/>
            </a:endParaRPr>
          </a:p>
        </p:txBody>
      </p:sp>
      <p:sp>
        <p:nvSpPr>
          <p:cNvPr id="39" name="Flèche droite à entaille 38"/>
          <p:cNvSpPr/>
          <p:nvPr/>
        </p:nvSpPr>
        <p:spPr bwMode="auto">
          <a:xfrm>
            <a:off x="7324695" y="3592427"/>
            <a:ext cx="332355" cy="139602"/>
          </a:xfrm>
          <a:prstGeom prst="notchedRight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1" i="0" u="none" strike="noStrike" cap="none" normalizeH="0" baseline="0">
              <a:ln>
                <a:noFill/>
              </a:ln>
              <a:solidFill>
                <a:schemeClr val="tx1"/>
              </a:solidFill>
              <a:effectLst/>
              <a:latin typeface="Century Gothic" pitchFamily="34" charset="0"/>
            </a:endParaRPr>
          </a:p>
        </p:txBody>
      </p:sp>
      <p:sp>
        <p:nvSpPr>
          <p:cNvPr id="40" name="Flèche droite à entaille 39"/>
          <p:cNvSpPr/>
          <p:nvPr/>
        </p:nvSpPr>
        <p:spPr bwMode="auto">
          <a:xfrm>
            <a:off x="7331252" y="3871959"/>
            <a:ext cx="332355" cy="139602"/>
          </a:xfrm>
          <a:prstGeom prst="notchedRight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1" i="0" u="none" strike="noStrike" cap="none" normalizeH="0" baseline="0">
              <a:ln>
                <a:noFill/>
              </a:ln>
              <a:solidFill>
                <a:schemeClr val="tx1"/>
              </a:solidFill>
              <a:effectLst/>
              <a:latin typeface="Century Gothic" pitchFamily="34" charset="0"/>
            </a:endParaRPr>
          </a:p>
        </p:txBody>
      </p:sp>
      <p:sp>
        <p:nvSpPr>
          <p:cNvPr id="41" name="Flèche droite à entaille 40"/>
          <p:cNvSpPr/>
          <p:nvPr/>
        </p:nvSpPr>
        <p:spPr bwMode="auto">
          <a:xfrm>
            <a:off x="4564759" y="5859270"/>
            <a:ext cx="332355" cy="139602"/>
          </a:xfrm>
          <a:prstGeom prst="notchedRight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1" i="0" u="none" strike="noStrike" cap="none" normalizeH="0" baseline="0">
              <a:ln>
                <a:noFill/>
              </a:ln>
              <a:solidFill>
                <a:schemeClr val="tx1"/>
              </a:solidFill>
              <a:effectLst/>
              <a:latin typeface="Century Gothic" pitchFamily="34" charset="0"/>
            </a:endParaRPr>
          </a:p>
        </p:txBody>
      </p:sp>
      <p:sp>
        <p:nvSpPr>
          <p:cNvPr id="42" name="Flèche droite à entaille 41"/>
          <p:cNvSpPr/>
          <p:nvPr/>
        </p:nvSpPr>
        <p:spPr bwMode="auto">
          <a:xfrm>
            <a:off x="4564759" y="6214723"/>
            <a:ext cx="332355" cy="139602"/>
          </a:xfrm>
          <a:prstGeom prst="notchedRight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1" i="0" u="none" strike="noStrike" cap="none" normalizeH="0" baseline="0">
              <a:ln>
                <a:noFill/>
              </a:ln>
              <a:solidFill>
                <a:schemeClr val="tx1"/>
              </a:solidFill>
              <a:effectLst/>
              <a:latin typeface="Century Gothic" pitchFamily="34" charset="0"/>
            </a:endParaRPr>
          </a:p>
        </p:txBody>
      </p:sp>
    </p:spTree>
    <p:extLst>
      <p:ext uri="{BB962C8B-B14F-4D97-AF65-F5344CB8AC3E}">
        <p14:creationId xmlns:p14="http://schemas.microsoft.com/office/powerpoint/2010/main" val="3692171067"/>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withEffect">
                                  <p:stCondLst>
                                    <p:cond delay="0"/>
                                  </p:stCondLst>
                                  <p:childTnLst>
                                    <p:set>
                                      <p:cBhvr>
                                        <p:cTn id="6" dur="1" fill="hold">
                                          <p:stCondLst>
                                            <p:cond delay="0"/>
                                          </p:stCondLst>
                                        </p:cTn>
                                        <p:tgtEl>
                                          <p:spTgt spid="93195"/>
                                        </p:tgtEl>
                                        <p:attrNameLst>
                                          <p:attrName>style.visibility</p:attrName>
                                        </p:attrNameLst>
                                      </p:cBhvr>
                                      <p:to>
                                        <p:strVal val="visible"/>
                                      </p:to>
                                    </p:set>
                                    <p:animEffect transition="in" filter="box(in)">
                                      <p:cBhvr>
                                        <p:cTn id="7" dur="500"/>
                                        <p:tgtEl>
                                          <p:spTgt spid="93195"/>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93196"/>
                                        </p:tgtEl>
                                        <p:attrNameLst>
                                          <p:attrName>style.visibility</p:attrName>
                                        </p:attrNameLst>
                                      </p:cBhvr>
                                      <p:to>
                                        <p:strVal val="visible"/>
                                      </p:to>
                                    </p:set>
                                    <p:animEffect transition="in" filter="box(in)">
                                      <p:cBhvr>
                                        <p:cTn id="10" dur="500"/>
                                        <p:tgtEl>
                                          <p:spTgt spid="93196"/>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93197"/>
                                        </p:tgtEl>
                                        <p:attrNameLst>
                                          <p:attrName>style.visibility</p:attrName>
                                        </p:attrNameLst>
                                      </p:cBhvr>
                                      <p:to>
                                        <p:strVal val="visible"/>
                                      </p:to>
                                    </p:set>
                                    <p:animEffect transition="in" filter="box(in)">
                                      <p:cBhvr>
                                        <p:cTn id="13" dur="500"/>
                                        <p:tgtEl>
                                          <p:spTgt spid="93197"/>
                                        </p:tgtEl>
                                      </p:cBhvr>
                                    </p:animEffect>
                                  </p:childTnLst>
                                </p:cTn>
                              </p:par>
                              <p:par>
                                <p:cTn id="14" presetID="4" presetClass="entr" presetSubtype="16" fill="hold" grpId="0" nodeType="withEffect">
                                  <p:stCondLst>
                                    <p:cond delay="0"/>
                                  </p:stCondLst>
                                  <p:childTnLst>
                                    <p:set>
                                      <p:cBhvr>
                                        <p:cTn id="15" dur="1" fill="hold">
                                          <p:stCondLst>
                                            <p:cond delay="0"/>
                                          </p:stCondLst>
                                        </p:cTn>
                                        <p:tgtEl>
                                          <p:spTgt spid="93211"/>
                                        </p:tgtEl>
                                        <p:attrNameLst>
                                          <p:attrName>style.visibility</p:attrName>
                                        </p:attrNameLst>
                                      </p:cBhvr>
                                      <p:to>
                                        <p:strVal val="visible"/>
                                      </p:to>
                                    </p:set>
                                    <p:animEffect transition="in" filter="box(in)">
                                      <p:cBhvr>
                                        <p:cTn id="16" dur="500"/>
                                        <p:tgtEl>
                                          <p:spTgt spid="93211"/>
                                        </p:tgtEl>
                                      </p:cBhvr>
                                    </p:animEffect>
                                  </p:childTnLst>
                                </p:cTn>
                              </p:par>
                              <p:par>
                                <p:cTn id="17" presetID="4" presetClass="entr" presetSubtype="16" fill="hold" grpId="0" nodeType="withEffect">
                                  <p:stCondLst>
                                    <p:cond delay="0"/>
                                  </p:stCondLst>
                                  <p:childTnLst>
                                    <p:set>
                                      <p:cBhvr>
                                        <p:cTn id="18" dur="1" fill="hold">
                                          <p:stCondLst>
                                            <p:cond delay="0"/>
                                          </p:stCondLst>
                                        </p:cTn>
                                        <p:tgtEl>
                                          <p:spTgt spid="93212"/>
                                        </p:tgtEl>
                                        <p:attrNameLst>
                                          <p:attrName>style.visibility</p:attrName>
                                        </p:attrNameLst>
                                      </p:cBhvr>
                                      <p:to>
                                        <p:strVal val="visible"/>
                                      </p:to>
                                    </p:set>
                                    <p:animEffect transition="in" filter="box(in)">
                                      <p:cBhvr>
                                        <p:cTn id="19" dur="500"/>
                                        <p:tgtEl>
                                          <p:spTgt spid="93212"/>
                                        </p:tgtEl>
                                      </p:cBhvr>
                                    </p:animEffect>
                                  </p:childTnLst>
                                </p:cTn>
                              </p:par>
                              <p:par>
                                <p:cTn id="20" presetID="4" presetClass="entr" presetSubtype="16" fill="hold" grpId="0" nodeType="withEffect">
                                  <p:stCondLst>
                                    <p:cond delay="0"/>
                                  </p:stCondLst>
                                  <p:childTnLst>
                                    <p:set>
                                      <p:cBhvr>
                                        <p:cTn id="21" dur="1" fill="hold">
                                          <p:stCondLst>
                                            <p:cond delay="0"/>
                                          </p:stCondLst>
                                        </p:cTn>
                                        <p:tgtEl>
                                          <p:spTgt spid="36"/>
                                        </p:tgtEl>
                                        <p:attrNameLst>
                                          <p:attrName>style.visibility</p:attrName>
                                        </p:attrNameLst>
                                      </p:cBhvr>
                                      <p:to>
                                        <p:strVal val="visible"/>
                                      </p:to>
                                    </p:set>
                                    <p:animEffect transition="in" filter="box(in)">
                                      <p:cBhvr>
                                        <p:cTn id="22" dur="500"/>
                                        <p:tgtEl>
                                          <p:spTgt spid="36"/>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93203"/>
                                        </p:tgtEl>
                                        <p:attrNameLst>
                                          <p:attrName>style.visibility</p:attrName>
                                        </p:attrNameLst>
                                      </p:cBhvr>
                                      <p:to>
                                        <p:strVal val="visible"/>
                                      </p:to>
                                    </p:set>
                                    <p:animEffect transition="in" filter="box(in)">
                                      <p:cBhvr>
                                        <p:cTn id="27" dur="500"/>
                                        <p:tgtEl>
                                          <p:spTgt spid="93203"/>
                                        </p:tgtEl>
                                      </p:cBhvr>
                                    </p:animEffect>
                                  </p:childTnLst>
                                </p:cTn>
                              </p:par>
                              <p:par>
                                <p:cTn id="28" presetID="4" presetClass="entr" presetSubtype="16" fill="hold" grpId="0" nodeType="withEffect">
                                  <p:stCondLst>
                                    <p:cond delay="0"/>
                                  </p:stCondLst>
                                  <p:childTnLst>
                                    <p:set>
                                      <p:cBhvr>
                                        <p:cTn id="29" dur="1" fill="hold">
                                          <p:stCondLst>
                                            <p:cond delay="0"/>
                                          </p:stCondLst>
                                        </p:cTn>
                                        <p:tgtEl>
                                          <p:spTgt spid="93200"/>
                                        </p:tgtEl>
                                        <p:attrNameLst>
                                          <p:attrName>style.visibility</p:attrName>
                                        </p:attrNameLst>
                                      </p:cBhvr>
                                      <p:to>
                                        <p:strVal val="visible"/>
                                      </p:to>
                                    </p:set>
                                    <p:animEffect transition="in" filter="box(in)">
                                      <p:cBhvr>
                                        <p:cTn id="30" dur="500"/>
                                        <p:tgtEl>
                                          <p:spTgt spid="93200"/>
                                        </p:tgtEl>
                                      </p:cBhvr>
                                    </p:animEffect>
                                  </p:childTnLst>
                                </p:cTn>
                              </p:par>
                              <p:par>
                                <p:cTn id="31" presetID="4" presetClass="entr" presetSubtype="16" fill="hold" grpId="0" nodeType="withEffect">
                                  <p:stCondLst>
                                    <p:cond delay="0"/>
                                  </p:stCondLst>
                                  <p:childTnLst>
                                    <p:set>
                                      <p:cBhvr>
                                        <p:cTn id="32" dur="1" fill="hold">
                                          <p:stCondLst>
                                            <p:cond delay="0"/>
                                          </p:stCondLst>
                                        </p:cTn>
                                        <p:tgtEl>
                                          <p:spTgt spid="93202"/>
                                        </p:tgtEl>
                                        <p:attrNameLst>
                                          <p:attrName>style.visibility</p:attrName>
                                        </p:attrNameLst>
                                      </p:cBhvr>
                                      <p:to>
                                        <p:strVal val="visible"/>
                                      </p:to>
                                    </p:set>
                                    <p:animEffect transition="in" filter="box(in)">
                                      <p:cBhvr>
                                        <p:cTn id="33" dur="500"/>
                                        <p:tgtEl>
                                          <p:spTgt spid="93202"/>
                                        </p:tgtEl>
                                      </p:cBhvr>
                                    </p:animEffect>
                                  </p:childTnLst>
                                </p:cTn>
                              </p:par>
                              <p:par>
                                <p:cTn id="34" presetID="4" presetClass="entr" presetSubtype="16" fill="hold" grpId="0" nodeType="withEffect">
                                  <p:stCondLst>
                                    <p:cond delay="0"/>
                                  </p:stCondLst>
                                  <p:childTnLst>
                                    <p:set>
                                      <p:cBhvr>
                                        <p:cTn id="35" dur="1" fill="hold">
                                          <p:stCondLst>
                                            <p:cond delay="0"/>
                                          </p:stCondLst>
                                        </p:cTn>
                                        <p:tgtEl>
                                          <p:spTgt spid="93199"/>
                                        </p:tgtEl>
                                        <p:attrNameLst>
                                          <p:attrName>style.visibility</p:attrName>
                                        </p:attrNameLst>
                                      </p:cBhvr>
                                      <p:to>
                                        <p:strVal val="visible"/>
                                      </p:to>
                                    </p:set>
                                    <p:animEffect transition="in" filter="box(in)">
                                      <p:cBhvr>
                                        <p:cTn id="36" dur="500"/>
                                        <p:tgtEl>
                                          <p:spTgt spid="93199"/>
                                        </p:tgtEl>
                                      </p:cBhvr>
                                    </p:animEffect>
                                  </p:childTnLst>
                                </p:cTn>
                              </p:par>
                              <p:par>
                                <p:cTn id="37" presetID="5" presetClass="entr" presetSubtype="10" fill="hold" grpId="0" nodeType="withEffect">
                                  <p:stCondLst>
                                    <p:cond delay="0"/>
                                  </p:stCondLst>
                                  <p:childTnLst>
                                    <p:set>
                                      <p:cBhvr>
                                        <p:cTn id="38" dur="1" fill="hold">
                                          <p:stCondLst>
                                            <p:cond delay="0"/>
                                          </p:stCondLst>
                                        </p:cTn>
                                        <p:tgtEl>
                                          <p:spTgt spid="93201"/>
                                        </p:tgtEl>
                                        <p:attrNameLst>
                                          <p:attrName>style.visibility</p:attrName>
                                        </p:attrNameLst>
                                      </p:cBhvr>
                                      <p:to>
                                        <p:strVal val="visible"/>
                                      </p:to>
                                    </p:set>
                                    <p:animEffect transition="in" filter="checkerboard(across)">
                                      <p:cBhvr>
                                        <p:cTn id="39" dur="500"/>
                                        <p:tgtEl>
                                          <p:spTgt spid="93201"/>
                                        </p:tgtEl>
                                      </p:cBhvr>
                                    </p:animEffect>
                                  </p:childTnLst>
                                </p:cTn>
                              </p:par>
                              <p:par>
                                <p:cTn id="40" presetID="5" presetClass="entr" presetSubtype="10" fill="hold" grpId="0" nodeType="withEffect">
                                  <p:stCondLst>
                                    <p:cond delay="0"/>
                                  </p:stCondLst>
                                  <p:childTnLst>
                                    <p:set>
                                      <p:cBhvr>
                                        <p:cTn id="41" dur="1" fill="hold">
                                          <p:stCondLst>
                                            <p:cond delay="0"/>
                                          </p:stCondLst>
                                        </p:cTn>
                                        <p:tgtEl>
                                          <p:spTgt spid="93204"/>
                                        </p:tgtEl>
                                        <p:attrNameLst>
                                          <p:attrName>style.visibility</p:attrName>
                                        </p:attrNameLst>
                                      </p:cBhvr>
                                      <p:to>
                                        <p:strVal val="visible"/>
                                      </p:to>
                                    </p:set>
                                    <p:animEffect transition="in" filter="checkerboard(across)">
                                      <p:cBhvr>
                                        <p:cTn id="42" dur="500"/>
                                        <p:tgtEl>
                                          <p:spTgt spid="932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95" grpId="0"/>
      <p:bldP spid="93196" grpId="0"/>
      <p:bldP spid="93197" grpId="0"/>
      <p:bldP spid="93199" grpId="0"/>
      <p:bldP spid="93200" grpId="0"/>
      <p:bldP spid="93201" grpId="0"/>
      <p:bldP spid="93202" grpId="0"/>
      <p:bldP spid="93203" grpId="0"/>
      <p:bldP spid="93204" grpId="0"/>
      <p:bldP spid="93211" grpId="0"/>
      <p:bldP spid="93212" grpId="0"/>
      <p:bldP spid="36"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Box 2"/>
          <p:cNvSpPr txBox="1">
            <a:spLocks noChangeArrowheads="1"/>
          </p:cNvSpPr>
          <p:nvPr/>
        </p:nvSpPr>
        <p:spPr bwMode="auto">
          <a:xfrm>
            <a:off x="2268891" y="1152712"/>
            <a:ext cx="3634456"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D5 – Identifier les causes racines</a:t>
            </a:r>
          </a:p>
        </p:txBody>
      </p:sp>
      <p:sp>
        <p:nvSpPr>
          <p:cNvPr id="24" name="Rectangle 2"/>
          <p:cNvSpPr>
            <a:spLocks noChangeArrowheads="1"/>
          </p:cNvSpPr>
          <p:nvPr/>
        </p:nvSpPr>
        <p:spPr bwMode="auto">
          <a:xfrm>
            <a:off x="206515" y="323655"/>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
        <p:nvSpPr>
          <p:cNvPr id="29" name="Rectangle 28"/>
          <p:cNvSpPr/>
          <p:nvPr/>
        </p:nvSpPr>
        <p:spPr>
          <a:xfrm>
            <a:off x="296525" y="1148545"/>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pic>
        <p:nvPicPr>
          <p:cNvPr id="37" name="Picture 2" descr="C:\Users\Bertrand\Documents\05 - Clients\LISI Group\Kit de communication LEAP\3real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9800000">
            <a:off x="8001428" y="544950"/>
            <a:ext cx="970703" cy="984472"/>
          </a:xfrm>
          <a:prstGeom prst="rect">
            <a:avLst/>
          </a:prstGeom>
          <a:noFill/>
          <a:extLst>
            <a:ext uri="{909E8E84-426E-40dd-AFC4-6F175D3DCCD1}">
              <a14:hiddenFill xmlns="" xmlns:a14="http://schemas.microsoft.com/office/drawing/2010/main">
                <a:solidFill>
                  <a:srgbClr val="FFFFFF"/>
                </a:solidFill>
              </a14:hiddenFill>
            </a:ext>
          </a:extLst>
        </p:spPr>
      </p:pic>
      <p:grpSp>
        <p:nvGrpSpPr>
          <p:cNvPr id="2" name="Grouper 1"/>
          <p:cNvGrpSpPr/>
          <p:nvPr/>
        </p:nvGrpSpPr>
        <p:grpSpPr>
          <a:xfrm>
            <a:off x="386535" y="1448780"/>
            <a:ext cx="8476665" cy="4834698"/>
            <a:chOff x="450761" y="1502602"/>
            <a:chExt cx="8476665" cy="4834698"/>
          </a:xfrm>
        </p:grpSpPr>
        <p:sp>
          <p:nvSpPr>
            <p:cNvPr id="35" name="Rectangle 120"/>
            <p:cNvSpPr>
              <a:spLocks noChangeArrowheads="1"/>
            </p:cNvSpPr>
            <p:nvPr/>
          </p:nvSpPr>
          <p:spPr bwMode="auto">
            <a:xfrm>
              <a:off x="476249" y="2202292"/>
              <a:ext cx="8242747" cy="3026536"/>
            </a:xfrm>
            <a:prstGeom prst="rect">
              <a:avLst/>
            </a:prstGeom>
            <a:solidFill>
              <a:srgbClr val="99CCFF">
                <a:alpha val="50195"/>
              </a:srgbClr>
            </a:solid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pPr algn="ctr">
                <a:defRPr/>
              </a:pPr>
              <a:endParaRPr lang="fr-FR">
                <a:latin typeface="Calibri" pitchFamily="34" charset="0"/>
                <a:cs typeface="Calibri" pitchFamily="34" charset="0"/>
              </a:endParaRPr>
            </a:p>
          </p:txBody>
        </p:sp>
        <p:grpSp>
          <p:nvGrpSpPr>
            <p:cNvPr id="43" name="Group 124"/>
            <p:cNvGrpSpPr>
              <a:grpSpLocks/>
            </p:cNvGrpSpPr>
            <p:nvPr/>
          </p:nvGrpSpPr>
          <p:grpSpPr bwMode="auto">
            <a:xfrm>
              <a:off x="704850" y="2219325"/>
              <a:ext cx="1447800" cy="2984500"/>
              <a:chOff x="444" y="1122"/>
              <a:chExt cx="912" cy="2016"/>
            </a:xfrm>
          </p:grpSpPr>
          <p:sp>
            <p:nvSpPr>
              <p:cNvPr id="44" name="Oval 2"/>
              <p:cNvSpPr>
                <a:spLocks noChangeArrowheads="1"/>
              </p:cNvSpPr>
              <p:nvPr/>
            </p:nvSpPr>
            <p:spPr bwMode="auto">
              <a:xfrm>
                <a:off x="444" y="1122"/>
                <a:ext cx="912" cy="2016"/>
              </a:xfrm>
              <a:prstGeom prst="ellipse">
                <a:avLst/>
              </a:prstGeom>
              <a:noFill/>
              <a:ln w="19050">
                <a:solidFill>
                  <a:schemeClr val="tx1"/>
                </a:solidFill>
                <a:round/>
                <a:headEnd/>
                <a:tailEnd/>
              </a:ln>
            </p:spPr>
            <p:txBody>
              <a:bodyPr wrap="none" anchor="ctr"/>
              <a:lstStyle/>
              <a:p>
                <a:endParaRPr lang="fr-FR">
                  <a:latin typeface="Calibri" pitchFamily="34" charset="0"/>
                  <a:cs typeface="Calibri" pitchFamily="34" charset="0"/>
                </a:endParaRPr>
              </a:p>
            </p:txBody>
          </p:sp>
          <p:sp>
            <p:nvSpPr>
              <p:cNvPr id="45" name="AutoShape 3"/>
              <p:cNvSpPr>
                <a:spLocks noChangeArrowheads="1"/>
              </p:cNvSpPr>
              <p:nvPr/>
            </p:nvSpPr>
            <p:spPr bwMode="auto">
              <a:xfrm rot="140429">
                <a:off x="833" y="1439"/>
                <a:ext cx="144" cy="144"/>
              </a:xfrm>
              <a:prstGeom prst="lightningBolt">
                <a:avLst/>
              </a:prstGeom>
              <a:solidFill>
                <a:srgbClr val="FF0000"/>
              </a:solidFill>
              <a:ln w="9525">
                <a:solidFill>
                  <a:schemeClr val="tx1"/>
                </a:solidFill>
                <a:miter lim="800000"/>
                <a:headEnd/>
                <a:tailEnd/>
              </a:ln>
            </p:spPr>
            <p:txBody>
              <a:bodyPr wrap="none" anchor="ctr"/>
              <a:lstStyle/>
              <a:p>
                <a:endParaRPr lang="fr-FR">
                  <a:latin typeface="Calibri" pitchFamily="34" charset="0"/>
                  <a:cs typeface="Calibri" pitchFamily="34" charset="0"/>
                </a:endParaRPr>
              </a:p>
            </p:txBody>
          </p:sp>
          <p:sp>
            <p:nvSpPr>
              <p:cNvPr id="46" name="AutoShape 4"/>
              <p:cNvSpPr>
                <a:spLocks noChangeArrowheads="1"/>
              </p:cNvSpPr>
              <p:nvPr/>
            </p:nvSpPr>
            <p:spPr bwMode="auto">
              <a:xfrm rot="140429">
                <a:off x="833" y="1799"/>
                <a:ext cx="144" cy="144"/>
              </a:xfrm>
              <a:prstGeom prst="lightningBolt">
                <a:avLst/>
              </a:prstGeom>
              <a:solidFill>
                <a:srgbClr val="FF0000"/>
              </a:solidFill>
              <a:ln w="9525">
                <a:solidFill>
                  <a:schemeClr val="tx1"/>
                </a:solidFill>
                <a:miter lim="800000"/>
                <a:headEnd/>
                <a:tailEnd/>
              </a:ln>
            </p:spPr>
            <p:txBody>
              <a:bodyPr wrap="none" anchor="ctr"/>
              <a:lstStyle/>
              <a:p>
                <a:endParaRPr lang="fr-FR">
                  <a:latin typeface="Calibri" pitchFamily="34" charset="0"/>
                  <a:cs typeface="Calibri" pitchFamily="34" charset="0"/>
                </a:endParaRPr>
              </a:p>
            </p:txBody>
          </p:sp>
          <p:sp>
            <p:nvSpPr>
              <p:cNvPr id="47" name="AutoShape 5"/>
              <p:cNvSpPr>
                <a:spLocks noChangeArrowheads="1"/>
              </p:cNvSpPr>
              <p:nvPr/>
            </p:nvSpPr>
            <p:spPr bwMode="auto">
              <a:xfrm rot="140429">
                <a:off x="1048" y="1872"/>
                <a:ext cx="144" cy="144"/>
              </a:xfrm>
              <a:prstGeom prst="lightningBolt">
                <a:avLst/>
              </a:prstGeom>
              <a:solidFill>
                <a:srgbClr val="FF0000"/>
              </a:solidFill>
              <a:ln w="9525">
                <a:solidFill>
                  <a:schemeClr val="tx1"/>
                </a:solidFill>
                <a:miter lim="800000"/>
                <a:headEnd/>
                <a:tailEnd/>
              </a:ln>
            </p:spPr>
            <p:txBody>
              <a:bodyPr wrap="none" anchor="ctr"/>
              <a:lstStyle/>
              <a:p>
                <a:endParaRPr lang="fr-FR">
                  <a:latin typeface="Calibri" pitchFamily="34" charset="0"/>
                  <a:cs typeface="Calibri" pitchFamily="34" charset="0"/>
                </a:endParaRPr>
              </a:p>
            </p:txBody>
          </p:sp>
          <p:sp>
            <p:nvSpPr>
              <p:cNvPr id="48" name="AutoShape 6"/>
              <p:cNvSpPr>
                <a:spLocks noChangeArrowheads="1"/>
              </p:cNvSpPr>
              <p:nvPr/>
            </p:nvSpPr>
            <p:spPr bwMode="auto">
              <a:xfrm rot="140429">
                <a:off x="545" y="1799"/>
                <a:ext cx="144" cy="144"/>
              </a:xfrm>
              <a:prstGeom prst="lightningBolt">
                <a:avLst/>
              </a:prstGeom>
              <a:solidFill>
                <a:srgbClr val="FF0000"/>
              </a:solidFill>
              <a:ln w="9525">
                <a:solidFill>
                  <a:schemeClr val="tx1"/>
                </a:solidFill>
                <a:miter lim="800000"/>
                <a:headEnd/>
                <a:tailEnd/>
              </a:ln>
            </p:spPr>
            <p:txBody>
              <a:bodyPr wrap="none" anchor="ctr"/>
              <a:lstStyle/>
              <a:p>
                <a:endParaRPr lang="fr-FR">
                  <a:latin typeface="Calibri" pitchFamily="34" charset="0"/>
                  <a:cs typeface="Calibri" pitchFamily="34" charset="0"/>
                </a:endParaRPr>
              </a:p>
            </p:txBody>
          </p:sp>
          <p:sp>
            <p:nvSpPr>
              <p:cNvPr id="49" name="AutoShape 7"/>
              <p:cNvSpPr>
                <a:spLocks noChangeArrowheads="1"/>
              </p:cNvSpPr>
              <p:nvPr/>
            </p:nvSpPr>
            <p:spPr bwMode="auto">
              <a:xfrm rot="140429">
                <a:off x="904" y="2112"/>
                <a:ext cx="144" cy="144"/>
              </a:xfrm>
              <a:prstGeom prst="lightningBolt">
                <a:avLst/>
              </a:prstGeom>
              <a:solidFill>
                <a:srgbClr val="FF0000"/>
              </a:solidFill>
              <a:ln w="9525">
                <a:solidFill>
                  <a:schemeClr val="tx1"/>
                </a:solidFill>
                <a:miter lim="800000"/>
                <a:headEnd/>
                <a:tailEnd/>
              </a:ln>
            </p:spPr>
            <p:txBody>
              <a:bodyPr wrap="none" anchor="ctr"/>
              <a:lstStyle/>
              <a:p>
                <a:endParaRPr lang="fr-FR">
                  <a:latin typeface="Calibri" pitchFamily="34" charset="0"/>
                  <a:cs typeface="Calibri" pitchFamily="34" charset="0"/>
                </a:endParaRPr>
              </a:p>
            </p:txBody>
          </p:sp>
          <p:sp>
            <p:nvSpPr>
              <p:cNvPr id="50" name="AutoShape 8"/>
              <p:cNvSpPr>
                <a:spLocks noChangeArrowheads="1"/>
              </p:cNvSpPr>
              <p:nvPr/>
            </p:nvSpPr>
            <p:spPr bwMode="auto">
              <a:xfrm rot="140429">
                <a:off x="1121" y="2135"/>
                <a:ext cx="144" cy="144"/>
              </a:xfrm>
              <a:prstGeom prst="lightningBolt">
                <a:avLst/>
              </a:prstGeom>
              <a:solidFill>
                <a:srgbClr val="FF0000"/>
              </a:solidFill>
              <a:ln w="9525">
                <a:solidFill>
                  <a:schemeClr val="tx1"/>
                </a:solidFill>
                <a:miter lim="800000"/>
                <a:headEnd/>
                <a:tailEnd/>
              </a:ln>
            </p:spPr>
            <p:txBody>
              <a:bodyPr wrap="none" anchor="ctr"/>
              <a:lstStyle/>
              <a:p>
                <a:endParaRPr lang="fr-FR">
                  <a:latin typeface="Calibri" pitchFamily="34" charset="0"/>
                  <a:cs typeface="Calibri" pitchFamily="34" charset="0"/>
                </a:endParaRPr>
              </a:p>
            </p:txBody>
          </p:sp>
          <p:sp>
            <p:nvSpPr>
              <p:cNvPr id="51" name="AutoShape 9"/>
              <p:cNvSpPr>
                <a:spLocks noChangeArrowheads="1"/>
              </p:cNvSpPr>
              <p:nvPr/>
            </p:nvSpPr>
            <p:spPr bwMode="auto">
              <a:xfrm rot="140429">
                <a:off x="1073" y="2423"/>
                <a:ext cx="144" cy="144"/>
              </a:xfrm>
              <a:prstGeom prst="lightningBolt">
                <a:avLst/>
              </a:prstGeom>
              <a:solidFill>
                <a:srgbClr val="FF0000"/>
              </a:solidFill>
              <a:ln w="9525">
                <a:solidFill>
                  <a:schemeClr val="tx1"/>
                </a:solidFill>
                <a:miter lim="800000"/>
                <a:headEnd/>
                <a:tailEnd/>
              </a:ln>
            </p:spPr>
            <p:txBody>
              <a:bodyPr wrap="none" anchor="ctr"/>
              <a:lstStyle/>
              <a:p>
                <a:endParaRPr lang="fr-FR">
                  <a:latin typeface="Calibri" pitchFamily="34" charset="0"/>
                  <a:cs typeface="Calibri" pitchFamily="34" charset="0"/>
                </a:endParaRPr>
              </a:p>
            </p:txBody>
          </p:sp>
          <p:sp>
            <p:nvSpPr>
              <p:cNvPr id="52" name="AutoShape 10"/>
              <p:cNvSpPr>
                <a:spLocks noChangeArrowheads="1"/>
              </p:cNvSpPr>
              <p:nvPr/>
            </p:nvSpPr>
            <p:spPr bwMode="auto">
              <a:xfrm rot="140429">
                <a:off x="808" y="2352"/>
                <a:ext cx="144" cy="144"/>
              </a:xfrm>
              <a:prstGeom prst="lightningBolt">
                <a:avLst/>
              </a:prstGeom>
              <a:solidFill>
                <a:srgbClr val="FF0000"/>
              </a:solidFill>
              <a:ln w="9525">
                <a:solidFill>
                  <a:schemeClr val="tx1"/>
                </a:solidFill>
                <a:miter lim="800000"/>
                <a:headEnd/>
                <a:tailEnd/>
              </a:ln>
            </p:spPr>
            <p:txBody>
              <a:bodyPr wrap="none" anchor="ctr"/>
              <a:lstStyle/>
              <a:p>
                <a:endParaRPr lang="fr-FR">
                  <a:latin typeface="Calibri" pitchFamily="34" charset="0"/>
                  <a:cs typeface="Calibri" pitchFamily="34" charset="0"/>
                </a:endParaRPr>
              </a:p>
            </p:txBody>
          </p:sp>
          <p:sp>
            <p:nvSpPr>
              <p:cNvPr id="53" name="AutoShape 11"/>
              <p:cNvSpPr>
                <a:spLocks noChangeArrowheads="1"/>
              </p:cNvSpPr>
              <p:nvPr/>
            </p:nvSpPr>
            <p:spPr bwMode="auto">
              <a:xfrm rot="140429">
                <a:off x="641" y="2087"/>
                <a:ext cx="144" cy="144"/>
              </a:xfrm>
              <a:prstGeom prst="lightningBolt">
                <a:avLst/>
              </a:prstGeom>
              <a:solidFill>
                <a:srgbClr val="FF0000"/>
              </a:solidFill>
              <a:ln w="9525">
                <a:solidFill>
                  <a:schemeClr val="tx1"/>
                </a:solidFill>
                <a:miter lim="800000"/>
                <a:headEnd/>
                <a:tailEnd/>
              </a:ln>
            </p:spPr>
            <p:txBody>
              <a:bodyPr wrap="none" anchor="ctr"/>
              <a:lstStyle/>
              <a:p>
                <a:endParaRPr lang="fr-FR">
                  <a:latin typeface="Calibri" pitchFamily="34" charset="0"/>
                  <a:cs typeface="Calibri" pitchFamily="34" charset="0"/>
                </a:endParaRPr>
              </a:p>
            </p:txBody>
          </p:sp>
          <p:sp>
            <p:nvSpPr>
              <p:cNvPr id="54" name="AutoShape 12"/>
              <p:cNvSpPr>
                <a:spLocks noChangeArrowheads="1"/>
              </p:cNvSpPr>
              <p:nvPr/>
            </p:nvSpPr>
            <p:spPr bwMode="auto">
              <a:xfrm rot="140429">
                <a:off x="1073" y="1607"/>
                <a:ext cx="144" cy="144"/>
              </a:xfrm>
              <a:prstGeom prst="lightningBolt">
                <a:avLst/>
              </a:prstGeom>
              <a:solidFill>
                <a:srgbClr val="FF0000"/>
              </a:solidFill>
              <a:ln w="9525">
                <a:solidFill>
                  <a:schemeClr val="tx1"/>
                </a:solidFill>
                <a:miter lim="800000"/>
                <a:headEnd/>
                <a:tailEnd/>
              </a:ln>
            </p:spPr>
            <p:txBody>
              <a:bodyPr wrap="none" anchor="ctr"/>
              <a:lstStyle/>
              <a:p>
                <a:endParaRPr lang="fr-FR">
                  <a:latin typeface="Calibri" pitchFamily="34" charset="0"/>
                  <a:cs typeface="Calibri" pitchFamily="34" charset="0"/>
                </a:endParaRPr>
              </a:p>
            </p:txBody>
          </p:sp>
          <p:sp>
            <p:nvSpPr>
              <p:cNvPr id="55" name="AutoShape 13"/>
              <p:cNvSpPr>
                <a:spLocks noChangeArrowheads="1"/>
              </p:cNvSpPr>
              <p:nvPr/>
            </p:nvSpPr>
            <p:spPr bwMode="auto">
              <a:xfrm rot="140429">
                <a:off x="1000" y="2688"/>
                <a:ext cx="144" cy="144"/>
              </a:xfrm>
              <a:prstGeom prst="lightningBolt">
                <a:avLst/>
              </a:prstGeom>
              <a:solidFill>
                <a:srgbClr val="FF0000"/>
              </a:solidFill>
              <a:ln w="9525">
                <a:solidFill>
                  <a:schemeClr val="tx1"/>
                </a:solidFill>
                <a:miter lim="800000"/>
                <a:headEnd/>
                <a:tailEnd/>
              </a:ln>
            </p:spPr>
            <p:txBody>
              <a:bodyPr wrap="none" anchor="ctr"/>
              <a:lstStyle/>
              <a:p>
                <a:endParaRPr lang="fr-FR">
                  <a:latin typeface="Calibri" pitchFamily="34" charset="0"/>
                  <a:cs typeface="Calibri" pitchFamily="34" charset="0"/>
                </a:endParaRPr>
              </a:p>
            </p:txBody>
          </p:sp>
          <p:sp>
            <p:nvSpPr>
              <p:cNvPr id="56" name="AutoShape 14"/>
              <p:cNvSpPr>
                <a:spLocks noChangeArrowheads="1"/>
              </p:cNvSpPr>
              <p:nvPr/>
            </p:nvSpPr>
            <p:spPr bwMode="auto">
              <a:xfrm rot="140429">
                <a:off x="712" y="2592"/>
                <a:ext cx="144" cy="144"/>
              </a:xfrm>
              <a:prstGeom prst="lightningBolt">
                <a:avLst/>
              </a:prstGeom>
              <a:solidFill>
                <a:srgbClr val="FF0000"/>
              </a:solidFill>
              <a:ln w="9525">
                <a:solidFill>
                  <a:schemeClr val="tx1"/>
                </a:solidFill>
                <a:miter lim="800000"/>
                <a:headEnd/>
                <a:tailEnd/>
              </a:ln>
            </p:spPr>
            <p:txBody>
              <a:bodyPr wrap="none" anchor="ctr"/>
              <a:lstStyle/>
              <a:p>
                <a:endParaRPr lang="fr-FR">
                  <a:latin typeface="Calibri" pitchFamily="34" charset="0"/>
                  <a:cs typeface="Calibri" pitchFamily="34" charset="0"/>
                </a:endParaRPr>
              </a:p>
            </p:txBody>
          </p:sp>
          <p:sp>
            <p:nvSpPr>
              <p:cNvPr id="57" name="AutoShape 15"/>
              <p:cNvSpPr>
                <a:spLocks noChangeArrowheads="1"/>
              </p:cNvSpPr>
              <p:nvPr/>
            </p:nvSpPr>
            <p:spPr bwMode="auto">
              <a:xfrm rot="140429">
                <a:off x="785" y="2903"/>
                <a:ext cx="144" cy="144"/>
              </a:xfrm>
              <a:prstGeom prst="lightningBolt">
                <a:avLst/>
              </a:prstGeom>
              <a:solidFill>
                <a:srgbClr val="FF0000"/>
              </a:solidFill>
              <a:ln w="9525">
                <a:solidFill>
                  <a:schemeClr val="tx1"/>
                </a:solidFill>
                <a:miter lim="800000"/>
                <a:headEnd/>
                <a:tailEnd/>
              </a:ln>
            </p:spPr>
            <p:txBody>
              <a:bodyPr wrap="none" anchor="ctr"/>
              <a:lstStyle/>
              <a:p>
                <a:endParaRPr lang="fr-FR">
                  <a:latin typeface="Calibri" pitchFamily="34" charset="0"/>
                  <a:cs typeface="Calibri" pitchFamily="34" charset="0"/>
                </a:endParaRPr>
              </a:p>
            </p:txBody>
          </p:sp>
          <p:sp>
            <p:nvSpPr>
              <p:cNvPr id="58" name="AutoShape 16"/>
              <p:cNvSpPr>
                <a:spLocks noChangeArrowheads="1"/>
              </p:cNvSpPr>
              <p:nvPr/>
            </p:nvSpPr>
            <p:spPr bwMode="auto">
              <a:xfrm rot="140429">
                <a:off x="641" y="1511"/>
                <a:ext cx="144" cy="144"/>
              </a:xfrm>
              <a:prstGeom prst="lightningBolt">
                <a:avLst/>
              </a:prstGeom>
              <a:solidFill>
                <a:srgbClr val="FF0000"/>
              </a:solidFill>
              <a:ln w="9525">
                <a:solidFill>
                  <a:schemeClr val="tx1"/>
                </a:solidFill>
                <a:miter lim="800000"/>
                <a:headEnd/>
                <a:tailEnd/>
              </a:ln>
            </p:spPr>
            <p:txBody>
              <a:bodyPr wrap="none" anchor="ctr"/>
              <a:lstStyle/>
              <a:p>
                <a:endParaRPr lang="fr-FR">
                  <a:latin typeface="Calibri" pitchFamily="34" charset="0"/>
                  <a:cs typeface="Calibri" pitchFamily="34" charset="0"/>
                </a:endParaRPr>
              </a:p>
            </p:txBody>
          </p:sp>
          <p:sp>
            <p:nvSpPr>
              <p:cNvPr id="59" name="AutoShape 17"/>
              <p:cNvSpPr>
                <a:spLocks noChangeArrowheads="1"/>
              </p:cNvSpPr>
              <p:nvPr/>
            </p:nvSpPr>
            <p:spPr bwMode="auto">
              <a:xfrm rot="140429">
                <a:off x="870" y="1208"/>
                <a:ext cx="144" cy="144"/>
              </a:xfrm>
              <a:prstGeom prst="lightningBolt">
                <a:avLst/>
              </a:prstGeom>
              <a:solidFill>
                <a:srgbClr val="FF0000"/>
              </a:solidFill>
              <a:ln w="9525">
                <a:solidFill>
                  <a:schemeClr val="tx1"/>
                </a:solidFill>
                <a:miter lim="800000"/>
                <a:headEnd/>
                <a:tailEnd/>
              </a:ln>
            </p:spPr>
            <p:txBody>
              <a:bodyPr wrap="none" anchor="ctr"/>
              <a:lstStyle/>
              <a:p>
                <a:endParaRPr lang="fr-FR">
                  <a:latin typeface="Calibri" pitchFamily="34" charset="0"/>
                  <a:cs typeface="Calibri" pitchFamily="34" charset="0"/>
                </a:endParaRPr>
              </a:p>
            </p:txBody>
          </p:sp>
          <p:sp>
            <p:nvSpPr>
              <p:cNvPr id="60" name="AutoShape 18"/>
              <p:cNvSpPr>
                <a:spLocks noChangeArrowheads="1"/>
              </p:cNvSpPr>
              <p:nvPr/>
            </p:nvSpPr>
            <p:spPr bwMode="auto">
              <a:xfrm rot="140429">
                <a:off x="520" y="2352"/>
                <a:ext cx="144" cy="144"/>
              </a:xfrm>
              <a:prstGeom prst="lightningBolt">
                <a:avLst/>
              </a:prstGeom>
              <a:solidFill>
                <a:srgbClr val="FF0000"/>
              </a:solidFill>
              <a:ln w="9525">
                <a:solidFill>
                  <a:schemeClr val="tx1"/>
                </a:solidFill>
                <a:miter lim="800000"/>
                <a:headEnd/>
                <a:tailEnd/>
              </a:ln>
            </p:spPr>
            <p:txBody>
              <a:bodyPr wrap="none" anchor="ctr"/>
              <a:lstStyle/>
              <a:p>
                <a:endParaRPr lang="fr-FR">
                  <a:latin typeface="Calibri" pitchFamily="34" charset="0"/>
                  <a:cs typeface="Calibri" pitchFamily="34" charset="0"/>
                </a:endParaRPr>
              </a:p>
            </p:txBody>
          </p:sp>
        </p:grpSp>
        <p:grpSp>
          <p:nvGrpSpPr>
            <p:cNvPr id="61" name="Group 128"/>
            <p:cNvGrpSpPr>
              <a:grpSpLocks/>
            </p:cNvGrpSpPr>
            <p:nvPr/>
          </p:nvGrpSpPr>
          <p:grpSpPr bwMode="auto">
            <a:xfrm>
              <a:off x="3276600" y="2989263"/>
              <a:ext cx="466725" cy="1295400"/>
              <a:chOff x="2064" y="1607"/>
              <a:chExt cx="294" cy="816"/>
            </a:xfrm>
          </p:grpSpPr>
          <p:sp>
            <p:nvSpPr>
              <p:cNvPr id="62" name="Oval 19"/>
              <p:cNvSpPr>
                <a:spLocks noChangeArrowheads="1"/>
              </p:cNvSpPr>
              <p:nvPr/>
            </p:nvSpPr>
            <p:spPr bwMode="auto">
              <a:xfrm rot="10800000">
                <a:off x="2064" y="1607"/>
                <a:ext cx="294" cy="816"/>
              </a:xfrm>
              <a:prstGeom prst="ellipse">
                <a:avLst/>
              </a:prstGeom>
              <a:noFill/>
              <a:ln w="19050">
                <a:solidFill>
                  <a:schemeClr val="tx1"/>
                </a:solidFill>
                <a:round/>
                <a:headEnd/>
                <a:tailEnd/>
              </a:ln>
            </p:spPr>
            <p:txBody>
              <a:bodyPr wrap="none" anchor="ctr"/>
              <a:lstStyle/>
              <a:p>
                <a:endParaRPr lang="fr-FR">
                  <a:latin typeface="Calibri" pitchFamily="34" charset="0"/>
                  <a:cs typeface="Calibri" pitchFamily="34" charset="0"/>
                </a:endParaRPr>
              </a:p>
            </p:txBody>
          </p:sp>
          <p:sp>
            <p:nvSpPr>
              <p:cNvPr id="63" name="AutoShape 20"/>
              <p:cNvSpPr>
                <a:spLocks noChangeArrowheads="1"/>
              </p:cNvSpPr>
              <p:nvPr/>
            </p:nvSpPr>
            <p:spPr bwMode="auto">
              <a:xfrm>
                <a:off x="2141" y="1676"/>
                <a:ext cx="144" cy="144"/>
              </a:xfrm>
              <a:prstGeom prst="lightningBolt">
                <a:avLst/>
              </a:prstGeom>
              <a:solidFill>
                <a:srgbClr val="FF0000"/>
              </a:solidFill>
              <a:ln w="9525">
                <a:solidFill>
                  <a:schemeClr val="tx1"/>
                </a:solidFill>
                <a:miter lim="800000"/>
                <a:headEnd/>
                <a:tailEnd/>
              </a:ln>
            </p:spPr>
            <p:txBody>
              <a:bodyPr wrap="none" anchor="ctr"/>
              <a:lstStyle/>
              <a:p>
                <a:endParaRPr lang="fr-FR">
                  <a:latin typeface="Calibri" pitchFamily="34" charset="0"/>
                  <a:cs typeface="Calibri" pitchFamily="34" charset="0"/>
                </a:endParaRPr>
              </a:p>
            </p:txBody>
          </p:sp>
          <p:sp>
            <p:nvSpPr>
              <p:cNvPr id="64" name="AutoShape 21"/>
              <p:cNvSpPr>
                <a:spLocks noChangeArrowheads="1"/>
              </p:cNvSpPr>
              <p:nvPr/>
            </p:nvSpPr>
            <p:spPr bwMode="auto">
              <a:xfrm>
                <a:off x="2136" y="1940"/>
                <a:ext cx="144" cy="144"/>
              </a:xfrm>
              <a:prstGeom prst="lightningBolt">
                <a:avLst/>
              </a:prstGeom>
              <a:solidFill>
                <a:srgbClr val="FF0000"/>
              </a:solidFill>
              <a:ln w="9525">
                <a:solidFill>
                  <a:schemeClr val="tx1"/>
                </a:solidFill>
                <a:miter lim="800000"/>
                <a:headEnd/>
                <a:tailEnd/>
              </a:ln>
            </p:spPr>
            <p:txBody>
              <a:bodyPr wrap="none" anchor="ctr"/>
              <a:lstStyle/>
              <a:p>
                <a:endParaRPr lang="fr-FR">
                  <a:latin typeface="Calibri" pitchFamily="34" charset="0"/>
                  <a:cs typeface="Calibri" pitchFamily="34" charset="0"/>
                </a:endParaRPr>
              </a:p>
            </p:txBody>
          </p:sp>
          <p:sp>
            <p:nvSpPr>
              <p:cNvPr id="65" name="AutoShape 22"/>
              <p:cNvSpPr>
                <a:spLocks noChangeArrowheads="1"/>
              </p:cNvSpPr>
              <p:nvPr/>
            </p:nvSpPr>
            <p:spPr bwMode="auto">
              <a:xfrm>
                <a:off x="2136" y="2199"/>
                <a:ext cx="144" cy="144"/>
              </a:xfrm>
              <a:prstGeom prst="lightningBolt">
                <a:avLst/>
              </a:prstGeom>
              <a:solidFill>
                <a:srgbClr val="FF0000"/>
              </a:solidFill>
              <a:ln w="9525">
                <a:solidFill>
                  <a:schemeClr val="tx1"/>
                </a:solidFill>
                <a:miter lim="800000"/>
                <a:headEnd/>
                <a:tailEnd/>
              </a:ln>
            </p:spPr>
            <p:txBody>
              <a:bodyPr wrap="none" anchor="ctr"/>
              <a:lstStyle/>
              <a:p>
                <a:endParaRPr lang="fr-FR">
                  <a:latin typeface="Calibri" pitchFamily="34" charset="0"/>
                  <a:cs typeface="Calibri" pitchFamily="34" charset="0"/>
                </a:endParaRPr>
              </a:p>
            </p:txBody>
          </p:sp>
        </p:grpSp>
        <p:sp>
          <p:nvSpPr>
            <p:cNvPr id="66" name="Text Box 26"/>
            <p:cNvSpPr txBox="1">
              <a:spLocks noChangeArrowheads="1"/>
            </p:cNvSpPr>
            <p:nvPr/>
          </p:nvSpPr>
          <p:spPr bwMode="auto">
            <a:xfrm>
              <a:off x="2270193" y="2401888"/>
              <a:ext cx="938077" cy="369332"/>
            </a:xfrm>
            <a:prstGeom prst="rect">
              <a:avLst/>
            </a:prstGeom>
            <a:noFill/>
            <a:ln w="9525">
              <a:noFill/>
              <a:miter lim="800000"/>
              <a:headEnd/>
              <a:tailEnd/>
            </a:ln>
          </p:spPr>
          <p:txBody>
            <a:bodyPr wrap="none">
              <a:spAutoFit/>
            </a:bodyPr>
            <a:lstStyle/>
            <a:p>
              <a:pPr algn="ctr"/>
              <a:r>
                <a:rPr lang="fr-FR" sz="1800" b="1" i="1" dirty="0">
                  <a:latin typeface="Calibri" pitchFamily="34" charset="0"/>
                  <a:cs typeface="Calibri" pitchFamily="34" charset="0"/>
                </a:rPr>
                <a:t>Analyse</a:t>
              </a:r>
            </a:p>
          </p:txBody>
        </p:sp>
        <p:sp>
          <p:nvSpPr>
            <p:cNvPr id="67" name="Oval 29"/>
            <p:cNvSpPr>
              <a:spLocks noChangeArrowheads="1"/>
            </p:cNvSpPr>
            <p:nvPr/>
          </p:nvSpPr>
          <p:spPr bwMode="auto">
            <a:xfrm rot="10800000">
              <a:off x="5332413" y="2836863"/>
              <a:ext cx="609600" cy="2209800"/>
            </a:xfrm>
            <a:prstGeom prst="ellipse">
              <a:avLst/>
            </a:prstGeom>
            <a:noFill/>
            <a:ln w="19050">
              <a:solidFill>
                <a:schemeClr val="tx1"/>
              </a:solidFill>
              <a:round/>
              <a:headEnd/>
              <a:tailEnd/>
            </a:ln>
          </p:spPr>
          <p:txBody>
            <a:bodyPr wrap="none" anchor="ctr"/>
            <a:lstStyle/>
            <a:p>
              <a:endParaRPr lang="fr-FR">
                <a:latin typeface="Calibri" pitchFamily="34" charset="0"/>
                <a:cs typeface="Calibri" pitchFamily="34" charset="0"/>
              </a:endParaRPr>
            </a:p>
          </p:txBody>
        </p:sp>
        <p:sp>
          <p:nvSpPr>
            <p:cNvPr id="68" name="AutoShape 30"/>
            <p:cNvSpPr>
              <a:spLocks noChangeArrowheads="1"/>
            </p:cNvSpPr>
            <p:nvPr/>
          </p:nvSpPr>
          <p:spPr bwMode="auto">
            <a:xfrm>
              <a:off x="5522913" y="3027363"/>
              <a:ext cx="228600" cy="228600"/>
            </a:xfrm>
            <a:prstGeom prst="lightningBolt">
              <a:avLst/>
            </a:prstGeom>
            <a:solidFill>
              <a:srgbClr val="FF0000"/>
            </a:solidFill>
            <a:ln w="9525">
              <a:solidFill>
                <a:schemeClr val="tx1"/>
              </a:solidFill>
              <a:miter lim="800000"/>
              <a:headEnd/>
              <a:tailEnd/>
            </a:ln>
          </p:spPr>
          <p:txBody>
            <a:bodyPr wrap="none" anchor="ctr"/>
            <a:lstStyle/>
            <a:p>
              <a:endParaRPr lang="fr-FR">
                <a:latin typeface="Calibri" pitchFamily="34" charset="0"/>
                <a:cs typeface="Calibri" pitchFamily="34" charset="0"/>
              </a:endParaRPr>
            </a:p>
          </p:txBody>
        </p:sp>
        <p:sp>
          <p:nvSpPr>
            <p:cNvPr id="69" name="AutoShape 31"/>
            <p:cNvSpPr>
              <a:spLocks noChangeArrowheads="1"/>
            </p:cNvSpPr>
            <p:nvPr/>
          </p:nvSpPr>
          <p:spPr bwMode="auto">
            <a:xfrm>
              <a:off x="5522913" y="3408363"/>
              <a:ext cx="228600" cy="228600"/>
            </a:xfrm>
            <a:prstGeom prst="lightningBolt">
              <a:avLst/>
            </a:prstGeom>
            <a:solidFill>
              <a:srgbClr val="FF0000"/>
            </a:solidFill>
            <a:ln w="9525">
              <a:solidFill>
                <a:schemeClr val="tx1"/>
              </a:solidFill>
              <a:miter lim="800000"/>
              <a:headEnd/>
              <a:tailEnd/>
            </a:ln>
          </p:spPr>
          <p:txBody>
            <a:bodyPr wrap="none" anchor="ctr"/>
            <a:lstStyle/>
            <a:p>
              <a:endParaRPr lang="fr-FR">
                <a:latin typeface="Calibri" pitchFamily="34" charset="0"/>
                <a:cs typeface="Calibri" pitchFamily="34" charset="0"/>
              </a:endParaRPr>
            </a:p>
          </p:txBody>
        </p:sp>
        <p:sp>
          <p:nvSpPr>
            <p:cNvPr id="70" name="AutoShape 32"/>
            <p:cNvSpPr>
              <a:spLocks noChangeArrowheads="1"/>
            </p:cNvSpPr>
            <p:nvPr/>
          </p:nvSpPr>
          <p:spPr bwMode="auto">
            <a:xfrm>
              <a:off x="5522913" y="3827463"/>
              <a:ext cx="228600" cy="228600"/>
            </a:xfrm>
            <a:prstGeom prst="lightningBolt">
              <a:avLst/>
            </a:prstGeom>
            <a:solidFill>
              <a:srgbClr val="FF0000"/>
            </a:solidFill>
            <a:ln w="9525">
              <a:solidFill>
                <a:schemeClr val="tx1"/>
              </a:solidFill>
              <a:miter lim="800000"/>
              <a:headEnd/>
              <a:tailEnd/>
            </a:ln>
          </p:spPr>
          <p:txBody>
            <a:bodyPr wrap="none" anchor="ctr"/>
            <a:lstStyle/>
            <a:p>
              <a:endParaRPr lang="fr-FR">
                <a:latin typeface="Calibri" pitchFamily="34" charset="0"/>
                <a:cs typeface="Calibri" pitchFamily="34" charset="0"/>
              </a:endParaRPr>
            </a:p>
          </p:txBody>
        </p:sp>
        <p:sp>
          <p:nvSpPr>
            <p:cNvPr id="71" name="AutoShape 33"/>
            <p:cNvSpPr>
              <a:spLocks noChangeArrowheads="1"/>
            </p:cNvSpPr>
            <p:nvPr/>
          </p:nvSpPr>
          <p:spPr bwMode="auto">
            <a:xfrm>
              <a:off x="5522913" y="4210050"/>
              <a:ext cx="228600" cy="228600"/>
            </a:xfrm>
            <a:prstGeom prst="lightningBolt">
              <a:avLst/>
            </a:prstGeom>
            <a:solidFill>
              <a:srgbClr val="FF0000"/>
            </a:solidFill>
            <a:ln w="9525">
              <a:solidFill>
                <a:schemeClr val="tx1"/>
              </a:solidFill>
              <a:miter lim="800000"/>
              <a:headEnd/>
              <a:tailEnd/>
            </a:ln>
          </p:spPr>
          <p:txBody>
            <a:bodyPr wrap="none" anchor="ctr"/>
            <a:lstStyle/>
            <a:p>
              <a:endParaRPr lang="fr-FR">
                <a:latin typeface="Calibri" pitchFamily="34" charset="0"/>
                <a:cs typeface="Calibri" pitchFamily="34" charset="0"/>
              </a:endParaRPr>
            </a:p>
          </p:txBody>
        </p:sp>
        <p:sp>
          <p:nvSpPr>
            <p:cNvPr id="72" name="AutoShape 34"/>
            <p:cNvSpPr>
              <a:spLocks noChangeArrowheads="1"/>
            </p:cNvSpPr>
            <p:nvPr/>
          </p:nvSpPr>
          <p:spPr bwMode="auto">
            <a:xfrm>
              <a:off x="5522913" y="4619625"/>
              <a:ext cx="228600" cy="228600"/>
            </a:xfrm>
            <a:prstGeom prst="lightningBolt">
              <a:avLst/>
            </a:prstGeom>
            <a:solidFill>
              <a:srgbClr val="FF0000"/>
            </a:solidFill>
            <a:ln w="9525">
              <a:solidFill>
                <a:schemeClr val="tx1"/>
              </a:solidFill>
              <a:miter lim="800000"/>
              <a:headEnd/>
              <a:tailEnd/>
            </a:ln>
          </p:spPr>
          <p:txBody>
            <a:bodyPr wrap="none" anchor="ctr"/>
            <a:lstStyle/>
            <a:p>
              <a:endParaRPr lang="fr-FR">
                <a:latin typeface="Calibri" pitchFamily="34" charset="0"/>
                <a:cs typeface="Calibri" pitchFamily="34" charset="0"/>
              </a:endParaRPr>
            </a:p>
          </p:txBody>
        </p:sp>
        <p:sp>
          <p:nvSpPr>
            <p:cNvPr id="73" name="Text Box 35"/>
            <p:cNvSpPr txBox="1">
              <a:spLocks noChangeArrowheads="1"/>
            </p:cNvSpPr>
            <p:nvPr/>
          </p:nvSpPr>
          <p:spPr bwMode="auto">
            <a:xfrm>
              <a:off x="4000500" y="2627313"/>
              <a:ext cx="1220788" cy="368300"/>
            </a:xfrm>
            <a:prstGeom prst="rect">
              <a:avLst/>
            </a:prstGeom>
            <a:noFill/>
            <a:ln w="9525">
              <a:noFill/>
              <a:miter lim="800000"/>
              <a:headEnd/>
              <a:tailEnd/>
            </a:ln>
          </p:spPr>
          <p:txBody>
            <a:bodyPr wrap="none">
              <a:spAutoFit/>
            </a:bodyPr>
            <a:lstStyle/>
            <a:p>
              <a:r>
                <a:rPr lang="fr-FR" sz="1800" b="1" i="1">
                  <a:latin typeface="Calibri" pitchFamily="34" charset="0"/>
                  <a:cs typeface="Calibri" pitchFamily="34" charset="0"/>
                </a:rPr>
                <a:t>5 Pourquoi</a:t>
              </a:r>
            </a:p>
          </p:txBody>
        </p:sp>
        <p:sp>
          <p:nvSpPr>
            <p:cNvPr id="74" name="Line 36"/>
            <p:cNvSpPr>
              <a:spLocks noChangeShapeType="1"/>
            </p:cNvSpPr>
            <p:nvPr/>
          </p:nvSpPr>
          <p:spPr bwMode="auto">
            <a:xfrm flipV="1">
              <a:off x="3619500" y="3163888"/>
              <a:ext cx="1903413" cy="53975"/>
            </a:xfrm>
            <a:prstGeom prst="line">
              <a:avLst/>
            </a:prstGeom>
            <a:noFill/>
            <a:ln w="9525">
              <a:solidFill>
                <a:schemeClr val="tx1"/>
              </a:solidFill>
              <a:round/>
              <a:headEnd/>
              <a:tailEnd type="triangle" w="med" len="med"/>
            </a:ln>
          </p:spPr>
          <p:txBody>
            <a:bodyPr/>
            <a:lstStyle/>
            <a:p>
              <a:endParaRPr lang="fr-FR"/>
            </a:p>
          </p:txBody>
        </p:sp>
        <p:sp>
          <p:nvSpPr>
            <p:cNvPr id="75" name="Line 38"/>
            <p:cNvSpPr>
              <a:spLocks noChangeShapeType="1"/>
            </p:cNvSpPr>
            <p:nvPr/>
          </p:nvSpPr>
          <p:spPr bwMode="auto">
            <a:xfrm flipV="1">
              <a:off x="3667125" y="3546475"/>
              <a:ext cx="1855788" cy="92075"/>
            </a:xfrm>
            <a:prstGeom prst="line">
              <a:avLst/>
            </a:prstGeom>
            <a:noFill/>
            <a:ln w="9525">
              <a:solidFill>
                <a:schemeClr val="tx1"/>
              </a:solidFill>
              <a:round/>
              <a:headEnd/>
              <a:tailEnd type="triangle" w="med" len="med"/>
            </a:ln>
          </p:spPr>
          <p:txBody>
            <a:bodyPr/>
            <a:lstStyle/>
            <a:p>
              <a:endParaRPr lang="fr-FR"/>
            </a:p>
          </p:txBody>
        </p:sp>
        <p:sp>
          <p:nvSpPr>
            <p:cNvPr id="76" name="Line 39"/>
            <p:cNvSpPr>
              <a:spLocks noChangeShapeType="1"/>
            </p:cNvSpPr>
            <p:nvPr/>
          </p:nvSpPr>
          <p:spPr bwMode="auto">
            <a:xfrm>
              <a:off x="3648075" y="4019550"/>
              <a:ext cx="1874838" cy="288925"/>
            </a:xfrm>
            <a:prstGeom prst="line">
              <a:avLst/>
            </a:prstGeom>
            <a:noFill/>
            <a:ln w="9525">
              <a:solidFill>
                <a:schemeClr val="tx1"/>
              </a:solidFill>
              <a:round/>
              <a:headEnd/>
              <a:tailEnd type="triangle" w="med" len="med"/>
            </a:ln>
          </p:spPr>
          <p:txBody>
            <a:bodyPr/>
            <a:lstStyle/>
            <a:p>
              <a:endParaRPr lang="fr-FR"/>
            </a:p>
          </p:txBody>
        </p:sp>
        <p:sp>
          <p:nvSpPr>
            <p:cNvPr id="77" name="Line 40"/>
            <p:cNvSpPr>
              <a:spLocks noChangeShapeType="1"/>
            </p:cNvSpPr>
            <p:nvPr/>
          </p:nvSpPr>
          <p:spPr bwMode="auto">
            <a:xfrm>
              <a:off x="3648075" y="4056063"/>
              <a:ext cx="1874838" cy="725487"/>
            </a:xfrm>
            <a:prstGeom prst="line">
              <a:avLst/>
            </a:prstGeom>
            <a:noFill/>
            <a:ln w="9525">
              <a:solidFill>
                <a:schemeClr val="tx1"/>
              </a:solidFill>
              <a:round/>
              <a:headEnd/>
              <a:tailEnd type="triangle" w="med" len="med"/>
            </a:ln>
          </p:spPr>
          <p:txBody>
            <a:bodyPr/>
            <a:lstStyle/>
            <a:p>
              <a:endParaRPr lang="fr-FR"/>
            </a:p>
          </p:txBody>
        </p:sp>
        <p:sp>
          <p:nvSpPr>
            <p:cNvPr id="78" name="Line 41"/>
            <p:cNvSpPr>
              <a:spLocks noChangeShapeType="1"/>
            </p:cNvSpPr>
            <p:nvPr/>
          </p:nvSpPr>
          <p:spPr bwMode="auto">
            <a:xfrm>
              <a:off x="3667125" y="3673475"/>
              <a:ext cx="1855788" cy="255588"/>
            </a:xfrm>
            <a:prstGeom prst="line">
              <a:avLst/>
            </a:prstGeom>
            <a:noFill/>
            <a:ln w="9525">
              <a:solidFill>
                <a:schemeClr val="tx1"/>
              </a:solidFill>
              <a:round/>
              <a:headEnd/>
              <a:tailEnd type="triangle" w="med" len="med"/>
            </a:ln>
          </p:spPr>
          <p:txBody>
            <a:bodyPr/>
            <a:lstStyle/>
            <a:p>
              <a:endParaRPr lang="fr-FR"/>
            </a:p>
          </p:txBody>
        </p:sp>
        <p:grpSp>
          <p:nvGrpSpPr>
            <p:cNvPr id="79" name="Group 43"/>
            <p:cNvGrpSpPr>
              <a:grpSpLocks/>
            </p:cNvGrpSpPr>
            <p:nvPr/>
          </p:nvGrpSpPr>
          <p:grpSpPr bwMode="auto">
            <a:xfrm>
              <a:off x="7191375" y="2798763"/>
              <a:ext cx="762000" cy="2286000"/>
              <a:chOff x="4464" y="1632"/>
              <a:chExt cx="480" cy="1440"/>
            </a:xfrm>
          </p:grpSpPr>
          <p:sp>
            <p:nvSpPr>
              <p:cNvPr id="80" name="AutoShape 44"/>
              <p:cNvSpPr>
                <a:spLocks noChangeArrowheads="1"/>
              </p:cNvSpPr>
              <p:nvPr/>
            </p:nvSpPr>
            <p:spPr bwMode="auto">
              <a:xfrm>
                <a:off x="4608" y="1776"/>
                <a:ext cx="192" cy="192"/>
              </a:xfrm>
              <a:prstGeom prst="sun">
                <a:avLst>
                  <a:gd name="adj" fmla="val 25000"/>
                </a:avLst>
              </a:prstGeom>
              <a:solidFill>
                <a:srgbClr val="FFFF00"/>
              </a:solidFill>
              <a:ln w="9525">
                <a:solidFill>
                  <a:schemeClr val="tx1"/>
                </a:solidFill>
                <a:miter lim="800000"/>
                <a:headEnd/>
                <a:tailEnd/>
              </a:ln>
            </p:spPr>
            <p:txBody>
              <a:bodyPr wrap="none" anchor="ctr"/>
              <a:lstStyle/>
              <a:p>
                <a:endParaRPr lang="fr-FR">
                  <a:latin typeface="Calibri" pitchFamily="34" charset="0"/>
                  <a:cs typeface="Calibri" pitchFamily="34" charset="0"/>
                </a:endParaRPr>
              </a:p>
            </p:txBody>
          </p:sp>
          <p:sp>
            <p:nvSpPr>
              <p:cNvPr id="81" name="AutoShape 45"/>
              <p:cNvSpPr>
                <a:spLocks noChangeArrowheads="1"/>
              </p:cNvSpPr>
              <p:nvPr/>
            </p:nvSpPr>
            <p:spPr bwMode="auto">
              <a:xfrm>
                <a:off x="4608" y="2016"/>
                <a:ext cx="192" cy="192"/>
              </a:xfrm>
              <a:prstGeom prst="sun">
                <a:avLst>
                  <a:gd name="adj" fmla="val 25000"/>
                </a:avLst>
              </a:prstGeom>
              <a:solidFill>
                <a:srgbClr val="FFFF00"/>
              </a:solidFill>
              <a:ln w="9525">
                <a:solidFill>
                  <a:schemeClr val="tx1"/>
                </a:solidFill>
                <a:miter lim="800000"/>
                <a:headEnd/>
                <a:tailEnd/>
              </a:ln>
            </p:spPr>
            <p:txBody>
              <a:bodyPr wrap="none" anchor="ctr"/>
              <a:lstStyle/>
              <a:p>
                <a:endParaRPr lang="fr-FR">
                  <a:latin typeface="Calibri" pitchFamily="34" charset="0"/>
                  <a:cs typeface="Calibri" pitchFamily="34" charset="0"/>
                </a:endParaRPr>
              </a:p>
            </p:txBody>
          </p:sp>
          <p:sp>
            <p:nvSpPr>
              <p:cNvPr id="82" name="AutoShape 46"/>
              <p:cNvSpPr>
                <a:spLocks noChangeArrowheads="1"/>
              </p:cNvSpPr>
              <p:nvPr/>
            </p:nvSpPr>
            <p:spPr bwMode="auto">
              <a:xfrm>
                <a:off x="4608" y="2256"/>
                <a:ext cx="192" cy="192"/>
              </a:xfrm>
              <a:prstGeom prst="sun">
                <a:avLst>
                  <a:gd name="adj" fmla="val 25000"/>
                </a:avLst>
              </a:prstGeom>
              <a:solidFill>
                <a:srgbClr val="FFFF00"/>
              </a:solidFill>
              <a:ln w="9525">
                <a:solidFill>
                  <a:schemeClr val="tx1"/>
                </a:solidFill>
                <a:miter lim="800000"/>
                <a:headEnd/>
                <a:tailEnd/>
              </a:ln>
            </p:spPr>
            <p:txBody>
              <a:bodyPr wrap="none" anchor="ctr"/>
              <a:lstStyle/>
              <a:p>
                <a:endParaRPr lang="fr-FR">
                  <a:latin typeface="Calibri" pitchFamily="34" charset="0"/>
                  <a:cs typeface="Calibri" pitchFamily="34" charset="0"/>
                </a:endParaRPr>
              </a:p>
            </p:txBody>
          </p:sp>
          <p:sp>
            <p:nvSpPr>
              <p:cNvPr id="83" name="AutoShape 47"/>
              <p:cNvSpPr>
                <a:spLocks noChangeArrowheads="1"/>
              </p:cNvSpPr>
              <p:nvPr/>
            </p:nvSpPr>
            <p:spPr bwMode="auto">
              <a:xfrm>
                <a:off x="4608" y="2496"/>
                <a:ext cx="192" cy="192"/>
              </a:xfrm>
              <a:prstGeom prst="sun">
                <a:avLst>
                  <a:gd name="adj" fmla="val 25000"/>
                </a:avLst>
              </a:prstGeom>
              <a:solidFill>
                <a:srgbClr val="FFFF00"/>
              </a:solidFill>
              <a:ln w="9525">
                <a:solidFill>
                  <a:schemeClr val="tx1"/>
                </a:solidFill>
                <a:miter lim="800000"/>
                <a:headEnd/>
                <a:tailEnd/>
              </a:ln>
            </p:spPr>
            <p:txBody>
              <a:bodyPr wrap="none" anchor="ctr"/>
              <a:lstStyle/>
              <a:p>
                <a:endParaRPr lang="fr-FR">
                  <a:latin typeface="Calibri" pitchFamily="34" charset="0"/>
                  <a:cs typeface="Calibri" pitchFamily="34" charset="0"/>
                </a:endParaRPr>
              </a:p>
            </p:txBody>
          </p:sp>
          <p:sp>
            <p:nvSpPr>
              <p:cNvPr id="84" name="AutoShape 48"/>
              <p:cNvSpPr>
                <a:spLocks noChangeArrowheads="1"/>
              </p:cNvSpPr>
              <p:nvPr/>
            </p:nvSpPr>
            <p:spPr bwMode="auto">
              <a:xfrm>
                <a:off x="4608" y="2736"/>
                <a:ext cx="192" cy="192"/>
              </a:xfrm>
              <a:prstGeom prst="sun">
                <a:avLst>
                  <a:gd name="adj" fmla="val 25000"/>
                </a:avLst>
              </a:prstGeom>
              <a:solidFill>
                <a:srgbClr val="FFFF00"/>
              </a:solidFill>
              <a:ln w="9525">
                <a:solidFill>
                  <a:schemeClr val="tx1"/>
                </a:solidFill>
                <a:miter lim="800000"/>
                <a:headEnd/>
                <a:tailEnd/>
              </a:ln>
            </p:spPr>
            <p:txBody>
              <a:bodyPr wrap="none" anchor="ctr"/>
              <a:lstStyle/>
              <a:p>
                <a:endParaRPr lang="fr-FR">
                  <a:latin typeface="Calibri" pitchFamily="34" charset="0"/>
                  <a:cs typeface="Calibri" pitchFamily="34" charset="0"/>
                </a:endParaRPr>
              </a:p>
            </p:txBody>
          </p:sp>
          <p:sp>
            <p:nvSpPr>
              <p:cNvPr id="85" name="Oval 49"/>
              <p:cNvSpPr>
                <a:spLocks noChangeArrowheads="1"/>
              </p:cNvSpPr>
              <p:nvPr/>
            </p:nvSpPr>
            <p:spPr bwMode="auto">
              <a:xfrm>
                <a:off x="4464" y="1632"/>
                <a:ext cx="480" cy="1440"/>
              </a:xfrm>
              <a:prstGeom prst="ellipse">
                <a:avLst/>
              </a:prstGeom>
              <a:noFill/>
              <a:ln w="19050">
                <a:solidFill>
                  <a:schemeClr val="tx1"/>
                </a:solidFill>
                <a:round/>
                <a:headEnd/>
                <a:tailEnd/>
              </a:ln>
            </p:spPr>
            <p:txBody>
              <a:bodyPr wrap="none" anchor="ctr"/>
              <a:lstStyle/>
              <a:p>
                <a:endParaRPr lang="fr-FR">
                  <a:latin typeface="Calibri" pitchFamily="34" charset="0"/>
                  <a:cs typeface="Calibri" pitchFamily="34" charset="0"/>
                </a:endParaRPr>
              </a:p>
            </p:txBody>
          </p:sp>
        </p:grpSp>
        <p:grpSp>
          <p:nvGrpSpPr>
            <p:cNvPr id="86" name="Group 99"/>
            <p:cNvGrpSpPr>
              <a:grpSpLocks/>
            </p:cNvGrpSpPr>
            <p:nvPr/>
          </p:nvGrpSpPr>
          <p:grpSpPr bwMode="auto">
            <a:xfrm rot="-5400000">
              <a:off x="5825331" y="3509169"/>
              <a:ext cx="1525588" cy="838200"/>
              <a:chOff x="2304" y="3120"/>
              <a:chExt cx="961" cy="528"/>
            </a:xfrm>
          </p:grpSpPr>
          <p:sp>
            <p:nvSpPr>
              <p:cNvPr id="87" name="Line 24"/>
              <p:cNvSpPr>
                <a:spLocks noChangeShapeType="1"/>
              </p:cNvSpPr>
              <p:nvPr/>
            </p:nvSpPr>
            <p:spPr bwMode="auto">
              <a:xfrm>
                <a:off x="2304" y="3120"/>
                <a:ext cx="1" cy="528"/>
              </a:xfrm>
              <a:prstGeom prst="line">
                <a:avLst/>
              </a:prstGeom>
              <a:noFill/>
              <a:ln w="9525">
                <a:solidFill>
                  <a:schemeClr val="tx1"/>
                </a:solidFill>
                <a:round/>
                <a:headEnd/>
                <a:tailEnd type="triangle" w="med" len="med"/>
              </a:ln>
            </p:spPr>
            <p:txBody>
              <a:bodyPr/>
              <a:lstStyle/>
              <a:p>
                <a:endParaRPr lang="fr-FR"/>
              </a:p>
            </p:txBody>
          </p:sp>
          <p:sp>
            <p:nvSpPr>
              <p:cNvPr id="88" name="Line 25"/>
              <p:cNvSpPr>
                <a:spLocks noChangeShapeType="1"/>
              </p:cNvSpPr>
              <p:nvPr/>
            </p:nvSpPr>
            <p:spPr bwMode="auto">
              <a:xfrm>
                <a:off x="2544" y="3120"/>
                <a:ext cx="1" cy="528"/>
              </a:xfrm>
              <a:prstGeom prst="line">
                <a:avLst/>
              </a:prstGeom>
              <a:noFill/>
              <a:ln w="9525">
                <a:solidFill>
                  <a:schemeClr val="tx1"/>
                </a:solidFill>
                <a:round/>
                <a:headEnd/>
                <a:tailEnd type="triangle" w="med" len="med"/>
              </a:ln>
            </p:spPr>
            <p:txBody>
              <a:bodyPr/>
              <a:lstStyle/>
              <a:p>
                <a:endParaRPr lang="fr-FR"/>
              </a:p>
            </p:txBody>
          </p:sp>
          <p:sp>
            <p:nvSpPr>
              <p:cNvPr id="89" name="Line 52"/>
              <p:cNvSpPr>
                <a:spLocks noChangeShapeType="1"/>
              </p:cNvSpPr>
              <p:nvPr/>
            </p:nvSpPr>
            <p:spPr bwMode="auto">
              <a:xfrm>
                <a:off x="2784" y="3120"/>
                <a:ext cx="1" cy="528"/>
              </a:xfrm>
              <a:prstGeom prst="line">
                <a:avLst/>
              </a:prstGeom>
              <a:noFill/>
              <a:ln w="9525">
                <a:solidFill>
                  <a:schemeClr val="tx1"/>
                </a:solidFill>
                <a:round/>
                <a:headEnd/>
                <a:tailEnd type="triangle" w="med" len="med"/>
              </a:ln>
            </p:spPr>
            <p:txBody>
              <a:bodyPr/>
              <a:lstStyle/>
              <a:p>
                <a:endParaRPr lang="fr-FR"/>
              </a:p>
            </p:txBody>
          </p:sp>
          <p:sp>
            <p:nvSpPr>
              <p:cNvPr id="90" name="Line 53"/>
              <p:cNvSpPr>
                <a:spLocks noChangeShapeType="1"/>
              </p:cNvSpPr>
              <p:nvPr/>
            </p:nvSpPr>
            <p:spPr bwMode="auto">
              <a:xfrm>
                <a:off x="3024" y="3120"/>
                <a:ext cx="1" cy="528"/>
              </a:xfrm>
              <a:prstGeom prst="line">
                <a:avLst/>
              </a:prstGeom>
              <a:noFill/>
              <a:ln w="9525">
                <a:solidFill>
                  <a:schemeClr val="tx1"/>
                </a:solidFill>
                <a:round/>
                <a:headEnd/>
                <a:tailEnd type="triangle" w="med" len="med"/>
              </a:ln>
            </p:spPr>
            <p:txBody>
              <a:bodyPr/>
              <a:lstStyle/>
              <a:p>
                <a:endParaRPr lang="fr-FR"/>
              </a:p>
            </p:txBody>
          </p:sp>
          <p:sp>
            <p:nvSpPr>
              <p:cNvPr id="91" name="Line 54"/>
              <p:cNvSpPr>
                <a:spLocks noChangeShapeType="1"/>
              </p:cNvSpPr>
              <p:nvPr/>
            </p:nvSpPr>
            <p:spPr bwMode="auto">
              <a:xfrm>
                <a:off x="3264" y="3120"/>
                <a:ext cx="1" cy="528"/>
              </a:xfrm>
              <a:prstGeom prst="line">
                <a:avLst/>
              </a:prstGeom>
              <a:noFill/>
              <a:ln w="9525">
                <a:solidFill>
                  <a:schemeClr val="tx1"/>
                </a:solidFill>
                <a:round/>
                <a:headEnd/>
                <a:tailEnd type="triangle" w="med" len="med"/>
              </a:ln>
            </p:spPr>
            <p:txBody>
              <a:bodyPr/>
              <a:lstStyle/>
              <a:p>
                <a:endParaRPr lang="fr-FR"/>
              </a:p>
            </p:txBody>
          </p:sp>
        </p:grpSp>
        <p:sp>
          <p:nvSpPr>
            <p:cNvPr id="92" name="Text Box 93"/>
            <p:cNvSpPr txBox="1">
              <a:spLocks noChangeArrowheads="1"/>
            </p:cNvSpPr>
            <p:nvPr/>
          </p:nvSpPr>
          <p:spPr bwMode="auto">
            <a:xfrm>
              <a:off x="5092700" y="2187575"/>
              <a:ext cx="1039813" cy="647700"/>
            </a:xfrm>
            <a:prstGeom prst="rect">
              <a:avLst/>
            </a:prstGeom>
            <a:noFill/>
            <a:ln w="9525">
              <a:noFill/>
              <a:miter lim="800000"/>
              <a:headEnd/>
              <a:tailEnd/>
            </a:ln>
          </p:spPr>
          <p:txBody>
            <a:bodyPr wrap="none">
              <a:spAutoFit/>
            </a:bodyPr>
            <a:lstStyle/>
            <a:p>
              <a:pPr algn="ctr"/>
              <a:r>
                <a:rPr lang="fr-FR" sz="1200" b="1">
                  <a:latin typeface="Calibri" pitchFamily="34" charset="0"/>
                  <a:cs typeface="Calibri" pitchFamily="34" charset="0"/>
                </a:rPr>
                <a:t>Technique</a:t>
              </a:r>
            </a:p>
            <a:p>
              <a:pPr algn="ctr"/>
              <a:r>
                <a:rPr lang="fr-FR" sz="1200" b="1">
                  <a:latin typeface="Calibri" pitchFamily="34" charset="0"/>
                  <a:cs typeface="Calibri" pitchFamily="34" charset="0"/>
                </a:rPr>
                <a:t>Système</a:t>
              </a:r>
            </a:p>
            <a:p>
              <a:pPr algn="ctr"/>
              <a:r>
                <a:rPr lang="fr-FR" sz="1200" b="1">
                  <a:latin typeface="Calibri" pitchFamily="34" charset="0"/>
                  <a:cs typeface="Calibri" pitchFamily="34" charset="0"/>
                </a:rPr>
                <a:t>Management</a:t>
              </a:r>
            </a:p>
          </p:txBody>
        </p:sp>
        <p:sp>
          <p:nvSpPr>
            <p:cNvPr id="93" name="Line 50"/>
            <p:cNvSpPr>
              <a:spLocks noChangeShapeType="1"/>
            </p:cNvSpPr>
            <p:nvPr/>
          </p:nvSpPr>
          <p:spPr bwMode="auto">
            <a:xfrm>
              <a:off x="1095375" y="3409950"/>
              <a:ext cx="2295525" cy="227013"/>
            </a:xfrm>
            <a:prstGeom prst="line">
              <a:avLst/>
            </a:prstGeom>
            <a:noFill/>
            <a:ln w="9525">
              <a:solidFill>
                <a:schemeClr val="tx1"/>
              </a:solidFill>
              <a:round/>
              <a:headEnd/>
              <a:tailEnd type="triangle" w="med" len="med"/>
            </a:ln>
          </p:spPr>
          <p:txBody>
            <a:bodyPr/>
            <a:lstStyle/>
            <a:p>
              <a:endParaRPr lang="fr-FR"/>
            </a:p>
          </p:txBody>
        </p:sp>
        <p:sp>
          <p:nvSpPr>
            <p:cNvPr id="94" name="Oval 105"/>
            <p:cNvSpPr>
              <a:spLocks noChangeArrowheads="1"/>
            </p:cNvSpPr>
            <p:nvPr/>
          </p:nvSpPr>
          <p:spPr bwMode="auto">
            <a:xfrm>
              <a:off x="809625" y="3135313"/>
              <a:ext cx="339725" cy="381000"/>
            </a:xfrm>
            <a:prstGeom prst="ellipse">
              <a:avLst/>
            </a:prstGeom>
            <a:noFill/>
            <a:ln w="9525">
              <a:solidFill>
                <a:schemeClr val="tx1"/>
              </a:solidFill>
              <a:round/>
              <a:headEnd/>
              <a:tailEnd/>
            </a:ln>
          </p:spPr>
          <p:txBody>
            <a:bodyPr wrap="none" anchor="ctr"/>
            <a:lstStyle/>
            <a:p>
              <a:endParaRPr lang="fr-FR">
                <a:latin typeface="Calibri" pitchFamily="34" charset="0"/>
                <a:cs typeface="Calibri" pitchFamily="34" charset="0"/>
              </a:endParaRPr>
            </a:p>
          </p:txBody>
        </p:sp>
        <p:sp>
          <p:nvSpPr>
            <p:cNvPr id="95" name="Line 51"/>
            <p:cNvSpPr>
              <a:spLocks noChangeShapeType="1"/>
            </p:cNvSpPr>
            <p:nvPr/>
          </p:nvSpPr>
          <p:spPr bwMode="auto">
            <a:xfrm flipV="1">
              <a:off x="1358900" y="4056063"/>
              <a:ext cx="2039938" cy="563562"/>
            </a:xfrm>
            <a:prstGeom prst="line">
              <a:avLst/>
            </a:prstGeom>
            <a:noFill/>
            <a:ln w="9525">
              <a:solidFill>
                <a:schemeClr val="tx1"/>
              </a:solidFill>
              <a:round/>
              <a:headEnd/>
              <a:tailEnd type="triangle" w="med" len="med"/>
            </a:ln>
          </p:spPr>
          <p:txBody>
            <a:bodyPr/>
            <a:lstStyle/>
            <a:p>
              <a:endParaRPr lang="fr-FR"/>
            </a:p>
          </p:txBody>
        </p:sp>
        <p:sp>
          <p:nvSpPr>
            <p:cNvPr id="96" name="Oval 106"/>
            <p:cNvSpPr>
              <a:spLocks noChangeArrowheads="1"/>
            </p:cNvSpPr>
            <p:nvPr/>
          </p:nvSpPr>
          <p:spPr bwMode="auto">
            <a:xfrm>
              <a:off x="1076325" y="4308475"/>
              <a:ext cx="339725" cy="381000"/>
            </a:xfrm>
            <a:prstGeom prst="ellipse">
              <a:avLst/>
            </a:prstGeom>
            <a:noFill/>
            <a:ln w="9525">
              <a:solidFill>
                <a:schemeClr val="tx1"/>
              </a:solidFill>
              <a:round/>
              <a:headEnd/>
              <a:tailEnd/>
            </a:ln>
          </p:spPr>
          <p:txBody>
            <a:bodyPr wrap="none" anchor="ctr"/>
            <a:lstStyle/>
            <a:p>
              <a:endParaRPr lang="fr-FR">
                <a:latin typeface="Calibri" pitchFamily="34" charset="0"/>
                <a:cs typeface="Calibri" pitchFamily="34" charset="0"/>
              </a:endParaRPr>
            </a:p>
          </p:txBody>
        </p:sp>
        <p:sp>
          <p:nvSpPr>
            <p:cNvPr id="97" name="Line 23"/>
            <p:cNvSpPr>
              <a:spLocks noChangeShapeType="1"/>
            </p:cNvSpPr>
            <p:nvPr/>
          </p:nvSpPr>
          <p:spPr bwMode="auto">
            <a:xfrm>
              <a:off x="1931988" y="3098800"/>
              <a:ext cx="1458912" cy="119063"/>
            </a:xfrm>
            <a:prstGeom prst="line">
              <a:avLst/>
            </a:prstGeom>
            <a:noFill/>
            <a:ln w="9525">
              <a:solidFill>
                <a:schemeClr val="tx1"/>
              </a:solidFill>
              <a:round/>
              <a:headEnd/>
              <a:tailEnd type="triangle" w="med" len="med"/>
            </a:ln>
          </p:spPr>
          <p:txBody>
            <a:bodyPr/>
            <a:lstStyle/>
            <a:p>
              <a:endParaRPr lang="fr-FR"/>
            </a:p>
          </p:txBody>
        </p:sp>
        <p:sp>
          <p:nvSpPr>
            <p:cNvPr id="98" name="Oval 107"/>
            <p:cNvSpPr>
              <a:spLocks noChangeArrowheads="1"/>
            </p:cNvSpPr>
            <p:nvPr/>
          </p:nvSpPr>
          <p:spPr bwMode="auto">
            <a:xfrm>
              <a:off x="1638300" y="2847975"/>
              <a:ext cx="339725" cy="381000"/>
            </a:xfrm>
            <a:prstGeom prst="ellipse">
              <a:avLst/>
            </a:prstGeom>
            <a:noFill/>
            <a:ln w="9525">
              <a:solidFill>
                <a:schemeClr val="tx1"/>
              </a:solidFill>
              <a:round/>
              <a:headEnd/>
              <a:tailEnd/>
            </a:ln>
          </p:spPr>
          <p:txBody>
            <a:bodyPr wrap="none" anchor="ctr"/>
            <a:lstStyle/>
            <a:p>
              <a:endParaRPr lang="fr-FR">
                <a:latin typeface="Calibri" pitchFamily="34" charset="0"/>
                <a:cs typeface="Calibri" pitchFamily="34" charset="0"/>
              </a:endParaRPr>
            </a:p>
          </p:txBody>
        </p:sp>
        <p:sp>
          <p:nvSpPr>
            <p:cNvPr id="99" name="Text Box 113"/>
            <p:cNvSpPr txBox="1">
              <a:spLocks noChangeArrowheads="1"/>
            </p:cNvSpPr>
            <p:nvPr/>
          </p:nvSpPr>
          <p:spPr bwMode="auto">
            <a:xfrm>
              <a:off x="7046913" y="2174875"/>
              <a:ext cx="1039812" cy="646113"/>
            </a:xfrm>
            <a:prstGeom prst="rect">
              <a:avLst/>
            </a:prstGeom>
            <a:noFill/>
            <a:ln w="9525">
              <a:noFill/>
              <a:miter lim="800000"/>
              <a:headEnd/>
              <a:tailEnd/>
            </a:ln>
          </p:spPr>
          <p:txBody>
            <a:bodyPr wrap="none">
              <a:spAutoFit/>
            </a:bodyPr>
            <a:lstStyle/>
            <a:p>
              <a:pPr algn="ctr"/>
              <a:r>
                <a:rPr lang="fr-FR" sz="1200" b="1">
                  <a:latin typeface="Calibri" pitchFamily="34" charset="0"/>
                  <a:cs typeface="Calibri" pitchFamily="34" charset="0"/>
                </a:rPr>
                <a:t>Technique</a:t>
              </a:r>
            </a:p>
            <a:p>
              <a:pPr algn="ctr"/>
              <a:r>
                <a:rPr lang="fr-FR" sz="1200" b="1">
                  <a:latin typeface="Calibri" pitchFamily="34" charset="0"/>
                  <a:cs typeface="Calibri" pitchFamily="34" charset="0"/>
                </a:rPr>
                <a:t>Système</a:t>
              </a:r>
            </a:p>
            <a:p>
              <a:pPr algn="ctr"/>
              <a:r>
                <a:rPr lang="fr-FR" sz="1200" b="1">
                  <a:latin typeface="Calibri" pitchFamily="34" charset="0"/>
                  <a:cs typeface="Calibri" pitchFamily="34" charset="0"/>
                </a:rPr>
                <a:t>Management</a:t>
              </a:r>
            </a:p>
          </p:txBody>
        </p:sp>
        <p:sp>
          <p:nvSpPr>
            <p:cNvPr id="100" name="Rectangle 122"/>
            <p:cNvSpPr>
              <a:spLocks noChangeArrowheads="1"/>
            </p:cNvSpPr>
            <p:nvPr/>
          </p:nvSpPr>
          <p:spPr bwMode="auto">
            <a:xfrm>
              <a:off x="450761" y="5346747"/>
              <a:ext cx="8245564" cy="989661"/>
            </a:xfrm>
            <a:prstGeom prst="rect">
              <a:avLst/>
            </a:prstGeom>
            <a:solidFill>
              <a:srgbClr val="99CCFF">
                <a:alpha val="50195"/>
              </a:srgbClr>
            </a:solidFill>
            <a:ln w="9525">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pPr>
                <a:defRPr/>
              </a:pPr>
              <a:endParaRPr lang="fr-FR">
                <a:latin typeface="Calibri" pitchFamily="34" charset="0"/>
                <a:cs typeface="Calibri" pitchFamily="34" charset="0"/>
              </a:endParaRPr>
            </a:p>
          </p:txBody>
        </p:sp>
        <p:sp>
          <p:nvSpPr>
            <p:cNvPr id="101" name="Text Box 27"/>
            <p:cNvSpPr txBox="1">
              <a:spLocks noChangeArrowheads="1"/>
            </p:cNvSpPr>
            <p:nvPr/>
          </p:nvSpPr>
          <p:spPr bwMode="auto">
            <a:xfrm>
              <a:off x="901700" y="5308600"/>
              <a:ext cx="1033463" cy="584200"/>
            </a:xfrm>
            <a:prstGeom prst="rect">
              <a:avLst/>
            </a:prstGeom>
            <a:noFill/>
            <a:ln w="9525">
              <a:noFill/>
              <a:miter lim="800000"/>
              <a:headEnd/>
              <a:tailEnd/>
            </a:ln>
          </p:spPr>
          <p:txBody>
            <a:bodyPr wrap="none">
              <a:spAutoFit/>
            </a:bodyPr>
            <a:lstStyle/>
            <a:p>
              <a:pPr algn="ctr"/>
              <a:r>
                <a:rPr lang="fr-FR" dirty="0">
                  <a:latin typeface="Calibri" pitchFamily="34" charset="0"/>
                  <a:cs typeface="Calibri" pitchFamily="34" charset="0"/>
                </a:rPr>
                <a:t>Cause</a:t>
              </a:r>
              <a:r>
                <a:rPr lang="fr-FR" sz="1600" b="1" dirty="0">
                  <a:latin typeface="Calibri" pitchFamily="34" charset="0"/>
                  <a:cs typeface="Calibri" pitchFamily="34" charset="0"/>
                </a:rPr>
                <a:t>s</a:t>
              </a:r>
            </a:p>
            <a:p>
              <a:pPr algn="ctr"/>
              <a:r>
                <a:rPr lang="fr-FR" sz="1600" b="1" dirty="0">
                  <a:latin typeface="Calibri" pitchFamily="34" charset="0"/>
                  <a:cs typeface="Calibri" pitchFamily="34" charset="0"/>
                </a:rPr>
                <a:t>probables</a:t>
              </a:r>
            </a:p>
          </p:txBody>
        </p:sp>
        <p:sp>
          <p:nvSpPr>
            <p:cNvPr id="102" name="Text Box 28"/>
            <p:cNvSpPr txBox="1">
              <a:spLocks noChangeArrowheads="1"/>
            </p:cNvSpPr>
            <p:nvPr/>
          </p:nvSpPr>
          <p:spPr bwMode="auto">
            <a:xfrm>
              <a:off x="3030979" y="5346700"/>
              <a:ext cx="1150058" cy="830997"/>
            </a:xfrm>
            <a:prstGeom prst="rect">
              <a:avLst/>
            </a:prstGeom>
            <a:noFill/>
            <a:ln w="9525">
              <a:noFill/>
              <a:miter lim="800000"/>
              <a:headEnd/>
              <a:tailEnd/>
            </a:ln>
          </p:spPr>
          <p:txBody>
            <a:bodyPr wrap="none">
              <a:spAutoFit/>
            </a:bodyPr>
            <a:lstStyle/>
            <a:p>
              <a:pPr algn="ctr"/>
              <a:r>
                <a:rPr lang="fr-FR" sz="1600" b="1" dirty="0">
                  <a:latin typeface="Calibri" pitchFamily="34" charset="0"/>
                  <a:cs typeface="Calibri" pitchFamily="34" charset="0"/>
                </a:rPr>
                <a:t>Causes</a:t>
              </a:r>
            </a:p>
            <a:p>
              <a:pPr algn="ctr"/>
              <a:r>
                <a:rPr lang="fr-FR" sz="1600" b="1" dirty="0">
                  <a:latin typeface="Calibri" pitchFamily="34" charset="0"/>
                  <a:cs typeface="Calibri" pitchFamily="34" charset="0"/>
                </a:rPr>
                <a:t>Prouvées / </a:t>
              </a:r>
            </a:p>
            <a:p>
              <a:pPr algn="ctr"/>
              <a:r>
                <a:rPr lang="fr-FR" sz="1600" b="1" dirty="0">
                  <a:latin typeface="Calibri" pitchFamily="34" charset="0"/>
                  <a:cs typeface="Calibri" pitchFamily="34" charset="0"/>
                </a:rPr>
                <a:t>avérée</a:t>
              </a:r>
            </a:p>
          </p:txBody>
        </p:sp>
        <p:sp>
          <p:nvSpPr>
            <p:cNvPr id="103" name="Text Box 37"/>
            <p:cNvSpPr txBox="1">
              <a:spLocks noChangeArrowheads="1"/>
            </p:cNvSpPr>
            <p:nvPr/>
          </p:nvSpPr>
          <p:spPr bwMode="auto">
            <a:xfrm>
              <a:off x="5348288" y="5346700"/>
              <a:ext cx="787400" cy="584200"/>
            </a:xfrm>
            <a:prstGeom prst="rect">
              <a:avLst/>
            </a:prstGeom>
            <a:noFill/>
            <a:ln w="9525">
              <a:noFill/>
              <a:miter lim="800000"/>
              <a:headEnd/>
              <a:tailEnd/>
            </a:ln>
          </p:spPr>
          <p:txBody>
            <a:bodyPr wrap="none">
              <a:spAutoFit/>
            </a:bodyPr>
            <a:lstStyle/>
            <a:p>
              <a:pPr algn="ctr"/>
              <a:r>
                <a:rPr lang="fr-FR" sz="1600" b="1">
                  <a:latin typeface="Calibri" pitchFamily="34" charset="0"/>
                  <a:cs typeface="Calibri" pitchFamily="34" charset="0"/>
                </a:rPr>
                <a:t>Causes</a:t>
              </a:r>
            </a:p>
            <a:p>
              <a:pPr algn="ctr"/>
              <a:r>
                <a:rPr lang="fr-FR" sz="1600" b="1">
                  <a:latin typeface="Calibri" pitchFamily="34" charset="0"/>
                  <a:cs typeface="Calibri" pitchFamily="34" charset="0"/>
                </a:rPr>
                <a:t>racines</a:t>
              </a:r>
            </a:p>
          </p:txBody>
        </p:sp>
        <p:sp>
          <p:nvSpPr>
            <p:cNvPr id="104" name="Text Box 42"/>
            <p:cNvSpPr txBox="1">
              <a:spLocks noChangeArrowheads="1"/>
            </p:cNvSpPr>
            <p:nvPr/>
          </p:nvSpPr>
          <p:spPr bwMode="auto">
            <a:xfrm>
              <a:off x="7019925" y="5254625"/>
              <a:ext cx="1173163" cy="831850"/>
            </a:xfrm>
            <a:prstGeom prst="rect">
              <a:avLst/>
            </a:prstGeom>
            <a:noFill/>
            <a:ln w="9525">
              <a:noFill/>
              <a:miter lim="800000"/>
              <a:headEnd/>
              <a:tailEnd/>
            </a:ln>
          </p:spPr>
          <p:txBody>
            <a:bodyPr wrap="none">
              <a:spAutoFit/>
            </a:bodyPr>
            <a:lstStyle/>
            <a:p>
              <a:pPr algn="ctr"/>
              <a:r>
                <a:rPr lang="fr-FR" sz="1600" b="1">
                  <a:latin typeface="Calibri" pitchFamily="34" charset="0"/>
                  <a:cs typeface="Calibri" pitchFamily="34" charset="0"/>
                </a:rPr>
                <a:t>Actions</a:t>
              </a:r>
            </a:p>
            <a:p>
              <a:pPr algn="ctr"/>
              <a:r>
                <a:rPr lang="fr-FR" sz="1600" b="1">
                  <a:latin typeface="Calibri" pitchFamily="34" charset="0"/>
                  <a:cs typeface="Calibri" pitchFamily="34" charset="0"/>
                </a:rPr>
                <a:t>correctives</a:t>
              </a:r>
            </a:p>
            <a:p>
              <a:pPr algn="ctr"/>
              <a:r>
                <a:rPr lang="fr-FR" sz="1600" b="1">
                  <a:latin typeface="Calibri" pitchFamily="34" charset="0"/>
                  <a:cs typeface="Calibri" pitchFamily="34" charset="0"/>
                </a:rPr>
                <a:t>Préventives</a:t>
              </a:r>
            </a:p>
          </p:txBody>
        </p:sp>
        <p:sp>
          <p:nvSpPr>
            <p:cNvPr id="105" name="Line 100"/>
            <p:cNvSpPr>
              <a:spLocks noChangeShapeType="1"/>
            </p:cNvSpPr>
            <p:nvPr/>
          </p:nvSpPr>
          <p:spPr bwMode="auto">
            <a:xfrm>
              <a:off x="2152650" y="5689600"/>
              <a:ext cx="723900" cy="0"/>
            </a:xfrm>
            <a:prstGeom prst="line">
              <a:avLst/>
            </a:prstGeom>
            <a:noFill/>
            <a:ln w="9525">
              <a:solidFill>
                <a:schemeClr val="tx1"/>
              </a:solidFill>
              <a:round/>
              <a:headEnd/>
              <a:tailEnd type="triangle" w="med" len="med"/>
            </a:ln>
          </p:spPr>
          <p:txBody>
            <a:bodyPr/>
            <a:lstStyle/>
            <a:p>
              <a:endParaRPr lang="fr-FR"/>
            </a:p>
          </p:txBody>
        </p:sp>
        <p:sp>
          <p:nvSpPr>
            <p:cNvPr id="106" name="Line 101"/>
            <p:cNvSpPr>
              <a:spLocks noChangeShapeType="1"/>
            </p:cNvSpPr>
            <p:nvPr/>
          </p:nvSpPr>
          <p:spPr bwMode="auto">
            <a:xfrm>
              <a:off x="4276725" y="5689600"/>
              <a:ext cx="819150" cy="0"/>
            </a:xfrm>
            <a:prstGeom prst="line">
              <a:avLst/>
            </a:prstGeom>
            <a:noFill/>
            <a:ln w="9525">
              <a:solidFill>
                <a:schemeClr val="tx1"/>
              </a:solidFill>
              <a:round/>
              <a:headEnd/>
              <a:tailEnd type="triangle" w="med" len="med"/>
            </a:ln>
          </p:spPr>
          <p:txBody>
            <a:bodyPr/>
            <a:lstStyle/>
            <a:p>
              <a:endParaRPr lang="fr-FR"/>
            </a:p>
          </p:txBody>
        </p:sp>
        <p:sp>
          <p:nvSpPr>
            <p:cNvPr id="107" name="Text Box 102"/>
            <p:cNvSpPr txBox="1">
              <a:spLocks noChangeArrowheads="1"/>
            </p:cNvSpPr>
            <p:nvPr/>
          </p:nvSpPr>
          <p:spPr bwMode="auto">
            <a:xfrm>
              <a:off x="2181225" y="5308600"/>
              <a:ext cx="990977" cy="369332"/>
            </a:xfrm>
            <a:prstGeom prst="rect">
              <a:avLst/>
            </a:prstGeom>
            <a:noFill/>
            <a:ln w="9525">
              <a:noFill/>
              <a:miter lim="800000"/>
              <a:headEnd/>
              <a:tailEnd/>
            </a:ln>
          </p:spPr>
          <p:txBody>
            <a:bodyPr wrap="none">
              <a:spAutoFit/>
            </a:bodyPr>
            <a:lstStyle/>
            <a:p>
              <a:r>
                <a:rPr lang="fr-FR" sz="1800" i="1" dirty="0">
                  <a:latin typeface="Calibri" pitchFamily="34" charset="0"/>
                  <a:cs typeface="Calibri" pitchFamily="34" charset="0"/>
                </a:rPr>
                <a:t>Analyse </a:t>
              </a:r>
              <a:endParaRPr lang="fr-FR" sz="1800" b="1" i="1" dirty="0">
                <a:latin typeface="Calibri" pitchFamily="34" charset="0"/>
                <a:cs typeface="Calibri" pitchFamily="34" charset="0"/>
              </a:endParaRPr>
            </a:p>
          </p:txBody>
        </p:sp>
        <p:sp>
          <p:nvSpPr>
            <p:cNvPr id="108" name="Text Box 103"/>
            <p:cNvSpPr txBox="1">
              <a:spLocks noChangeArrowheads="1"/>
            </p:cNvSpPr>
            <p:nvPr/>
          </p:nvSpPr>
          <p:spPr bwMode="auto">
            <a:xfrm>
              <a:off x="4152900" y="5327650"/>
              <a:ext cx="1108075" cy="338138"/>
            </a:xfrm>
            <a:prstGeom prst="rect">
              <a:avLst/>
            </a:prstGeom>
            <a:noFill/>
            <a:ln w="9525">
              <a:noFill/>
              <a:miter lim="800000"/>
              <a:headEnd/>
              <a:tailEnd/>
            </a:ln>
          </p:spPr>
          <p:txBody>
            <a:bodyPr wrap="none">
              <a:spAutoFit/>
            </a:bodyPr>
            <a:lstStyle/>
            <a:p>
              <a:r>
                <a:rPr lang="fr-FR" sz="1600" b="1" i="1">
                  <a:latin typeface="Calibri" pitchFamily="34" charset="0"/>
                  <a:cs typeface="Calibri" pitchFamily="34" charset="0"/>
                </a:rPr>
                <a:t>5 Pourquoi</a:t>
              </a:r>
            </a:p>
          </p:txBody>
        </p:sp>
        <p:sp>
          <p:nvSpPr>
            <p:cNvPr id="109" name="Line 104"/>
            <p:cNvSpPr>
              <a:spLocks noChangeShapeType="1"/>
            </p:cNvSpPr>
            <p:nvPr/>
          </p:nvSpPr>
          <p:spPr bwMode="auto">
            <a:xfrm>
              <a:off x="6202363" y="5689600"/>
              <a:ext cx="723900" cy="0"/>
            </a:xfrm>
            <a:prstGeom prst="line">
              <a:avLst/>
            </a:prstGeom>
            <a:noFill/>
            <a:ln w="9525">
              <a:solidFill>
                <a:schemeClr val="tx1"/>
              </a:solidFill>
              <a:round/>
              <a:headEnd/>
              <a:tailEnd type="triangle" w="med" len="med"/>
            </a:ln>
          </p:spPr>
          <p:txBody>
            <a:bodyPr/>
            <a:lstStyle/>
            <a:p>
              <a:endParaRPr lang="fr-FR"/>
            </a:p>
          </p:txBody>
        </p:sp>
        <p:sp>
          <p:nvSpPr>
            <p:cNvPr id="110" name="AutoShape 114"/>
            <p:cNvSpPr>
              <a:spLocks/>
            </p:cNvSpPr>
            <p:nvPr/>
          </p:nvSpPr>
          <p:spPr bwMode="auto">
            <a:xfrm rot="16200000">
              <a:off x="3399631" y="3505325"/>
              <a:ext cx="193675" cy="5341938"/>
            </a:xfrm>
            <a:prstGeom prst="leftBrace">
              <a:avLst>
                <a:gd name="adj1" fmla="val 229850"/>
                <a:gd name="adj2" fmla="val 50000"/>
              </a:avLst>
            </a:prstGeom>
            <a:noFill/>
            <a:ln w="19050">
              <a:solidFill>
                <a:schemeClr val="tx1"/>
              </a:solidFill>
              <a:round/>
              <a:headEnd/>
              <a:tailEnd/>
            </a:ln>
          </p:spPr>
          <p:txBody>
            <a:bodyPr vert="eaVert" wrap="none" anchor="ctr"/>
            <a:lstStyle/>
            <a:p>
              <a:pPr algn="ctr"/>
              <a:endParaRPr lang="fr-FR" b="1">
                <a:latin typeface="Calibri" pitchFamily="34" charset="0"/>
                <a:cs typeface="Calibri" pitchFamily="34" charset="0"/>
              </a:endParaRPr>
            </a:p>
          </p:txBody>
        </p:sp>
        <p:sp>
          <p:nvSpPr>
            <p:cNvPr id="111" name="Text Box 117"/>
            <p:cNvSpPr txBox="1">
              <a:spLocks noChangeArrowheads="1"/>
            </p:cNvSpPr>
            <p:nvPr/>
          </p:nvSpPr>
          <p:spPr bwMode="auto">
            <a:xfrm>
              <a:off x="7232650" y="5999163"/>
              <a:ext cx="808038" cy="338137"/>
            </a:xfrm>
            <a:prstGeom prst="rect">
              <a:avLst/>
            </a:prstGeom>
            <a:noFill/>
            <a:ln w="9525">
              <a:noFill/>
              <a:miter lim="800000"/>
              <a:headEnd/>
              <a:tailEnd/>
            </a:ln>
          </p:spPr>
          <p:txBody>
            <a:bodyPr wrap="none">
              <a:spAutoFit/>
            </a:bodyPr>
            <a:lstStyle/>
            <a:p>
              <a:r>
                <a:rPr lang="en-GB" sz="1600" b="1">
                  <a:latin typeface="Calibri" pitchFamily="34" charset="0"/>
                  <a:cs typeface="Calibri" pitchFamily="34" charset="0"/>
                </a:rPr>
                <a:t>D6 - D8</a:t>
              </a:r>
            </a:p>
          </p:txBody>
        </p:sp>
        <p:sp>
          <p:nvSpPr>
            <p:cNvPr id="112" name="AutoShape 118"/>
            <p:cNvSpPr>
              <a:spLocks/>
            </p:cNvSpPr>
            <p:nvPr/>
          </p:nvSpPr>
          <p:spPr bwMode="auto">
            <a:xfrm rot="16200000">
              <a:off x="7525544" y="5347494"/>
              <a:ext cx="193675" cy="1376363"/>
            </a:xfrm>
            <a:prstGeom prst="leftBrace">
              <a:avLst>
                <a:gd name="adj1" fmla="val 59221"/>
                <a:gd name="adj2" fmla="val 50000"/>
              </a:avLst>
            </a:prstGeom>
            <a:noFill/>
            <a:ln w="19050">
              <a:solidFill>
                <a:schemeClr val="tx1"/>
              </a:solidFill>
              <a:round/>
              <a:headEnd/>
              <a:tailEnd/>
            </a:ln>
          </p:spPr>
          <p:txBody>
            <a:bodyPr vert="eaVert" wrap="none" anchor="ctr"/>
            <a:lstStyle/>
            <a:p>
              <a:pPr algn="ctr"/>
              <a:endParaRPr lang="fr-FR" b="1">
                <a:latin typeface="Calibri" pitchFamily="34" charset="0"/>
                <a:cs typeface="Calibri" pitchFamily="34" charset="0"/>
              </a:endParaRPr>
            </a:p>
          </p:txBody>
        </p:sp>
        <p:sp>
          <p:nvSpPr>
            <p:cNvPr id="114" name="Text Box 130"/>
            <p:cNvSpPr txBox="1">
              <a:spLocks noChangeArrowheads="1"/>
            </p:cNvSpPr>
            <p:nvPr/>
          </p:nvSpPr>
          <p:spPr bwMode="auto">
            <a:xfrm>
              <a:off x="2266950" y="4473575"/>
              <a:ext cx="890588" cy="522288"/>
            </a:xfrm>
            <a:prstGeom prst="rect">
              <a:avLst/>
            </a:prstGeom>
            <a:noFill/>
            <a:ln w="9525">
              <a:noFill/>
              <a:miter lim="800000"/>
              <a:headEnd/>
              <a:tailEnd/>
            </a:ln>
          </p:spPr>
          <p:txBody>
            <a:bodyPr wrap="none">
              <a:spAutoFit/>
            </a:bodyPr>
            <a:lstStyle/>
            <a:p>
              <a:pPr algn="ctr"/>
              <a:r>
                <a:rPr lang="fr-FR" b="1">
                  <a:latin typeface="Calibri" pitchFamily="34" charset="0"/>
                  <a:cs typeface="Calibri" pitchFamily="34" charset="0"/>
                </a:rPr>
                <a:t>Défaut</a:t>
              </a:r>
            </a:p>
            <a:p>
              <a:pPr algn="ctr"/>
              <a:r>
                <a:rPr lang="fr-FR" b="1">
                  <a:latin typeface="Calibri" pitchFamily="34" charset="0"/>
                  <a:cs typeface="Calibri" pitchFamily="34" charset="0"/>
                </a:rPr>
                <a:t>reproduit</a:t>
              </a:r>
            </a:p>
          </p:txBody>
        </p:sp>
        <p:sp>
          <p:nvSpPr>
            <p:cNvPr id="115" name="Text Box 5"/>
            <p:cNvSpPr txBox="1">
              <a:spLocks noChangeArrowheads="1"/>
            </p:cNvSpPr>
            <p:nvPr/>
          </p:nvSpPr>
          <p:spPr bwMode="auto">
            <a:xfrm>
              <a:off x="6210464" y="1502602"/>
              <a:ext cx="2716962" cy="307777"/>
            </a:xfrm>
            <a:prstGeom prst="rect">
              <a:avLst/>
            </a:prstGeom>
            <a:blipFill dpi="0" rotWithShape="0">
              <a:blip r:embed="rId4" cstate="email"/>
              <a:srcRect/>
              <a:tile tx="0" ty="0" sx="100000" sy="100000" flip="none" algn="tl"/>
            </a:blipFill>
            <a:ln w="9525">
              <a:noFill/>
              <a:miter lim="800000"/>
              <a:headEnd/>
              <a:tailEnd/>
            </a:ln>
            <a:effectLst>
              <a:glow rad="228600">
                <a:schemeClr val="accent4">
                  <a:satMod val="175000"/>
                  <a:alpha val="40000"/>
                </a:schemeClr>
              </a:glow>
            </a:effectLst>
          </p:spPr>
          <p:txBody>
            <a:bodyPr wrap="none">
              <a:spAutoFit/>
            </a:bodyPr>
            <a:lstStyle/>
            <a:p>
              <a:pPr eaLnBrk="0" hangingPunct="0">
                <a:spcBef>
                  <a:spcPct val="50000"/>
                </a:spcBef>
                <a:defRPr/>
              </a:pPr>
              <a:r>
                <a:rPr lang="fr-FR" dirty="0">
                  <a:latin typeface="Calibri" pitchFamily="34" charset="0"/>
                  <a:cs typeface="Calibri" pitchFamily="34" charset="0"/>
                </a:rPr>
                <a:t>Des hypothèses aux causes racines</a:t>
              </a:r>
              <a:endParaRPr lang="fr-FR" b="1" dirty="0">
                <a:latin typeface="Calibri" pitchFamily="34" charset="0"/>
                <a:cs typeface="Calibri" pitchFamily="34" charset="0"/>
              </a:endParaRPr>
            </a:p>
          </p:txBody>
        </p:sp>
      </p:grpSp>
    </p:spTree>
    <p:extLst>
      <p:ext uri="{BB962C8B-B14F-4D97-AF65-F5344CB8AC3E}">
        <p14:creationId xmlns:p14="http://schemas.microsoft.com/office/powerpoint/2010/main" val="4210071560"/>
      </p:ext>
    </p:extLst>
  </p:cSld>
  <p:clrMapOvr>
    <a:masterClrMapping/>
  </p:clrMapOvr>
  <p:transition>
    <p:zoom/>
  </p:transition>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 name="Text Box 2"/>
          <p:cNvSpPr txBox="1">
            <a:spLocks noChangeArrowheads="1"/>
          </p:cNvSpPr>
          <p:nvPr/>
        </p:nvSpPr>
        <p:spPr bwMode="auto">
          <a:xfrm>
            <a:off x="2268891" y="1152712"/>
            <a:ext cx="3634456"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D5 – Identifier les causes racines</a:t>
            </a:r>
          </a:p>
        </p:txBody>
      </p:sp>
      <p:sp>
        <p:nvSpPr>
          <p:cNvPr id="24" name="Rectangle 2"/>
          <p:cNvSpPr>
            <a:spLocks noChangeArrowheads="1"/>
          </p:cNvSpPr>
          <p:nvPr/>
        </p:nvSpPr>
        <p:spPr bwMode="auto">
          <a:xfrm>
            <a:off x="206515" y="323655"/>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
        <p:nvSpPr>
          <p:cNvPr id="29" name="Rectangle 28"/>
          <p:cNvSpPr/>
          <p:nvPr/>
        </p:nvSpPr>
        <p:spPr>
          <a:xfrm>
            <a:off x="296525" y="1148545"/>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pic>
        <p:nvPicPr>
          <p:cNvPr id="37" name="Picture 2" descr="C:\Users\Bertrand\Documents\05 - Clients\LISI Group\Kit de communication LEAP\3real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9800000">
            <a:off x="7992203" y="730840"/>
            <a:ext cx="970703" cy="984472"/>
          </a:xfrm>
          <a:prstGeom prst="rect">
            <a:avLst/>
          </a:prstGeom>
          <a:noFill/>
          <a:extLst>
            <a:ext uri="{909E8E84-426E-40dd-AFC4-6F175D3DCCD1}">
              <a14:hiddenFill xmlns="" xmlns:a14="http://schemas.microsoft.com/office/drawing/2010/main">
                <a:solidFill>
                  <a:srgbClr val="FFFFFF"/>
                </a:solidFill>
              </a14:hiddenFill>
            </a:ext>
          </a:extLst>
        </p:spPr>
      </p:pic>
      <p:pic>
        <p:nvPicPr>
          <p:cNvPr id="6" name="Image 5"/>
          <p:cNvPicPr>
            <a:picLocks noChangeAspect="1"/>
          </p:cNvPicPr>
          <p:nvPr/>
        </p:nvPicPr>
        <p:blipFill>
          <a:blip r:embed="rId4"/>
          <a:stretch>
            <a:fillRect/>
          </a:stretch>
        </p:blipFill>
        <p:spPr>
          <a:xfrm>
            <a:off x="251520" y="1628800"/>
            <a:ext cx="8610600" cy="4521200"/>
          </a:xfrm>
          <a:prstGeom prst="rect">
            <a:avLst/>
          </a:prstGeom>
        </p:spPr>
      </p:pic>
    </p:spTree>
    <p:extLst>
      <p:ext uri="{BB962C8B-B14F-4D97-AF65-F5344CB8AC3E}">
        <p14:creationId xmlns:p14="http://schemas.microsoft.com/office/powerpoint/2010/main" val="2946185920"/>
      </p:ext>
    </p:extLst>
  </p:cSld>
  <p:clrMapOvr>
    <a:masterClrMapping/>
  </p:clrMapOvr>
  <p:transition>
    <p:zoom/>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251520" y="1313765"/>
            <a:ext cx="8321225" cy="4566669"/>
          </a:xfrm>
          <a:prstGeom prst="rect">
            <a:avLst/>
          </a:prstGeom>
        </p:spPr>
      </p:pic>
      <p:sp>
        <p:nvSpPr>
          <p:cNvPr id="3" name="Text Box 2"/>
          <p:cNvSpPr txBox="1">
            <a:spLocks noChangeArrowheads="1"/>
          </p:cNvSpPr>
          <p:nvPr/>
        </p:nvSpPr>
        <p:spPr bwMode="auto">
          <a:xfrm>
            <a:off x="2321750" y="773705"/>
            <a:ext cx="3634456"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D5 – Identifier les causes racines</a:t>
            </a:r>
          </a:p>
        </p:txBody>
      </p:sp>
      <p:sp>
        <p:nvSpPr>
          <p:cNvPr id="4" name="Rectangle 3"/>
          <p:cNvSpPr/>
          <p:nvPr/>
        </p:nvSpPr>
        <p:spPr>
          <a:xfrm>
            <a:off x="349384" y="769538"/>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Tree>
    <p:extLst>
      <p:ext uri="{BB962C8B-B14F-4D97-AF65-F5344CB8AC3E}">
        <p14:creationId xmlns:p14="http://schemas.microsoft.com/office/powerpoint/2010/main" val="3405967094"/>
      </p:ext>
    </p:extLst>
  </p:cSld>
  <p:clrMapOvr>
    <a:masterClrMapping/>
  </p:clrMapOvr>
  <p:transition>
    <p:zoom/>
  </p:transition>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346056" y="1313765"/>
            <a:ext cx="8445760" cy="4434647"/>
          </a:xfrm>
          <a:prstGeom prst="rect">
            <a:avLst/>
          </a:prstGeom>
        </p:spPr>
      </p:pic>
      <p:sp>
        <p:nvSpPr>
          <p:cNvPr id="3" name="Text Box 2"/>
          <p:cNvSpPr txBox="1">
            <a:spLocks noChangeArrowheads="1"/>
          </p:cNvSpPr>
          <p:nvPr/>
        </p:nvSpPr>
        <p:spPr bwMode="auto">
          <a:xfrm>
            <a:off x="2321750" y="728700"/>
            <a:ext cx="3634456"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D5 – Identifier les causes racines</a:t>
            </a:r>
          </a:p>
        </p:txBody>
      </p:sp>
      <p:sp>
        <p:nvSpPr>
          <p:cNvPr id="4" name="Rectangle 3"/>
          <p:cNvSpPr/>
          <p:nvPr/>
        </p:nvSpPr>
        <p:spPr>
          <a:xfrm>
            <a:off x="349384" y="724533"/>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Tree>
    <p:extLst>
      <p:ext uri="{BB962C8B-B14F-4D97-AF65-F5344CB8AC3E}">
        <p14:creationId xmlns:p14="http://schemas.microsoft.com/office/powerpoint/2010/main" val="3809541176"/>
      </p:ext>
    </p:extLst>
  </p:cSld>
  <p:clrMapOvr>
    <a:masterClrMapping/>
  </p:clrMapOvr>
  <p:transition>
    <p:zoom/>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177800" y="1397000"/>
            <a:ext cx="8775700" cy="4064000"/>
          </a:xfrm>
          <a:prstGeom prst="rect">
            <a:avLst/>
          </a:prstGeom>
        </p:spPr>
      </p:pic>
      <p:sp>
        <p:nvSpPr>
          <p:cNvPr id="3" name="Text Box 2"/>
          <p:cNvSpPr txBox="1">
            <a:spLocks noChangeArrowheads="1"/>
          </p:cNvSpPr>
          <p:nvPr/>
        </p:nvSpPr>
        <p:spPr bwMode="auto">
          <a:xfrm>
            <a:off x="2321750" y="818710"/>
            <a:ext cx="3634456"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D5 – Identifier les causes racines</a:t>
            </a:r>
          </a:p>
        </p:txBody>
      </p:sp>
      <p:sp>
        <p:nvSpPr>
          <p:cNvPr id="4" name="Rectangle 3"/>
          <p:cNvSpPr/>
          <p:nvPr/>
        </p:nvSpPr>
        <p:spPr>
          <a:xfrm>
            <a:off x="349384" y="814543"/>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Tree>
    <p:extLst>
      <p:ext uri="{BB962C8B-B14F-4D97-AF65-F5344CB8AC3E}">
        <p14:creationId xmlns:p14="http://schemas.microsoft.com/office/powerpoint/2010/main" val="914981595"/>
      </p:ext>
    </p:extLst>
  </p:cSld>
  <p:clrMapOvr>
    <a:masterClrMapping/>
  </p:clrMapOvr>
  <p:transition>
    <p:zo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352979" y="1313765"/>
            <a:ext cx="8235915" cy="4771882"/>
          </a:xfrm>
          <a:prstGeom prst="rect">
            <a:avLst/>
          </a:prstGeom>
        </p:spPr>
      </p:pic>
      <p:sp>
        <p:nvSpPr>
          <p:cNvPr id="3" name="Text Box 2"/>
          <p:cNvSpPr txBox="1">
            <a:spLocks noChangeArrowheads="1"/>
          </p:cNvSpPr>
          <p:nvPr/>
        </p:nvSpPr>
        <p:spPr bwMode="auto">
          <a:xfrm>
            <a:off x="2313896" y="777872"/>
            <a:ext cx="3634456"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D5 – Identifier les causes racines</a:t>
            </a:r>
          </a:p>
        </p:txBody>
      </p:sp>
      <p:sp>
        <p:nvSpPr>
          <p:cNvPr id="4" name="Rectangle 3"/>
          <p:cNvSpPr/>
          <p:nvPr/>
        </p:nvSpPr>
        <p:spPr>
          <a:xfrm>
            <a:off x="341530" y="773705"/>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Tree>
    <p:extLst>
      <p:ext uri="{BB962C8B-B14F-4D97-AF65-F5344CB8AC3E}">
        <p14:creationId xmlns:p14="http://schemas.microsoft.com/office/powerpoint/2010/main" val="3281338125"/>
      </p:ext>
    </p:extLst>
  </p:cSld>
  <p:clrMapOvr>
    <a:masterClrMapping/>
  </p:clrMapOvr>
  <p:transition>
    <p:zoom/>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338224" y="1358770"/>
            <a:ext cx="8649785" cy="4405790"/>
          </a:xfrm>
          <a:prstGeom prst="rect">
            <a:avLst/>
          </a:prstGeom>
        </p:spPr>
      </p:pic>
      <p:sp>
        <p:nvSpPr>
          <p:cNvPr id="3" name="Text Box 2"/>
          <p:cNvSpPr txBox="1">
            <a:spLocks noChangeArrowheads="1"/>
          </p:cNvSpPr>
          <p:nvPr/>
        </p:nvSpPr>
        <p:spPr bwMode="auto">
          <a:xfrm>
            <a:off x="2321750" y="764757"/>
            <a:ext cx="3634456"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D5 – Identifier les causes racines</a:t>
            </a:r>
          </a:p>
        </p:txBody>
      </p:sp>
      <p:sp>
        <p:nvSpPr>
          <p:cNvPr id="4" name="Rectangle 3"/>
          <p:cNvSpPr/>
          <p:nvPr/>
        </p:nvSpPr>
        <p:spPr>
          <a:xfrm>
            <a:off x="349384" y="760590"/>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Tree>
    <p:extLst>
      <p:ext uri="{BB962C8B-B14F-4D97-AF65-F5344CB8AC3E}">
        <p14:creationId xmlns:p14="http://schemas.microsoft.com/office/powerpoint/2010/main" val="2612820001"/>
      </p:ext>
    </p:extLst>
  </p:cSld>
  <p:clrMapOvr>
    <a:masterClrMapping/>
  </p:clrMapOvr>
  <p:transition>
    <p:zo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341530" y="1398588"/>
            <a:ext cx="8650070" cy="4138611"/>
          </a:xfrm>
          <a:prstGeom prst="rect">
            <a:avLst/>
          </a:prstGeom>
        </p:spPr>
      </p:pic>
      <p:sp>
        <p:nvSpPr>
          <p:cNvPr id="3" name="Text Box 2"/>
          <p:cNvSpPr txBox="1">
            <a:spLocks noChangeArrowheads="1"/>
          </p:cNvSpPr>
          <p:nvPr/>
        </p:nvSpPr>
        <p:spPr bwMode="auto">
          <a:xfrm>
            <a:off x="2313896" y="822877"/>
            <a:ext cx="3634456"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D5 – Identifier les causes racines</a:t>
            </a:r>
          </a:p>
        </p:txBody>
      </p:sp>
      <p:sp>
        <p:nvSpPr>
          <p:cNvPr id="4" name="Rectangle 3"/>
          <p:cNvSpPr/>
          <p:nvPr/>
        </p:nvSpPr>
        <p:spPr>
          <a:xfrm>
            <a:off x="341530" y="818710"/>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Tree>
    <p:extLst>
      <p:ext uri="{BB962C8B-B14F-4D97-AF65-F5344CB8AC3E}">
        <p14:creationId xmlns:p14="http://schemas.microsoft.com/office/powerpoint/2010/main" val="1676510114"/>
      </p:ext>
    </p:extLst>
  </p:cSld>
  <p:clrMapOvr>
    <a:masterClrMapping/>
  </p:clrMapOvr>
  <p:transition>
    <p:zoom/>
  </p:transition>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521550" y="1265759"/>
            <a:ext cx="7695855" cy="5187983"/>
          </a:xfrm>
          <a:prstGeom prst="rect">
            <a:avLst/>
          </a:prstGeom>
        </p:spPr>
      </p:pic>
      <p:sp>
        <p:nvSpPr>
          <p:cNvPr id="3" name="Text Box 2"/>
          <p:cNvSpPr txBox="1">
            <a:spLocks noChangeArrowheads="1"/>
          </p:cNvSpPr>
          <p:nvPr/>
        </p:nvSpPr>
        <p:spPr bwMode="auto">
          <a:xfrm>
            <a:off x="2358901" y="777872"/>
            <a:ext cx="3634456"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D5 – Identifier les causes racines</a:t>
            </a:r>
          </a:p>
        </p:txBody>
      </p:sp>
      <p:sp>
        <p:nvSpPr>
          <p:cNvPr id="4" name="Rectangle 3"/>
          <p:cNvSpPr/>
          <p:nvPr/>
        </p:nvSpPr>
        <p:spPr>
          <a:xfrm>
            <a:off x="386535" y="773705"/>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Tree>
    <p:extLst>
      <p:ext uri="{BB962C8B-B14F-4D97-AF65-F5344CB8AC3E}">
        <p14:creationId xmlns:p14="http://schemas.microsoft.com/office/powerpoint/2010/main" val="1764706954"/>
      </p:ext>
    </p:extLst>
  </p:cSld>
  <p:clrMapOvr>
    <a:masterClrMapping/>
  </p:clrMapOvr>
  <p:transition>
    <p:zo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8290" y="1358770"/>
            <a:ext cx="8460940" cy="4278094"/>
          </a:xfrm>
          <a:prstGeom prst="rect">
            <a:avLst/>
          </a:prstGeom>
        </p:spPr>
        <p:txBody>
          <a:bodyPr wrap="square">
            <a:spAutoFit/>
          </a:bodyPr>
          <a:lstStyle/>
          <a:p>
            <a:r>
              <a:rPr lang="fr-FR" dirty="0"/>
              <a:t>Comment reproduire le défaut?</a:t>
            </a:r>
          </a:p>
          <a:p>
            <a:endParaRPr lang="fr-FR" dirty="0"/>
          </a:p>
          <a:p>
            <a:r>
              <a:rPr lang="fr-FR" dirty="0"/>
              <a:t>Demander à l’opérateur de reproduire le défaut présentant la même signature que le défaut analysé,</a:t>
            </a:r>
          </a:p>
          <a:p>
            <a:endParaRPr lang="fr-FR" dirty="0"/>
          </a:p>
          <a:p>
            <a:r>
              <a:rPr lang="fr-FR" dirty="0"/>
              <a:t>Observer le processus pour en capter les caractéristiques  au moment de problèmes identiques (où similaires)</a:t>
            </a:r>
          </a:p>
          <a:p>
            <a:endParaRPr lang="fr-FR" dirty="0"/>
          </a:p>
          <a:p>
            <a:r>
              <a:rPr lang="fr-FR" dirty="0"/>
              <a:t>Changer de composants lors de composant suspecté,</a:t>
            </a:r>
          </a:p>
          <a:p>
            <a:r>
              <a:rPr lang="fr-FR" dirty="0"/>
              <a:t>	Technique </a:t>
            </a:r>
            <a:r>
              <a:rPr lang="fr-FR" dirty="0" err="1"/>
              <a:t>Shainin</a:t>
            </a:r>
            <a:r>
              <a:rPr lang="fr-FR" dirty="0"/>
              <a:t>: Permutation non aléatoire de composants</a:t>
            </a:r>
          </a:p>
          <a:p>
            <a:endParaRPr lang="fr-FR" dirty="0"/>
          </a:p>
          <a:p>
            <a:r>
              <a:rPr lang="fr-FR" dirty="0"/>
              <a:t>Fabriquer des produits aux caractéristiques identiques à celles du produit défectueux,</a:t>
            </a:r>
          </a:p>
          <a:p>
            <a:r>
              <a:rPr lang="fr-FR" dirty="0"/>
              <a:t>	Technique </a:t>
            </a:r>
            <a:r>
              <a:rPr lang="fr-FR" dirty="0" err="1"/>
              <a:t>Shainin</a:t>
            </a:r>
            <a:r>
              <a:rPr lang="fr-FR" dirty="0"/>
              <a:t>: Permutation non aléatoire de variables</a:t>
            </a:r>
          </a:p>
          <a:p>
            <a:endParaRPr lang="fr-FR" dirty="0"/>
          </a:p>
          <a:p>
            <a:r>
              <a:rPr lang="fr-FR" dirty="0"/>
              <a:t>Fabriquer des produits selon un processus aux caractéristiques suspectes légèrement déviées.</a:t>
            </a:r>
          </a:p>
        </p:txBody>
      </p:sp>
      <p:sp>
        <p:nvSpPr>
          <p:cNvPr id="3" name="Text Box 2"/>
          <p:cNvSpPr txBox="1">
            <a:spLocks noChangeArrowheads="1"/>
          </p:cNvSpPr>
          <p:nvPr/>
        </p:nvSpPr>
        <p:spPr bwMode="auto">
          <a:xfrm>
            <a:off x="2313896" y="790634"/>
            <a:ext cx="3634456"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D5 – Identifier les causes racines</a:t>
            </a:r>
          </a:p>
        </p:txBody>
      </p:sp>
      <p:sp>
        <p:nvSpPr>
          <p:cNvPr id="4" name="Rectangle 3"/>
          <p:cNvSpPr/>
          <p:nvPr/>
        </p:nvSpPr>
        <p:spPr>
          <a:xfrm>
            <a:off x="341530" y="786467"/>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Tree>
    <p:extLst>
      <p:ext uri="{BB962C8B-B14F-4D97-AF65-F5344CB8AC3E}">
        <p14:creationId xmlns:p14="http://schemas.microsoft.com/office/powerpoint/2010/main" val="826864175"/>
      </p:ext>
    </p:extLst>
  </p:cSld>
  <p:clrMapOvr>
    <a:masterClrMapping/>
  </p:clrMapOvr>
  <p:transition>
    <p:zoom/>
  </p:transition>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2" name="Image 1"/>
          <p:cNvPicPr>
            <a:picLocks noChangeAspect="1"/>
          </p:cNvPicPr>
          <p:nvPr/>
        </p:nvPicPr>
        <p:blipFill>
          <a:blip r:embed="rId2"/>
          <a:stretch>
            <a:fillRect/>
          </a:stretch>
        </p:blipFill>
        <p:spPr>
          <a:xfrm>
            <a:off x="566555" y="728700"/>
            <a:ext cx="8129615" cy="5815259"/>
          </a:xfrm>
          <a:prstGeom prst="rect">
            <a:avLst/>
          </a:prstGeom>
        </p:spPr>
      </p:pic>
    </p:spTree>
    <p:extLst>
      <p:ext uri="{BB962C8B-B14F-4D97-AF65-F5344CB8AC3E}">
        <p14:creationId xmlns:p14="http://schemas.microsoft.com/office/powerpoint/2010/main" val="1310261262"/>
      </p:ext>
    </p:extLst>
  </p:cSld>
  <p:clrMapOvr>
    <a:masterClrMapping/>
  </p:clrMapOvr>
  <p:transition>
    <p:zoom/>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8" name="Rectangle 9"/>
          <p:cNvSpPr>
            <a:spLocks noChangeArrowheads="1"/>
          </p:cNvSpPr>
          <p:nvPr/>
        </p:nvSpPr>
        <p:spPr bwMode="auto">
          <a:xfrm>
            <a:off x="617550" y="2799936"/>
            <a:ext cx="8193088" cy="3449638"/>
          </a:xfrm>
          <a:prstGeom prst="rect">
            <a:avLst/>
          </a:prstGeom>
          <a:noFill/>
          <a:ln w="9525">
            <a:noFill/>
            <a:miter lim="800000"/>
            <a:headEnd/>
            <a:tailEnd/>
          </a:ln>
        </p:spPr>
        <p:txBody>
          <a:bodyPr/>
          <a:lstStyle/>
          <a:p>
            <a:pPr marL="290513" indent="-290513" eaLnBrk="0" hangingPunct="0">
              <a:spcBef>
                <a:spcPct val="20000"/>
              </a:spcBef>
              <a:buClr>
                <a:schemeClr val="accent1"/>
              </a:buClr>
              <a:buSzPct val="75000"/>
              <a:buFont typeface="Wingdings" pitchFamily="2" charset="2"/>
              <a:buChar char="§"/>
            </a:pPr>
            <a:r>
              <a:rPr lang="fr-FR" sz="2000" dirty="0">
                <a:latin typeface="Calibri" pitchFamily="34" charset="0"/>
                <a:cs typeface="Calibri" pitchFamily="34" charset="0"/>
              </a:rPr>
              <a:t>Cause(s) directe(s) identifiées  </a:t>
            </a:r>
            <a:r>
              <a:rPr lang="fr-FR" sz="2000" b="1" dirty="0">
                <a:latin typeface="Calibri" pitchFamily="34" charset="0"/>
                <a:cs typeface="Calibri" pitchFamily="34" charset="0"/>
              </a:rPr>
              <a:t>= &gt;</a:t>
            </a:r>
            <a:r>
              <a:rPr lang="fr-FR" sz="2000" dirty="0">
                <a:latin typeface="Calibri" pitchFamily="34" charset="0"/>
                <a:cs typeface="Calibri" pitchFamily="34" charset="0"/>
              </a:rPr>
              <a:t>  analyse des 5 Pourquoi (5 </a:t>
            </a:r>
            <a:r>
              <a:rPr lang="fr-FR" sz="2000" dirty="0" err="1">
                <a:latin typeface="Calibri" pitchFamily="34" charset="0"/>
                <a:cs typeface="Calibri" pitchFamily="34" charset="0"/>
              </a:rPr>
              <a:t>Why</a:t>
            </a:r>
            <a:r>
              <a:rPr lang="fr-FR" sz="2000" dirty="0">
                <a:latin typeface="Calibri" pitchFamily="34" charset="0"/>
                <a:cs typeface="Calibri" pitchFamily="34" charset="0"/>
              </a:rPr>
              <a:t>)</a:t>
            </a:r>
          </a:p>
          <a:p>
            <a:pPr marL="290513" indent="-290513" eaLnBrk="0" hangingPunct="0">
              <a:spcBef>
                <a:spcPct val="20000"/>
              </a:spcBef>
              <a:buClr>
                <a:schemeClr val="accent1"/>
              </a:buClr>
              <a:buSzPct val="75000"/>
            </a:pPr>
            <a:r>
              <a:rPr lang="fr-FR" sz="2000" dirty="0">
                <a:latin typeface="Calibri" pitchFamily="34" charset="0"/>
                <a:cs typeface="Calibri" pitchFamily="34" charset="0"/>
              </a:rPr>
              <a:t>	</a:t>
            </a:r>
            <a:r>
              <a:rPr lang="fr-FR" sz="1800" i="1" dirty="0">
                <a:latin typeface="Calibri" pitchFamily="34" charset="0"/>
                <a:cs typeface="Calibri" pitchFamily="34" charset="0"/>
              </a:rPr>
              <a:t>(outil simple à utiliser qui permet de clarifier la cause racine)</a:t>
            </a:r>
          </a:p>
          <a:p>
            <a:pPr marL="290513" indent="-290513" eaLnBrk="0" hangingPunct="0">
              <a:spcBef>
                <a:spcPct val="20000"/>
              </a:spcBef>
              <a:buClr>
                <a:schemeClr val="accent1"/>
              </a:buClr>
              <a:buSzPct val="75000"/>
            </a:pPr>
            <a:endParaRPr lang="fr-FR" sz="2000" dirty="0">
              <a:latin typeface="Calibri" pitchFamily="34" charset="0"/>
              <a:cs typeface="Calibri" pitchFamily="34" charset="0"/>
            </a:endParaRPr>
          </a:p>
          <a:p>
            <a:pPr marL="290513" indent="-290513" eaLnBrk="0" hangingPunct="0">
              <a:spcBef>
                <a:spcPct val="20000"/>
              </a:spcBef>
              <a:buClr>
                <a:schemeClr val="accent1"/>
              </a:buClr>
              <a:buSzPct val="75000"/>
              <a:buFont typeface="Wingdings" pitchFamily="2" charset="2"/>
              <a:buChar char="§"/>
            </a:pPr>
            <a:r>
              <a:rPr lang="fr-FR" sz="2000" dirty="0">
                <a:latin typeface="Calibri" pitchFamily="34" charset="0"/>
                <a:cs typeface="Calibri" pitchFamily="34" charset="0"/>
              </a:rPr>
              <a:t>3 types de causes racines :</a:t>
            </a:r>
          </a:p>
          <a:p>
            <a:pPr marL="747713" lvl="1" indent="-290513" eaLnBrk="0" hangingPunct="0">
              <a:spcBef>
                <a:spcPct val="20000"/>
              </a:spcBef>
              <a:buClr>
                <a:schemeClr val="accent1"/>
              </a:buClr>
              <a:buSzPct val="75000"/>
              <a:buFont typeface="Wingdings" pitchFamily="2" charset="2"/>
              <a:buChar char="§"/>
            </a:pPr>
            <a:r>
              <a:rPr lang="fr-FR" sz="2000" dirty="0">
                <a:latin typeface="Calibri" pitchFamily="34" charset="0"/>
                <a:cs typeface="Calibri" pitchFamily="34" charset="0"/>
              </a:rPr>
              <a:t>- cause racine technique</a:t>
            </a:r>
          </a:p>
          <a:p>
            <a:pPr marL="747713" lvl="1" indent="-290513" eaLnBrk="0" hangingPunct="0">
              <a:spcBef>
                <a:spcPct val="20000"/>
              </a:spcBef>
              <a:buClr>
                <a:schemeClr val="accent1"/>
              </a:buClr>
              <a:buSzPct val="75000"/>
              <a:buFont typeface="Wingdings" pitchFamily="2" charset="2"/>
              <a:buChar char="§"/>
            </a:pPr>
            <a:r>
              <a:rPr lang="fr-FR" sz="2000" dirty="0">
                <a:latin typeface="Calibri" pitchFamily="34" charset="0"/>
                <a:cs typeface="Calibri" pitchFamily="34" charset="0"/>
              </a:rPr>
              <a:t>- cause racine systémique</a:t>
            </a:r>
          </a:p>
          <a:p>
            <a:pPr marL="747713" lvl="1" indent="-290513" eaLnBrk="0" hangingPunct="0">
              <a:spcBef>
                <a:spcPct val="20000"/>
              </a:spcBef>
              <a:buClr>
                <a:schemeClr val="accent1"/>
              </a:buClr>
              <a:buSzPct val="75000"/>
              <a:buFont typeface="Wingdings" pitchFamily="2" charset="2"/>
              <a:buChar char="§"/>
            </a:pPr>
            <a:r>
              <a:rPr lang="fr-FR" sz="2000" dirty="0">
                <a:latin typeface="Calibri" pitchFamily="34" charset="0"/>
                <a:cs typeface="Calibri" pitchFamily="34" charset="0"/>
              </a:rPr>
              <a:t>- cause racine management</a:t>
            </a:r>
          </a:p>
          <a:p>
            <a:pPr marL="290513" indent="-290513" algn="ctr" eaLnBrk="0" hangingPunct="0">
              <a:spcBef>
                <a:spcPct val="20000"/>
              </a:spcBef>
              <a:buClr>
                <a:schemeClr val="accent1"/>
              </a:buClr>
              <a:buSzPct val="75000"/>
            </a:pPr>
            <a:endParaRPr lang="fr-FR" sz="2000" b="1" dirty="0">
              <a:latin typeface="Calibri" pitchFamily="34" charset="0"/>
              <a:cs typeface="Calibri" pitchFamily="34" charset="0"/>
            </a:endParaRPr>
          </a:p>
          <a:p>
            <a:pPr marL="290513" indent="-290513" algn="ctr" eaLnBrk="0" hangingPunct="0">
              <a:spcBef>
                <a:spcPct val="20000"/>
              </a:spcBef>
              <a:buClr>
                <a:schemeClr val="accent1"/>
              </a:buClr>
              <a:buSzPct val="75000"/>
            </a:pPr>
            <a:r>
              <a:rPr lang="fr-FR" sz="2000" b="1" dirty="0">
                <a:solidFill>
                  <a:srgbClr val="002060"/>
                </a:solidFill>
                <a:latin typeface="Calibri" pitchFamily="34" charset="0"/>
                <a:cs typeface="Calibri" pitchFamily="34" charset="0"/>
              </a:rPr>
              <a:t>Posez-vous autant de “Pourquoi” que nécessaire !</a:t>
            </a:r>
          </a:p>
        </p:txBody>
      </p:sp>
      <p:sp>
        <p:nvSpPr>
          <p:cNvPr id="9" name="Rectangle 2"/>
          <p:cNvSpPr>
            <a:spLocks noChangeArrowheads="1"/>
          </p:cNvSpPr>
          <p:nvPr/>
        </p:nvSpPr>
        <p:spPr bwMode="auto">
          <a:xfrm>
            <a:off x="251520" y="479425"/>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
        <p:nvSpPr>
          <p:cNvPr id="14" name="Rectangle 13"/>
          <p:cNvSpPr/>
          <p:nvPr/>
        </p:nvSpPr>
        <p:spPr>
          <a:xfrm>
            <a:off x="310825" y="1445823"/>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15" name="Text Box 2"/>
          <p:cNvSpPr txBox="1">
            <a:spLocks noChangeArrowheads="1"/>
          </p:cNvSpPr>
          <p:nvPr/>
        </p:nvSpPr>
        <p:spPr bwMode="auto">
          <a:xfrm>
            <a:off x="2270312" y="1462868"/>
            <a:ext cx="3634456"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D5 – Identifier les causes racines</a:t>
            </a:r>
          </a:p>
        </p:txBody>
      </p:sp>
      <p:sp>
        <p:nvSpPr>
          <p:cNvPr id="16" name="Rectangle 15"/>
          <p:cNvSpPr>
            <a:spLocks noChangeArrowheads="1"/>
          </p:cNvSpPr>
          <p:nvPr/>
        </p:nvSpPr>
        <p:spPr bwMode="auto">
          <a:xfrm>
            <a:off x="5532077" y="1964163"/>
            <a:ext cx="1754957" cy="486591"/>
          </a:xfrm>
          <a:prstGeom prst="rect">
            <a:avLst/>
          </a:prstGeom>
          <a:solidFill>
            <a:srgbClr val="CCFF99"/>
          </a:solidFill>
          <a:ln w="3175">
            <a:solidFill>
              <a:schemeClr val="tx1"/>
            </a:solidFill>
            <a:miter lim="800000"/>
            <a:headEnd/>
            <a:tailEnd/>
          </a:ln>
          <a:effectLst/>
          <a:scene3d>
            <a:camera prst="orthographicFront"/>
            <a:lightRig rig="threePt" dir="t"/>
          </a:scene3d>
          <a:sp3d>
            <a:bevelT w="165100" prst="coolSlant"/>
          </a:sp3d>
        </p:spPr>
        <p:txBody>
          <a:bodyPr wrap="none" anchor="ctr"/>
          <a:lstStyle/>
          <a:p>
            <a:pPr>
              <a:defRPr/>
            </a:pPr>
            <a:endParaRPr lang="fr-FR">
              <a:latin typeface="Calibri" pitchFamily="34" charset="0"/>
              <a:cs typeface="Calibri" pitchFamily="34" charset="0"/>
            </a:endParaRPr>
          </a:p>
        </p:txBody>
      </p:sp>
      <p:graphicFrame>
        <p:nvGraphicFramePr>
          <p:cNvPr id="16386" name="Object 4"/>
          <p:cNvGraphicFramePr>
            <a:graphicFrameLocks noChangeAspect="1"/>
          </p:cNvGraphicFramePr>
          <p:nvPr>
            <p:extLst>
              <p:ext uri="{D42A27DB-BD31-4B8C-83A1-F6EECF244321}">
                <p14:modId xmlns:p14="http://schemas.microsoft.com/office/powerpoint/2010/main" val="3651084259"/>
              </p:ext>
            </p:extLst>
          </p:nvPr>
        </p:nvGraphicFramePr>
        <p:xfrm>
          <a:off x="5602300" y="1964911"/>
          <a:ext cx="346075" cy="463550"/>
        </p:xfrm>
        <a:graphic>
          <a:graphicData uri="http://schemas.openxmlformats.org/presentationml/2006/ole">
            <mc:AlternateContent xmlns:mc="http://schemas.openxmlformats.org/markup-compatibility/2006">
              <mc:Choice xmlns:v="urn:schemas-microsoft-com:vml" Requires="v">
                <p:oleObj name="Document" r:id="rId3" imgW="1086480" imgH="933120" progId="Word.Document.8">
                  <p:embed/>
                </p:oleObj>
              </mc:Choice>
              <mc:Fallback>
                <p:oleObj name="Document" r:id="rId3" imgW="1086480" imgH="933120" progId="Word.Document.8">
                  <p:embed/>
                  <p:pic>
                    <p:nvPicPr>
                      <p:cNvPr id="16386"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02300" y="1964911"/>
                        <a:ext cx="346075" cy="463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8" name="Text Box 16"/>
          <p:cNvSpPr txBox="1">
            <a:spLocks noChangeArrowheads="1"/>
          </p:cNvSpPr>
          <p:nvPr/>
        </p:nvSpPr>
        <p:spPr bwMode="auto">
          <a:xfrm>
            <a:off x="5991958" y="2007429"/>
            <a:ext cx="1217684" cy="346228"/>
          </a:xfrm>
          <a:prstGeom prst="rect">
            <a:avLst/>
          </a:prstGeom>
          <a:noFill/>
          <a:ln w="9525">
            <a:noFill/>
            <a:miter lim="800000"/>
            <a:headEnd/>
            <a:tailEnd/>
          </a:ln>
          <a:effectLst/>
          <a:scene3d>
            <a:camera prst="orthographicFront"/>
            <a:lightRig rig="threePt" dir="t"/>
          </a:scene3d>
          <a:sp3d>
            <a:bevelT w="165100" prst="coolSlant"/>
          </a:sp3d>
        </p:spPr>
        <p:txBody>
          <a:bodyPr>
            <a:spAutoFit/>
          </a:bodyPr>
          <a:lstStyle/>
          <a:p>
            <a:pPr eaLnBrk="0" hangingPunct="0">
              <a:spcBef>
                <a:spcPct val="50000"/>
              </a:spcBef>
              <a:defRPr/>
            </a:pPr>
            <a:r>
              <a:rPr lang="fr-FR" sz="1600" b="1" dirty="0">
                <a:latin typeface="Calibri" pitchFamily="34" charset="0"/>
                <a:cs typeface="Calibri" pitchFamily="34" charset="0"/>
              </a:rPr>
              <a:t>5 Pourquoi</a:t>
            </a:r>
          </a:p>
        </p:txBody>
      </p:sp>
    </p:spTree>
    <p:extLst>
      <p:ext uri="{BB962C8B-B14F-4D97-AF65-F5344CB8AC3E}">
        <p14:creationId xmlns:p14="http://schemas.microsoft.com/office/powerpoint/2010/main" val="185380556"/>
      </p:ext>
    </p:extLst>
  </p:cSld>
  <p:clrMapOvr>
    <a:masterClrMapping/>
  </p:clrMapOvr>
  <p:transition>
    <p:zoom/>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49282" name="Picture 2"/>
          <p:cNvPicPr>
            <a:picLocks noChangeArrowheads="1"/>
          </p:cNvPicPr>
          <p:nvPr/>
        </p:nvPicPr>
        <p:blipFill>
          <a:blip r:embed="rId3" cstate="print">
            <a:grayscl/>
            <a:biLevel thresh="50000"/>
          </a:blip>
          <a:srcRect/>
          <a:stretch>
            <a:fillRect/>
          </a:stretch>
        </p:blipFill>
        <p:spPr bwMode="auto">
          <a:xfrm>
            <a:off x="703263" y="2013743"/>
            <a:ext cx="2519374" cy="2406590"/>
          </a:xfrm>
          <a:prstGeom prst="rect">
            <a:avLst/>
          </a:prstGeom>
          <a:noFill/>
          <a:ln w="9525">
            <a:noFill/>
            <a:miter lim="800000"/>
            <a:headEnd/>
            <a:tailEnd/>
          </a:ln>
        </p:spPr>
      </p:pic>
      <p:sp>
        <p:nvSpPr>
          <p:cNvPr id="1249283" name="Rectangle 3"/>
          <p:cNvSpPr>
            <a:spLocks noChangeArrowheads="1"/>
          </p:cNvSpPr>
          <p:nvPr/>
        </p:nvSpPr>
        <p:spPr bwMode="auto">
          <a:xfrm>
            <a:off x="242889" y="4594145"/>
            <a:ext cx="2798942" cy="1324081"/>
          </a:xfrm>
          <a:prstGeom prst="rect">
            <a:avLst/>
          </a:prstGeom>
          <a:noFill/>
          <a:ln w="9525">
            <a:noFill/>
            <a:miter lim="800000"/>
            <a:headEnd/>
            <a:tailEnd/>
          </a:ln>
          <a:effectLst/>
        </p:spPr>
        <p:txBody>
          <a:bodyPr wrap="square" lIns="92075" tIns="46038" rIns="92075" bIns="46038">
            <a:spAutoFit/>
          </a:bodyPr>
          <a:lstStyle/>
          <a:p>
            <a:pPr>
              <a:defRPr/>
            </a:pPr>
            <a:r>
              <a:rPr lang="fr-FR" dirty="0">
                <a:latin typeface="Calibri" pitchFamily="34" charset="0"/>
                <a:cs typeface="Calibri" pitchFamily="34" charset="0"/>
              </a:rPr>
              <a:t>Q : </a:t>
            </a:r>
            <a:r>
              <a:rPr lang="fr-FR" dirty="0">
                <a:solidFill>
                  <a:srgbClr val="FF3300"/>
                </a:solidFill>
                <a:effectLst>
                  <a:outerShdw blurRad="38100" dist="38100" dir="2700000" algn="tl">
                    <a:srgbClr val="C0C0C0"/>
                  </a:outerShdw>
                </a:effectLst>
                <a:latin typeface="Calibri" pitchFamily="34" charset="0"/>
                <a:cs typeface="Calibri" pitchFamily="34" charset="0"/>
              </a:rPr>
              <a:t>POURQUOI</a:t>
            </a:r>
            <a:r>
              <a:rPr lang="fr-FR" dirty="0">
                <a:latin typeface="Calibri" pitchFamily="34" charset="0"/>
                <a:cs typeface="Calibri" pitchFamily="34" charset="0"/>
              </a:rPr>
              <a:t> la machine s’est-elle arrêtée?</a:t>
            </a:r>
          </a:p>
          <a:p>
            <a:pPr>
              <a:defRPr/>
            </a:pPr>
            <a:r>
              <a:rPr lang="fr-FR" dirty="0">
                <a:latin typeface="Calibri" pitchFamily="34" charset="0"/>
                <a:cs typeface="Calibri" pitchFamily="34" charset="0"/>
              </a:rPr>
              <a:t>R : Elle a disjoncté !</a:t>
            </a:r>
          </a:p>
          <a:p>
            <a:pPr>
              <a:defRPr/>
            </a:pPr>
            <a:r>
              <a:rPr lang="fr-FR" dirty="0">
                <a:latin typeface="Calibri" pitchFamily="34" charset="0"/>
                <a:cs typeface="Calibri" pitchFamily="34" charset="0"/>
              </a:rPr>
              <a:t>Résolu par:-    Ré enclenche le disjoncteur?</a:t>
            </a:r>
          </a:p>
        </p:txBody>
      </p:sp>
      <p:sp>
        <p:nvSpPr>
          <p:cNvPr id="1249284" name="Rectangle 4"/>
          <p:cNvSpPr>
            <a:spLocks noChangeArrowheads="1"/>
          </p:cNvSpPr>
          <p:nvPr/>
        </p:nvSpPr>
        <p:spPr bwMode="auto">
          <a:xfrm>
            <a:off x="1181100" y="2013743"/>
            <a:ext cx="1536700" cy="3294063"/>
          </a:xfrm>
          <a:prstGeom prst="rect">
            <a:avLst/>
          </a:prstGeom>
          <a:noFill/>
          <a:ln w="9525">
            <a:noFill/>
            <a:miter lim="800000"/>
            <a:headEnd/>
            <a:tailEnd/>
          </a:ln>
          <a:effectLst/>
        </p:spPr>
        <p:txBody>
          <a:bodyPr wrap="none" lIns="92075" tIns="46038" rIns="92075" bIns="46038">
            <a:spAutoFit/>
          </a:bodyPr>
          <a:lstStyle/>
          <a:p>
            <a:pPr>
              <a:defRPr/>
            </a:pPr>
            <a:r>
              <a:rPr lang="en-GB" sz="20800">
                <a:solidFill>
                  <a:srgbClr val="FF3300"/>
                </a:solidFill>
                <a:effectLst>
                  <a:outerShdw blurRad="38100" dist="38100" dir="2700000" algn="tl">
                    <a:srgbClr val="C0C0C0"/>
                  </a:outerShdw>
                </a:effectLst>
                <a:latin typeface="Calibri" pitchFamily="34" charset="0"/>
                <a:cs typeface="Calibri" pitchFamily="34" charset="0"/>
              </a:rPr>
              <a:t>1</a:t>
            </a:r>
          </a:p>
        </p:txBody>
      </p:sp>
      <p:pic>
        <p:nvPicPr>
          <p:cNvPr id="1249285" name="Picture 5"/>
          <p:cNvPicPr>
            <a:picLocks noChangeArrowheads="1"/>
          </p:cNvPicPr>
          <p:nvPr/>
        </p:nvPicPr>
        <p:blipFill>
          <a:blip r:embed="rId4" cstate="print">
            <a:grayscl/>
            <a:biLevel thresh="50000"/>
          </a:blip>
          <a:srcRect/>
          <a:stretch>
            <a:fillRect/>
          </a:stretch>
        </p:blipFill>
        <p:spPr bwMode="auto">
          <a:xfrm>
            <a:off x="3684588" y="1937543"/>
            <a:ext cx="2230188" cy="2384724"/>
          </a:xfrm>
          <a:prstGeom prst="rect">
            <a:avLst/>
          </a:prstGeom>
          <a:noFill/>
          <a:ln w="9525">
            <a:noFill/>
            <a:miter lim="800000"/>
            <a:headEnd/>
            <a:tailEnd/>
          </a:ln>
        </p:spPr>
      </p:pic>
      <p:sp>
        <p:nvSpPr>
          <p:cNvPr id="1249286" name="Rectangle 6"/>
          <p:cNvSpPr>
            <a:spLocks noChangeArrowheads="1"/>
          </p:cNvSpPr>
          <p:nvPr/>
        </p:nvSpPr>
        <p:spPr bwMode="auto">
          <a:xfrm>
            <a:off x="3571876" y="4594145"/>
            <a:ext cx="2628900" cy="1324081"/>
          </a:xfrm>
          <a:prstGeom prst="rect">
            <a:avLst/>
          </a:prstGeom>
          <a:noFill/>
          <a:ln w="9525">
            <a:noFill/>
            <a:miter lim="800000"/>
            <a:headEnd/>
            <a:tailEnd/>
          </a:ln>
          <a:effectLst/>
        </p:spPr>
        <p:txBody>
          <a:bodyPr wrap="square" lIns="92075" tIns="46038" rIns="92075" bIns="46038">
            <a:spAutoFit/>
          </a:bodyPr>
          <a:lstStyle/>
          <a:p>
            <a:pPr>
              <a:defRPr/>
            </a:pPr>
            <a:r>
              <a:rPr lang="fr-FR" dirty="0">
                <a:latin typeface="Calibri" pitchFamily="34" charset="0"/>
                <a:cs typeface="Calibri" pitchFamily="34" charset="0"/>
              </a:rPr>
              <a:t>Q : </a:t>
            </a:r>
            <a:r>
              <a:rPr lang="fr-FR" dirty="0">
                <a:solidFill>
                  <a:srgbClr val="FF3300"/>
                </a:solidFill>
                <a:effectLst>
                  <a:outerShdw blurRad="38100" dist="38100" dir="2700000" algn="tl">
                    <a:srgbClr val="C0C0C0"/>
                  </a:outerShdw>
                </a:effectLst>
                <a:latin typeface="Calibri" pitchFamily="34" charset="0"/>
                <a:cs typeface="Calibri" pitchFamily="34" charset="0"/>
              </a:rPr>
              <a:t>POURQUOI </a:t>
            </a:r>
            <a:r>
              <a:rPr lang="fr-FR" dirty="0">
                <a:latin typeface="Calibri" pitchFamily="34" charset="0"/>
                <a:cs typeface="Calibri" pitchFamily="34" charset="0"/>
              </a:rPr>
              <a:t>a-t-elle disjoncté ?</a:t>
            </a:r>
          </a:p>
          <a:p>
            <a:pPr>
              <a:defRPr/>
            </a:pPr>
            <a:r>
              <a:rPr lang="fr-FR" dirty="0">
                <a:latin typeface="Calibri" pitchFamily="34" charset="0"/>
                <a:cs typeface="Calibri" pitchFamily="34" charset="0"/>
              </a:rPr>
              <a:t>R : Pas assez d’huile dans l’arbre de la pompe!</a:t>
            </a:r>
          </a:p>
          <a:p>
            <a:pPr>
              <a:defRPr/>
            </a:pPr>
            <a:r>
              <a:rPr lang="fr-FR" dirty="0">
                <a:latin typeface="Calibri" pitchFamily="34" charset="0"/>
                <a:cs typeface="Calibri" pitchFamily="34" charset="0"/>
              </a:rPr>
              <a:t>Résolu par :- Plus d’huile?</a:t>
            </a:r>
          </a:p>
        </p:txBody>
      </p:sp>
      <p:pic>
        <p:nvPicPr>
          <p:cNvPr id="1249287" name="Picture 7"/>
          <p:cNvPicPr>
            <a:picLocks noChangeArrowheads="1"/>
          </p:cNvPicPr>
          <p:nvPr/>
        </p:nvPicPr>
        <p:blipFill>
          <a:blip r:embed="rId5" cstate="print">
            <a:grayscl/>
            <a:biLevel thresh="50000"/>
          </a:blip>
          <a:srcRect/>
          <a:stretch>
            <a:fillRect/>
          </a:stretch>
        </p:blipFill>
        <p:spPr bwMode="auto">
          <a:xfrm>
            <a:off x="6388101" y="1937543"/>
            <a:ext cx="2392070" cy="2391557"/>
          </a:xfrm>
          <a:prstGeom prst="rect">
            <a:avLst/>
          </a:prstGeom>
          <a:noFill/>
          <a:ln w="9525">
            <a:noFill/>
            <a:miter lim="800000"/>
            <a:headEnd/>
            <a:tailEnd/>
          </a:ln>
        </p:spPr>
      </p:pic>
      <p:sp>
        <p:nvSpPr>
          <p:cNvPr id="1249288" name="Rectangle 8"/>
          <p:cNvSpPr>
            <a:spLocks noChangeArrowheads="1"/>
          </p:cNvSpPr>
          <p:nvPr/>
        </p:nvSpPr>
        <p:spPr bwMode="auto">
          <a:xfrm>
            <a:off x="6200775" y="4581445"/>
            <a:ext cx="2943225" cy="1324081"/>
          </a:xfrm>
          <a:prstGeom prst="rect">
            <a:avLst/>
          </a:prstGeom>
          <a:noFill/>
          <a:ln w="9525">
            <a:noFill/>
            <a:miter lim="800000"/>
            <a:headEnd/>
            <a:tailEnd/>
          </a:ln>
          <a:effectLst/>
        </p:spPr>
        <p:txBody>
          <a:bodyPr lIns="92075" tIns="46038" rIns="92075" bIns="46038">
            <a:spAutoFit/>
          </a:bodyPr>
          <a:lstStyle/>
          <a:p>
            <a:pPr>
              <a:defRPr/>
            </a:pPr>
            <a:r>
              <a:rPr lang="fr-FR" dirty="0">
                <a:latin typeface="Calibri" pitchFamily="34" charset="0"/>
                <a:cs typeface="Calibri" pitchFamily="34" charset="0"/>
              </a:rPr>
              <a:t>Q : </a:t>
            </a:r>
            <a:r>
              <a:rPr lang="fr-FR" dirty="0">
                <a:solidFill>
                  <a:srgbClr val="FF3300"/>
                </a:solidFill>
                <a:effectLst>
                  <a:outerShdw blurRad="38100" dist="38100" dir="2700000" algn="tl">
                    <a:srgbClr val="C0C0C0"/>
                  </a:outerShdw>
                </a:effectLst>
                <a:latin typeface="Calibri" pitchFamily="34" charset="0"/>
                <a:cs typeface="Calibri" pitchFamily="34" charset="0"/>
              </a:rPr>
              <a:t>POURQUOI </a:t>
            </a:r>
            <a:r>
              <a:rPr lang="fr-FR" dirty="0">
                <a:latin typeface="Calibri" pitchFamily="34" charset="0"/>
                <a:cs typeface="Calibri" pitchFamily="34" charset="0"/>
              </a:rPr>
              <a:t>manquait-il de l’huile?</a:t>
            </a:r>
          </a:p>
          <a:p>
            <a:pPr>
              <a:defRPr/>
            </a:pPr>
            <a:r>
              <a:rPr lang="fr-FR" dirty="0">
                <a:latin typeface="Calibri" pitchFamily="34" charset="0"/>
                <a:cs typeface="Calibri" pitchFamily="34" charset="0"/>
              </a:rPr>
              <a:t>R : La pompe à huile est inefficace!</a:t>
            </a:r>
          </a:p>
          <a:p>
            <a:pPr>
              <a:defRPr/>
            </a:pPr>
            <a:r>
              <a:rPr lang="fr-FR" dirty="0">
                <a:latin typeface="Calibri" pitchFamily="34" charset="0"/>
                <a:cs typeface="Calibri" pitchFamily="34" charset="0"/>
              </a:rPr>
              <a:t>Résolu par :- Nouvelle pompe ?</a:t>
            </a:r>
          </a:p>
        </p:txBody>
      </p:sp>
      <p:sp>
        <p:nvSpPr>
          <p:cNvPr id="1249289" name="Rectangle 9"/>
          <p:cNvSpPr>
            <a:spLocks noChangeArrowheads="1"/>
          </p:cNvSpPr>
          <p:nvPr/>
        </p:nvSpPr>
        <p:spPr bwMode="auto">
          <a:xfrm>
            <a:off x="6878638" y="2013743"/>
            <a:ext cx="1536700" cy="3294063"/>
          </a:xfrm>
          <a:prstGeom prst="rect">
            <a:avLst/>
          </a:prstGeom>
          <a:noFill/>
          <a:ln w="9525">
            <a:noFill/>
            <a:miter lim="800000"/>
            <a:headEnd/>
            <a:tailEnd/>
          </a:ln>
          <a:effectLst/>
        </p:spPr>
        <p:txBody>
          <a:bodyPr wrap="none" lIns="92075" tIns="46038" rIns="92075" bIns="46038">
            <a:spAutoFit/>
          </a:bodyPr>
          <a:lstStyle/>
          <a:p>
            <a:pPr>
              <a:defRPr/>
            </a:pPr>
            <a:r>
              <a:rPr lang="en-GB" sz="20800" dirty="0">
                <a:solidFill>
                  <a:srgbClr val="FF3300"/>
                </a:solidFill>
                <a:effectLst>
                  <a:outerShdw blurRad="38100" dist="38100" dir="2700000" algn="tl">
                    <a:srgbClr val="C0C0C0"/>
                  </a:outerShdw>
                </a:effectLst>
                <a:latin typeface="Calibri" pitchFamily="34" charset="0"/>
                <a:cs typeface="Calibri" pitchFamily="34" charset="0"/>
              </a:rPr>
              <a:t>3</a:t>
            </a:r>
          </a:p>
        </p:txBody>
      </p:sp>
      <p:sp>
        <p:nvSpPr>
          <p:cNvPr id="1249291" name="Rectangle 11"/>
          <p:cNvSpPr>
            <a:spLocks noChangeArrowheads="1"/>
          </p:cNvSpPr>
          <p:nvPr/>
        </p:nvSpPr>
        <p:spPr bwMode="auto">
          <a:xfrm>
            <a:off x="4065588" y="2013743"/>
            <a:ext cx="1536700" cy="3294063"/>
          </a:xfrm>
          <a:prstGeom prst="rect">
            <a:avLst/>
          </a:prstGeom>
          <a:noFill/>
          <a:ln w="9525">
            <a:noFill/>
            <a:miter lim="800000"/>
            <a:headEnd/>
            <a:tailEnd/>
          </a:ln>
          <a:effectLst/>
        </p:spPr>
        <p:txBody>
          <a:bodyPr wrap="none" lIns="92075" tIns="46038" rIns="92075" bIns="46038">
            <a:spAutoFit/>
          </a:bodyPr>
          <a:lstStyle/>
          <a:p>
            <a:pPr>
              <a:defRPr/>
            </a:pPr>
            <a:r>
              <a:rPr lang="en-GB" sz="20800">
                <a:solidFill>
                  <a:srgbClr val="FF3300"/>
                </a:solidFill>
                <a:effectLst>
                  <a:outerShdw blurRad="38100" dist="38100" dir="2700000" algn="tl">
                    <a:srgbClr val="C0C0C0"/>
                  </a:outerShdw>
                </a:effectLst>
                <a:latin typeface="Calibri" pitchFamily="34" charset="0"/>
                <a:cs typeface="Calibri" pitchFamily="34" charset="0"/>
              </a:rPr>
              <a:t>2</a:t>
            </a:r>
          </a:p>
        </p:txBody>
      </p:sp>
      <p:sp>
        <p:nvSpPr>
          <p:cNvPr id="16" name="Text Box 5" descr="Papier lettre"/>
          <p:cNvSpPr txBox="1">
            <a:spLocks noChangeArrowheads="1"/>
          </p:cNvSpPr>
          <p:nvPr/>
        </p:nvSpPr>
        <p:spPr bwMode="auto">
          <a:xfrm>
            <a:off x="6262045" y="1493785"/>
            <a:ext cx="2518125" cy="369332"/>
          </a:xfrm>
          <a:prstGeom prst="rect">
            <a:avLst/>
          </a:prstGeom>
          <a:blipFill dpi="0" rotWithShape="0">
            <a:blip r:embed="rId6" cstate="print"/>
            <a:srcRect/>
            <a:tile tx="0" ty="0" sx="100000" sy="100000" flip="none" algn="tl"/>
          </a:blipFill>
          <a:ln w="9525">
            <a:noFill/>
            <a:miter lim="800000"/>
            <a:headEnd/>
            <a:tailEnd/>
          </a:ln>
          <a:effectLst>
            <a:glow rad="228600">
              <a:schemeClr val="accent4">
                <a:satMod val="175000"/>
                <a:alpha val="40000"/>
              </a:schemeClr>
            </a:glow>
          </a:effectLst>
        </p:spPr>
        <p:txBody>
          <a:bodyPr wrap="none">
            <a:spAutoFit/>
          </a:bodyPr>
          <a:lstStyle/>
          <a:p>
            <a:pPr eaLnBrk="0" hangingPunct="0">
              <a:spcBef>
                <a:spcPct val="50000"/>
              </a:spcBef>
            </a:pPr>
            <a:r>
              <a:rPr lang="fr-FR" sz="1800" b="1" dirty="0">
                <a:latin typeface="Calibri" pitchFamily="34" charset="0"/>
                <a:cs typeface="Calibri" pitchFamily="34" charset="0"/>
              </a:rPr>
              <a:t>Identifier la cause racine</a:t>
            </a:r>
          </a:p>
        </p:txBody>
      </p:sp>
      <p:sp>
        <p:nvSpPr>
          <p:cNvPr id="20" name="Rectangle 19"/>
          <p:cNvSpPr>
            <a:spLocks noChangeArrowheads="1"/>
          </p:cNvSpPr>
          <p:nvPr/>
        </p:nvSpPr>
        <p:spPr bwMode="auto">
          <a:xfrm>
            <a:off x="6647220" y="820658"/>
            <a:ext cx="1787932" cy="460533"/>
          </a:xfrm>
          <a:prstGeom prst="rect">
            <a:avLst/>
          </a:prstGeom>
          <a:solidFill>
            <a:srgbClr val="CCFF99"/>
          </a:solidFill>
          <a:ln w="3175">
            <a:solidFill>
              <a:schemeClr val="tx1"/>
            </a:solidFill>
            <a:miter lim="800000"/>
            <a:headEnd/>
            <a:tailEnd/>
          </a:ln>
          <a:effectLst/>
          <a:scene3d>
            <a:camera prst="orthographicFront"/>
            <a:lightRig rig="threePt" dir="t"/>
          </a:scene3d>
          <a:sp3d>
            <a:bevelT w="165100" prst="coolSlant"/>
          </a:sp3d>
        </p:spPr>
        <p:txBody>
          <a:bodyPr wrap="none" anchor="ctr"/>
          <a:lstStyle/>
          <a:p>
            <a:r>
              <a:rPr lang="fr-FR" dirty="0">
                <a:solidFill>
                  <a:schemeClr val="tx2"/>
                </a:solidFill>
                <a:latin typeface="Calibri" pitchFamily="34" charset="0"/>
                <a:cs typeface="Calibri" pitchFamily="34" charset="0"/>
              </a:rPr>
              <a:t>   5 POURQUOI ?</a:t>
            </a:r>
          </a:p>
        </p:txBody>
      </p:sp>
      <p:sp>
        <p:nvSpPr>
          <p:cNvPr id="17" name="Rectangle 2"/>
          <p:cNvSpPr>
            <a:spLocks noChangeArrowheads="1"/>
          </p:cNvSpPr>
          <p:nvPr/>
        </p:nvSpPr>
        <p:spPr bwMode="auto">
          <a:xfrm>
            <a:off x="251520" y="479425"/>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
        <p:nvSpPr>
          <p:cNvPr id="22" name="Rectangle 21"/>
          <p:cNvSpPr/>
          <p:nvPr/>
        </p:nvSpPr>
        <p:spPr>
          <a:xfrm>
            <a:off x="310825" y="1445823"/>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23" name="Text Box 2"/>
          <p:cNvSpPr txBox="1">
            <a:spLocks noChangeArrowheads="1"/>
          </p:cNvSpPr>
          <p:nvPr/>
        </p:nvSpPr>
        <p:spPr bwMode="auto">
          <a:xfrm>
            <a:off x="2270312" y="1462868"/>
            <a:ext cx="3634456"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D5 – Identifier les causes racines</a:t>
            </a:r>
          </a:p>
        </p:txBody>
      </p:sp>
    </p:spTree>
    <p:extLst>
      <p:ext uri="{BB962C8B-B14F-4D97-AF65-F5344CB8AC3E}">
        <p14:creationId xmlns:p14="http://schemas.microsoft.com/office/powerpoint/2010/main" val="327641829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249282"/>
                                        </p:tgtEl>
                                        <p:attrNameLst>
                                          <p:attrName>style.visibility</p:attrName>
                                        </p:attrNameLst>
                                      </p:cBhvr>
                                      <p:to>
                                        <p:strVal val="visible"/>
                                      </p:to>
                                    </p:set>
                                    <p:animEffect transition="in" filter="box(out)">
                                      <p:cBhvr>
                                        <p:cTn id="7" dur="500"/>
                                        <p:tgtEl>
                                          <p:spTgt spid="1249282"/>
                                        </p:tgtEl>
                                      </p:cBhvr>
                                    </p:animEffect>
                                  </p:childTnLst>
                                </p:cTn>
                              </p:par>
                            </p:childTnLst>
                          </p:cTn>
                        </p:par>
                        <p:par>
                          <p:cTn id="8" fill="hold">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1249283"/>
                                        </p:tgtEl>
                                        <p:attrNameLst>
                                          <p:attrName>style.visibility</p:attrName>
                                        </p:attrNameLst>
                                      </p:cBhvr>
                                      <p:to>
                                        <p:strVal val="visible"/>
                                      </p:to>
                                    </p:set>
                                    <p:animEffect transition="in" filter="checkerboard(across)">
                                      <p:cBhvr>
                                        <p:cTn id="11" dur="500"/>
                                        <p:tgtEl>
                                          <p:spTgt spid="1249283"/>
                                        </p:tgtEl>
                                      </p:cBhvr>
                                    </p:animEffect>
                                  </p:childTnLst>
                                </p:cTn>
                              </p:par>
                            </p:childTnLst>
                          </p:cTn>
                        </p:par>
                        <p:par>
                          <p:cTn id="12" fill="hold">
                            <p:stCondLst>
                              <p:cond delay="1000"/>
                            </p:stCondLst>
                            <p:childTnLst>
                              <p:par>
                                <p:cTn id="13" presetID="11" presetClass="entr" presetSubtype="0" fill="hold" grpId="0" nodeType="afterEffect">
                                  <p:stCondLst>
                                    <p:cond delay="0"/>
                                  </p:stCondLst>
                                  <p:childTnLst>
                                    <p:set>
                                      <p:cBhvr>
                                        <p:cTn id="14" dur="1000">
                                          <p:stCondLst>
                                            <p:cond delay="0"/>
                                          </p:stCondLst>
                                        </p:cTn>
                                        <p:tgtEl>
                                          <p:spTgt spid="1249284"/>
                                        </p:tgtEl>
                                        <p:attrNameLst>
                                          <p:attrName>style.visibility</p:attrName>
                                        </p:attrNameLst>
                                      </p:cBhvr>
                                      <p:to>
                                        <p:strVal val="visible"/>
                                      </p:to>
                                    </p:set>
                                  </p:childTnLst>
                                  <p:subTnLst>
                                    <p:set>
                                      <p:cBhvr override="childStyle">
                                        <p:cTn dur="1" fill="hold" display="0" masterRel="nextClick" afterEffect="1"/>
                                        <p:tgtEl>
                                          <p:spTgt spid="1249284"/>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nodeType="clickEffect">
                                  <p:stCondLst>
                                    <p:cond delay="0"/>
                                  </p:stCondLst>
                                  <p:childTnLst>
                                    <p:set>
                                      <p:cBhvr>
                                        <p:cTn id="18" dur="1" fill="hold">
                                          <p:stCondLst>
                                            <p:cond delay="0"/>
                                          </p:stCondLst>
                                        </p:cTn>
                                        <p:tgtEl>
                                          <p:spTgt spid="1249285"/>
                                        </p:tgtEl>
                                        <p:attrNameLst>
                                          <p:attrName>style.visibility</p:attrName>
                                        </p:attrNameLst>
                                      </p:cBhvr>
                                      <p:to>
                                        <p:strVal val="visible"/>
                                      </p:to>
                                    </p:set>
                                    <p:animEffect transition="in" filter="box(out)">
                                      <p:cBhvr>
                                        <p:cTn id="19" dur="500"/>
                                        <p:tgtEl>
                                          <p:spTgt spid="1249285"/>
                                        </p:tgtEl>
                                      </p:cBhvr>
                                    </p:animEffect>
                                  </p:childTnLst>
                                </p:cTn>
                              </p:par>
                            </p:childTnLst>
                          </p:cTn>
                        </p:par>
                        <p:par>
                          <p:cTn id="20" fill="hold">
                            <p:stCondLst>
                              <p:cond delay="500"/>
                            </p:stCondLst>
                            <p:childTnLst>
                              <p:par>
                                <p:cTn id="21" presetID="5" presetClass="entr" presetSubtype="10" fill="hold" grpId="0" nodeType="afterEffect">
                                  <p:stCondLst>
                                    <p:cond delay="0"/>
                                  </p:stCondLst>
                                  <p:childTnLst>
                                    <p:set>
                                      <p:cBhvr>
                                        <p:cTn id="22" dur="1" fill="hold">
                                          <p:stCondLst>
                                            <p:cond delay="0"/>
                                          </p:stCondLst>
                                        </p:cTn>
                                        <p:tgtEl>
                                          <p:spTgt spid="1249286"/>
                                        </p:tgtEl>
                                        <p:attrNameLst>
                                          <p:attrName>style.visibility</p:attrName>
                                        </p:attrNameLst>
                                      </p:cBhvr>
                                      <p:to>
                                        <p:strVal val="visible"/>
                                      </p:to>
                                    </p:set>
                                    <p:animEffect transition="in" filter="checkerboard(across)">
                                      <p:cBhvr>
                                        <p:cTn id="23" dur="500"/>
                                        <p:tgtEl>
                                          <p:spTgt spid="1249286"/>
                                        </p:tgtEl>
                                      </p:cBhvr>
                                    </p:animEffect>
                                  </p:childTnLst>
                                </p:cTn>
                              </p:par>
                            </p:childTnLst>
                          </p:cTn>
                        </p:par>
                        <p:par>
                          <p:cTn id="24" fill="hold">
                            <p:stCondLst>
                              <p:cond delay="1000"/>
                            </p:stCondLst>
                            <p:childTnLst>
                              <p:par>
                                <p:cTn id="25" presetID="11" presetClass="entr" presetSubtype="0" fill="hold" grpId="0" nodeType="afterEffect">
                                  <p:stCondLst>
                                    <p:cond delay="0"/>
                                  </p:stCondLst>
                                  <p:childTnLst>
                                    <p:set>
                                      <p:cBhvr>
                                        <p:cTn id="26" dur="1000">
                                          <p:stCondLst>
                                            <p:cond delay="0"/>
                                          </p:stCondLst>
                                        </p:cTn>
                                        <p:tgtEl>
                                          <p:spTgt spid="1249291"/>
                                        </p:tgtEl>
                                        <p:attrNameLst>
                                          <p:attrName>style.visibility</p:attrName>
                                        </p:attrNameLst>
                                      </p:cBhvr>
                                      <p:to>
                                        <p:strVal val="visible"/>
                                      </p:to>
                                    </p:set>
                                  </p:childTnLst>
                                  <p:subTnLst>
                                    <p:set>
                                      <p:cBhvr override="childStyle">
                                        <p:cTn dur="1" fill="hold" display="0" masterRel="nextClick" afterEffect="1"/>
                                        <p:tgtEl>
                                          <p:spTgt spid="1249291"/>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4" presetClass="entr" presetSubtype="32" fill="hold" nodeType="clickEffect">
                                  <p:stCondLst>
                                    <p:cond delay="0"/>
                                  </p:stCondLst>
                                  <p:childTnLst>
                                    <p:set>
                                      <p:cBhvr>
                                        <p:cTn id="30" dur="1" fill="hold">
                                          <p:stCondLst>
                                            <p:cond delay="0"/>
                                          </p:stCondLst>
                                        </p:cTn>
                                        <p:tgtEl>
                                          <p:spTgt spid="1249287"/>
                                        </p:tgtEl>
                                        <p:attrNameLst>
                                          <p:attrName>style.visibility</p:attrName>
                                        </p:attrNameLst>
                                      </p:cBhvr>
                                      <p:to>
                                        <p:strVal val="visible"/>
                                      </p:to>
                                    </p:set>
                                    <p:animEffect transition="in" filter="box(out)">
                                      <p:cBhvr>
                                        <p:cTn id="31" dur="500"/>
                                        <p:tgtEl>
                                          <p:spTgt spid="1249287"/>
                                        </p:tgtEl>
                                      </p:cBhvr>
                                    </p:animEffect>
                                  </p:childTnLst>
                                </p:cTn>
                              </p:par>
                            </p:childTnLst>
                          </p:cTn>
                        </p:par>
                        <p:par>
                          <p:cTn id="32" fill="hold">
                            <p:stCondLst>
                              <p:cond delay="500"/>
                            </p:stCondLst>
                            <p:childTnLst>
                              <p:par>
                                <p:cTn id="33" presetID="5" presetClass="entr" presetSubtype="10" fill="hold" grpId="0" nodeType="afterEffect">
                                  <p:stCondLst>
                                    <p:cond delay="0"/>
                                  </p:stCondLst>
                                  <p:childTnLst>
                                    <p:set>
                                      <p:cBhvr>
                                        <p:cTn id="34" dur="1" fill="hold">
                                          <p:stCondLst>
                                            <p:cond delay="0"/>
                                          </p:stCondLst>
                                        </p:cTn>
                                        <p:tgtEl>
                                          <p:spTgt spid="1249288"/>
                                        </p:tgtEl>
                                        <p:attrNameLst>
                                          <p:attrName>style.visibility</p:attrName>
                                        </p:attrNameLst>
                                      </p:cBhvr>
                                      <p:to>
                                        <p:strVal val="visible"/>
                                      </p:to>
                                    </p:set>
                                    <p:animEffect transition="in" filter="checkerboard(across)">
                                      <p:cBhvr>
                                        <p:cTn id="35" dur="500"/>
                                        <p:tgtEl>
                                          <p:spTgt spid="1249288"/>
                                        </p:tgtEl>
                                      </p:cBhvr>
                                    </p:animEffect>
                                  </p:childTnLst>
                                </p:cTn>
                              </p:par>
                            </p:childTnLst>
                          </p:cTn>
                        </p:par>
                        <p:par>
                          <p:cTn id="36" fill="hold">
                            <p:stCondLst>
                              <p:cond delay="1000"/>
                            </p:stCondLst>
                            <p:childTnLst>
                              <p:par>
                                <p:cTn id="37" presetID="11" presetClass="entr" presetSubtype="0" fill="hold" grpId="0" nodeType="afterEffect">
                                  <p:stCondLst>
                                    <p:cond delay="0"/>
                                  </p:stCondLst>
                                  <p:childTnLst>
                                    <p:set>
                                      <p:cBhvr>
                                        <p:cTn id="38" dur="1000">
                                          <p:stCondLst>
                                            <p:cond delay="0"/>
                                          </p:stCondLst>
                                        </p:cTn>
                                        <p:tgtEl>
                                          <p:spTgt spid="1249289"/>
                                        </p:tgtEl>
                                        <p:attrNameLst>
                                          <p:attrName>style.visibility</p:attrName>
                                        </p:attrNameLst>
                                      </p:cBhvr>
                                      <p:to>
                                        <p:strVal val="visible"/>
                                      </p:to>
                                    </p:set>
                                  </p:childTnLst>
                                  <p:subTnLst>
                                    <p:set>
                                      <p:cBhvr override="childStyle">
                                        <p:cTn dur="1" fill="hold" display="0" masterRel="nextClick" afterEffect="1"/>
                                        <p:tgtEl>
                                          <p:spTgt spid="1249289"/>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49283" grpId="0" autoUpdateAnimBg="0"/>
      <p:bldP spid="1249284" grpId="0" autoUpdateAnimBg="0"/>
      <p:bldP spid="1249286" grpId="0" autoUpdateAnimBg="0"/>
      <p:bldP spid="1249288" grpId="0" autoUpdateAnimBg="0"/>
      <p:bldP spid="1249289" grpId="0" autoUpdateAnimBg="0"/>
      <p:bldP spid="1249291" grpId="0" autoUpdateAnimBg="0"/>
    </p:bld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51331" name="Picture 3"/>
          <p:cNvPicPr>
            <a:picLocks noChangeArrowheads="1"/>
          </p:cNvPicPr>
          <p:nvPr/>
        </p:nvPicPr>
        <p:blipFill>
          <a:blip r:embed="rId3" cstate="print">
            <a:grayscl/>
            <a:biLevel thresh="50000"/>
          </a:blip>
          <a:srcRect/>
          <a:stretch>
            <a:fillRect/>
          </a:stretch>
        </p:blipFill>
        <p:spPr bwMode="auto">
          <a:xfrm>
            <a:off x="1163638" y="1295400"/>
            <a:ext cx="2609850" cy="2814638"/>
          </a:xfrm>
          <a:prstGeom prst="rect">
            <a:avLst/>
          </a:prstGeom>
          <a:noFill/>
          <a:ln w="9525">
            <a:noFill/>
            <a:miter lim="800000"/>
            <a:headEnd/>
            <a:tailEnd/>
          </a:ln>
        </p:spPr>
      </p:pic>
      <p:sp>
        <p:nvSpPr>
          <p:cNvPr id="1251332" name="Rectangle 4"/>
          <p:cNvSpPr>
            <a:spLocks noChangeArrowheads="1"/>
          </p:cNvSpPr>
          <p:nvPr/>
        </p:nvSpPr>
        <p:spPr bwMode="auto">
          <a:xfrm>
            <a:off x="1158875" y="4132263"/>
            <a:ext cx="3545266" cy="831639"/>
          </a:xfrm>
          <a:prstGeom prst="rect">
            <a:avLst/>
          </a:prstGeom>
          <a:noFill/>
          <a:ln w="9525">
            <a:noFill/>
            <a:miter lim="800000"/>
            <a:headEnd/>
            <a:tailEnd/>
          </a:ln>
          <a:effectLst/>
        </p:spPr>
        <p:txBody>
          <a:bodyPr wrap="none" lIns="92075" tIns="46038" rIns="92075" bIns="46038">
            <a:spAutoFit/>
          </a:bodyPr>
          <a:lstStyle/>
          <a:p>
            <a:pPr>
              <a:defRPr/>
            </a:pPr>
            <a:r>
              <a:rPr lang="fr-FR" dirty="0">
                <a:latin typeface="Calibri" pitchFamily="34" charset="0"/>
                <a:cs typeface="Calibri" pitchFamily="34" charset="0"/>
              </a:rPr>
              <a:t>Q : </a:t>
            </a:r>
            <a:r>
              <a:rPr lang="fr-FR" dirty="0">
                <a:solidFill>
                  <a:srgbClr val="FF3300"/>
                </a:solidFill>
                <a:effectLst>
                  <a:outerShdw blurRad="38100" dist="38100" dir="2700000" algn="tl">
                    <a:srgbClr val="C0C0C0"/>
                  </a:outerShdw>
                </a:effectLst>
                <a:latin typeface="Calibri" pitchFamily="34" charset="0"/>
                <a:cs typeface="Calibri" pitchFamily="34" charset="0"/>
              </a:rPr>
              <a:t>POURQUOI</a:t>
            </a:r>
            <a:r>
              <a:rPr lang="fr-FR" dirty="0">
                <a:latin typeface="Calibri" pitchFamily="34" charset="0"/>
                <a:cs typeface="Calibri" pitchFamily="34" charset="0"/>
              </a:rPr>
              <a:t> la pompe est inefficace?</a:t>
            </a:r>
          </a:p>
          <a:p>
            <a:pPr>
              <a:defRPr/>
            </a:pPr>
            <a:r>
              <a:rPr lang="fr-FR" dirty="0">
                <a:latin typeface="Calibri" pitchFamily="34" charset="0"/>
                <a:cs typeface="Calibri" pitchFamily="34" charset="0"/>
              </a:rPr>
              <a:t>R : L’axe de la pompe s’est enrayé!</a:t>
            </a:r>
          </a:p>
          <a:p>
            <a:pPr>
              <a:defRPr/>
            </a:pPr>
            <a:r>
              <a:rPr lang="fr-FR" dirty="0">
                <a:latin typeface="Calibri" pitchFamily="34" charset="0"/>
                <a:cs typeface="Calibri" pitchFamily="34" charset="0"/>
              </a:rPr>
              <a:t>Résolu par :- Changer l’arbre?</a:t>
            </a:r>
          </a:p>
        </p:txBody>
      </p:sp>
      <p:pic>
        <p:nvPicPr>
          <p:cNvPr id="1251333" name="Picture 5"/>
          <p:cNvPicPr>
            <a:picLocks noChangeArrowheads="1"/>
          </p:cNvPicPr>
          <p:nvPr/>
        </p:nvPicPr>
        <p:blipFill>
          <a:blip r:embed="rId4" cstate="print">
            <a:grayscl/>
            <a:biLevel thresh="50000"/>
          </a:blip>
          <a:srcRect/>
          <a:stretch>
            <a:fillRect/>
          </a:stretch>
        </p:blipFill>
        <p:spPr bwMode="auto">
          <a:xfrm>
            <a:off x="5305425" y="1295400"/>
            <a:ext cx="2609850" cy="2836863"/>
          </a:xfrm>
          <a:prstGeom prst="rect">
            <a:avLst/>
          </a:prstGeom>
          <a:noFill/>
          <a:ln w="9525">
            <a:noFill/>
            <a:miter lim="800000"/>
            <a:headEnd/>
            <a:tailEnd/>
          </a:ln>
        </p:spPr>
      </p:pic>
      <p:sp>
        <p:nvSpPr>
          <p:cNvPr id="1251334" name="Rectangle 6"/>
          <p:cNvSpPr>
            <a:spLocks noChangeArrowheads="1"/>
          </p:cNvSpPr>
          <p:nvPr/>
        </p:nvSpPr>
        <p:spPr bwMode="auto">
          <a:xfrm>
            <a:off x="4995863" y="4132263"/>
            <a:ext cx="3283719" cy="831639"/>
          </a:xfrm>
          <a:prstGeom prst="rect">
            <a:avLst/>
          </a:prstGeom>
          <a:noFill/>
          <a:ln w="9525">
            <a:noFill/>
            <a:miter lim="800000"/>
            <a:headEnd/>
            <a:tailEnd/>
          </a:ln>
          <a:effectLst/>
        </p:spPr>
        <p:txBody>
          <a:bodyPr wrap="none" lIns="92075" tIns="46038" rIns="92075" bIns="46038">
            <a:spAutoFit/>
          </a:bodyPr>
          <a:lstStyle/>
          <a:p>
            <a:pPr>
              <a:defRPr/>
            </a:pPr>
            <a:r>
              <a:rPr lang="fr-FR" dirty="0">
                <a:latin typeface="Calibri" pitchFamily="34" charset="0"/>
                <a:cs typeface="Calibri" pitchFamily="34" charset="0"/>
              </a:rPr>
              <a:t>Q :  </a:t>
            </a:r>
            <a:r>
              <a:rPr lang="fr-FR" dirty="0">
                <a:solidFill>
                  <a:srgbClr val="FF3300"/>
                </a:solidFill>
                <a:effectLst>
                  <a:outerShdw blurRad="38100" dist="38100" dir="2700000" algn="tl">
                    <a:srgbClr val="C0C0C0"/>
                  </a:outerShdw>
                </a:effectLst>
                <a:latin typeface="Calibri" pitchFamily="34" charset="0"/>
                <a:cs typeface="Calibri" pitchFamily="34" charset="0"/>
              </a:rPr>
              <a:t>POURQUOI</a:t>
            </a:r>
            <a:r>
              <a:rPr lang="fr-FR" dirty="0">
                <a:latin typeface="Calibri" pitchFamily="34" charset="0"/>
                <a:cs typeface="Calibri" pitchFamily="34" charset="0"/>
              </a:rPr>
              <a:t> l’axe s’est enrayé?</a:t>
            </a:r>
          </a:p>
          <a:p>
            <a:pPr>
              <a:defRPr/>
            </a:pPr>
            <a:r>
              <a:rPr lang="fr-FR" dirty="0">
                <a:latin typeface="Calibri" pitchFamily="34" charset="0"/>
                <a:cs typeface="Calibri" pitchFamily="34" charset="0"/>
              </a:rPr>
              <a:t>R : le filtre a bloqué l’arrivée d’huile!</a:t>
            </a:r>
          </a:p>
          <a:p>
            <a:pPr>
              <a:defRPr/>
            </a:pPr>
            <a:r>
              <a:rPr lang="fr-FR" dirty="0">
                <a:latin typeface="Calibri" pitchFamily="34" charset="0"/>
                <a:cs typeface="Calibri" pitchFamily="34" charset="0"/>
              </a:rPr>
              <a:t>Résolu par:-  Nouveau filtre à huile?</a:t>
            </a:r>
          </a:p>
        </p:txBody>
      </p:sp>
      <p:sp>
        <p:nvSpPr>
          <p:cNvPr id="1251335" name="Rectangle 7"/>
          <p:cNvSpPr>
            <a:spLocks noChangeArrowheads="1"/>
          </p:cNvSpPr>
          <p:nvPr/>
        </p:nvSpPr>
        <p:spPr bwMode="auto">
          <a:xfrm>
            <a:off x="5849938" y="1295400"/>
            <a:ext cx="1536700" cy="3294063"/>
          </a:xfrm>
          <a:prstGeom prst="rect">
            <a:avLst/>
          </a:prstGeom>
          <a:noFill/>
          <a:ln w="9525">
            <a:noFill/>
            <a:miter lim="800000"/>
            <a:headEnd/>
            <a:tailEnd/>
          </a:ln>
          <a:effectLst/>
        </p:spPr>
        <p:txBody>
          <a:bodyPr wrap="none" lIns="92075" tIns="46038" rIns="92075" bIns="46038">
            <a:spAutoFit/>
          </a:bodyPr>
          <a:lstStyle/>
          <a:p>
            <a:pPr>
              <a:defRPr/>
            </a:pPr>
            <a:r>
              <a:rPr lang="en-GB" sz="20800">
                <a:solidFill>
                  <a:srgbClr val="FF3300"/>
                </a:solidFill>
                <a:effectLst>
                  <a:outerShdw blurRad="38100" dist="38100" dir="2700000" algn="tl">
                    <a:srgbClr val="C0C0C0"/>
                  </a:outerShdw>
                </a:effectLst>
                <a:latin typeface="Calibri" pitchFamily="34" charset="0"/>
                <a:cs typeface="Calibri" pitchFamily="34" charset="0"/>
              </a:rPr>
              <a:t>5</a:t>
            </a:r>
          </a:p>
        </p:txBody>
      </p:sp>
      <p:sp>
        <p:nvSpPr>
          <p:cNvPr id="1251336" name="Text Box 8"/>
          <p:cNvSpPr txBox="1">
            <a:spLocks noChangeArrowheads="1"/>
          </p:cNvSpPr>
          <p:nvPr/>
        </p:nvSpPr>
        <p:spPr bwMode="auto">
          <a:xfrm>
            <a:off x="522288" y="5292725"/>
            <a:ext cx="8240712" cy="369332"/>
          </a:xfrm>
          <a:prstGeom prst="rect">
            <a:avLst/>
          </a:prstGeom>
          <a:noFill/>
          <a:ln w="9525">
            <a:noFill/>
            <a:miter lim="800000"/>
            <a:headEnd/>
            <a:tailEnd/>
          </a:ln>
        </p:spPr>
        <p:txBody>
          <a:bodyPr>
            <a:spAutoFit/>
          </a:bodyPr>
          <a:lstStyle/>
          <a:p>
            <a:pPr algn="just">
              <a:spcBef>
                <a:spcPct val="50000"/>
              </a:spcBef>
            </a:pPr>
            <a:r>
              <a:rPr lang="fr-FR" sz="1800" dirty="0">
                <a:latin typeface="Calibri" pitchFamily="34" charset="0"/>
                <a:cs typeface="Calibri" pitchFamily="34" charset="0"/>
              </a:rPr>
              <a:t>Est-ce que  “Nouveau filtre à huile” est réellement  la cause racine ?  </a:t>
            </a:r>
          </a:p>
        </p:txBody>
      </p:sp>
      <p:sp>
        <p:nvSpPr>
          <p:cNvPr id="1251337" name="Rectangle 9"/>
          <p:cNvSpPr>
            <a:spLocks noChangeArrowheads="1"/>
          </p:cNvSpPr>
          <p:nvPr/>
        </p:nvSpPr>
        <p:spPr bwMode="auto">
          <a:xfrm>
            <a:off x="2051050" y="1295400"/>
            <a:ext cx="1536700" cy="3294063"/>
          </a:xfrm>
          <a:prstGeom prst="rect">
            <a:avLst/>
          </a:prstGeom>
          <a:noFill/>
          <a:ln w="9525">
            <a:noFill/>
            <a:miter lim="800000"/>
            <a:headEnd/>
            <a:tailEnd/>
          </a:ln>
          <a:effectLst/>
        </p:spPr>
        <p:txBody>
          <a:bodyPr wrap="none" lIns="92075" tIns="46038" rIns="92075" bIns="46038">
            <a:spAutoFit/>
          </a:bodyPr>
          <a:lstStyle/>
          <a:p>
            <a:pPr>
              <a:defRPr/>
            </a:pPr>
            <a:r>
              <a:rPr lang="en-GB" sz="20800">
                <a:solidFill>
                  <a:srgbClr val="FF3300"/>
                </a:solidFill>
                <a:effectLst>
                  <a:outerShdw blurRad="38100" dist="38100" dir="2700000" algn="tl">
                    <a:srgbClr val="C0C0C0"/>
                  </a:outerShdw>
                </a:effectLst>
                <a:latin typeface="Calibri" pitchFamily="34" charset="0"/>
                <a:cs typeface="Calibri" pitchFamily="34" charset="0"/>
              </a:rPr>
              <a:t>4</a:t>
            </a:r>
          </a:p>
        </p:txBody>
      </p:sp>
      <p:sp>
        <p:nvSpPr>
          <p:cNvPr id="14" name="Rectangle 13"/>
          <p:cNvSpPr>
            <a:spLocks noChangeArrowheads="1"/>
          </p:cNvSpPr>
          <p:nvPr/>
        </p:nvSpPr>
        <p:spPr bwMode="auto">
          <a:xfrm>
            <a:off x="7045122" y="5662057"/>
            <a:ext cx="1787932" cy="460533"/>
          </a:xfrm>
          <a:prstGeom prst="rect">
            <a:avLst/>
          </a:prstGeom>
          <a:solidFill>
            <a:srgbClr val="CCFF99"/>
          </a:solidFill>
          <a:ln w="3175">
            <a:solidFill>
              <a:schemeClr val="tx1"/>
            </a:solidFill>
            <a:miter lim="800000"/>
            <a:headEnd/>
            <a:tailEnd/>
          </a:ln>
          <a:effectLst/>
          <a:scene3d>
            <a:camera prst="orthographicFront"/>
            <a:lightRig rig="threePt" dir="t"/>
          </a:scene3d>
          <a:sp3d>
            <a:bevelT w="165100" prst="coolSlant"/>
          </a:sp3d>
        </p:spPr>
        <p:txBody>
          <a:bodyPr wrap="none" anchor="ctr"/>
          <a:lstStyle/>
          <a:p>
            <a:r>
              <a:rPr lang="fr-FR" dirty="0">
                <a:solidFill>
                  <a:schemeClr val="tx2"/>
                </a:solidFill>
                <a:latin typeface="Calibri" pitchFamily="34" charset="0"/>
                <a:cs typeface="Calibri" pitchFamily="34" charset="0"/>
              </a:rPr>
              <a:t>   5 POURQUOI ?</a:t>
            </a:r>
          </a:p>
        </p:txBody>
      </p:sp>
    </p:spTree>
    <p:extLst>
      <p:ext uri="{BB962C8B-B14F-4D97-AF65-F5344CB8AC3E}">
        <p14:creationId xmlns:p14="http://schemas.microsoft.com/office/powerpoint/2010/main" val="16829420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1251331"/>
                                        </p:tgtEl>
                                        <p:attrNameLst>
                                          <p:attrName>style.visibility</p:attrName>
                                        </p:attrNameLst>
                                      </p:cBhvr>
                                      <p:to>
                                        <p:strVal val="visible"/>
                                      </p:to>
                                    </p:set>
                                    <p:animEffect transition="in" filter="box(out)">
                                      <p:cBhvr>
                                        <p:cTn id="7" dur="500"/>
                                        <p:tgtEl>
                                          <p:spTgt spid="1251331"/>
                                        </p:tgtEl>
                                      </p:cBhvr>
                                    </p:animEffect>
                                  </p:childTnLst>
                                </p:cTn>
                              </p:par>
                            </p:childTnLst>
                          </p:cTn>
                        </p:par>
                        <p:par>
                          <p:cTn id="8" fill="hold">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1251332"/>
                                        </p:tgtEl>
                                        <p:attrNameLst>
                                          <p:attrName>style.visibility</p:attrName>
                                        </p:attrNameLst>
                                      </p:cBhvr>
                                      <p:to>
                                        <p:strVal val="visible"/>
                                      </p:to>
                                    </p:set>
                                    <p:animEffect transition="in" filter="checkerboard(across)">
                                      <p:cBhvr>
                                        <p:cTn id="11" dur="500"/>
                                        <p:tgtEl>
                                          <p:spTgt spid="1251332"/>
                                        </p:tgtEl>
                                      </p:cBhvr>
                                    </p:animEffect>
                                  </p:childTnLst>
                                </p:cTn>
                              </p:par>
                            </p:childTnLst>
                          </p:cTn>
                        </p:par>
                        <p:par>
                          <p:cTn id="12" fill="hold">
                            <p:stCondLst>
                              <p:cond delay="1000"/>
                            </p:stCondLst>
                            <p:childTnLst>
                              <p:par>
                                <p:cTn id="13" presetID="11" presetClass="entr" presetSubtype="0" fill="hold" grpId="0" nodeType="afterEffect">
                                  <p:stCondLst>
                                    <p:cond delay="0"/>
                                  </p:stCondLst>
                                  <p:childTnLst>
                                    <p:set>
                                      <p:cBhvr>
                                        <p:cTn id="14" dur="1000">
                                          <p:stCondLst>
                                            <p:cond delay="0"/>
                                          </p:stCondLst>
                                        </p:cTn>
                                        <p:tgtEl>
                                          <p:spTgt spid="1251337"/>
                                        </p:tgtEl>
                                        <p:attrNameLst>
                                          <p:attrName>style.visibility</p:attrName>
                                        </p:attrNameLst>
                                      </p:cBhvr>
                                      <p:to>
                                        <p:strVal val="visible"/>
                                      </p:to>
                                    </p:set>
                                  </p:childTnLst>
                                  <p:subTnLst>
                                    <p:set>
                                      <p:cBhvr override="childStyle">
                                        <p:cTn dur="1" fill="hold" display="0" masterRel="nextClick" afterEffect="1"/>
                                        <p:tgtEl>
                                          <p:spTgt spid="1251337"/>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nodeType="clickEffect">
                                  <p:stCondLst>
                                    <p:cond delay="0"/>
                                  </p:stCondLst>
                                  <p:childTnLst>
                                    <p:set>
                                      <p:cBhvr>
                                        <p:cTn id="18" dur="1" fill="hold">
                                          <p:stCondLst>
                                            <p:cond delay="0"/>
                                          </p:stCondLst>
                                        </p:cTn>
                                        <p:tgtEl>
                                          <p:spTgt spid="1251333"/>
                                        </p:tgtEl>
                                        <p:attrNameLst>
                                          <p:attrName>style.visibility</p:attrName>
                                        </p:attrNameLst>
                                      </p:cBhvr>
                                      <p:to>
                                        <p:strVal val="visible"/>
                                      </p:to>
                                    </p:set>
                                    <p:animEffect transition="in" filter="box(out)">
                                      <p:cBhvr>
                                        <p:cTn id="19" dur="500"/>
                                        <p:tgtEl>
                                          <p:spTgt spid="1251333"/>
                                        </p:tgtEl>
                                      </p:cBhvr>
                                    </p:animEffect>
                                  </p:childTnLst>
                                </p:cTn>
                              </p:par>
                            </p:childTnLst>
                          </p:cTn>
                        </p:par>
                        <p:par>
                          <p:cTn id="20" fill="hold">
                            <p:stCondLst>
                              <p:cond delay="500"/>
                            </p:stCondLst>
                            <p:childTnLst>
                              <p:par>
                                <p:cTn id="21" presetID="5" presetClass="entr" presetSubtype="10" fill="hold" grpId="0" nodeType="afterEffect">
                                  <p:stCondLst>
                                    <p:cond delay="0"/>
                                  </p:stCondLst>
                                  <p:childTnLst>
                                    <p:set>
                                      <p:cBhvr>
                                        <p:cTn id="22" dur="1" fill="hold">
                                          <p:stCondLst>
                                            <p:cond delay="0"/>
                                          </p:stCondLst>
                                        </p:cTn>
                                        <p:tgtEl>
                                          <p:spTgt spid="1251334"/>
                                        </p:tgtEl>
                                        <p:attrNameLst>
                                          <p:attrName>style.visibility</p:attrName>
                                        </p:attrNameLst>
                                      </p:cBhvr>
                                      <p:to>
                                        <p:strVal val="visible"/>
                                      </p:to>
                                    </p:set>
                                    <p:animEffect transition="in" filter="checkerboard(across)">
                                      <p:cBhvr>
                                        <p:cTn id="23" dur="500"/>
                                        <p:tgtEl>
                                          <p:spTgt spid="1251334"/>
                                        </p:tgtEl>
                                      </p:cBhvr>
                                    </p:animEffect>
                                  </p:childTnLst>
                                </p:cTn>
                              </p:par>
                            </p:childTnLst>
                          </p:cTn>
                        </p:par>
                        <p:par>
                          <p:cTn id="24" fill="hold">
                            <p:stCondLst>
                              <p:cond delay="1000"/>
                            </p:stCondLst>
                            <p:childTnLst>
                              <p:par>
                                <p:cTn id="25" presetID="11" presetClass="entr" presetSubtype="0" fill="hold" grpId="0" nodeType="afterEffect">
                                  <p:stCondLst>
                                    <p:cond delay="0"/>
                                  </p:stCondLst>
                                  <p:childTnLst>
                                    <p:set>
                                      <p:cBhvr>
                                        <p:cTn id="26" dur="1000">
                                          <p:stCondLst>
                                            <p:cond delay="0"/>
                                          </p:stCondLst>
                                        </p:cTn>
                                        <p:tgtEl>
                                          <p:spTgt spid="1251335"/>
                                        </p:tgtEl>
                                        <p:attrNameLst>
                                          <p:attrName>style.visibility</p:attrName>
                                        </p:attrNameLst>
                                      </p:cBhvr>
                                      <p:to>
                                        <p:strVal val="visible"/>
                                      </p:to>
                                    </p:set>
                                  </p:childTnLst>
                                  <p:subTnLst>
                                    <p:set>
                                      <p:cBhvr override="childStyle">
                                        <p:cTn dur="1" fill="hold" display="0" masterRel="nextClick" afterEffect="1"/>
                                        <p:tgtEl>
                                          <p:spTgt spid="1251335"/>
                                        </p:tgtEl>
                                        <p:attrNameLst>
                                          <p:attrName>style.visibility</p:attrName>
                                        </p:attrNameLst>
                                      </p:cBhvr>
                                      <p:to>
                                        <p:strVal val="hidden"/>
                                      </p:to>
                                    </p:set>
                                  </p:sub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1251336"/>
                                        </p:tgtEl>
                                        <p:attrNameLst>
                                          <p:attrName>style.visibility</p:attrName>
                                        </p:attrNameLst>
                                      </p:cBhvr>
                                      <p:to>
                                        <p:strVal val="visible"/>
                                      </p:to>
                                    </p:set>
                                    <p:anim calcmode="lin" valueType="num">
                                      <p:cBhvr additive="base">
                                        <p:cTn id="31" dur="500" fill="hold"/>
                                        <p:tgtEl>
                                          <p:spTgt spid="1251336"/>
                                        </p:tgtEl>
                                        <p:attrNameLst>
                                          <p:attrName>ppt_x</p:attrName>
                                        </p:attrNameLst>
                                      </p:cBhvr>
                                      <p:tavLst>
                                        <p:tav tm="0">
                                          <p:val>
                                            <p:strVal val="0-#ppt_w/2"/>
                                          </p:val>
                                        </p:tav>
                                        <p:tav tm="100000">
                                          <p:val>
                                            <p:strVal val="#ppt_x"/>
                                          </p:val>
                                        </p:tav>
                                      </p:tavLst>
                                    </p:anim>
                                    <p:anim calcmode="lin" valueType="num">
                                      <p:cBhvr additive="base">
                                        <p:cTn id="32" dur="500" fill="hold"/>
                                        <p:tgtEl>
                                          <p:spTgt spid="12513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1332" grpId="0" autoUpdateAnimBg="0"/>
      <p:bldP spid="1251334" grpId="0" autoUpdateAnimBg="0"/>
      <p:bldP spid="1251335" grpId="0" autoUpdateAnimBg="0"/>
      <p:bldP spid="1251336" grpId="0" autoUpdateAnimBg="0"/>
      <p:bldP spid="1251337"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ext Box 2" descr="Papier lettre"/>
          <p:cNvSpPr txBox="1">
            <a:spLocks noChangeArrowheads="1"/>
          </p:cNvSpPr>
          <p:nvPr/>
        </p:nvSpPr>
        <p:spPr bwMode="auto">
          <a:xfrm>
            <a:off x="296525" y="2159568"/>
            <a:ext cx="3182346" cy="369332"/>
          </a:xfrm>
          <a:prstGeom prst="rect">
            <a:avLst/>
          </a:prstGeom>
          <a:blipFill dpi="0" rotWithShape="0">
            <a:blip r:embed="rId3" cstate="print"/>
            <a:srcRect/>
            <a:tile tx="0" ty="0" sx="100000" sy="100000" flip="none" algn="tl"/>
          </a:blipFill>
          <a:ln w="9525">
            <a:noFill/>
            <a:miter lim="800000"/>
            <a:headEnd/>
            <a:tailEnd/>
          </a:ln>
          <a:effectLst>
            <a:glow rad="228600">
              <a:schemeClr val="accent4">
                <a:satMod val="175000"/>
                <a:alpha val="40000"/>
              </a:schemeClr>
            </a:glow>
          </a:effectLst>
        </p:spPr>
        <p:txBody>
          <a:bodyPr wrap="none">
            <a:spAutoFit/>
          </a:bodyPr>
          <a:lstStyle/>
          <a:p>
            <a:pPr eaLnBrk="0" hangingPunct="0">
              <a:spcBef>
                <a:spcPct val="50000"/>
              </a:spcBef>
            </a:pPr>
            <a:r>
              <a:rPr lang="fr-FR" sz="1800" b="1" dirty="0">
                <a:latin typeface="Calibri" pitchFamily="34" charset="0"/>
                <a:cs typeface="Calibri" pitchFamily="34" charset="0"/>
              </a:rPr>
              <a:t>Valider la(les) cause(s) racine(s)</a:t>
            </a:r>
          </a:p>
        </p:txBody>
      </p:sp>
      <p:sp>
        <p:nvSpPr>
          <p:cNvPr id="113667" name="Text Box 3"/>
          <p:cNvSpPr txBox="1">
            <a:spLocks noChangeArrowheads="1"/>
          </p:cNvSpPr>
          <p:nvPr/>
        </p:nvSpPr>
        <p:spPr bwMode="auto">
          <a:xfrm>
            <a:off x="493564" y="2798930"/>
            <a:ext cx="8178800" cy="2431435"/>
          </a:xfrm>
          <a:prstGeom prst="rect">
            <a:avLst/>
          </a:prstGeom>
          <a:noFill/>
          <a:ln w="9525">
            <a:noFill/>
            <a:miter lim="800000"/>
            <a:headEnd/>
            <a:tailEnd/>
          </a:ln>
          <a:effectLst/>
        </p:spPr>
        <p:txBody>
          <a:bodyPr>
            <a:spAutoFit/>
          </a:bodyPr>
          <a:lstStyle/>
          <a:p>
            <a:pPr eaLnBrk="0" hangingPunct="0">
              <a:spcBef>
                <a:spcPct val="50000"/>
              </a:spcBef>
            </a:pPr>
            <a:r>
              <a:rPr lang="fr-FR" b="1" dirty="0">
                <a:latin typeface="Calibri" pitchFamily="34" charset="0"/>
                <a:cs typeface="Calibri" pitchFamily="34" charset="0"/>
              </a:rPr>
              <a:t>Une fois la ou les causes principales identifiées,</a:t>
            </a:r>
          </a:p>
          <a:p>
            <a:pPr eaLnBrk="0" hangingPunct="0">
              <a:spcBef>
                <a:spcPct val="50000"/>
              </a:spcBef>
            </a:pPr>
            <a:r>
              <a:rPr lang="fr-FR" b="1" dirty="0">
                <a:latin typeface="Calibri" pitchFamily="34" charset="0"/>
                <a:cs typeface="Calibri" pitchFamily="34" charset="0"/>
              </a:rPr>
              <a:t>Reproduire le défaut de manière organisée pour vérifier l’identification des causes racines du problème :</a:t>
            </a:r>
          </a:p>
          <a:p>
            <a:pPr lvl="1" eaLnBrk="0" hangingPunct="0">
              <a:spcBef>
                <a:spcPct val="50000"/>
              </a:spcBef>
              <a:buFontTx/>
              <a:buChar char="•"/>
            </a:pPr>
            <a:r>
              <a:rPr lang="fr-FR" b="1" dirty="0">
                <a:latin typeface="Calibri" pitchFamily="34" charset="0"/>
                <a:cs typeface="Calibri" pitchFamily="34" charset="0"/>
              </a:rPr>
              <a:t> injection des causes dans le processus,</a:t>
            </a:r>
          </a:p>
          <a:p>
            <a:pPr lvl="1" eaLnBrk="0" hangingPunct="0">
              <a:spcBef>
                <a:spcPct val="50000"/>
              </a:spcBef>
              <a:buFontTx/>
              <a:buChar char="•"/>
            </a:pPr>
            <a:r>
              <a:rPr lang="fr-FR" b="1" dirty="0">
                <a:latin typeface="Calibri" pitchFamily="34" charset="0"/>
                <a:cs typeface="Calibri" pitchFamily="34" charset="0"/>
              </a:rPr>
              <a:t> déroulement du processus,</a:t>
            </a:r>
          </a:p>
          <a:p>
            <a:pPr lvl="1" eaLnBrk="0" hangingPunct="0">
              <a:spcBef>
                <a:spcPct val="50000"/>
              </a:spcBef>
              <a:buFontTx/>
              <a:buChar char="•"/>
            </a:pPr>
            <a:r>
              <a:rPr lang="fr-FR" b="1" dirty="0">
                <a:latin typeface="Calibri" pitchFamily="34" charset="0"/>
                <a:cs typeface="Calibri" pitchFamily="34" charset="0"/>
              </a:rPr>
              <a:t> enregistrement des données,</a:t>
            </a:r>
          </a:p>
          <a:p>
            <a:pPr lvl="1" eaLnBrk="0" hangingPunct="0">
              <a:spcBef>
                <a:spcPct val="50000"/>
              </a:spcBef>
              <a:buFontTx/>
              <a:buChar char="•"/>
            </a:pPr>
            <a:r>
              <a:rPr lang="fr-FR" b="1" dirty="0">
                <a:latin typeface="Calibri" pitchFamily="34" charset="0"/>
                <a:cs typeface="Calibri" pitchFamily="34" charset="0"/>
              </a:rPr>
              <a:t> vérification des résultats : le défaut doit être reproduit à l’identique.</a:t>
            </a:r>
          </a:p>
        </p:txBody>
      </p:sp>
      <p:sp>
        <p:nvSpPr>
          <p:cNvPr id="7" name="Rectangle 6"/>
          <p:cNvSpPr/>
          <p:nvPr/>
        </p:nvSpPr>
        <p:spPr>
          <a:xfrm>
            <a:off x="296525" y="1358770"/>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10" name="Text Box 2"/>
          <p:cNvSpPr txBox="1">
            <a:spLocks noChangeArrowheads="1"/>
          </p:cNvSpPr>
          <p:nvPr/>
        </p:nvSpPr>
        <p:spPr bwMode="auto">
          <a:xfrm>
            <a:off x="2256012" y="1375815"/>
            <a:ext cx="3634456"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D5 – Identifier les causes racines</a:t>
            </a:r>
          </a:p>
        </p:txBody>
      </p:sp>
      <p:sp>
        <p:nvSpPr>
          <p:cNvPr id="6" name="Rectangle 2"/>
          <p:cNvSpPr>
            <a:spLocks noChangeArrowheads="1"/>
          </p:cNvSpPr>
          <p:nvPr/>
        </p:nvSpPr>
        <p:spPr bwMode="auto">
          <a:xfrm>
            <a:off x="251520" y="479425"/>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Tree>
    <p:extLst>
      <p:ext uri="{BB962C8B-B14F-4D97-AF65-F5344CB8AC3E}">
        <p14:creationId xmlns:p14="http://schemas.microsoft.com/office/powerpoint/2010/main" val="4201546814"/>
      </p:ext>
    </p:extLst>
  </p:cSld>
  <p:clrMapOvr>
    <a:masterClrMapping/>
  </p:clrMapOvr>
  <p:transition>
    <p:zoom/>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ext Box 5"/>
          <p:cNvSpPr txBox="1">
            <a:spLocks noChangeArrowheads="1"/>
          </p:cNvSpPr>
          <p:nvPr/>
        </p:nvSpPr>
        <p:spPr bwMode="auto">
          <a:xfrm>
            <a:off x="444500" y="2868613"/>
            <a:ext cx="8224838" cy="3416300"/>
          </a:xfrm>
          <a:prstGeom prst="rect">
            <a:avLst/>
          </a:prstGeom>
          <a:noFill/>
          <a:ln w="9525">
            <a:noFill/>
            <a:miter lim="800000"/>
            <a:headEnd/>
            <a:tailEnd/>
          </a:ln>
        </p:spPr>
        <p:txBody>
          <a:bodyPr>
            <a:spAutoFit/>
          </a:bodyPr>
          <a:lstStyle/>
          <a:p>
            <a:pPr algn="just" eaLnBrk="0" hangingPunct="0">
              <a:spcBef>
                <a:spcPct val="50000"/>
              </a:spcBef>
            </a:pPr>
            <a:r>
              <a:rPr lang="fr-FR" sz="1800" dirty="0">
                <a:latin typeface="Calibri" pitchFamily="34" charset="0"/>
                <a:cs typeface="Calibri" pitchFamily="34" charset="0"/>
              </a:rPr>
              <a:t>Pour cette étape, re-valider la composition de l’équipe.</a:t>
            </a:r>
          </a:p>
          <a:p>
            <a:pPr algn="just" eaLnBrk="0" hangingPunct="0">
              <a:spcBef>
                <a:spcPct val="50000"/>
              </a:spcBef>
            </a:pPr>
            <a:endParaRPr lang="fr-FR" sz="1800" dirty="0">
              <a:latin typeface="Calibri" pitchFamily="34" charset="0"/>
              <a:cs typeface="Calibri" pitchFamily="34" charset="0"/>
            </a:endParaRPr>
          </a:p>
          <a:p>
            <a:pPr algn="just" eaLnBrk="0" hangingPunct="0">
              <a:spcBef>
                <a:spcPct val="50000"/>
              </a:spcBef>
            </a:pPr>
            <a:r>
              <a:rPr lang="fr-FR" sz="1800" dirty="0">
                <a:latin typeface="Calibri" pitchFamily="34" charset="0"/>
                <a:cs typeface="Calibri" pitchFamily="34" charset="0"/>
              </a:rPr>
              <a:t>Pour chacune des causes, recherche exhaustive des solutions ou éléments de solutions qui permettent de supprimer la cause partiellement ou totalement, sans provoquer d’autres non-conformités.</a:t>
            </a:r>
          </a:p>
          <a:p>
            <a:pPr algn="just" eaLnBrk="0" hangingPunct="0">
              <a:spcBef>
                <a:spcPct val="50000"/>
              </a:spcBef>
            </a:pPr>
            <a:endParaRPr lang="fr-FR" sz="1800" dirty="0">
              <a:latin typeface="Calibri" pitchFamily="34" charset="0"/>
              <a:cs typeface="Calibri" pitchFamily="34" charset="0"/>
            </a:endParaRPr>
          </a:p>
          <a:p>
            <a:pPr lvl="1" algn="just" eaLnBrk="0" hangingPunct="0">
              <a:spcBef>
                <a:spcPct val="50000"/>
              </a:spcBef>
              <a:buFont typeface="Arial" pitchFamily="34" charset="0"/>
              <a:buChar char="•"/>
            </a:pPr>
            <a:r>
              <a:rPr lang="fr-FR" sz="1800" dirty="0">
                <a:latin typeface="Calibri" pitchFamily="34" charset="0"/>
                <a:cs typeface="Calibri" pitchFamily="34" charset="0"/>
              </a:rPr>
              <a:t>  créativité (cerveau droit)</a:t>
            </a:r>
          </a:p>
          <a:p>
            <a:pPr lvl="1" algn="just" eaLnBrk="0" hangingPunct="0">
              <a:spcBef>
                <a:spcPct val="50000"/>
              </a:spcBef>
              <a:buFont typeface="Arial" pitchFamily="34" charset="0"/>
              <a:buChar char="•"/>
            </a:pPr>
            <a:r>
              <a:rPr lang="fr-FR" sz="1800" dirty="0">
                <a:latin typeface="Calibri" pitchFamily="34" charset="0"/>
                <a:cs typeface="Calibri" pitchFamily="34" charset="0"/>
              </a:rPr>
              <a:t>  mauvaise idée = idée non formulée</a:t>
            </a:r>
          </a:p>
          <a:p>
            <a:pPr lvl="1" algn="just" eaLnBrk="0" hangingPunct="0">
              <a:spcBef>
                <a:spcPct val="50000"/>
              </a:spcBef>
              <a:buFont typeface="Arial" pitchFamily="34" charset="0"/>
              <a:buChar char="•"/>
            </a:pPr>
            <a:r>
              <a:rPr lang="fr-FR" sz="1800" dirty="0">
                <a:latin typeface="Calibri" pitchFamily="34" charset="0"/>
                <a:cs typeface="Calibri" pitchFamily="34" charset="0"/>
              </a:rPr>
              <a:t>  une mauvaise idée peut en générer une bonne !</a:t>
            </a:r>
          </a:p>
        </p:txBody>
      </p:sp>
      <p:grpSp>
        <p:nvGrpSpPr>
          <p:cNvPr id="19460" name="Group 6"/>
          <p:cNvGrpSpPr>
            <a:grpSpLocks/>
          </p:cNvGrpSpPr>
          <p:nvPr/>
        </p:nvGrpSpPr>
        <p:grpSpPr bwMode="auto">
          <a:xfrm>
            <a:off x="6237288" y="4876801"/>
            <a:ext cx="2181225" cy="495300"/>
            <a:chOff x="1266" y="2076"/>
            <a:chExt cx="1374" cy="312"/>
          </a:xfrm>
        </p:grpSpPr>
        <p:sp>
          <p:nvSpPr>
            <p:cNvPr id="114695" name="Rectangle 7"/>
            <p:cNvSpPr>
              <a:spLocks noChangeArrowheads="1"/>
            </p:cNvSpPr>
            <p:nvPr/>
          </p:nvSpPr>
          <p:spPr bwMode="auto">
            <a:xfrm>
              <a:off x="1266" y="2076"/>
              <a:ext cx="1374" cy="312"/>
            </a:xfrm>
            <a:prstGeom prst="rect">
              <a:avLst/>
            </a:prstGeom>
            <a:solidFill>
              <a:srgbClr val="CCFF99"/>
            </a:solidFill>
            <a:ln w="3175">
              <a:solidFill>
                <a:schemeClr val="tx1"/>
              </a:solidFill>
              <a:miter lim="800000"/>
              <a:headEnd/>
              <a:tailEnd/>
            </a:ln>
            <a:effectLst/>
            <a:scene3d>
              <a:camera prst="orthographicFront"/>
              <a:lightRig rig="threePt" dir="t"/>
            </a:scene3d>
            <a:sp3d>
              <a:bevelT w="165100" prst="coolSlant"/>
            </a:sp3d>
          </p:spPr>
          <p:txBody>
            <a:bodyPr wrap="none" anchor="ctr"/>
            <a:lstStyle/>
            <a:p>
              <a:pPr>
                <a:defRPr/>
              </a:pPr>
              <a:endParaRPr lang="fr-FR">
                <a:latin typeface="Calibri" pitchFamily="34" charset="0"/>
                <a:cs typeface="Calibri" pitchFamily="34" charset="0"/>
              </a:endParaRPr>
            </a:p>
          </p:txBody>
        </p:sp>
        <p:graphicFrame>
          <p:nvGraphicFramePr>
            <p:cNvPr id="19458" name="Object 2">
              <a:hlinkClick r:id="" action="ppaction://noaction"/>
            </p:cNvPr>
            <p:cNvGraphicFramePr>
              <a:graphicFrameLocks noChangeAspect="1"/>
            </p:cNvGraphicFramePr>
            <p:nvPr/>
          </p:nvGraphicFramePr>
          <p:xfrm>
            <a:off x="1296" y="2088"/>
            <a:ext cx="342" cy="294"/>
          </p:xfrm>
          <a:graphic>
            <a:graphicData uri="http://schemas.openxmlformats.org/presentationml/2006/ole">
              <mc:AlternateContent xmlns:mc="http://schemas.openxmlformats.org/markup-compatibility/2006">
                <mc:Choice xmlns:v="urn:schemas-microsoft-com:vml" Requires="v">
                  <p:oleObj name="Document" r:id="rId3" imgW="1086480" imgH="933120" progId="Word.Document.8">
                    <p:embed/>
                  </p:oleObj>
                </mc:Choice>
                <mc:Fallback>
                  <p:oleObj name="Document" r:id="rId3" imgW="1086480" imgH="933120" progId="Word.Document.8">
                    <p:embed/>
                    <p:pic>
                      <p:nvPicPr>
                        <p:cNvPr id="19458" name="Object 2">
                          <a:hlinkClick r:id="" action="ppaction://noaction"/>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6" y="2088"/>
                          <a:ext cx="342" cy="2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4697" name="Text Box 9"/>
            <p:cNvSpPr txBox="1">
              <a:spLocks noChangeArrowheads="1"/>
            </p:cNvSpPr>
            <p:nvPr/>
          </p:nvSpPr>
          <p:spPr bwMode="auto">
            <a:xfrm>
              <a:off x="1686" y="2129"/>
              <a:ext cx="874" cy="213"/>
            </a:xfrm>
            <a:prstGeom prst="rect">
              <a:avLst/>
            </a:prstGeom>
            <a:noFill/>
            <a:ln w="9525">
              <a:noFill/>
              <a:miter lim="800000"/>
              <a:headEnd/>
              <a:tailEnd/>
            </a:ln>
            <a:effectLst/>
            <a:scene3d>
              <a:camera prst="orthographicFront"/>
              <a:lightRig rig="threePt" dir="t"/>
            </a:scene3d>
            <a:sp3d>
              <a:bevelT w="165100" prst="coolSlant"/>
            </a:sp3d>
          </p:spPr>
          <p:txBody>
            <a:bodyPr wrap="none">
              <a:spAutoFit/>
            </a:bodyPr>
            <a:lstStyle/>
            <a:p>
              <a:pPr eaLnBrk="0" hangingPunct="0">
                <a:spcBef>
                  <a:spcPct val="50000"/>
                </a:spcBef>
                <a:defRPr/>
              </a:pPr>
              <a:r>
                <a:rPr lang="fr-FR" sz="1600" b="1" dirty="0">
                  <a:latin typeface="Calibri" pitchFamily="34" charset="0"/>
                  <a:cs typeface="Calibri" pitchFamily="34" charset="0"/>
                </a:rPr>
                <a:t>Brainstorming</a:t>
              </a:r>
            </a:p>
          </p:txBody>
        </p:sp>
      </p:grpSp>
      <p:sp>
        <p:nvSpPr>
          <p:cNvPr id="114698" name="Text Box 10"/>
          <p:cNvSpPr txBox="1">
            <a:spLocks noChangeArrowheads="1"/>
          </p:cNvSpPr>
          <p:nvPr/>
        </p:nvSpPr>
        <p:spPr bwMode="auto">
          <a:xfrm>
            <a:off x="444099" y="2158484"/>
            <a:ext cx="4081054" cy="369332"/>
          </a:xfrm>
          <a:prstGeom prst="rect">
            <a:avLst/>
          </a:prstGeom>
          <a:blipFill dpi="0" rotWithShape="0">
            <a:blip r:embed="rId5" cstate="email"/>
            <a:srcRect/>
            <a:tile tx="0" ty="0" sx="100000" sy="100000" flip="none" algn="tl"/>
          </a:blipFill>
          <a:ln w="9525">
            <a:noFill/>
            <a:miter lim="800000"/>
            <a:headEnd/>
            <a:tailEnd/>
          </a:ln>
          <a:effectLst>
            <a:glow rad="228600">
              <a:schemeClr val="accent4">
                <a:satMod val="175000"/>
                <a:alpha val="40000"/>
              </a:schemeClr>
            </a:glow>
          </a:effectLst>
        </p:spPr>
        <p:txBody>
          <a:bodyPr wrap="none">
            <a:spAutoFit/>
          </a:bodyPr>
          <a:lstStyle/>
          <a:p>
            <a:pPr eaLnBrk="0" hangingPunct="0">
              <a:spcBef>
                <a:spcPct val="50000"/>
              </a:spcBef>
              <a:defRPr/>
            </a:pPr>
            <a:r>
              <a:rPr lang="fr-FR" sz="1800" dirty="0">
                <a:latin typeface="Calibri" pitchFamily="34" charset="0"/>
                <a:cs typeface="Calibri" pitchFamily="34" charset="0"/>
              </a:rPr>
              <a:t>Rechercher toutes les solutions possibles</a:t>
            </a:r>
          </a:p>
        </p:txBody>
      </p:sp>
      <p:pic>
        <p:nvPicPr>
          <p:cNvPr id="19464" name="Picture 3" descr="C:\Users\annie\Documents\Images\Brainstorm3.jpg"/>
          <p:cNvPicPr>
            <a:picLocks noChangeAspect="1" noChangeArrowheads="1"/>
          </p:cNvPicPr>
          <p:nvPr/>
        </p:nvPicPr>
        <p:blipFill>
          <a:blip r:embed="rId6" cstate="print"/>
          <a:srcRect/>
          <a:stretch>
            <a:fillRect/>
          </a:stretch>
        </p:blipFill>
        <p:spPr bwMode="auto">
          <a:xfrm>
            <a:off x="7234238" y="727075"/>
            <a:ext cx="1620837" cy="1616075"/>
          </a:xfrm>
          <a:prstGeom prst="rect">
            <a:avLst/>
          </a:prstGeom>
          <a:noFill/>
          <a:ln w="9525">
            <a:noFill/>
            <a:miter lim="800000"/>
            <a:headEnd/>
            <a:tailEnd/>
          </a:ln>
        </p:spPr>
      </p:pic>
      <p:sp>
        <p:nvSpPr>
          <p:cNvPr id="13" name="Rectangle 2"/>
          <p:cNvSpPr>
            <a:spLocks noChangeArrowheads="1"/>
          </p:cNvSpPr>
          <p:nvPr/>
        </p:nvSpPr>
        <p:spPr bwMode="auto">
          <a:xfrm>
            <a:off x="352425" y="375315"/>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
        <p:nvSpPr>
          <p:cNvPr id="19" name="Rectangle 18"/>
          <p:cNvSpPr/>
          <p:nvPr/>
        </p:nvSpPr>
        <p:spPr>
          <a:xfrm>
            <a:off x="431504" y="1467796"/>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5</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21" name="Text Box 2"/>
          <p:cNvSpPr txBox="1">
            <a:spLocks noChangeArrowheads="1"/>
          </p:cNvSpPr>
          <p:nvPr/>
        </p:nvSpPr>
        <p:spPr bwMode="auto">
          <a:xfrm>
            <a:off x="2390991" y="1471962"/>
            <a:ext cx="3634456"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D5 – Identifier les causes racines</a:t>
            </a:r>
          </a:p>
        </p:txBody>
      </p:sp>
    </p:spTree>
    <p:extLst>
      <p:ext uri="{BB962C8B-B14F-4D97-AF65-F5344CB8AC3E}">
        <p14:creationId xmlns:p14="http://schemas.microsoft.com/office/powerpoint/2010/main" val="64276661"/>
      </p:ext>
    </p:extLst>
  </p:cSld>
  <p:clrMapOvr>
    <a:masterClrMapping/>
  </p:clrMapOvr>
  <p:transition>
    <p:zoom/>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Text Box 2"/>
          <p:cNvSpPr txBox="1">
            <a:spLocks noChangeArrowheads="1"/>
          </p:cNvSpPr>
          <p:nvPr/>
        </p:nvSpPr>
        <p:spPr bwMode="auto">
          <a:xfrm>
            <a:off x="325345" y="2449861"/>
            <a:ext cx="8190910" cy="581025"/>
          </a:xfrm>
          <a:prstGeom prst="rect">
            <a:avLst/>
          </a:prstGeom>
          <a:noFill/>
          <a:ln w="9525">
            <a:noFill/>
            <a:miter lim="800000"/>
            <a:headEnd/>
            <a:tailEnd/>
          </a:ln>
          <a:effectLst/>
        </p:spPr>
        <p:txBody>
          <a:bodyPr wrap="square">
            <a:spAutoFit/>
          </a:bodyPr>
          <a:lstStyle/>
          <a:p>
            <a:pPr algn="just" eaLnBrk="0" hangingPunct="0">
              <a:spcBef>
                <a:spcPct val="50000"/>
              </a:spcBef>
            </a:pPr>
            <a:r>
              <a:rPr lang="fr-FR" sz="1600" b="1" dirty="0">
                <a:latin typeface="Calibri" pitchFamily="34" charset="0"/>
                <a:cs typeface="Calibri" pitchFamily="34" charset="0"/>
              </a:rPr>
              <a:t>Il faut énumérer et chiffrer l’ensemble des critères de choix (qualifient les caractéristiques que l’on attend de la solution) – partie gauche du cerveau.</a:t>
            </a:r>
          </a:p>
        </p:txBody>
      </p:sp>
      <p:sp>
        <p:nvSpPr>
          <p:cNvPr id="115715" name="Text Box 3" descr="Papier lettre"/>
          <p:cNvSpPr txBox="1">
            <a:spLocks noChangeArrowheads="1"/>
          </p:cNvSpPr>
          <p:nvPr/>
        </p:nvSpPr>
        <p:spPr bwMode="auto">
          <a:xfrm>
            <a:off x="325345" y="1941474"/>
            <a:ext cx="5737725" cy="369332"/>
          </a:xfrm>
          <a:prstGeom prst="rect">
            <a:avLst/>
          </a:prstGeom>
          <a:blipFill dpi="0" rotWithShape="0">
            <a:blip r:embed="rId3" cstate="print"/>
            <a:srcRect/>
            <a:tile tx="0" ty="0" sx="100000" sy="100000" flip="none" algn="tl"/>
          </a:blipFill>
          <a:ln w="9525">
            <a:noFill/>
            <a:miter lim="800000"/>
            <a:headEnd/>
            <a:tailEnd/>
          </a:ln>
          <a:effectLst>
            <a:glow rad="228600">
              <a:schemeClr val="accent4">
                <a:satMod val="175000"/>
                <a:alpha val="40000"/>
              </a:schemeClr>
            </a:glow>
          </a:effectLst>
        </p:spPr>
        <p:txBody>
          <a:bodyPr wrap="none">
            <a:spAutoFit/>
          </a:bodyPr>
          <a:lstStyle/>
          <a:p>
            <a:pPr eaLnBrk="0" hangingPunct="0">
              <a:spcBef>
                <a:spcPct val="50000"/>
              </a:spcBef>
            </a:pPr>
            <a:r>
              <a:rPr lang="fr-FR" sz="1800" b="1" dirty="0">
                <a:latin typeface="Calibri" pitchFamily="34" charset="0"/>
                <a:cs typeface="Calibri" pitchFamily="34" charset="0"/>
              </a:rPr>
              <a:t>Rechercher et quantifier les critères de choix des solutions</a:t>
            </a:r>
          </a:p>
        </p:txBody>
      </p:sp>
      <p:sp>
        <p:nvSpPr>
          <p:cNvPr id="115716" name="Oval 4"/>
          <p:cNvSpPr>
            <a:spLocks noChangeArrowheads="1"/>
          </p:cNvSpPr>
          <p:nvPr/>
        </p:nvSpPr>
        <p:spPr bwMode="auto">
          <a:xfrm>
            <a:off x="1000420" y="3660956"/>
            <a:ext cx="1625600" cy="571500"/>
          </a:xfrm>
          <a:prstGeom prst="ellipse">
            <a:avLst/>
          </a:prstGeom>
          <a:solidFill>
            <a:schemeClr val="accent1"/>
          </a:solidFill>
          <a:ln w="9525">
            <a:noFill/>
            <a:round/>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pPr algn="ctr" eaLnBrk="0" hangingPunct="0"/>
            <a:r>
              <a:rPr lang="fr-FR" sz="1600" b="1" dirty="0">
                <a:latin typeface="Calibri" pitchFamily="34" charset="0"/>
                <a:cs typeface="Calibri" pitchFamily="34" charset="0"/>
              </a:rPr>
              <a:t>Coût</a:t>
            </a:r>
          </a:p>
        </p:txBody>
      </p:sp>
      <p:sp>
        <p:nvSpPr>
          <p:cNvPr id="115717" name="Oval 5"/>
          <p:cNvSpPr>
            <a:spLocks noChangeArrowheads="1"/>
          </p:cNvSpPr>
          <p:nvPr/>
        </p:nvSpPr>
        <p:spPr bwMode="auto">
          <a:xfrm>
            <a:off x="5590930" y="3480936"/>
            <a:ext cx="1625600" cy="571500"/>
          </a:xfrm>
          <a:prstGeom prst="ellipse">
            <a:avLst/>
          </a:prstGeom>
          <a:solidFill>
            <a:schemeClr val="accent1"/>
          </a:solidFill>
          <a:ln w="9525">
            <a:noFill/>
            <a:round/>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pPr algn="ctr" eaLnBrk="0" hangingPunct="0"/>
            <a:r>
              <a:rPr lang="fr-FR" sz="1600" b="1">
                <a:latin typeface="Calibri" pitchFamily="34" charset="0"/>
                <a:cs typeface="Calibri" pitchFamily="34" charset="0"/>
              </a:rPr>
              <a:t>Délai</a:t>
            </a:r>
          </a:p>
        </p:txBody>
      </p:sp>
      <p:sp>
        <p:nvSpPr>
          <p:cNvPr id="115718" name="Oval 6"/>
          <p:cNvSpPr>
            <a:spLocks noChangeArrowheads="1"/>
          </p:cNvSpPr>
          <p:nvPr/>
        </p:nvSpPr>
        <p:spPr bwMode="auto">
          <a:xfrm>
            <a:off x="6446025" y="4606061"/>
            <a:ext cx="1625600" cy="571500"/>
          </a:xfrm>
          <a:prstGeom prst="ellipse">
            <a:avLst/>
          </a:prstGeom>
          <a:solidFill>
            <a:schemeClr val="accent1"/>
          </a:solidFill>
          <a:ln w="9525">
            <a:noFill/>
            <a:round/>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pPr algn="ctr" eaLnBrk="0" hangingPunct="0"/>
            <a:r>
              <a:rPr lang="fr-FR" sz="1600" b="1">
                <a:latin typeface="Calibri" pitchFamily="34" charset="0"/>
                <a:cs typeface="Calibri" pitchFamily="34" charset="0"/>
              </a:rPr>
              <a:t>Performance</a:t>
            </a:r>
          </a:p>
        </p:txBody>
      </p:sp>
      <p:sp>
        <p:nvSpPr>
          <p:cNvPr id="115719" name="Oval 7"/>
          <p:cNvSpPr>
            <a:spLocks noChangeArrowheads="1"/>
          </p:cNvSpPr>
          <p:nvPr/>
        </p:nvSpPr>
        <p:spPr bwMode="auto">
          <a:xfrm>
            <a:off x="3205665" y="4561056"/>
            <a:ext cx="1625600" cy="571500"/>
          </a:xfrm>
          <a:prstGeom prst="ellipse">
            <a:avLst/>
          </a:prstGeom>
          <a:solidFill>
            <a:schemeClr val="accent1"/>
          </a:solidFill>
          <a:ln w="9525">
            <a:noFill/>
            <a:round/>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anchor="ctr"/>
          <a:lstStyle/>
          <a:p>
            <a:pPr algn="ctr" eaLnBrk="0" hangingPunct="0"/>
            <a:r>
              <a:rPr lang="fr-FR" sz="1600" b="1">
                <a:latin typeface="Calibri" pitchFamily="34" charset="0"/>
                <a:cs typeface="Calibri" pitchFamily="34" charset="0"/>
              </a:rPr>
              <a:t>Faisabilité</a:t>
            </a:r>
          </a:p>
        </p:txBody>
      </p:sp>
      <p:graphicFrame>
        <p:nvGraphicFramePr>
          <p:cNvPr id="115720" name="Object 8"/>
          <p:cNvGraphicFramePr>
            <a:graphicFrameLocks noChangeAspect="1"/>
          </p:cNvGraphicFramePr>
          <p:nvPr>
            <p:extLst>
              <p:ext uri="{D42A27DB-BD31-4B8C-83A1-F6EECF244321}">
                <p14:modId xmlns:p14="http://schemas.microsoft.com/office/powerpoint/2010/main" val="2277256978"/>
              </p:ext>
            </p:extLst>
          </p:nvPr>
        </p:nvGraphicFramePr>
        <p:xfrm>
          <a:off x="235335" y="3930986"/>
          <a:ext cx="1022350" cy="1169987"/>
        </p:xfrm>
        <a:graphic>
          <a:graphicData uri="http://schemas.openxmlformats.org/presentationml/2006/ole">
            <mc:AlternateContent xmlns:mc="http://schemas.openxmlformats.org/markup-compatibility/2006">
              <mc:Choice xmlns:v="urn:schemas-microsoft-com:vml" Requires="v">
                <p:oleObj name="Document" r:id="rId4" imgW="1400760" imgH="1602720" progId="Word.Document.8">
                  <p:embed/>
                </p:oleObj>
              </mc:Choice>
              <mc:Fallback>
                <p:oleObj name="Document" r:id="rId4" imgW="1400760" imgH="1602720" progId="Word.Document.8">
                  <p:embed/>
                  <p:pic>
                    <p:nvPicPr>
                      <p:cNvPr id="11572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5335" y="3930986"/>
                        <a:ext cx="1022350" cy="11699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5721" name="Object 9"/>
          <p:cNvGraphicFramePr>
            <a:graphicFrameLocks noChangeAspect="1"/>
          </p:cNvGraphicFramePr>
          <p:nvPr>
            <p:extLst>
              <p:ext uri="{D42A27DB-BD31-4B8C-83A1-F6EECF244321}">
                <p14:modId xmlns:p14="http://schemas.microsoft.com/office/powerpoint/2010/main" val="1547220333"/>
              </p:ext>
            </p:extLst>
          </p:nvPr>
        </p:nvGraphicFramePr>
        <p:xfrm>
          <a:off x="6806065" y="3255911"/>
          <a:ext cx="1706562" cy="1016000"/>
        </p:xfrm>
        <a:graphic>
          <a:graphicData uri="http://schemas.openxmlformats.org/presentationml/2006/ole">
            <mc:AlternateContent xmlns:mc="http://schemas.openxmlformats.org/markup-compatibility/2006">
              <mc:Choice xmlns:v="urn:schemas-microsoft-com:vml" Requires="v">
                <p:oleObj name="Document" r:id="rId6" imgW="4572720" imgH="2722320" progId="Word.Document.8">
                  <p:embed/>
                </p:oleObj>
              </mc:Choice>
              <mc:Fallback>
                <p:oleObj name="Document" r:id="rId6" imgW="4572720" imgH="2722320" progId="Word.Document.8">
                  <p:embed/>
                  <p:pic>
                    <p:nvPicPr>
                      <p:cNvPr id="115721" name="Object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06065" y="3255911"/>
                        <a:ext cx="1706562" cy="1016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5722" name="Object 10"/>
          <p:cNvGraphicFramePr>
            <a:graphicFrameLocks noChangeAspect="1"/>
          </p:cNvGraphicFramePr>
          <p:nvPr>
            <p:extLst>
              <p:ext uri="{D42A27DB-BD31-4B8C-83A1-F6EECF244321}">
                <p14:modId xmlns:p14="http://schemas.microsoft.com/office/powerpoint/2010/main" val="298538679"/>
              </p:ext>
            </p:extLst>
          </p:nvPr>
        </p:nvGraphicFramePr>
        <p:xfrm>
          <a:off x="2125545" y="4696071"/>
          <a:ext cx="1296987" cy="1268412"/>
        </p:xfrm>
        <a:graphic>
          <a:graphicData uri="http://schemas.openxmlformats.org/presentationml/2006/ole">
            <mc:AlternateContent xmlns:mc="http://schemas.openxmlformats.org/markup-compatibility/2006">
              <mc:Choice xmlns:v="urn:schemas-microsoft-com:vml" Requires="v">
                <p:oleObj name="Document" r:id="rId8" imgW="3543840" imgH="3468960" progId="Word.Document.8">
                  <p:embed/>
                </p:oleObj>
              </mc:Choice>
              <mc:Fallback>
                <p:oleObj name="Document" r:id="rId8" imgW="3543840" imgH="3468960" progId="Word.Document.8">
                  <p:embed/>
                  <p:pic>
                    <p:nvPicPr>
                      <p:cNvPr id="115722"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25545" y="4696071"/>
                        <a:ext cx="1296987" cy="126841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115723" name="Object 11"/>
          <p:cNvGraphicFramePr>
            <a:graphicFrameLocks noChangeAspect="1"/>
          </p:cNvGraphicFramePr>
          <p:nvPr>
            <p:extLst>
              <p:ext uri="{D42A27DB-BD31-4B8C-83A1-F6EECF244321}">
                <p14:modId xmlns:p14="http://schemas.microsoft.com/office/powerpoint/2010/main" val="2033459136"/>
              </p:ext>
            </p:extLst>
          </p:nvPr>
        </p:nvGraphicFramePr>
        <p:xfrm>
          <a:off x="7166105" y="5056111"/>
          <a:ext cx="1409700" cy="1000125"/>
        </p:xfrm>
        <a:graphic>
          <a:graphicData uri="http://schemas.openxmlformats.org/presentationml/2006/ole">
            <mc:AlternateContent xmlns:mc="http://schemas.openxmlformats.org/markup-compatibility/2006">
              <mc:Choice xmlns:v="urn:schemas-microsoft-com:vml" Requires="v">
                <p:oleObj name="Clip" r:id="rId10" imgW="952633" imgH="676369" progId="">
                  <p:embed/>
                </p:oleObj>
              </mc:Choice>
              <mc:Fallback>
                <p:oleObj name="Clip" r:id="rId10" imgW="952633" imgH="676369" progId="">
                  <p:embed/>
                  <p:pic>
                    <p:nvPicPr>
                      <p:cNvPr id="115723"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166105" y="5056111"/>
                        <a:ext cx="1409700" cy="1000125"/>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115724" name="Text Box 12"/>
          <p:cNvSpPr txBox="1">
            <a:spLocks noChangeArrowheads="1"/>
          </p:cNvSpPr>
          <p:nvPr/>
        </p:nvSpPr>
        <p:spPr bwMode="auto">
          <a:xfrm>
            <a:off x="668045" y="6069711"/>
            <a:ext cx="6388100" cy="336550"/>
          </a:xfrm>
          <a:prstGeom prst="rect">
            <a:avLst/>
          </a:prstGeom>
          <a:noFill/>
          <a:ln w="9525">
            <a:noFill/>
            <a:miter lim="800000"/>
            <a:headEnd/>
            <a:tailEnd/>
          </a:ln>
          <a:effectLst/>
        </p:spPr>
        <p:txBody>
          <a:bodyPr>
            <a:spAutoFit/>
          </a:bodyPr>
          <a:lstStyle/>
          <a:p>
            <a:pPr eaLnBrk="0" hangingPunct="0">
              <a:spcBef>
                <a:spcPct val="50000"/>
              </a:spcBef>
            </a:pPr>
            <a:r>
              <a:rPr lang="fr-FR" sz="1600" b="1">
                <a:latin typeface="Calibri" pitchFamily="34" charset="0"/>
                <a:cs typeface="Calibri" pitchFamily="34" charset="0"/>
              </a:rPr>
              <a:t>Identifier les critères majeurs considérés comme éliminatoires.</a:t>
            </a:r>
          </a:p>
        </p:txBody>
      </p:sp>
      <p:grpSp>
        <p:nvGrpSpPr>
          <p:cNvPr id="2" name="Group 6"/>
          <p:cNvGrpSpPr>
            <a:grpSpLocks/>
          </p:cNvGrpSpPr>
          <p:nvPr/>
        </p:nvGrpSpPr>
        <p:grpSpPr bwMode="auto">
          <a:xfrm>
            <a:off x="2980640" y="3165656"/>
            <a:ext cx="2565401" cy="495300"/>
            <a:chOff x="1266" y="2076"/>
            <a:chExt cx="1616" cy="312"/>
          </a:xfrm>
        </p:grpSpPr>
        <p:sp>
          <p:nvSpPr>
            <p:cNvPr id="17" name="Rectangle 7"/>
            <p:cNvSpPr>
              <a:spLocks noChangeArrowheads="1"/>
            </p:cNvSpPr>
            <p:nvPr/>
          </p:nvSpPr>
          <p:spPr bwMode="auto">
            <a:xfrm>
              <a:off x="1266" y="2076"/>
              <a:ext cx="1616" cy="312"/>
            </a:xfrm>
            <a:prstGeom prst="rect">
              <a:avLst/>
            </a:prstGeom>
            <a:solidFill>
              <a:srgbClr val="CCFF99"/>
            </a:solidFill>
            <a:ln w="3175">
              <a:solidFill>
                <a:schemeClr val="tx1"/>
              </a:solidFill>
              <a:miter lim="800000"/>
              <a:headEnd/>
              <a:tailEnd/>
            </a:ln>
            <a:effectLst/>
            <a:scene3d>
              <a:camera prst="orthographicFront"/>
              <a:lightRig rig="threePt" dir="t"/>
            </a:scene3d>
            <a:sp3d>
              <a:bevelT w="165100" prst="coolSlant"/>
            </a:sp3d>
          </p:spPr>
          <p:txBody>
            <a:bodyPr wrap="none" anchor="ctr"/>
            <a:lstStyle/>
            <a:p>
              <a:endParaRPr lang="fr-FR">
                <a:latin typeface="Calibri" pitchFamily="34" charset="0"/>
                <a:cs typeface="Calibri" pitchFamily="34" charset="0"/>
              </a:endParaRPr>
            </a:p>
          </p:txBody>
        </p:sp>
        <p:graphicFrame>
          <p:nvGraphicFramePr>
            <p:cNvPr id="18" name="Object 8"/>
            <p:cNvGraphicFramePr>
              <a:graphicFrameLocks noChangeAspect="1"/>
            </p:cNvGraphicFramePr>
            <p:nvPr/>
          </p:nvGraphicFramePr>
          <p:xfrm>
            <a:off x="1296" y="2088"/>
            <a:ext cx="342" cy="294"/>
          </p:xfrm>
          <a:graphic>
            <a:graphicData uri="http://schemas.openxmlformats.org/presentationml/2006/ole">
              <mc:AlternateContent xmlns:mc="http://schemas.openxmlformats.org/markup-compatibility/2006">
                <mc:Choice xmlns:v="urn:schemas-microsoft-com:vml" Requires="v">
                  <p:oleObj name="Document" r:id="rId12" imgW="1086480" imgH="933120" progId="Word.Document.8">
                    <p:embed/>
                  </p:oleObj>
                </mc:Choice>
                <mc:Fallback>
                  <p:oleObj name="Document" r:id="rId12" imgW="1086480" imgH="933120" progId="Word.Document.8">
                    <p:embed/>
                    <p:pic>
                      <p:nvPicPr>
                        <p:cNvPr id="18" name="Object 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96" y="2088"/>
                          <a:ext cx="342" cy="2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9" name="Text Box 9"/>
            <p:cNvSpPr txBox="1">
              <a:spLocks noChangeArrowheads="1"/>
            </p:cNvSpPr>
            <p:nvPr/>
          </p:nvSpPr>
          <p:spPr bwMode="auto">
            <a:xfrm>
              <a:off x="1686" y="2129"/>
              <a:ext cx="1168" cy="213"/>
            </a:xfrm>
            <a:prstGeom prst="rect">
              <a:avLst/>
            </a:prstGeom>
            <a:noFill/>
            <a:ln w="9525">
              <a:noFill/>
              <a:miter lim="800000"/>
              <a:headEnd/>
              <a:tailEnd/>
            </a:ln>
            <a:effectLst/>
            <a:scene3d>
              <a:camera prst="orthographicFront"/>
              <a:lightRig rig="threePt" dir="t"/>
            </a:scene3d>
            <a:sp3d>
              <a:bevelT w="165100" prst="coolSlant"/>
            </a:sp3d>
          </p:spPr>
          <p:txBody>
            <a:bodyPr wrap="none">
              <a:spAutoFit/>
            </a:bodyPr>
            <a:lstStyle/>
            <a:p>
              <a:pPr eaLnBrk="0" hangingPunct="0">
                <a:spcBef>
                  <a:spcPct val="50000"/>
                </a:spcBef>
              </a:pPr>
              <a:r>
                <a:rPr lang="fr-FR" sz="1600" b="1" dirty="0">
                  <a:latin typeface="Calibri" pitchFamily="34" charset="0"/>
                  <a:cs typeface="Calibri" pitchFamily="34" charset="0"/>
                </a:rPr>
                <a:t>Matrice de décision</a:t>
              </a:r>
            </a:p>
          </p:txBody>
        </p:sp>
      </p:grpSp>
      <p:sp>
        <p:nvSpPr>
          <p:cNvPr id="20" name="Rectangle 2"/>
          <p:cNvSpPr>
            <a:spLocks noChangeArrowheads="1"/>
          </p:cNvSpPr>
          <p:nvPr/>
        </p:nvSpPr>
        <p:spPr bwMode="auto">
          <a:xfrm>
            <a:off x="352425" y="375315"/>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
        <p:nvSpPr>
          <p:cNvPr id="23" name="Rectangle 22"/>
          <p:cNvSpPr/>
          <p:nvPr/>
        </p:nvSpPr>
        <p:spPr>
          <a:xfrm>
            <a:off x="280340" y="1314534"/>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25" name="Text Box 2"/>
          <p:cNvSpPr txBox="1">
            <a:spLocks noChangeArrowheads="1"/>
          </p:cNvSpPr>
          <p:nvPr/>
        </p:nvSpPr>
        <p:spPr bwMode="auto">
          <a:xfrm>
            <a:off x="2239827" y="1318700"/>
            <a:ext cx="3634456"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D5 – Identifier les causes racines</a:t>
            </a:r>
          </a:p>
        </p:txBody>
      </p:sp>
    </p:spTree>
    <p:extLst>
      <p:ext uri="{BB962C8B-B14F-4D97-AF65-F5344CB8AC3E}">
        <p14:creationId xmlns:p14="http://schemas.microsoft.com/office/powerpoint/2010/main" val="1141710368"/>
      </p:ext>
    </p:extLst>
  </p:cSld>
  <p:clrMapOvr>
    <a:masterClrMapping/>
  </p:clrMapOvr>
  <p:transition>
    <p:zoom/>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ext Box 2" descr="Papier lettre"/>
          <p:cNvSpPr txBox="1">
            <a:spLocks noChangeArrowheads="1"/>
          </p:cNvSpPr>
          <p:nvPr/>
        </p:nvSpPr>
        <p:spPr bwMode="auto">
          <a:xfrm>
            <a:off x="334140" y="2184090"/>
            <a:ext cx="5604483" cy="369332"/>
          </a:xfrm>
          <a:prstGeom prst="rect">
            <a:avLst/>
          </a:prstGeom>
          <a:blipFill dpi="0" rotWithShape="0">
            <a:blip r:embed="rId3" cstate="print"/>
            <a:srcRect/>
            <a:tile tx="0" ty="0" sx="100000" sy="100000" flip="none" algn="tl"/>
          </a:blipFill>
          <a:ln w="9525">
            <a:noFill/>
            <a:miter lim="800000"/>
            <a:headEnd/>
            <a:tailEnd/>
          </a:ln>
          <a:effectLst>
            <a:glow rad="228600">
              <a:schemeClr val="accent4">
                <a:satMod val="175000"/>
                <a:alpha val="40000"/>
              </a:schemeClr>
            </a:glow>
          </a:effectLst>
        </p:spPr>
        <p:txBody>
          <a:bodyPr wrap="none">
            <a:spAutoFit/>
          </a:bodyPr>
          <a:lstStyle/>
          <a:p>
            <a:pPr eaLnBrk="0" hangingPunct="0">
              <a:spcBef>
                <a:spcPct val="50000"/>
              </a:spcBef>
            </a:pPr>
            <a:r>
              <a:rPr lang="fr-FR" sz="1800" b="1" dirty="0">
                <a:latin typeface="Calibri" pitchFamily="34" charset="0"/>
                <a:cs typeface="Calibri" pitchFamily="34" charset="0"/>
              </a:rPr>
              <a:t>Confronter les solutions aux critères et choisir la solution</a:t>
            </a:r>
          </a:p>
        </p:txBody>
      </p:sp>
      <p:sp>
        <p:nvSpPr>
          <p:cNvPr id="116739" name="Text Box 3"/>
          <p:cNvSpPr txBox="1">
            <a:spLocks noChangeArrowheads="1"/>
          </p:cNvSpPr>
          <p:nvPr/>
        </p:nvSpPr>
        <p:spPr bwMode="auto">
          <a:xfrm>
            <a:off x="324615" y="2692477"/>
            <a:ext cx="8194675" cy="581025"/>
          </a:xfrm>
          <a:prstGeom prst="rect">
            <a:avLst/>
          </a:prstGeom>
          <a:noFill/>
          <a:ln w="9525">
            <a:noFill/>
            <a:miter lim="800000"/>
            <a:headEnd/>
            <a:tailEnd/>
          </a:ln>
          <a:effectLst/>
        </p:spPr>
        <p:txBody>
          <a:bodyPr>
            <a:spAutoFit/>
          </a:bodyPr>
          <a:lstStyle/>
          <a:p>
            <a:pPr eaLnBrk="0" hangingPunct="0">
              <a:spcBef>
                <a:spcPct val="50000"/>
              </a:spcBef>
            </a:pPr>
            <a:r>
              <a:rPr lang="fr-FR" sz="1600" b="1" dirty="0">
                <a:latin typeface="Calibri" pitchFamily="34" charset="0"/>
                <a:cs typeface="Calibri" pitchFamily="34" charset="0"/>
              </a:rPr>
              <a:t>Un premier tri sera fait à partir des critères éliminatoires : pour chaque critère de ce type, éliminer les solutions non satisfaisantes de la liste.</a:t>
            </a:r>
          </a:p>
        </p:txBody>
      </p:sp>
      <p:sp>
        <p:nvSpPr>
          <p:cNvPr id="116740" name="Text Box 4"/>
          <p:cNvSpPr txBox="1">
            <a:spLocks noChangeArrowheads="1"/>
          </p:cNvSpPr>
          <p:nvPr/>
        </p:nvSpPr>
        <p:spPr bwMode="auto">
          <a:xfrm>
            <a:off x="334140" y="3277542"/>
            <a:ext cx="5085565" cy="581025"/>
          </a:xfrm>
          <a:prstGeom prst="rect">
            <a:avLst/>
          </a:prstGeom>
          <a:noFill/>
          <a:ln w="9525">
            <a:noFill/>
            <a:miter lim="800000"/>
            <a:headEnd/>
            <a:tailEnd/>
          </a:ln>
          <a:effectLst/>
        </p:spPr>
        <p:txBody>
          <a:bodyPr wrap="square">
            <a:spAutoFit/>
          </a:bodyPr>
          <a:lstStyle/>
          <a:p>
            <a:pPr algn="just" eaLnBrk="0" hangingPunct="0">
              <a:spcBef>
                <a:spcPct val="50000"/>
              </a:spcBef>
            </a:pPr>
            <a:r>
              <a:rPr lang="fr-FR" sz="1600" b="1" dirty="0">
                <a:latin typeface="Calibri" pitchFamily="34" charset="0"/>
                <a:cs typeface="Calibri" pitchFamily="34" charset="0"/>
              </a:rPr>
              <a:t>Pour les solutions restantes, il faut dégager la solution la meilleure à mettre en œuvre par rapport aux critères.</a:t>
            </a:r>
          </a:p>
        </p:txBody>
      </p:sp>
      <p:grpSp>
        <p:nvGrpSpPr>
          <p:cNvPr id="2" name="Group 6"/>
          <p:cNvGrpSpPr>
            <a:grpSpLocks/>
          </p:cNvGrpSpPr>
          <p:nvPr/>
        </p:nvGrpSpPr>
        <p:grpSpPr bwMode="auto">
          <a:xfrm>
            <a:off x="2584390" y="4308617"/>
            <a:ext cx="2565401" cy="495300"/>
            <a:chOff x="1266" y="2076"/>
            <a:chExt cx="1616" cy="312"/>
          </a:xfrm>
        </p:grpSpPr>
        <p:sp>
          <p:nvSpPr>
            <p:cNvPr id="19" name="Rectangle 7"/>
            <p:cNvSpPr>
              <a:spLocks noChangeArrowheads="1"/>
            </p:cNvSpPr>
            <p:nvPr/>
          </p:nvSpPr>
          <p:spPr bwMode="auto">
            <a:xfrm>
              <a:off x="1266" y="2076"/>
              <a:ext cx="1616" cy="312"/>
            </a:xfrm>
            <a:prstGeom prst="rect">
              <a:avLst/>
            </a:prstGeom>
            <a:solidFill>
              <a:srgbClr val="CCFF99"/>
            </a:solidFill>
            <a:ln w="3175">
              <a:solidFill>
                <a:schemeClr val="tx1"/>
              </a:solidFill>
              <a:miter lim="800000"/>
              <a:headEnd/>
              <a:tailEnd/>
            </a:ln>
            <a:effectLst/>
            <a:scene3d>
              <a:camera prst="orthographicFront"/>
              <a:lightRig rig="threePt" dir="t"/>
            </a:scene3d>
            <a:sp3d>
              <a:bevelT w="165100" prst="coolSlant"/>
            </a:sp3d>
          </p:spPr>
          <p:txBody>
            <a:bodyPr wrap="none" anchor="ctr"/>
            <a:lstStyle/>
            <a:p>
              <a:endParaRPr lang="fr-FR">
                <a:latin typeface="Calibri" pitchFamily="34" charset="0"/>
                <a:cs typeface="Calibri" pitchFamily="34" charset="0"/>
              </a:endParaRPr>
            </a:p>
          </p:txBody>
        </p:sp>
        <p:graphicFrame>
          <p:nvGraphicFramePr>
            <p:cNvPr id="20" name="Object 8"/>
            <p:cNvGraphicFramePr>
              <a:graphicFrameLocks noChangeAspect="1"/>
            </p:cNvGraphicFramePr>
            <p:nvPr/>
          </p:nvGraphicFramePr>
          <p:xfrm>
            <a:off x="1296" y="2088"/>
            <a:ext cx="342" cy="294"/>
          </p:xfrm>
          <a:graphic>
            <a:graphicData uri="http://schemas.openxmlformats.org/presentationml/2006/ole">
              <mc:AlternateContent xmlns:mc="http://schemas.openxmlformats.org/markup-compatibility/2006">
                <mc:Choice xmlns:v="urn:schemas-microsoft-com:vml" Requires="v">
                  <p:oleObj name="Document" r:id="rId4" imgW="1086480" imgH="933120" progId="Word.Document.8">
                    <p:embed/>
                  </p:oleObj>
                </mc:Choice>
                <mc:Fallback>
                  <p:oleObj name="Document" r:id="rId4" imgW="1086480" imgH="933120" progId="Word.Document.8">
                    <p:embed/>
                    <p:pic>
                      <p:nvPicPr>
                        <p:cNvPr id="2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96" y="2088"/>
                          <a:ext cx="342" cy="2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1" name="Text Box 9"/>
            <p:cNvSpPr txBox="1">
              <a:spLocks noChangeArrowheads="1"/>
            </p:cNvSpPr>
            <p:nvPr/>
          </p:nvSpPr>
          <p:spPr bwMode="auto">
            <a:xfrm>
              <a:off x="1686" y="2129"/>
              <a:ext cx="1168" cy="213"/>
            </a:xfrm>
            <a:prstGeom prst="rect">
              <a:avLst/>
            </a:prstGeom>
            <a:noFill/>
            <a:ln w="9525">
              <a:noFill/>
              <a:miter lim="800000"/>
              <a:headEnd/>
              <a:tailEnd/>
            </a:ln>
            <a:effectLst/>
            <a:scene3d>
              <a:camera prst="orthographicFront"/>
              <a:lightRig rig="threePt" dir="t"/>
            </a:scene3d>
            <a:sp3d>
              <a:bevelT w="165100" prst="coolSlant"/>
            </a:sp3d>
          </p:spPr>
          <p:txBody>
            <a:bodyPr wrap="none">
              <a:spAutoFit/>
            </a:bodyPr>
            <a:lstStyle/>
            <a:p>
              <a:pPr eaLnBrk="0" hangingPunct="0">
                <a:spcBef>
                  <a:spcPct val="50000"/>
                </a:spcBef>
              </a:pPr>
              <a:r>
                <a:rPr lang="fr-FR" sz="1600" b="1" dirty="0">
                  <a:latin typeface="Calibri" pitchFamily="34" charset="0"/>
                  <a:cs typeface="Calibri" pitchFamily="34" charset="0"/>
                </a:rPr>
                <a:t>Matrice de décision</a:t>
              </a:r>
            </a:p>
          </p:txBody>
        </p:sp>
      </p:grpSp>
      <p:graphicFrame>
        <p:nvGraphicFramePr>
          <p:cNvPr id="182278" name="Object 4"/>
          <p:cNvGraphicFramePr>
            <a:graphicFrameLocks noChangeAspect="1"/>
          </p:cNvGraphicFramePr>
          <p:nvPr>
            <p:extLst>
              <p:ext uri="{D42A27DB-BD31-4B8C-83A1-F6EECF244321}">
                <p14:modId xmlns:p14="http://schemas.microsoft.com/office/powerpoint/2010/main" val="3733306865"/>
              </p:ext>
            </p:extLst>
          </p:nvPr>
        </p:nvGraphicFramePr>
        <p:xfrm>
          <a:off x="5599724" y="3453522"/>
          <a:ext cx="2925325" cy="2908317"/>
        </p:xfrm>
        <a:graphic>
          <a:graphicData uri="http://schemas.openxmlformats.org/presentationml/2006/ole">
            <mc:AlternateContent xmlns:mc="http://schemas.openxmlformats.org/markup-compatibility/2006">
              <mc:Choice xmlns:v="urn:schemas-microsoft-com:vml" Requires="v">
                <p:oleObj name="Feuille de calcul" r:id="rId6" imgW="3495762" imgH="3476702" progId="Excel.Sheet.8">
                  <p:embed/>
                </p:oleObj>
              </mc:Choice>
              <mc:Fallback>
                <p:oleObj name="Feuille de calcul" r:id="rId6" imgW="3495762" imgH="3476702" progId="Excel.Sheet.8">
                  <p:embed/>
                  <p:pic>
                    <p:nvPicPr>
                      <p:cNvPr id="182278" name="Object 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99724" y="3453522"/>
                        <a:ext cx="2925325" cy="290831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5" name="Rectangle 14"/>
          <p:cNvSpPr/>
          <p:nvPr/>
        </p:nvSpPr>
        <p:spPr>
          <a:xfrm>
            <a:off x="289135" y="1448661"/>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16" name="Text Box 2"/>
          <p:cNvSpPr txBox="1">
            <a:spLocks noChangeArrowheads="1"/>
          </p:cNvSpPr>
          <p:nvPr/>
        </p:nvSpPr>
        <p:spPr bwMode="auto">
          <a:xfrm>
            <a:off x="2248622" y="1452827"/>
            <a:ext cx="3692165"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D5 –  Identifier les causes racines</a:t>
            </a:r>
          </a:p>
        </p:txBody>
      </p:sp>
      <p:sp>
        <p:nvSpPr>
          <p:cNvPr id="13" name="Rectangle 2"/>
          <p:cNvSpPr>
            <a:spLocks noChangeArrowheads="1"/>
          </p:cNvSpPr>
          <p:nvPr/>
        </p:nvSpPr>
        <p:spPr bwMode="auto">
          <a:xfrm>
            <a:off x="352425" y="375315"/>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Tree>
    <p:extLst>
      <p:ext uri="{BB962C8B-B14F-4D97-AF65-F5344CB8AC3E}">
        <p14:creationId xmlns:p14="http://schemas.microsoft.com/office/powerpoint/2010/main" val="389040743"/>
      </p:ext>
    </p:extLst>
  </p:cSld>
  <p:clrMapOvr>
    <a:masterClrMapping/>
  </p:clrMapOvr>
  <p:transition>
    <p:zoom/>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tangle 14"/>
          <p:cNvSpPr/>
          <p:nvPr/>
        </p:nvSpPr>
        <p:spPr>
          <a:xfrm>
            <a:off x="289135" y="1448661"/>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16" name="Text Box 2"/>
          <p:cNvSpPr txBox="1">
            <a:spLocks noChangeArrowheads="1"/>
          </p:cNvSpPr>
          <p:nvPr/>
        </p:nvSpPr>
        <p:spPr bwMode="auto">
          <a:xfrm>
            <a:off x="2248622" y="1452827"/>
            <a:ext cx="3692165"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D5 –  Identifier les causes racines</a:t>
            </a:r>
          </a:p>
        </p:txBody>
      </p:sp>
      <p:sp>
        <p:nvSpPr>
          <p:cNvPr id="13" name="Rectangle 2"/>
          <p:cNvSpPr>
            <a:spLocks noChangeArrowheads="1"/>
          </p:cNvSpPr>
          <p:nvPr/>
        </p:nvSpPr>
        <p:spPr bwMode="auto">
          <a:xfrm>
            <a:off x="352425" y="375315"/>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dirty="0">
                <a:solidFill>
                  <a:srgbClr val="002060"/>
                </a:solidFill>
                <a:effectLst>
                  <a:outerShdw blurRad="38100" dist="38100" dir="2700000" algn="tl">
                    <a:srgbClr val="C0C0C0"/>
                  </a:outerShdw>
                </a:effectLst>
                <a:latin typeface="Calibri" pitchFamily="34" charset="0"/>
                <a:cs typeface="Calibri" pitchFamily="34" charset="0"/>
              </a:rPr>
              <a:t>8D </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et outils associés</a:t>
            </a:r>
          </a:p>
        </p:txBody>
      </p:sp>
      <p:sp>
        <p:nvSpPr>
          <p:cNvPr id="3" name="Rectangle 2"/>
          <p:cNvSpPr/>
          <p:nvPr/>
        </p:nvSpPr>
        <p:spPr>
          <a:xfrm>
            <a:off x="2285999" y="3013501"/>
            <a:ext cx="5121315" cy="2308324"/>
          </a:xfrm>
          <a:prstGeom prst="rect">
            <a:avLst/>
          </a:prstGeom>
        </p:spPr>
        <p:txBody>
          <a:bodyPr wrap="square">
            <a:spAutoFit/>
          </a:bodyPr>
          <a:lstStyle/>
          <a:p>
            <a:r>
              <a:rPr lang="fr-FR" sz="2400" dirty="0"/>
              <a:t>De manière plus pragmatique :</a:t>
            </a:r>
          </a:p>
          <a:p>
            <a:pPr algn="ctr"/>
            <a:endParaRPr lang="fr-FR" sz="2400" dirty="0"/>
          </a:p>
          <a:p>
            <a:pPr algn="ctr"/>
            <a:r>
              <a:rPr lang="fr-FR" sz="2400" dirty="0"/>
              <a:t>La meilleure solution est souvent celle en relation logique démontrée avec la cause racine identifiée.</a:t>
            </a:r>
          </a:p>
        </p:txBody>
      </p:sp>
    </p:spTree>
    <p:extLst>
      <p:ext uri="{BB962C8B-B14F-4D97-AF65-F5344CB8AC3E}">
        <p14:creationId xmlns:p14="http://schemas.microsoft.com/office/powerpoint/2010/main" val="1709599829"/>
      </p:ext>
    </p:extLst>
  </p:cSld>
  <p:clrMapOvr>
    <a:masterClrMapping/>
  </p:clrMapOvr>
  <p:transition>
    <p:zoom/>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8" name="Object 2"/>
          <p:cNvGraphicFramePr>
            <a:graphicFrameLocks noChangeAspect="1"/>
          </p:cNvGraphicFramePr>
          <p:nvPr>
            <p:extLst>
              <p:ext uri="{D42A27DB-BD31-4B8C-83A1-F6EECF244321}">
                <p14:modId xmlns:p14="http://schemas.microsoft.com/office/powerpoint/2010/main" val="2281239868"/>
              </p:ext>
            </p:extLst>
          </p:nvPr>
        </p:nvGraphicFramePr>
        <p:xfrm>
          <a:off x="7974013" y="670076"/>
          <a:ext cx="763587" cy="1028700"/>
        </p:xfrm>
        <a:graphic>
          <a:graphicData uri="http://schemas.openxmlformats.org/presentationml/2006/ole">
            <mc:AlternateContent xmlns:mc="http://schemas.openxmlformats.org/markup-compatibility/2006">
              <mc:Choice xmlns:v="urn:schemas-microsoft-com:vml" Requires="v">
                <p:oleObj name="Clip" r:id="rId3" imgW="2525760" imgH="3407040" progId="MS_ClipArt_Gallery.5">
                  <p:embed/>
                </p:oleObj>
              </mc:Choice>
              <mc:Fallback>
                <p:oleObj name="Clip" r:id="rId3" imgW="2525760" imgH="3407040" progId="MS_ClipArt_Gallery.5">
                  <p:embed/>
                  <p:pic>
                    <p:nvPicPr>
                      <p:cNvPr id="409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74013" y="670076"/>
                        <a:ext cx="763587" cy="1028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4099" name="Text Box 5"/>
          <p:cNvSpPr txBox="1">
            <a:spLocks noChangeArrowheads="1"/>
          </p:cNvSpPr>
          <p:nvPr/>
        </p:nvSpPr>
        <p:spPr bwMode="auto">
          <a:xfrm>
            <a:off x="633413" y="1916113"/>
            <a:ext cx="4521200" cy="366712"/>
          </a:xfrm>
          <a:prstGeom prst="rect">
            <a:avLst/>
          </a:prstGeom>
          <a:noFill/>
          <a:ln w="9525">
            <a:noFill/>
            <a:miter lim="800000"/>
            <a:headEnd/>
            <a:tailEnd/>
          </a:ln>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Décrire - Clarifier</a:t>
            </a:r>
          </a:p>
        </p:txBody>
      </p:sp>
      <p:grpSp>
        <p:nvGrpSpPr>
          <p:cNvPr id="4100" name="Group 6"/>
          <p:cNvGrpSpPr>
            <a:grpSpLocks/>
          </p:cNvGrpSpPr>
          <p:nvPr/>
        </p:nvGrpSpPr>
        <p:grpSpPr bwMode="auto">
          <a:xfrm>
            <a:off x="301625" y="1900238"/>
            <a:ext cx="320675" cy="366712"/>
            <a:chOff x="1385" y="2247"/>
            <a:chExt cx="202" cy="231"/>
          </a:xfrm>
        </p:grpSpPr>
        <p:pic>
          <p:nvPicPr>
            <p:cNvPr id="4142" name="Picture 7" descr="WB01619_"/>
            <p:cNvPicPr>
              <a:picLocks noChangeAspect="1" noChangeArrowheads="1"/>
            </p:cNvPicPr>
            <p:nvPr/>
          </p:nvPicPr>
          <p:blipFill>
            <a:blip r:embed="rId5" cstate="print"/>
            <a:srcRect/>
            <a:stretch>
              <a:fillRect/>
            </a:stretch>
          </p:blipFill>
          <p:spPr bwMode="auto">
            <a:xfrm>
              <a:off x="1385" y="2263"/>
              <a:ext cx="202" cy="215"/>
            </a:xfrm>
            <a:prstGeom prst="rect">
              <a:avLst/>
            </a:prstGeom>
            <a:noFill/>
            <a:ln w="9525">
              <a:noFill/>
              <a:miter lim="800000"/>
              <a:headEnd/>
              <a:tailEnd/>
            </a:ln>
          </p:spPr>
        </p:pic>
        <p:sp>
          <p:nvSpPr>
            <p:cNvPr id="94216" name="Text Box 8"/>
            <p:cNvSpPr txBox="1">
              <a:spLocks noChangeArrowheads="1"/>
            </p:cNvSpPr>
            <p:nvPr/>
          </p:nvSpPr>
          <p:spPr bwMode="auto">
            <a:xfrm>
              <a:off x="1398" y="2247"/>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1</a:t>
              </a:r>
            </a:p>
          </p:txBody>
        </p:sp>
      </p:grpSp>
      <p:sp>
        <p:nvSpPr>
          <p:cNvPr id="94217" name="Text Box 9"/>
          <p:cNvSpPr txBox="1">
            <a:spLocks noChangeArrowheads="1"/>
          </p:cNvSpPr>
          <p:nvPr/>
        </p:nvSpPr>
        <p:spPr bwMode="auto">
          <a:xfrm>
            <a:off x="644407" y="2822575"/>
            <a:ext cx="5018707" cy="369332"/>
          </a:xfrm>
          <a:prstGeom prst="rect">
            <a:avLst/>
          </a:prstGeom>
          <a:noFill/>
          <a:ln w="9525">
            <a:noFill/>
            <a:miter lim="800000"/>
            <a:headEnd/>
            <a:tailEnd/>
          </a:ln>
          <a:effectLst/>
        </p:spPr>
        <p:txBody>
          <a:bodyPr wrap="square">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Contre(s)-Mesure(s) Immédiate(s)</a:t>
            </a:r>
          </a:p>
        </p:txBody>
      </p:sp>
      <p:grpSp>
        <p:nvGrpSpPr>
          <p:cNvPr id="4102" name="Group 10"/>
          <p:cNvGrpSpPr>
            <a:grpSpLocks/>
          </p:cNvGrpSpPr>
          <p:nvPr/>
        </p:nvGrpSpPr>
        <p:grpSpPr bwMode="auto">
          <a:xfrm>
            <a:off x="301625" y="3209925"/>
            <a:ext cx="320675" cy="366713"/>
            <a:chOff x="1377" y="2791"/>
            <a:chExt cx="202" cy="231"/>
          </a:xfrm>
        </p:grpSpPr>
        <p:pic>
          <p:nvPicPr>
            <p:cNvPr id="4140" name="Picture 11" descr="WB01619_"/>
            <p:cNvPicPr>
              <a:picLocks noChangeAspect="1" noChangeArrowheads="1"/>
            </p:cNvPicPr>
            <p:nvPr/>
          </p:nvPicPr>
          <p:blipFill>
            <a:blip r:embed="rId5" cstate="print"/>
            <a:srcRect/>
            <a:stretch>
              <a:fillRect/>
            </a:stretch>
          </p:blipFill>
          <p:spPr bwMode="auto">
            <a:xfrm>
              <a:off x="1377" y="2807"/>
              <a:ext cx="202" cy="215"/>
            </a:xfrm>
            <a:prstGeom prst="rect">
              <a:avLst/>
            </a:prstGeom>
            <a:noFill/>
            <a:ln w="9525">
              <a:noFill/>
              <a:miter lim="800000"/>
              <a:headEnd/>
              <a:tailEnd/>
            </a:ln>
          </p:spPr>
        </p:pic>
        <p:sp>
          <p:nvSpPr>
            <p:cNvPr id="94220" name="Text Box 12"/>
            <p:cNvSpPr txBox="1">
              <a:spLocks noChangeArrowheads="1"/>
            </p:cNvSpPr>
            <p:nvPr/>
          </p:nvSpPr>
          <p:spPr bwMode="auto">
            <a:xfrm>
              <a:off x="1390" y="2791"/>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4</a:t>
              </a:r>
            </a:p>
          </p:txBody>
        </p:sp>
      </p:grpSp>
      <p:sp>
        <p:nvSpPr>
          <p:cNvPr id="94221" name="Text Box 13"/>
          <p:cNvSpPr txBox="1">
            <a:spLocks noChangeArrowheads="1"/>
          </p:cNvSpPr>
          <p:nvPr/>
        </p:nvSpPr>
        <p:spPr bwMode="auto">
          <a:xfrm>
            <a:off x="731776" y="4235450"/>
            <a:ext cx="8169057" cy="307777"/>
          </a:xfrm>
          <a:prstGeom prst="rect">
            <a:avLst/>
          </a:prstGeom>
          <a:noFill/>
          <a:ln w="9525">
            <a:noFill/>
            <a:miter lim="800000"/>
            <a:headEnd/>
            <a:tailEnd/>
          </a:ln>
          <a:effectLst/>
        </p:spPr>
        <p:txBody>
          <a:bodyPr wrap="square">
            <a:spAutoFit/>
          </a:bodyPr>
          <a:lstStyle/>
          <a:p>
            <a:pPr eaLnBrk="0" hangingPunct="0">
              <a:spcBef>
                <a:spcPct val="50000"/>
              </a:spcBef>
              <a:defRPr/>
            </a:pPr>
            <a:r>
              <a:rPr lang="fr-FR" sz="1400" dirty="0">
                <a:solidFill>
                  <a:schemeClr val="bg1">
                    <a:lumMod val="65000"/>
                  </a:schemeClr>
                </a:solidFill>
                <a:latin typeface="Calibri" pitchFamily="34" charset="0"/>
                <a:cs typeface="Calibri" pitchFamily="34" charset="0"/>
              </a:rPr>
              <a:t>Recherche des causes racines (facteurs probables, facteurs prouvés, 5P, causes racines)</a:t>
            </a:r>
          </a:p>
        </p:txBody>
      </p:sp>
      <p:grpSp>
        <p:nvGrpSpPr>
          <p:cNvPr id="4104" name="Group 14"/>
          <p:cNvGrpSpPr>
            <a:grpSpLocks/>
          </p:cNvGrpSpPr>
          <p:nvPr/>
        </p:nvGrpSpPr>
        <p:grpSpPr bwMode="auto">
          <a:xfrm>
            <a:off x="301625" y="4219575"/>
            <a:ext cx="320675" cy="366713"/>
            <a:chOff x="1377" y="3081"/>
            <a:chExt cx="202" cy="231"/>
          </a:xfrm>
        </p:grpSpPr>
        <p:pic>
          <p:nvPicPr>
            <p:cNvPr id="4138" name="Picture 15" descr="WB01619_"/>
            <p:cNvPicPr>
              <a:picLocks noChangeAspect="1" noChangeArrowheads="1"/>
            </p:cNvPicPr>
            <p:nvPr/>
          </p:nvPicPr>
          <p:blipFill>
            <a:blip r:embed="rId5" cstate="print"/>
            <a:srcRect/>
            <a:stretch>
              <a:fillRect/>
            </a:stretch>
          </p:blipFill>
          <p:spPr bwMode="auto">
            <a:xfrm>
              <a:off x="1377" y="3097"/>
              <a:ext cx="202" cy="215"/>
            </a:xfrm>
            <a:prstGeom prst="rect">
              <a:avLst/>
            </a:prstGeom>
            <a:noFill/>
            <a:ln w="9525">
              <a:noFill/>
              <a:miter lim="800000"/>
              <a:headEnd/>
              <a:tailEnd/>
            </a:ln>
          </p:spPr>
        </p:pic>
        <p:sp>
          <p:nvSpPr>
            <p:cNvPr id="94224" name="Text Box 16"/>
            <p:cNvSpPr txBox="1">
              <a:spLocks noChangeArrowheads="1"/>
            </p:cNvSpPr>
            <p:nvPr/>
          </p:nvSpPr>
          <p:spPr bwMode="auto">
            <a:xfrm>
              <a:off x="1390" y="3081"/>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5</a:t>
              </a:r>
            </a:p>
          </p:txBody>
        </p:sp>
      </p:grpSp>
      <p:sp>
        <p:nvSpPr>
          <p:cNvPr id="94225" name="Text Box 17"/>
          <p:cNvSpPr txBox="1">
            <a:spLocks noChangeArrowheads="1"/>
          </p:cNvSpPr>
          <p:nvPr/>
        </p:nvSpPr>
        <p:spPr bwMode="auto">
          <a:xfrm>
            <a:off x="633413" y="4648200"/>
            <a:ext cx="5826125" cy="366713"/>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chemeClr val="bg2">
                    <a:lumMod val="25000"/>
                  </a:schemeClr>
                </a:solidFill>
                <a:latin typeface="Calibri" pitchFamily="34" charset="0"/>
                <a:cs typeface="Calibri" pitchFamily="34" charset="0"/>
              </a:rPr>
              <a:t>Actions correctives</a:t>
            </a:r>
          </a:p>
        </p:txBody>
      </p:sp>
      <p:pic>
        <p:nvPicPr>
          <p:cNvPr id="4106" name="Picture 18" descr="WB01619_"/>
          <p:cNvPicPr>
            <a:picLocks noChangeAspect="1" noChangeArrowheads="1"/>
          </p:cNvPicPr>
          <p:nvPr/>
        </p:nvPicPr>
        <p:blipFill>
          <a:blip r:embed="rId5" cstate="print"/>
          <a:srcRect/>
          <a:stretch>
            <a:fillRect/>
          </a:stretch>
        </p:blipFill>
        <p:spPr bwMode="auto">
          <a:xfrm>
            <a:off x="301625" y="4657725"/>
            <a:ext cx="320675" cy="341313"/>
          </a:xfrm>
          <a:prstGeom prst="rect">
            <a:avLst/>
          </a:prstGeom>
          <a:noFill/>
          <a:ln w="9525">
            <a:noFill/>
            <a:miter lim="800000"/>
            <a:headEnd/>
            <a:tailEnd/>
          </a:ln>
        </p:spPr>
      </p:pic>
      <p:sp>
        <p:nvSpPr>
          <p:cNvPr id="94227" name="Text Box 19"/>
          <p:cNvSpPr txBox="1">
            <a:spLocks noChangeArrowheads="1"/>
          </p:cNvSpPr>
          <p:nvPr/>
        </p:nvSpPr>
        <p:spPr bwMode="auto">
          <a:xfrm>
            <a:off x="322263" y="4632325"/>
            <a:ext cx="254000" cy="366713"/>
          </a:xfrm>
          <a:prstGeom prst="rect">
            <a:avLst/>
          </a:prstGeom>
          <a:noFill/>
          <a:ln w="9525">
            <a:noFill/>
            <a:miter lim="800000"/>
            <a:headEnd/>
            <a:tailEnd/>
          </a:ln>
          <a:effectLst/>
        </p:spPr>
        <p:txBody>
          <a:bodyPr>
            <a:spAutoFit/>
          </a:bodyPr>
          <a:lstStyle/>
          <a:p>
            <a:pPr eaLnBrk="0" hangingPunct="0">
              <a:spcBef>
                <a:spcPct val="50000"/>
              </a:spcBef>
              <a:defRPr/>
            </a:pPr>
            <a:r>
              <a:rPr lang="fr-FR" sz="1800" b="1">
                <a:solidFill>
                  <a:schemeClr val="bg1">
                    <a:lumMod val="65000"/>
                  </a:schemeClr>
                </a:solidFill>
                <a:effectLst>
                  <a:outerShdw blurRad="38100" dist="38100" dir="2700000" algn="tl">
                    <a:srgbClr val="C0C0C0"/>
                  </a:outerShdw>
                </a:effectLst>
                <a:latin typeface="Calibri" pitchFamily="34" charset="0"/>
                <a:cs typeface="Calibri" pitchFamily="34" charset="0"/>
              </a:rPr>
              <a:t>6</a:t>
            </a:r>
          </a:p>
        </p:txBody>
      </p:sp>
      <p:sp>
        <p:nvSpPr>
          <p:cNvPr id="94228" name="Text Box 20"/>
          <p:cNvSpPr txBox="1">
            <a:spLocks noChangeArrowheads="1"/>
          </p:cNvSpPr>
          <p:nvPr/>
        </p:nvSpPr>
        <p:spPr bwMode="auto">
          <a:xfrm>
            <a:off x="633413" y="5060950"/>
            <a:ext cx="5749925" cy="366713"/>
          </a:xfrm>
          <a:prstGeom prst="rect">
            <a:avLst/>
          </a:prstGeom>
          <a:noFill/>
          <a:ln w="9525">
            <a:noFill/>
            <a:miter lim="800000"/>
            <a:headEnd/>
            <a:tailEnd/>
          </a:ln>
          <a:effectLst/>
        </p:spPr>
        <p:txBody>
          <a:bodyPr>
            <a:spAutoFit/>
          </a:bodyPr>
          <a:lstStyle/>
          <a:p>
            <a:pPr eaLnBrk="0" hangingPunct="0">
              <a:spcBef>
                <a:spcPct val="50000"/>
              </a:spcBef>
              <a:defRPr/>
            </a:pPr>
            <a:r>
              <a:rPr lang="fr-FR" sz="1800" b="1" dirty="0">
                <a:solidFill>
                  <a:schemeClr val="bg1">
                    <a:lumMod val="65000"/>
                  </a:schemeClr>
                </a:solidFill>
                <a:latin typeface="Calibri" pitchFamily="34" charset="0"/>
                <a:cs typeface="Calibri" pitchFamily="34" charset="0"/>
              </a:rPr>
              <a:t>Résultat -Suivi de l’efficacité</a:t>
            </a:r>
            <a:endParaRPr lang="fr-FR" sz="1600" b="1" dirty="0">
              <a:solidFill>
                <a:schemeClr val="bg1">
                  <a:lumMod val="65000"/>
                </a:schemeClr>
              </a:solidFill>
              <a:latin typeface="Calibri" pitchFamily="34" charset="0"/>
              <a:cs typeface="Calibri" pitchFamily="34" charset="0"/>
            </a:endParaRPr>
          </a:p>
        </p:txBody>
      </p:sp>
      <p:grpSp>
        <p:nvGrpSpPr>
          <p:cNvPr id="4109" name="Group 21"/>
          <p:cNvGrpSpPr>
            <a:grpSpLocks/>
          </p:cNvGrpSpPr>
          <p:nvPr/>
        </p:nvGrpSpPr>
        <p:grpSpPr bwMode="auto">
          <a:xfrm>
            <a:off x="301625" y="5045075"/>
            <a:ext cx="320675" cy="366713"/>
            <a:chOff x="1377" y="3591"/>
            <a:chExt cx="202" cy="231"/>
          </a:xfrm>
        </p:grpSpPr>
        <p:pic>
          <p:nvPicPr>
            <p:cNvPr id="4136" name="Picture 22" descr="WB01619_"/>
            <p:cNvPicPr>
              <a:picLocks noChangeAspect="1" noChangeArrowheads="1"/>
            </p:cNvPicPr>
            <p:nvPr/>
          </p:nvPicPr>
          <p:blipFill>
            <a:blip r:embed="rId5" cstate="print"/>
            <a:srcRect/>
            <a:stretch>
              <a:fillRect/>
            </a:stretch>
          </p:blipFill>
          <p:spPr bwMode="auto">
            <a:xfrm>
              <a:off x="1377" y="3607"/>
              <a:ext cx="202" cy="215"/>
            </a:xfrm>
            <a:prstGeom prst="rect">
              <a:avLst/>
            </a:prstGeom>
            <a:noFill/>
            <a:ln w="9525">
              <a:noFill/>
              <a:miter lim="800000"/>
              <a:headEnd/>
              <a:tailEnd/>
            </a:ln>
          </p:spPr>
        </p:pic>
        <p:sp>
          <p:nvSpPr>
            <p:cNvPr id="94231" name="Text Box 23"/>
            <p:cNvSpPr txBox="1">
              <a:spLocks noChangeArrowheads="1"/>
            </p:cNvSpPr>
            <p:nvPr/>
          </p:nvSpPr>
          <p:spPr bwMode="auto">
            <a:xfrm>
              <a:off x="1390" y="3591"/>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b="1">
                  <a:solidFill>
                    <a:schemeClr val="bg1">
                      <a:lumMod val="65000"/>
                    </a:schemeClr>
                  </a:solidFill>
                  <a:effectLst>
                    <a:outerShdw blurRad="38100" dist="38100" dir="2700000" algn="tl">
                      <a:srgbClr val="C0C0C0"/>
                    </a:outerShdw>
                  </a:effectLst>
                  <a:latin typeface="Calibri" pitchFamily="34" charset="0"/>
                  <a:cs typeface="Calibri" pitchFamily="34" charset="0"/>
                </a:rPr>
                <a:t>7</a:t>
              </a:r>
            </a:p>
          </p:txBody>
        </p:sp>
      </p:grpSp>
      <p:grpSp>
        <p:nvGrpSpPr>
          <p:cNvPr id="4110" name="Group 24"/>
          <p:cNvGrpSpPr>
            <a:grpSpLocks/>
          </p:cNvGrpSpPr>
          <p:nvPr/>
        </p:nvGrpSpPr>
        <p:grpSpPr bwMode="auto">
          <a:xfrm>
            <a:off x="301625" y="2360613"/>
            <a:ext cx="320675" cy="366712"/>
            <a:chOff x="1385" y="1999"/>
            <a:chExt cx="202" cy="231"/>
          </a:xfrm>
        </p:grpSpPr>
        <p:pic>
          <p:nvPicPr>
            <p:cNvPr id="4134" name="Picture 25" descr="WB01619_"/>
            <p:cNvPicPr>
              <a:picLocks noChangeAspect="1" noChangeArrowheads="1"/>
            </p:cNvPicPr>
            <p:nvPr/>
          </p:nvPicPr>
          <p:blipFill>
            <a:blip r:embed="rId5" cstate="print"/>
            <a:srcRect/>
            <a:stretch>
              <a:fillRect/>
            </a:stretch>
          </p:blipFill>
          <p:spPr bwMode="auto">
            <a:xfrm>
              <a:off x="1385" y="2015"/>
              <a:ext cx="202" cy="215"/>
            </a:xfrm>
            <a:prstGeom prst="rect">
              <a:avLst/>
            </a:prstGeom>
            <a:noFill/>
            <a:ln w="9525">
              <a:noFill/>
              <a:miter lim="800000"/>
              <a:headEnd/>
              <a:tailEnd/>
            </a:ln>
          </p:spPr>
        </p:pic>
        <p:sp>
          <p:nvSpPr>
            <p:cNvPr id="94234" name="Text Box 26"/>
            <p:cNvSpPr txBox="1">
              <a:spLocks noChangeArrowheads="1"/>
            </p:cNvSpPr>
            <p:nvPr/>
          </p:nvSpPr>
          <p:spPr bwMode="auto">
            <a:xfrm>
              <a:off x="1398" y="1999"/>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2</a:t>
              </a:r>
            </a:p>
          </p:txBody>
        </p:sp>
      </p:grpSp>
      <p:sp>
        <p:nvSpPr>
          <p:cNvPr id="94235" name="Text Box 27"/>
          <p:cNvSpPr txBox="1">
            <a:spLocks noChangeArrowheads="1"/>
          </p:cNvSpPr>
          <p:nvPr/>
        </p:nvSpPr>
        <p:spPr bwMode="auto">
          <a:xfrm>
            <a:off x="633412" y="2376488"/>
            <a:ext cx="5918807" cy="369332"/>
          </a:xfrm>
          <a:prstGeom prst="rect">
            <a:avLst/>
          </a:prstGeom>
          <a:noFill/>
          <a:ln w="12700">
            <a:noFill/>
            <a:miter lim="800000"/>
            <a:headEnd/>
            <a:tailEnd/>
          </a:ln>
          <a:effectLst/>
        </p:spPr>
        <p:txBody>
          <a:bodyPr wrap="square">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Constitution du Groupe de Travail</a:t>
            </a:r>
          </a:p>
        </p:txBody>
      </p:sp>
      <p:grpSp>
        <p:nvGrpSpPr>
          <p:cNvPr id="4112" name="Group 28"/>
          <p:cNvGrpSpPr>
            <a:grpSpLocks/>
          </p:cNvGrpSpPr>
          <p:nvPr/>
        </p:nvGrpSpPr>
        <p:grpSpPr bwMode="auto">
          <a:xfrm>
            <a:off x="301625" y="2797175"/>
            <a:ext cx="320675" cy="366713"/>
            <a:chOff x="1377" y="2511"/>
            <a:chExt cx="202" cy="231"/>
          </a:xfrm>
        </p:grpSpPr>
        <p:pic>
          <p:nvPicPr>
            <p:cNvPr id="4132" name="Picture 29" descr="WB01619_"/>
            <p:cNvPicPr>
              <a:picLocks noChangeAspect="1" noChangeArrowheads="1"/>
            </p:cNvPicPr>
            <p:nvPr/>
          </p:nvPicPr>
          <p:blipFill>
            <a:blip r:embed="rId5" cstate="print"/>
            <a:srcRect/>
            <a:stretch>
              <a:fillRect/>
            </a:stretch>
          </p:blipFill>
          <p:spPr bwMode="auto">
            <a:xfrm>
              <a:off x="1377" y="2527"/>
              <a:ext cx="202" cy="215"/>
            </a:xfrm>
            <a:prstGeom prst="rect">
              <a:avLst/>
            </a:prstGeom>
            <a:noFill/>
            <a:ln w="9525">
              <a:noFill/>
              <a:miter lim="800000"/>
              <a:headEnd/>
              <a:tailEnd/>
            </a:ln>
          </p:spPr>
        </p:pic>
        <p:sp>
          <p:nvSpPr>
            <p:cNvPr id="94238" name="Text Box 30"/>
            <p:cNvSpPr txBox="1">
              <a:spLocks noChangeArrowheads="1"/>
            </p:cNvSpPr>
            <p:nvPr/>
          </p:nvSpPr>
          <p:spPr bwMode="auto">
            <a:xfrm>
              <a:off x="1390" y="2511"/>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3</a:t>
              </a:r>
            </a:p>
          </p:txBody>
        </p:sp>
      </p:grpSp>
      <p:sp>
        <p:nvSpPr>
          <p:cNvPr id="94239" name="Text Box 31"/>
          <p:cNvSpPr txBox="1">
            <a:spLocks noChangeArrowheads="1"/>
          </p:cNvSpPr>
          <p:nvPr/>
        </p:nvSpPr>
        <p:spPr bwMode="auto">
          <a:xfrm>
            <a:off x="669925" y="3228463"/>
            <a:ext cx="7550150" cy="369332"/>
          </a:xfrm>
          <a:prstGeom prst="rect">
            <a:avLst/>
          </a:prstGeom>
          <a:noFill/>
          <a:ln w="12700">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Localiser la Source de la Cause – Identifier les Causes Probables</a:t>
            </a:r>
          </a:p>
        </p:txBody>
      </p:sp>
      <p:grpSp>
        <p:nvGrpSpPr>
          <p:cNvPr id="4114" name="Group 32"/>
          <p:cNvGrpSpPr>
            <a:grpSpLocks/>
          </p:cNvGrpSpPr>
          <p:nvPr/>
        </p:nvGrpSpPr>
        <p:grpSpPr bwMode="auto">
          <a:xfrm>
            <a:off x="301625" y="5457825"/>
            <a:ext cx="320675" cy="366713"/>
            <a:chOff x="1377" y="3823"/>
            <a:chExt cx="202" cy="231"/>
          </a:xfrm>
        </p:grpSpPr>
        <p:pic>
          <p:nvPicPr>
            <p:cNvPr id="4130" name="Picture 33" descr="WB01619_"/>
            <p:cNvPicPr>
              <a:picLocks noChangeAspect="1" noChangeArrowheads="1"/>
            </p:cNvPicPr>
            <p:nvPr/>
          </p:nvPicPr>
          <p:blipFill>
            <a:blip r:embed="rId5" cstate="print"/>
            <a:srcRect/>
            <a:stretch>
              <a:fillRect/>
            </a:stretch>
          </p:blipFill>
          <p:spPr bwMode="auto">
            <a:xfrm>
              <a:off x="1377" y="3839"/>
              <a:ext cx="202" cy="215"/>
            </a:xfrm>
            <a:prstGeom prst="rect">
              <a:avLst/>
            </a:prstGeom>
            <a:noFill/>
            <a:ln w="9525">
              <a:noFill/>
              <a:miter lim="800000"/>
              <a:headEnd/>
              <a:tailEnd/>
            </a:ln>
          </p:spPr>
        </p:pic>
        <p:sp>
          <p:nvSpPr>
            <p:cNvPr id="94242" name="Text Box 34"/>
            <p:cNvSpPr txBox="1">
              <a:spLocks noChangeArrowheads="1"/>
            </p:cNvSpPr>
            <p:nvPr/>
          </p:nvSpPr>
          <p:spPr bwMode="auto">
            <a:xfrm>
              <a:off x="1390" y="3823"/>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b="1">
                  <a:solidFill>
                    <a:schemeClr val="bg1">
                      <a:lumMod val="65000"/>
                    </a:schemeClr>
                  </a:solidFill>
                  <a:effectLst>
                    <a:outerShdw blurRad="38100" dist="38100" dir="2700000" algn="tl">
                      <a:srgbClr val="C0C0C0"/>
                    </a:outerShdw>
                  </a:effectLst>
                  <a:latin typeface="Calibri" pitchFamily="34" charset="0"/>
                  <a:cs typeface="Calibri" pitchFamily="34" charset="0"/>
                </a:rPr>
                <a:t>8</a:t>
              </a:r>
            </a:p>
          </p:txBody>
        </p:sp>
      </p:grpSp>
      <p:sp>
        <p:nvSpPr>
          <p:cNvPr id="94243" name="Text Box 35"/>
          <p:cNvSpPr txBox="1">
            <a:spLocks noChangeArrowheads="1"/>
          </p:cNvSpPr>
          <p:nvPr/>
        </p:nvSpPr>
        <p:spPr bwMode="auto">
          <a:xfrm>
            <a:off x="633413" y="5473700"/>
            <a:ext cx="7150868" cy="369332"/>
          </a:xfrm>
          <a:prstGeom prst="rect">
            <a:avLst/>
          </a:prstGeom>
          <a:noFill/>
          <a:ln w="12700">
            <a:noFill/>
            <a:miter lim="800000"/>
            <a:headEnd/>
            <a:tailEnd/>
          </a:ln>
          <a:effectLst/>
        </p:spPr>
        <p:txBody>
          <a:bodyPr wrap="none">
            <a:spAutoFit/>
          </a:bodyPr>
          <a:lstStyle/>
          <a:p>
            <a:pPr eaLnBrk="0" hangingPunct="0">
              <a:spcBef>
                <a:spcPct val="50000"/>
              </a:spcBef>
              <a:defRPr/>
            </a:pPr>
            <a:r>
              <a:rPr lang="fr-FR" sz="1800" b="1" dirty="0">
                <a:solidFill>
                  <a:schemeClr val="bg1">
                    <a:lumMod val="65000"/>
                  </a:schemeClr>
                </a:solidFill>
                <a:latin typeface="Calibri" pitchFamily="34" charset="0"/>
                <a:cs typeface="Calibri" pitchFamily="34" charset="0"/>
              </a:rPr>
              <a:t>Transversalisation – leçons retenues – Actions préventives mises en place</a:t>
            </a:r>
            <a:endParaRPr lang="fr-FR" sz="1600" b="1" dirty="0">
              <a:solidFill>
                <a:schemeClr val="bg1">
                  <a:lumMod val="65000"/>
                </a:schemeClr>
              </a:solidFill>
              <a:latin typeface="Calibri" pitchFamily="34" charset="0"/>
              <a:cs typeface="Calibri" pitchFamily="34" charset="0"/>
            </a:endParaRPr>
          </a:p>
        </p:txBody>
      </p:sp>
      <p:sp>
        <p:nvSpPr>
          <p:cNvPr id="41" name="Rectangle 2"/>
          <p:cNvSpPr>
            <a:spLocks noChangeArrowheads="1"/>
          </p:cNvSpPr>
          <p:nvPr/>
        </p:nvSpPr>
        <p:spPr bwMode="auto">
          <a:xfrm>
            <a:off x="271462" y="395790"/>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8D et outils associés</a:t>
            </a:r>
          </a:p>
        </p:txBody>
      </p:sp>
      <p:sp>
        <p:nvSpPr>
          <p:cNvPr id="48" name="Rectangle 47"/>
          <p:cNvSpPr/>
          <p:nvPr/>
        </p:nvSpPr>
        <p:spPr>
          <a:xfrm>
            <a:off x="322284" y="1328960"/>
            <a:ext cx="1961766"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pic>
        <p:nvPicPr>
          <p:cNvPr id="4120" name="Picture 4"/>
          <p:cNvPicPr>
            <a:picLocks noChangeAspect="1" noChangeArrowheads="1"/>
          </p:cNvPicPr>
          <p:nvPr/>
        </p:nvPicPr>
        <p:blipFill>
          <a:blip r:embed="rId6" cstate="print"/>
          <a:srcRect/>
          <a:stretch>
            <a:fillRect/>
          </a:stretch>
        </p:blipFill>
        <p:spPr bwMode="auto">
          <a:xfrm>
            <a:off x="3028819" y="1547813"/>
            <a:ext cx="1433513" cy="455612"/>
          </a:xfrm>
          <a:prstGeom prst="rect">
            <a:avLst/>
          </a:prstGeom>
          <a:noFill/>
          <a:ln w="9525">
            <a:noFill/>
            <a:miter lim="800000"/>
            <a:headEnd/>
            <a:tailEnd/>
          </a:ln>
        </p:spPr>
      </p:pic>
      <p:sp>
        <p:nvSpPr>
          <p:cNvPr id="49" name="Text Box 48"/>
          <p:cNvSpPr txBox="1">
            <a:spLocks noChangeArrowheads="1"/>
          </p:cNvSpPr>
          <p:nvPr/>
        </p:nvSpPr>
        <p:spPr bwMode="auto">
          <a:xfrm>
            <a:off x="8125945" y="2286550"/>
            <a:ext cx="907621" cy="338554"/>
          </a:xfrm>
          <a:prstGeom prst="rect">
            <a:avLst/>
          </a:prstGeom>
          <a:noFill/>
          <a:ln w="9525">
            <a:noFill/>
            <a:miter lim="800000"/>
            <a:headEnd/>
            <a:tailEnd/>
          </a:ln>
        </p:spPr>
        <p:txBody>
          <a:bodyPr wrap="none">
            <a:spAutoFit/>
          </a:bodyPr>
          <a:lstStyle/>
          <a:p>
            <a:pPr eaLnBrk="0" hangingPunct="0"/>
            <a:r>
              <a:rPr lang="fr-FR" b="1" i="1" dirty="0">
                <a:latin typeface="Calibri" pitchFamily="34" charset="0"/>
                <a:cs typeface="Calibri" pitchFamily="34" charset="0"/>
              </a:rPr>
              <a:t>≤ 2 jours</a:t>
            </a:r>
          </a:p>
        </p:txBody>
      </p:sp>
      <p:cxnSp>
        <p:nvCxnSpPr>
          <p:cNvPr id="4122" name="Connecteur droit avec flèche 50"/>
          <p:cNvCxnSpPr>
            <a:cxnSpLocks noChangeShapeType="1"/>
          </p:cNvCxnSpPr>
          <p:nvPr/>
        </p:nvCxnSpPr>
        <p:spPr bwMode="auto">
          <a:xfrm>
            <a:off x="8027527" y="1931387"/>
            <a:ext cx="9858" cy="1203032"/>
          </a:xfrm>
          <a:prstGeom prst="straightConnector1">
            <a:avLst/>
          </a:prstGeom>
          <a:noFill/>
          <a:ln w="57150" algn="ctr">
            <a:solidFill>
              <a:schemeClr val="tx1"/>
            </a:solidFill>
            <a:round/>
            <a:headEnd/>
            <a:tailEnd type="arrow" w="med" len="med"/>
          </a:ln>
        </p:spPr>
      </p:cxnSp>
      <p:sp>
        <p:nvSpPr>
          <p:cNvPr id="53" name="Text Box 48"/>
          <p:cNvSpPr txBox="1">
            <a:spLocks noChangeArrowheads="1"/>
          </p:cNvSpPr>
          <p:nvPr/>
        </p:nvSpPr>
        <p:spPr bwMode="auto">
          <a:xfrm>
            <a:off x="8125945" y="3143501"/>
            <a:ext cx="814647" cy="307777"/>
          </a:xfrm>
          <a:prstGeom prst="rect">
            <a:avLst/>
          </a:prstGeom>
          <a:noFill/>
          <a:ln w="9525">
            <a:noFill/>
            <a:miter lim="800000"/>
            <a:headEnd/>
            <a:tailEnd/>
          </a:ln>
        </p:spPr>
        <p:txBody>
          <a:bodyPr wrap="none">
            <a:spAutoFit/>
          </a:bodyPr>
          <a:lstStyle/>
          <a:p>
            <a:pPr eaLnBrk="0" hangingPunct="0"/>
            <a:r>
              <a:rPr lang="fr-FR" sz="1400" b="1" i="1" dirty="0">
                <a:latin typeface="Calibri" pitchFamily="34" charset="0"/>
                <a:cs typeface="Calibri" pitchFamily="34" charset="0"/>
              </a:rPr>
              <a:t>≤ </a:t>
            </a:r>
            <a:r>
              <a:rPr lang="fr-FR" sz="1400" i="1" dirty="0">
                <a:latin typeface="Calibri" pitchFamily="34" charset="0"/>
                <a:cs typeface="Calibri" pitchFamily="34" charset="0"/>
              </a:rPr>
              <a:t>7</a:t>
            </a:r>
            <a:r>
              <a:rPr lang="fr-FR" sz="1400" b="1" i="1" dirty="0">
                <a:latin typeface="Calibri" pitchFamily="34" charset="0"/>
                <a:cs typeface="Calibri" pitchFamily="34" charset="0"/>
              </a:rPr>
              <a:t> jours</a:t>
            </a:r>
          </a:p>
        </p:txBody>
      </p:sp>
      <p:cxnSp>
        <p:nvCxnSpPr>
          <p:cNvPr id="4124" name="Connecteur droit avec flèche 53"/>
          <p:cNvCxnSpPr>
            <a:cxnSpLocks noChangeShapeType="1"/>
          </p:cNvCxnSpPr>
          <p:nvPr/>
        </p:nvCxnSpPr>
        <p:spPr bwMode="auto">
          <a:xfrm>
            <a:off x="8024351" y="3134419"/>
            <a:ext cx="6350" cy="338406"/>
          </a:xfrm>
          <a:prstGeom prst="straightConnector1">
            <a:avLst/>
          </a:prstGeom>
          <a:noFill/>
          <a:ln w="57150" algn="ctr">
            <a:solidFill>
              <a:schemeClr val="tx1"/>
            </a:solidFill>
            <a:round/>
            <a:headEnd/>
            <a:tailEnd type="arrow" w="med" len="med"/>
          </a:ln>
        </p:spPr>
      </p:cxnSp>
      <p:sp>
        <p:nvSpPr>
          <p:cNvPr id="56" name="Text Box 48"/>
          <p:cNvSpPr txBox="1">
            <a:spLocks noChangeArrowheads="1"/>
          </p:cNvSpPr>
          <p:nvPr/>
        </p:nvSpPr>
        <p:spPr bwMode="auto">
          <a:xfrm>
            <a:off x="8072544" y="4690684"/>
            <a:ext cx="906017" cy="307777"/>
          </a:xfrm>
          <a:prstGeom prst="rect">
            <a:avLst/>
          </a:prstGeom>
          <a:noFill/>
          <a:ln w="9525">
            <a:noFill/>
            <a:miter lim="800000"/>
            <a:headEnd/>
            <a:tailEnd/>
          </a:ln>
        </p:spPr>
        <p:txBody>
          <a:bodyPr wrap="none">
            <a:spAutoFit/>
          </a:bodyPr>
          <a:lstStyle/>
          <a:p>
            <a:pPr eaLnBrk="0" hangingPunct="0"/>
            <a:r>
              <a:rPr lang="fr-FR" sz="1400" b="1" i="1" dirty="0">
                <a:latin typeface="Calibri" pitchFamily="34" charset="0"/>
                <a:cs typeface="Calibri" pitchFamily="34" charset="0"/>
              </a:rPr>
              <a:t>≤ 30 jours</a:t>
            </a:r>
          </a:p>
        </p:txBody>
      </p:sp>
      <p:cxnSp>
        <p:nvCxnSpPr>
          <p:cNvPr id="4126" name="Connecteur droit avec flèche 56"/>
          <p:cNvCxnSpPr>
            <a:cxnSpLocks noChangeShapeType="1"/>
          </p:cNvCxnSpPr>
          <p:nvPr/>
        </p:nvCxnSpPr>
        <p:spPr bwMode="auto">
          <a:xfrm>
            <a:off x="8037385" y="4014065"/>
            <a:ext cx="7937" cy="1790325"/>
          </a:xfrm>
          <a:prstGeom prst="straightConnector1">
            <a:avLst/>
          </a:prstGeom>
          <a:noFill/>
          <a:ln w="57150" algn="ctr">
            <a:solidFill>
              <a:schemeClr val="tx1"/>
            </a:solidFill>
            <a:round/>
            <a:headEnd/>
            <a:tailEnd type="arrow" w="med" len="med"/>
          </a:ln>
        </p:spPr>
      </p:cxnSp>
    </p:spTree>
    <p:extLst>
      <p:ext uri="{BB962C8B-B14F-4D97-AF65-F5344CB8AC3E}">
        <p14:creationId xmlns:p14="http://schemas.microsoft.com/office/powerpoint/2010/main" val="4062677432"/>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49"/>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53"/>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utoUpdateAnimBg="0"/>
      <p:bldP spid="53" grpId="0" autoUpdateAnimBg="0"/>
      <p:bldP spid="56" grpId="0"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4" name="Picture 6" descr="C:\Users\annie\Documents\Images\action plan.jpg"/>
          <p:cNvPicPr>
            <a:picLocks noChangeAspect="1" noChangeArrowheads="1"/>
          </p:cNvPicPr>
          <p:nvPr/>
        </p:nvPicPr>
        <p:blipFill>
          <a:blip r:embed="rId3" cstate="print"/>
          <a:srcRect/>
          <a:stretch>
            <a:fillRect/>
          </a:stretch>
        </p:blipFill>
        <p:spPr bwMode="auto">
          <a:xfrm>
            <a:off x="6960292" y="4959170"/>
            <a:ext cx="1842178" cy="1467095"/>
          </a:xfrm>
          <a:prstGeom prst="rect">
            <a:avLst/>
          </a:prstGeom>
          <a:noFill/>
        </p:spPr>
      </p:pic>
      <p:sp>
        <p:nvSpPr>
          <p:cNvPr id="117764" name="Text Box 4" descr="Papier lettre"/>
          <p:cNvSpPr txBox="1">
            <a:spLocks noChangeArrowheads="1"/>
          </p:cNvSpPr>
          <p:nvPr/>
        </p:nvSpPr>
        <p:spPr bwMode="auto">
          <a:xfrm>
            <a:off x="359337" y="1967013"/>
            <a:ext cx="2871492" cy="369332"/>
          </a:xfrm>
          <a:prstGeom prst="rect">
            <a:avLst/>
          </a:prstGeom>
          <a:blipFill dpi="0" rotWithShape="0">
            <a:blip r:embed="rId4" cstate="print"/>
            <a:srcRect/>
            <a:tile tx="0" ty="0" sx="100000" sy="100000" flip="none" algn="tl"/>
          </a:blipFill>
          <a:ln w="9525">
            <a:noFill/>
            <a:miter lim="800000"/>
            <a:headEnd/>
            <a:tailEnd/>
          </a:ln>
          <a:effectLst>
            <a:glow rad="228600">
              <a:schemeClr val="accent4">
                <a:satMod val="175000"/>
                <a:alpha val="40000"/>
              </a:schemeClr>
            </a:glow>
          </a:effectLst>
        </p:spPr>
        <p:txBody>
          <a:bodyPr wrap="none">
            <a:spAutoFit/>
          </a:bodyPr>
          <a:lstStyle/>
          <a:p>
            <a:pPr eaLnBrk="0" hangingPunct="0">
              <a:spcBef>
                <a:spcPct val="50000"/>
              </a:spcBef>
            </a:pPr>
            <a:r>
              <a:rPr lang="fr-FR" sz="1800" b="1" dirty="0">
                <a:latin typeface="Calibri" pitchFamily="34" charset="0"/>
                <a:cs typeface="Calibri" pitchFamily="34" charset="0"/>
              </a:rPr>
              <a:t>Mettre en œuvre la solution</a:t>
            </a:r>
          </a:p>
        </p:txBody>
      </p:sp>
      <p:sp>
        <p:nvSpPr>
          <p:cNvPr id="117765" name="Text Box 5"/>
          <p:cNvSpPr txBox="1">
            <a:spLocks noChangeArrowheads="1"/>
          </p:cNvSpPr>
          <p:nvPr/>
        </p:nvSpPr>
        <p:spPr bwMode="auto">
          <a:xfrm>
            <a:off x="1421650" y="2712960"/>
            <a:ext cx="6934200" cy="581025"/>
          </a:xfrm>
          <a:prstGeom prst="rect">
            <a:avLst/>
          </a:prstGeom>
          <a:noFill/>
          <a:ln w="9525">
            <a:noFill/>
            <a:miter lim="800000"/>
            <a:headEnd/>
            <a:tailEnd/>
          </a:ln>
          <a:effectLst/>
        </p:spPr>
        <p:txBody>
          <a:bodyPr>
            <a:spAutoFit/>
          </a:bodyPr>
          <a:lstStyle/>
          <a:p>
            <a:pPr eaLnBrk="0" hangingPunct="0">
              <a:spcBef>
                <a:spcPct val="50000"/>
              </a:spcBef>
            </a:pPr>
            <a:r>
              <a:rPr lang="fr-FR" sz="1600" b="1" dirty="0">
                <a:latin typeface="Calibri" pitchFamily="34" charset="0"/>
                <a:cs typeface="Calibri" pitchFamily="34" charset="0"/>
              </a:rPr>
              <a:t>Établir le planning de mise en œuvre en précisant bien pour chaque action qui en est responsable et quel est le délai de réalisation.</a:t>
            </a:r>
          </a:p>
        </p:txBody>
      </p:sp>
      <p:sp>
        <p:nvSpPr>
          <p:cNvPr id="117770" name="Text Box 10"/>
          <p:cNvSpPr txBox="1">
            <a:spLocks noChangeArrowheads="1"/>
          </p:cNvSpPr>
          <p:nvPr/>
        </p:nvSpPr>
        <p:spPr bwMode="auto">
          <a:xfrm>
            <a:off x="476545" y="4433916"/>
            <a:ext cx="7239000" cy="1200329"/>
          </a:xfrm>
          <a:prstGeom prst="rect">
            <a:avLst/>
          </a:prstGeom>
          <a:noFill/>
          <a:ln w="9525">
            <a:noFill/>
            <a:miter lim="800000"/>
            <a:headEnd/>
            <a:tailEnd/>
          </a:ln>
          <a:effectLst/>
        </p:spPr>
        <p:txBody>
          <a:bodyPr>
            <a:spAutoFit/>
          </a:bodyPr>
          <a:lstStyle/>
          <a:p>
            <a:pPr algn="just" eaLnBrk="0" hangingPunct="0">
              <a:spcBef>
                <a:spcPct val="50000"/>
              </a:spcBef>
            </a:pPr>
            <a:r>
              <a:rPr lang="fr-FR" sz="1600" b="1" dirty="0">
                <a:latin typeface="Calibri" pitchFamily="34" charset="0"/>
                <a:cs typeface="Calibri" pitchFamily="34" charset="0"/>
              </a:rPr>
              <a:t>Informer les personnes </a:t>
            </a:r>
            <a:r>
              <a:rPr lang="fr-FR" dirty="0">
                <a:latin typeface="Calibri" pitchFamily="34" charset="0"/>
                <a:cs typeface="Calibri" pitchFamily="34" charset="0"/>
              </a:rPr>
              <a:t>impliquées dans le plan d’actions</a:t>
            </a:r>
            <a:r>
              <a:rPr lang="fr-FR" sz="1600" b="1" dirty="0">
                <a:latin typeface="Calibri" pitchFamily="34" charset="0"/>
                <a:cs typeface="Calibri" pitchFamily="34" charset="0"/>
              </a:rPr>
              <a:t> afin de les convaincre du bien fondé des décisions prises et faciliter la mise en œuvre de la solution. </a:t>
            </a:r>
          </a:p>
          <a:p>
            <a:pPr algn="just" eaLnBrk="0" hangingPunct="0">
              <a:spcBef>
                <a:spcPct val="50000"/>
              </a:spcBef>
            </a:pPr>
            <a:r>
              <a:rPr lang="fr-FR" sz="1600" b="1" dirty="0">
                <a:latin typeface="Calibri" pitchFamily="34" charset="0"/>
                <a:cs typeface="Calibri" pitchFamily="34" charset="0"/>
              </a:rPr>
              <a:t>Diffusion du rapport 8D aux personnes chargées de mettre en place les solutions retenues et validées.</a:t>
            </a:r>
          </a:p>
        </p:txBody>
      </p:sp>
      <p:sp>
        <p:nvSpPr>
          <p:cNvPr id="117771" name="Text Box 11"/>
          <p:cNvSpPr txBox="1">
            <a:spLocks noChangeArrowheads="1"/>
          </p:cNvSpPr>
          <p:nvPr/>
        </p:nvSpPr>
        <p:spPr bwMode="auto">
          <a:xfrm>
            <a:off x="495300" y="5792750"/>
            <a:ext cx="2492375" cy="336550"/>
          </a:xfrm>
          <a:prstGeom prst="rect">
            <a:avLst/>
          </a:prstGeom>
          <a:noFill/>
          <a:ln w="9525">
            <a:noFill/>
            <a:miter lim="800000"/>
            <a:headEnd/>
            <a:tailEnd/>
          </a:ln>
          <a:effectLst/>
        </p:spPr>
        <p:txBody>
          <a:bodyPr>
            <a:spAutoFit/>
          </a:bodyPr>
          <a:lstStyle/>
          <a:p>
            <a:pPr eaLnBrk="0" hangingPunct="0">
              <a:spcBef>
                <a:spcPct val="50000"/>
              </a:spcBef>
            </a:pPr>
            <a:r>
              <a:rPr lang="fr-FR" sz="1600" b="1" dirty="0">
                <a:latin typeface="Calibri" pitchFamily="34" charset="0"/>
                <a:cs typeface="Calibri" pitchFamily="34" charset="0"/>
              </a:rPr>
              <a:t>Appliquer la solution.</a:t>
            </a:r>
          </a:p>
        </p:txBody>
      </p:sp>
      <p:graphicFrame>
        <p:nvGraphicFramePr>
          <p:cNvPr id="117773" name="Object 13"/>
          <p:cNvGraphicFramePr>
            <a:graphicFrameLocks noChangeAspect="1"/>
          </p:cNvGraphicFramePr>
          <p:nvPr/>
        </p:nvGraphicFramePr>
        <p:xfrm>
          <a:off x="296525" y="2798930"/>
          <a:ext cx="1074737" cy="1143000"/>
        </p:xfrm>
        <a:graphic>
          <a:graphicData uri="http://schemas.openxmlformats.org/presentationml/2006/ole">
            <mc:AlternateContent xmlns:mc="http://schemas.openxmlformats.org/markup-compatibility/2006">
              <mc:Choice xmlns:v="urn:schemas-microsoft-com:vml" Requires="v">
                <p:oleObj name="Document" r:id="rId5" imgW="3258312" imgH="3468624" progId="Word.Document.8">
                  <p:embed/>
                </p:oleObj>
              </mc:Choice>
              <mc:Fallback>
                <p:oleObj name="Document" r:id="rId5" imgW="3258312" imgH="3468624" progId="Word.Document.8">
                  <p:embed/>
                  <p:pic>
                    <p:nvPicPr>
                      <p:cNvPr id="117773" name="Object 1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6525" y="2798930"/>
                        <a:ext cx="1074737" cy="11430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pic>
        <p:nvPicPr>
          <p:cNvPr id="32775" name="Picture 7" descr="C:\Users\annie\Documents\Images\groupe2.jpg"/>
          <p:cNvPicPr>
            <a:picLocks noChangeAspect="1" noChangeArrowheads="1"/>
          </p:cNvPicPr>
          <p:nvPr/>
        </p:nvPicPr>
        <p:blipFill>
          <a:blip r:embed="rId7" cstate="print"/>
          <a:srcRect/>
          <a:stretch>
            <a:fillRect/>
          </a:stretch>
        </p:blipFill>
        <p:spPr bwMode="auto">
          <a:xfrm>
            <a:off x="7182290" y="3050125"/>
            <a:ext cx="1684905" cy="1368985"/>
          </a:xfrm>
          <a:prstGeom prst="rect">
            <a:avLst/>
          </a:prstGeom>
          <a:noFill/>
        </p:spPr>
      </p:pic>
      <p:pic>
        <p:nvPicPr>
          <p:cNvPr id="32776" name="Picture 8" descr="C:\Users\annie\Documents\Images\Solution.jpg"/>
          <p:cNvPicPr>
            <a:picLocks noChangeAspect="1" noChangeArrowheads="1"/>
          </p:cNvPicPr>
          <p:nvPr/>
        </p:nvPicPr>
        <p:blipFill>
          <a:blip r:embed="rId8" cstate="print"/>
          <a:srcRect/>
          <a:stretch>
            <a:fillRect/>
          </a:stretch>
        </p:blipFill>
        <p:spPr bwMode="auto">
          <a:xfrm>
            <a:off x="7317305" y="1415941"/>
            <a:ext cx="1613644" cy="1319225"/>
          </a:xfrm>
          <a:prstGeom prst="rect">
            <a:avLst/>
          </a:prstGeom>
          <a:noFill/>
        </p:spPr>
      </p:pic>
      <p:grpSp>
        <p:nvGrpSpPr>
          <p:cNvPr id="20" name="Group 6"/>
          <p:cNvGrpSpPr>
            <a:grpSpLocks/>
          </p:cNvGrpSpPr>
          <p:nvPr/>
        </p:nvGrpSpPr>
        <p:grpSpPr bwMode="auto">
          <a:xfrm>
            <a:off x="3372160" y="3654025"/>
            <a:ext cx="1739900" cy="495300"/>
            <a:chOff x="2172" y="2160"/>
            <a:chExt cx="1096" cy="312"/>
          </a:xfrm>
        </p:grpSpPr>
        <p:sp>
          <p:nvSpPr>
            <p:cNvPr id="21" name="Rectangle 7"/>
            <p:cNvSpPr>
              <a:spLocks noChangeArrowheads="1"/>
            </p:cNvSpPr>
            <p:nvPr/>
          </p:nvSpPr>
          <p:spPr bwMode="auto">
            <a:xfrm>
              <a:off x="2172" y="2160"/>
              <a:ext cx="1096" cy="312"/>
            </a:xfrm>
            <a:prstGeom prst="rect">
              <a:avLst/>
            </a:prstGeom>
            <a:solidFill>
              <a:srgbClr val="CCFF99"/>
            </a:solidFill>
            <a:ln w="3175">
              <a:solidFill>
                <a:schemeClr val="tx1"/>
              </a:solidFill>
              <a:miter lim="800000"/>
              <a:headEnd/>
              <a:tailEnd/>
            </a:ln>
            <a:effectLst/>
            <a:scene3d>
              <a:camera prst="orthographicFront"/>
              <a:lightRig rig="threePt" dir="t"/>
            </a:scene3d>
            <a:sp3d>
              <a:bevelT w="165100" prst="coolSlant"/>
            </a:sp3d>
          </p:spPr>
          <p:txBody>
            <a:bodyPr wrap="none" anchor="ctr"/>
            <a:lstStyle/>
            <a:p>
              <a:pPr>
                <a:defRPr/>
              </a:pPr>
              <a:endParaRPr lang="fr-FR">
                <a:latin typeface="Calibri" pitchFamily="34" charset="0"/>
                <a:cs typeface="Calibri" pitchFamily="34" charset="0"/>
              </a:endParaRPr>
            </a:p>
          </p:txBody>
        </p:sp>
        <p:graphicFrame>
          <p:nvGraphicFramePr>
            <p:cNvPr id="22" name="Object 3"/>
            <p:cNvGraphicFramePr>
              <a:graphicFrameLocks noChangeAspect="1"/>
            </p:cNvGraphicFramePr>
            <p:nvPr/>
          </p:nvGraphicFramePr>
          <p:xfrm>
            <a:off x="2202" y="2172"/>
            <a:ext cx="342" cy="294"/>
          </p:xfrm>
          <a:graphic>
            <a:graphicData uri="http://schemas.openxmlformats.org/presentationml/2006/ole">
              <mc:AlternateContent xmlns:mc="http://schemas.openxmlformats.org/markup-compatibility/2006">
                <mc:Choice xmlns:v="urn:schemas-microsoft-com:vml" Requires="v">
                  <p:oleObj name="Document" r:id="rId9" imgW="1086480" imgH="933120" progId="Word.Document.8">
                    <p:embed/>
                  </p:oleObj>
                </mc:Choice>
                <mc:Fallback>
                  <p:oleObj name="Document" r:id="rId9" imgW="1086480" imgH="933120" progId="Word.Document.8">
                    <p:embed/>
                    <p:pic>
                      <p:nvPicPr>
                        <p:cNvPr id="22" name="Object 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02" y="2172"/>
                          <a:ext cx="342" cy="2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3" name="Text Box 9"/>
            <p:cNvSpPr txBox="1">
              <a:spLocks noChangeArrowheads="1"/>
            </p:cNvSpPr>
            <p:nvPr/>
          </p:nvSpPr>
          <p:spPr bwMode="auto">
            <a:xfrm>
              <a:off x="2534" y="2213"/>
              <a:ext cx="712" cy="213"/>
            </a:xfrm>
            <a:prstGeom prst="rect">
              <a:avLst/>
            </a:prstGeom>
            <a:noFill/>
            <a:ln w="9525">
              <a:noFill/>
              <a:miter lim="800000"/>
              <a:headEnd/>
              <a:tailEnd/>
            </a:ln>
            <a:effectLst/>
            <a:scene3d>
              <a:camera prst="orthographicFront"/>
              <a:lightRig rig="threePt" dir="t"/>
            </a:scene3d>
            <a:sp3d>
              <a:bevelT w="165100" prst="coolSlant"/>
            </a:sp3d>
          </p:spPr>
          <p:txBody>
            <a:bodyPr wrap="none">
              <a:spAutoFit/>
            </a:bodyPr>
            <a:lstStyle/>
            <a:p>
              <a:pPr eaLnBrk="0" hangingPunct="0">
                <a:spcBef>
                  <a:spcPct val="50000"/>
                </a:spcBef>
                <a:defRPr/>
              </a:pPr>
              <a:r>
                <a:rPr lang="fr-FR" sz="1600" b="1" dirty="0">
                  <a:latin typeface="Calibri" pitchFamily="34" charset="0"/>
                  <a:cs typeface="Calibri" pitchFamily="34" charset="0"/>
                </a:rPr>
                <a:t>Plan action</a:t>
              </a:r>
            </a:p>
          </p:txBody>
        </p:sp>
      </p:grpSp>
      <p:sp>
        <p:nvSpPr>
          <p:cNvPr id="24" name="Rectangle 23"/>
          <p:cNvSpPr/>
          <p:nvPr/>
        </p:nvSpPr>
        <p:spPr>
          <a:xfrm>
            <a:off x="296525" y="1346660"/>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 – Les étapes</a:t>
            </a:r>
          </a:p>
        </p:txBody>
      </p:sp>
      <p:sp>
        <p:nvSpPr>
          <p:cNvPr id="25" name="Text Box 2"/>
          <p:cNvSpPr txBox="1">
            <a:spLocks noChangeArrowheads="1"/>
          </p:cNvSpPr>
          <p:nvPr/>
        </p:nvSpPr>
        <p:spPr bwMode="auto">
          <a:xfrm>
            <a:off x="2256012" y="1363705"/>
            <a:ext cx="5464829"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D6 – Actions Corrective : Dérouler le plan d’action</a:t>
            </a:r>
          </a:p>
        </p:txBody>
      </p:sp>
      <p:sp>
        <p:nvSpPr>
          <p:cNvPr id="17" name="Rectangle 2"/>
          <p:cNvSpPr>
            <a:spLocks noChangeArrowheads="1"/>
          </p:cNvSpPr>
          <p:nvPr/>
        </p:nvSpPr>
        <p:spPr bwMode="auto">
          <a:xfrm>
            <a:off x="271462" y="395790"/>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8D et outils associés</a:t>
            </a:r>
          </a:p>
        </p:txBody>
      </p:sp>
    </p:spTree>
    <p:extLst>
      <p:ext uri="{BB962C8B-B14F-4D97-AF65-F5344CB8AC3E}">
        <p14:creationId xmlns:p14="http://schemas.microsoft.com/office/powerpoint/2010/main" val="3604479620"/>
      </p:ext>
    </p:extLst>
  </p:cSld>
  <p:clrMapOvr>
    <a:masterClrMapping/>
  </p:clrMapOvr>
  <p:transition>
    <p:zoom/>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8" name="Object 2"/>
          <p:cNvGraphicFramePr>
            <a:graphicFrameLocks noChangeAspect="1"/>
          </p:cNvGraphicFramePr>
          <p:nvPr>
            <p:extLst>
              <p:ext uri="{D42A27DB-BD31-4B8C-83A1-F6EECF244321}">
                <p14:modId xmlns:p14="http://schemas.microsoft.com/office/powerpoint/2010/main" val="704120993"/>
              </p:ext>
            </p:extLst>
          </p:nvPr>
        </p:nvGraphicFramePr>
        <p:xfrm>
          <a:off x="7974013" y="670076"/>
          <a:ext cx="763587" cy="1028700"/>
        </p:xfrm>
        <a:graphic>
          <a:graphicData uri="http://schemas.openxmlformats.org/presentationml/2006/ole">
            <mc:AlternateContent xmlns:mc="http://schemas.openxmlformats.org/markup-compatibility/2006">
              <mc:Choice xmlns:v="urn:schemas-microsoft-com:vml" Requires="v">
                <p:oleObj name="Clip" r:id="rId3" imgW="2525760" imgH="3407040" progId="MS_ClipArt_Gallery.5">
                  <p:embed/>
                </p:oleObj>
              </mc:Choice>
              <mc:Fallback>
                <p:oleObj name="Clip" r:id="rId3" imgW="2525760" imgH="3407040" progId="MS_ClipArt_Gallery.5">
                  <p:embed/>
                  <p:pic>
                    <p:nvPicPr>
                      <p:cNvPr id="409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74013" y="670076"/>
                        <a:ext cx="763587" cy="1028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4099" name="Text Box 5"/>
          <p:cNvSpPr txBox="1">
            <a:spLocks noChangeArrowheads="1"/>
          </p:cNvSpPr>
          <p:nvPr/>
        </p:nvSpPr>
        <p:spPr bwMode="auto">
          <a:xfrm>
            <a:off x="633413" y="1916113"/>
            <a:ext cx="4521200" cy="366712"/>
          </a:xfrm>
          <a:prstGeom prst="rect">
            <a:avLst/>
          </a:prstGeom>
          <a:noFill/>
          <a:ln w="9525">
            <a:noFill/>
            <a:miter lim="800000"/>
            <a:headEnd/>
            <a:tailEnd/>
          </a:ln>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Décrire - Clarifier</a:t>
            </a:r>
          </a:p>
        </p:txBody>
      </p:sp>
      <p:grpSp>
        <p:nvGrpSpPr>
          <p:cNvPr id="4100" name="Group 6"/>
          <p:cNvGrpSpPr>
            <a:grpSpLocks/>
          </p:cNvGrpSpPr>
          <p:nvPr/>
        </p:nvGrpSpPr>
        <p:grpSpPr bwMode="auto">
          <a:xfrm>
            <a:off x="301625" y="1900238"/>
            <a:ext cx="320675" cy="366712"/>
            <a:chOff x="1385" y="2247"/>
            <a:chExt cx="202" cy="231"/>
          </a:xfrm>
        </p:grpSpPr>
        <p:pic>
          <p:nvPicPr>
            <p:cNvPr id="4142" name="Picture 7" descr="WB01619_"/>
            <p:cNvPicPr>
              <a:picLocks noChangeAspect="1" noChangeArrowheads="1"/>
            </p:cNvPicPr>
            <p:nvPr/>
          </p:nvPicPr>
          <p:blipFill>
            <a:blip r:embed="rId5" cstate="print"/>
            <a:srcRect/>
            <a:stretch>
              <a:fillRect/>
            </a:stretch>
          </p:blipFill>
          <p:spPr bwMode="auto">
            <a:xfrm>
              <a:off x="1385" y="2263"/>
              <a:ext cx="202" cy="215"/>
            </a:xfrm>
            <a:prstGeom prst="rect">
              <a:avLst/>
            </a:prstGeom>
            <a:noFill/>
            <a:ln w="9525">
              <a:noFill/>
              <a:miter lim="800000"/>
              <a:headEnd/>
              <a:tailEnd/>
            </a:ln>
          </p:spPr>
        </p:pic>
        <p:sp>
          <p:nvSpPr>
            <p:cNvPr id="94216" name="Text Box 8"/>
            <p:cNvSpPr txBox="1">
              <a:spLocks noChangeArrowheads="1"/>
            </p:cNvSpPr>
            <p:nvPr/>
          </p:nvSpPr>
          <p:spPr bwMode="auto">
            <a:xfrm>
              <a:off x="1398" y="2247"/>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1</a:t>
              </a:r>
            </a:p>
          </p:txBody>
        </p:sp>
      </p:grpSp>
      <p:sp>
        <p:nvSpPr>
          <p:cNvPr id="94217" name="Text Box 9"/>
          <p:cNvSpPr txBox="1">
            <a:spLocks noChangeArrowheads="1"/>
          </p:cNvSpPr>
          <p:nvPr/>
        </p:nvSpPr>
        <p:spPr bwMode="auto">
          <a:xfrm>
            <a:off x="644407" y="2822575"/>
            <a:ext cx="5018707" cy="369332"/>
          </a:xfrm>
          <a:prstGeom prst="rect">
            <a:avLst/>
          </a:prstGeom>
          <a:noFill/>
          <a:ln w="9525">
            <a:noFill/>
            <a:miter lim="800000"/>
            <a:headEnd/>
            <a:tailEnd/>
          </a:ln>
          <a:effectLst/>
        </p:spPr>
        <p:txBody>
          <a:bodyPr wrap="square">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Contre(s)-Mesure(s) Immédiate(s)</a:t>
            </a:r>
          </a:p>
        </p:txBody>
      </p:sp>
      <p:grpSp>
        <p:nvGrpSpPr>
          <p:cNvPr id="4102" name="Group 10"/>
          <p:cNvGrpSpPr>
            <a:grpSpLocks/>
          </p:cNvGrpSpPr>
          <p:nvPr/>
        </p:nvGrpSpPr>
        <p:grpSpPr bwMode="auto">
          <a:xfrm>
            <a:off x="301625" y="3209925"/>
            <a:ext cx="320675" cy="366713"/>
            <a:chOff x="1377" y="2791"/>
            <a:chExt cx="202" cy="231"/>
          </a:xfrm>
        </p:grpSpPr>
        <p:pic>
          <p:nvPicPr>
            <p:cNvPr id="4140" name="Picture 11" descr="WB01619_"/>
            <p:cNvPicPr>
              <a:picLocks noChangeAspect="1" noChangeArrowheads="1"/>
            </p:cNvPicPr>
            <p:nvPr/>
          </p:nvPicPr>
          <p:blipFill>
            <a:blip r:embed="rId5" cstate="print"/>
            <a:srcRect/>
            <a:stretch>
              <a:fillRect/>
            </a:stretch>
          </p:blipFill>
          <p:spPr bwMode="auto">
            <a:xfrm>
              <a:off x="1377" y="2807"/>
              <a:ext cx="202" cy="215"/>
            </a:xfrm>
            <a:prstGeom prst="rect">
              <a:avLst/>
            </a:prstGeom>
            <a:noFill/>
            <a:ln w="9525">
              <a:noFill/>
              <a:miter lim="800000"/>
              <a:headEnd/>
              <a:tailEnd/>
            </a:ln>
          </p:spPr>
        </p:pic>
        <p:sp>
          <p:nvSpPr>
            <p:cNvPr id="94220" name="Text Box 12"/>
            <p:cNvSpPr txBox="1">
              <a:spLocks noChangeArrowheads="1"/>
            </p:cNvSpPr>
            <p:nvPr/>
          </p:nvSpPr>
          <p:spPr bwMode="auto">
            <a:xfrm>
              <a:off x="1390" y="2791"/>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4</a:t>
              </a:r>
            </a:p>
          </p:txBody>
        </p:sp>
      </p:grpSp>
      <p:sp>
        <p:nvSpPr>
          <p:cNvPr id="94221" name="Text Box 13"/>
          <p:cNvSpPr txBox="1">
            <a:spLocks noChangeArrowheads="1"/>
          </p:cNvSpPr>
          <p:nvPr/>
        </p:nvSpPr>
        <p:spPr bwMode="auto">
          <a:xfrm>
            <a:off x="731776" y="4235450"/>
            <a:ext cx="8169057" cy="307777"/>
          </a:xfrm>
          <a:prstGeom prst="rect">
            <a:avLst/>
          </a:prstGeom>
          <a:noFill/>
          <a:ln w="9525">
            <a:noFill/>
            <a:miter lim="800000"/>
            <a:headEnd/>
            <a:tailEnd/>
          </a:ln>
          <a:effectLst/>
        </p:spPr>
        <p:txBody>
          <a:bodyPr wrap="square">
            <a:spAutoFit/>
          </a:bodyPr>
          <a:lstStyle/>
          <a:p>
            <a:pPr eaLnBrk="0" hangingPunct="0">
              <a:spcBef>
                <a:spcPct val="50000"/>
              </a:spcBef>
              <a:defRPr/>
            </a:pPr>
            <a:r>
              <a:rPr lang="fr-FR" sz="1400" dirty="0">
                <a:solidFill>
                  <a:schemeClr val="bg1">
                    <a:lumMod val="65000"/>
                  </a:schemeClr>
                </a:solidFill>
                <a:latin typeface="Calibri" pitchFamily="34" charset="0"/>
                <a:cs typeface="Calibri" pitchFamily="34" charset="0"/>
              </a:rPr>
              <a:t>Recherche des causes racines (facteurs probables, facteurs prouvés, 5P, causes racines)</a:t>
            </a:r>
          </a:p>
        </p:txBody>
      </p:sp>
      <p:grpSp>
        <p:nvGrpSpPr>
          <p:cNvPr id="4104" name="Group 14"/>
          <p:cNvGrpSpPr>
            <a:grpSpLocks/>
          </p:cNvGrpSpPr>
          <p:nvPr/>
        </p:nvGrpSpPr>
        <p:grpSpPr bwMode="auto">
          <a:xfrm>
            <a:off x="301625" y="4219575"/>
            <a:ext cx="320675" cy="366713"/>
            <a:chOff x="1377" y="3081"/>
            <a:chExt cx="202" cy="231"/>
          </a:xfrm>
        </p:grpSpPr>
        <p:pic>
          <p:nvPicPr>
            <p:cNvPr id="4138" name="Picture 15" descr="WB01619_"/>
            <p:cNvPicPr>
              <a:picLocks noChangeAspect="1" noChangeArrowheads="1"/>
            </p:cNvPicPr>
            <p:nvPr/>
          </p:nvPicPr>
          <p:blipFill>
            <a:blip r:embed="rId5" cstate="print"/>
            <a:srcRect/>
            <a:stretch>
              <a:fillRect/>
            </a:stretch>
          </p:blipFill>
          <p:spPr bwMode="auto">
            <a:xfrm>
              <a:off x="1377" y="3097"/>
              <a:ext cx="202" cy="215"/>
            </a:xfrm>
            <a:prstGeom prst="rect">
              <a:avLst/>
            </a:prstGeom>
            <a:noFill/>
            <a:ln w="9525">
              <a:noFill/>
              <a:miter lim="800000"/>
              <a:headEnd/>
              <a:tailEnd/>
            </a:ln>
          </p:spPr>
        </p:pic>
        <p:sp>
          <p:nvSpPr>
            <p:cNvPr id="94224" name="Text Box 16"/>
            <p:cNvSpPr txBox="1">
              <a:spLocks noChangeArrowheads="1"/>
            </p:cNvSpPr>
            <p:nvPr/>
          </p:nvSpPr>
          <p:spPr bwMode="auto">
            <a:xfrm>
              <a:off x="1390" y="3081"/>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5</a:t>
              </a:r>
            </a:p>
          </p:txBody>
        </p:sp>
      </p:grpSp>
      <p:sp>
        <p:nvSpPr>
          <p:cNvPr id="94225" name="Text Box 17"/>
          <p:cNvSpPr txBox="1">
            <a:spLocks noChangeArrowheads="1"/>
          </p:cNvSpPr>
          <p:nvPr/>
        </p:nvSpPr>
        <p:spPr bwMode="auto">
          <a:xfrm>
            <a:off x="633413" y="4648200"/>
            <a:ext cx="5826125" cy="366713"/>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Actions correctives</a:t>
            </a:r>
          </a:p>
        </p:txBody>
      </p:sp>
      <p:pic>
        <p:nvPicPr>
          <p:cNvPr id="4106" name="Picture 18" descr="WB01619_"/>
          <p:cNvPicPr>
            <a:picLocks noChangeAspect="1" noChangeArrowheads="1"/>
          </p:cNvPicPr>
          <p:nvPr/>
        </p:nvPicPr>
        <p:blipFill>
          <a:blip r:embed="rId5" cstate="print"/>
          <a:srcRect/>
          <a:stretch>
            <a:fillRect/>
          </a:stretch>
        </p:blipFill>
        <p:spPr bwMode="auto">
          <a:xfrm>
            <a:off x="301625" y="4657725"/>
            <a:ext cx="320675" cy="341313"/>
          </a:xfrm>
          <a:prstGeom prst="rect">
            <a:avLst/>
          </a:prstGeom>
          <a:noFill/>
          <a:ln w="9525">
            <a:noFill/>
            <a:miter lim="800000"/>
            <a:headEnd/>
            <a:tailEnd/>
          </a:ln>
        </p:spPr>
      </p:pic>
      <p:sp>
        <p:nvSpPr>
          <p:cNvPr id="94227" name="Text Box 19"/>
          <p:cNvSpPr txBox="1">
            <a:spLocks noChangeArrowheads="1"/>
          </p:cNvSpPr>
          <p:nvPr/>
        </p:nvSpPr>
        <p:spPr bwMode="auto">
          <a:xfrm>
            <a:off x="322263" y="4632325"/>
            <a:ext cx="254000" cy="366713"/>
          </a:xfrm>
          <a:prstGeom prst="rect">
            <a:avLst/>
          </a:prstGeom>
          <a:noFill/>
          <a:ln w="9525">
            <a:noFill/>
            <a:miter lim="800000"/>
            <a:headEnd/>
            <a:tailEnd/>
          </a:ln>
          <a:effectLst/>
        </p:spPr>
        <p:txBody>
          <a:bodyPr>
            <a:spAutoFit/>
          </a:bodyPr>
          <a:lstStyle/>
          <a:p>
            <a:pPr eaLnBrk="0" hangingPunct="0">
              <a:spcBef>
                <a:spcPct val="50000"/>
              </a:spcBef>
              <a:defRPr/>
            </a:pPr>
            <a:r>
              <a:rPr lang="fr-FR" sz="1800" b="1">
                <a:solidFill>
                  <a:schemeClr val="bg1">
                    <a:lumMod val="65000"/>
                  </a:schemeClr>
                </a:solidFill>
                <a:effectLst>
                  <a:outerShdw blurRad="38100" dist="38100" dir="2700000" algn="tl">
                    <a:srgbClr val="C0C0C0"/>
                  </a:outerShdw>
                </a:effectLst>
                <a:latin typeface="Calibri" pitchFamily="34" charset="0"/>
                <a:cs typeface="Calibri" pitchFamily="34" charset="0"/>
              </a:rPr>
              <a:t>6</a:t>
            </a:r>
          </a:p>
        </p:txBody>
      </p:sp>
      <p:sp>
        <p:nvSpPr>
          <p:cNvPr id="94228" name="Text Box 20"/>
          <p:cNvSpPr txBox="1">
            <a:spLocks noChangeArrowheads="1"/>
          </p:cNvSpPr>
          <p:nvPr/>
        </p:nvSpPr>
        <p:spPr bwMode="auto">
          <a:xfrm>
            <a:off x="633413" y="5060950"/>
            <a:ext cx="5749925" cy="366713"/>
          </a:xfrm>
          <a:prstGeom prst="rect">
            <a:avLst/>
          </a:prstGeom>
          <a:noFill/>
          <a:ln w="9525">
            <a:noFill/>
            <a:miter lim="800000"/>
            <a:headEnd/>
            <a:tailEnd/>
          </a:ln>
          <a:effectLst/>
        </p:spPr>
        <p:txBody>
          <a:bodyPr>
            <a:spAutoFit/>
          </a:bodyPr>
          <a:lstStyle/>
          <a:p>
            <a:pPr eaLnBrk="0" hangingPunct="0">
              <a:spcBef>
                <a:spcPct val="50000"/>
              </a:spcBef>
              <a:defRPr/>
            </a:pPr>
            <a:r>
              <a:rPr lang="fr-FR" sz="1800" b="1" dirty="0">
                <a:solidFill>
                  <a:schemeClr val="bg2">
                    <a:lumMod val="25000"/>
                  </a:schemeClr>
                </a:solidFill>
                <a:latin typeface="Calibri" pitchFamily="34" charset="0"/>
                <a:cs typeface="Calibri" pitchFamily="34" charset="0"/>
              </a:rPr>
              <a:t>Résultat -Suivi de l’efficacité</a:t>
            </a:r>
            <a:endParaRPr lang="fr-FR" sz="1600" b="1" dirty="0">
              <a:solidFill>
                <a:schemeClr val="bg2">
                  <a:lumMod val="25000"/>
                </a:schemeClr>
              </a:solidFill>
              <a:latin typeface="Calibri" pitchFamily="34" charset="0"/>
              <a:cs typeface="Calibri" pitchFamily="34" charset="0"/>
            </a:endParaRPr>
          </a:p>
        </p:txBody>
      </p:sp>
      <p:grpSp>
        <p:nvGrpSpPr>
          <p:cNvPr id="4109" name="Group 21"/>
          <p:cNvGrpSpPr>
            <a:grpSpLocks/>
          </p:cNvGrpSpPr>
          <p:nvPr/>
        </p:nvGrpSpPr>
        <p:grpSpPr bwMode="auto">
          <a:xfrm>
            <a:off x="301625" y="5045075"/>
            <a:ext cx="320675" cy="366713"/>
            <a:chOff x="1377" y="3591"/>
            <a:chExt cx="202" cy="231"/>
          </a:xfrm>
        </p:grpSpPr>
        <p:pic>
          <p:nvPicPr>
            <p:cNvPr id="4136" name="Picture 22" descr="WB01619_"/>
            <p:cNvPicPr>
              <a:picLocks noChangeAspect="1" noChangeArrowheads="1"/>
            </p:cNvPicPr>
            <p:nvPr/>
          </p:nvPicPr>
          <p:blipFill>
            <a:blip r:embed="rId5" cstate="print"/>
            <a:srcRect/>
            <a:stretch>
              <a:fillRect/>
            </a:stretch>
          </p:blipFill>
          <p:spPr bwMode="auto">
            <a:xfrm>
              <a:off x="1377" y="3607"/>
              <a:ext cx="202" cy="215"/>
            </a:xfrm>
            <a:prstGeom prst="rect">
              <a:avLst/>
            </a:prstGeom>
            <a:noFill/>
            <a:ln w="9525">
              <a:noFill/>
              <a:miter lim="800000"/>
              <a:headEnd/>
              <a:tailEnd/>
            </a:ln>
          </p:spPr>
        </p:pic>
        <p:sp>
          <p:nvSpPr>
            <p:cNvPr id="94231" name="Text Box 23"/>
            <p:cNvSpPr txBox="1">
              <a:spLocks noChangeArrowheads="1"/>
            </p:cNvSpPr>
            <p:nvPr/>
          </p:nvSpPr>
          <p:spPr bwMode="auto">
            <a:xfrm>
              <a:off x="1390" y="3591"/>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b="1" dirty="0">
                  <a:solidFill>
                    <a:schemeClr val="bg2">
                      <a:lumMod val="25000"/>
                    </a:schemeClr>
                  </a:solidFill>
                  <a:effectLst>
                    <a:outerShdw blurRad="38100" dist="38100" dir="2700000" algn="tl">
                      <a:srgbClr val="C0C0C0"/>
                    </a:outerShdw>
                  </a:effectLst>
                  <a:latin typeface="Calibri" pitchFamily="34" charset="0"/>
                  <a:cs typeface="Calibri" pitchFamily="34" charset="0"/>
                </a:rPr>
                <a:t>7</a:t>
              </a:r>
            </a:p>
          </p:txBody>
        </p:sp>
      </p:grpSp>
      <p:grpSp>
        <p:nvGrpSpPr>
          <p:cNvPr id="4110" name="Group 24"/>
          <p:cNvGrpSpPr>
            <a:grpSpLocks/>
          </p:cNvGrpSpPr>
          <p:nvPr/>
        </p:nvGrpSpPr>
        <p:grpSpPr bwMode="auto">
          <a:xfrm>
            <a:off x="301625" y="2360613"/>
            <a:ext cx="320675" cy="366712"/>
            <a:chOff x="1385" y="1999"/>
            <a:chExt cx="202" cy="231"/>
          </a:xfrm>
        </p:grpSpPr>
        <p:pic>
          <p:nvPicPr>
            <p:cNvPr id="4134" name="Picture 25" descr="WB01619_"/>
            <p:cNvPicPr>
              <a:picLocks noChangeAspect="1" noChangeArrowheads="1"/>
            </p:cNvPicPr>
            <p:nvPr/>
          </p:nvPicPr>
          <p:blipFill>
            <a:blip r:embed="rId5" cstate="print"/>
            <a:srcRect/>
            <a:stretch>
              <a:fillRect/>
            </a:stretch>
          </p:blipFill>
          <p:spPr bwMode="auto">
            <a:xfrm>
              <a:off x="1385" y="2015"/>
              <a:ext cx="202" cy="215"/>
            </a:xfrm>
            <a:prstGeom prst="rect">
              <a:avLst/>
            </a:prstGeom>
            <a:noFill/>
            <a:ln w="9525">
              <a:noFill/>
              <a:miter lim="800000"/>
              <a:headEnd/>
              <a:tailEnd/>
            </a:ln>
          </p:spPr>
        </p:pic>
        <p:sp>
          <p:nvSpPr>
            <p:cNvPr id="94234" name="Text Box 26"/>
            <p:cNvSpPr txBox="1">
              <a:spLocks noChangeArrowheads="1"/>
            </p:cNvSpPr>
            <p:nvPr/>
          </p:nvSpPr>
          <p:spPr bwMode="auto">
            <a:xfrm>
              <a:off x="1398" y="1999"/>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2</a:t>
              </a:r>
            </a:p>
          </p:txBody>
        </p:sp>
      </p:grpSp>
      <p:sp>
        <p:nvSpPr>
          <p:cNvPr id="94235" name="Text Box 27"/>
          <p:cNvSpPr txBox="1">
            <a:spLocks noChangeArrowheads="1"/>
          </p:cNvSpPr>
          <p:nvPr/>
        </p:nvSpPr>
        <p:spPr bwMode="auto">
          <a:xfrm>
            <a:off x="633412" y="2376488"/>
            <a:ext cx="5918807" cy="369332"/>
          </a:xfrm>
          <a:prstGeom prst="rect">
            <a:avLst/>
          </a:prstGeom>
          <a:noFill/>
          <a:ln w="12700">
            <a:noFill/>
            <a:miter lim="800000"/>
            <a:headEnd/>
            <a:tailEnd/>
          </a:ln>
          <a:effectLst/>
        </p:spPr>
        <p:txBody>
          <a:bodyPr wrap="square">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Constitution du Groupe de Travail</a:t>
            </a:r>
          </a:p>
        </p:txBody>
      </p:sp>
      <p:grpSp>
        <p:nvGrpSpPr>
          <p:cNvPr id="4112" name="Group 28"/>
          <p:cNvGrpSpPr>
            <a:grpSpLocks/>
          </p:cNvGrpSpPr>
          <p:nvPr/>
        </p:nvGrpSpPr>
        <p:grpSpPr bwMode="auto">
          <a:xfrm>
            <a:off x="301625" y="2797175"/>
            <a:ext cx="320675" cy="366713"/>
            <a:chOff x="1377" y="2511"/>
            <a:chExt cx="202" cy="231"/>
          </a:xfrm>
        </p:grpSpPr>
        <p:pic>
          <p:nvPicPr>
            <p:cNvPr id="4132" name="Picture 29" descr="WB01619_"/>
            <p:cNvPicPr>
              <a:picLocks noChangeAspect="1" noChangeArrowheads="1"/>
            </p:cNvPicPr>
            <p:nvPr/>
          </p:nvPicPr>
          <p:blipFill>
            <a:blip r:embed="rId5" cstate="print"/>
            <a:srcRect/>
            <a:stretch>
              <a:fillRect/>
            </a:stretch>
          </p:blipFill>
          <p:spPr bwMode="auto">
            <a:xfrm>
              <a:off x="1377" y="2527"/>
              <a:ext cx="202" cy="215"/>
            </a:xfrm>
            <a:prstGeom prst="rect">
              <a:avLst/>
            </a:prstGeom>
            <a:noFill/>
            <a:ln w="9525">
              <a:noFill/>
              <a:miter lim="800000"/>
              <a:headEnd/>
              <a:tailEnd/>
            </a:ln>
          </p:spPr>
        </p:pic>
        <p:sp>
          <p:nvSpPr>
            <p:cNvPr id="94238" name="Text Box 30"/>
            <p:cNvSpPr txBox="1">
              <a:spLocks noChangeArrowheads="1"/>
            </p:cNvSpPr>
            <p:nvPr/>
          </p:nvSpPr>
          <p:spPr bwMode="auto">
            <a:xfrm>
              <a:off x="1390" y="2511"/>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3</a:t>
              </a:r>
            </a:p>
          </p:txBody>
        </p:sp>
      </p:grpSp>
      <p:sp>
        <p:nvSpPr>
          <p:cNvPr id="94239" name="Text Box 31"/>
          <p:cNvSpPr txBox="1">
            <a:spLocks noChangeArrowheads="1"/>
          </p:cNvSpPr>
          <p:nvPr/>
        </p:nvSpPr>
        <p:spPr bwMode="auto">
          <a:xfrm>
            <a:off x="669925" y="3228463"/>
            <a:ext cx="7550150" cy="369332"/>
          </a:xfrm>
          <a:prstGeom prst="rect">
            <a:avLst/>
          </a:prstGeom>
          <a:noFill/>
          <a:ln w="12700">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Localiser la Source de la Cause – Identifier les Causes Probables</a:t>
            </a:r>
          </a:p>
        </p:txBody>
      </p:sp>
      <p:grpSp>
        <p:nvGrpSpPr>
          <p:cNvPr id="4114" name="Group 32"/>
          <p:cNvGrpSpPr>
            <a:grpSpLocks/>
          </p:cNvGrpSpPr>
          <p:nvPr/>
        </p:nvGrpSpPr>
        <p:grpSpPr bwMode="auto">
          <a:xfrm>
            <a:off x="301625" y="5457825"/>
            <a:ext cx="320675" cy="366713"/>
            <a:chOff x="1377" y="3823"/>
            <a:chExt cx="202" cy="231"/>
          </a:xfrm>
        </p:grpSpPr>
        <p:pic>
          <p:nvPicPr>
            <p:cNvPr id="4130" name="Picture 33" descr="WB01619_"/>
            <p:cNvPicPr>
              <a:picLocks noChangeAspect="1" noChangeArrowheads="1"/>
            </p:cNvPicPr>
            <p:nvPr/>
          </p:nvPicPr>
          <p:blipFill>
            <a:blip r:embed="rId5" cstate="print"/>
            <a:srcRect/>
            <a:stretch>
              <a:fillRect/>
            </a:stretch>
          </p:blipFill>
          <p:spPr bwMode="auto">
            <a:xfrm>
              <a:off x="1377" y="3839"/>
              <a:ext cx="202" cy="215"/>
            </a:xfrm>
            <a:prstGeom prst="rect">
              <a:avLst/>
            </a:prstGeom>
            <a:noFill/>
            <a:ln w="9525">
              <a:noFill/>
              <a:miter lim="800000"/>
              <a:headEnd/>
              <a:tailEnd/>
            </a:ln>
          </p:spPr>
        </p:pic>
        <p:sp>
          <p:nvSpPr>
            <p:cNvPr id="94242" name="Text Box 34"/>
            <p:cNvSpPr txBox="1">
              <a:spLocks noChangeArrowheads="1"/>
            </p:cNvSpPr>
            <p:nvPr/>
          </p:nvSpPr>
          <p:spPr bwMode="auto">
            <a:xfrm>
              <a:off x="1390" y="3823"/>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b="1">
                  <a:solidFill>
                    <a:schemeClr val="bg1">
                      <a:lumMod val="65000"/>
                    </a:schemeClr>
                  </a:solidFill>
                  <a:effectLst>
                    <a:outerShdw blurRad="38100" dist="38100" dir="2700000" algn="tl">
                      <a:srgbClr val="C0C0C0"/>
                    </a:outerShdw>
                  </a:effectLst>
                  <a:latin typeface="Calibri" pitchFamily="34" charset="0"/>
                  <a:cs typeface="Calibri" pitchFamily="34" charset="0"/>
                </a:rPr>
                <a:t>8</a:t>
              </a:r>
            </a:p>
          </p:txBody>
        </p:sp>
      </p:grpSp>
      <p:sp>
        <p:nvSpPr>
          <p:cNvPr id="94243" name="Text Box 35"/>
          <p:cNvSpPr txBox="1">
            <a:spLocks noChangeArrowheads="1"/>
          </p:cNvSpPr>
          <p:nvPr/>
        </p:nvSpPr>
        <p:spPr bwMode="auto">
          <a:xfrm>
            <a:off x="633413" y="5473700"/>
            <a:ext cx="7150868" cy="369332"/>
          </a:xfrm>
          <a:prstGeom prst="rect">
            <a:avLst/>
          </a:prstGeom>
          <a:noFill/>
          <a:ln w="12700">
            <a:noFill/>
            <a:miter lim="800000"/>
            <a:headEnd/>
            <a:tailEnd/>
          </a:ln>
          <a:effectLst/>
        </p:spPr>
        <p:txBody>
          <a:bodyPr wrap="none">
            <a:spAutoFit/>
          </a:bodyPr>
          <a:lstStyle/>
          <a:p>
            <a:pPr eaLnBrk="0" hangingPunct="0">
              <a:spcBef>
                <a:spcPct val="50000"/>
              </a:spcBef>
              <a:defRPr/>
            </a:pPr>
            <a:r>
              <a:rPr lang="fr-FR" sz="1800" b="1" dirty="0">
                <a:solidFill>
                  <a:schemeClr val="bg1">
                    <a:lumMod val="65000"/>
                  </a:schemeClr>
                </a:solidFill>
                <a:latin typeface="Calibri" pitchFamily="34" charset="0"/>
                <a:cs typeface="Calibri" pitchFamily="34" charset="0"/>
              </a:rPr>
              <a:t>Transversalisation – leçons retenues – Actions préventives mises en place</a:t>
            </a:r>
            <a:endParaRPr lang="fr-FR" sz="1600" b="1" dirty="0">
              <a:solidFill>
                <a:schemeClr val="bg1">
                  <a:lumMod val="65000"/>
                </a:schemeClr>
              </a:solidFill>
              <a:latin typeface="Calibri" pitchFamily="34" charset="0"/>
              <a:cs typeface="Calibri" pitchFamily="34" charset="0"/>
            </a:endParaRPr>
          </a:p>
        </p:txBody>
      </p:sp>
      <p:sp>
        <p:nvSpPr>
          <p:cNvPr id="41" name="Rectangle 2"/>
          <p:cNvSpPr>
            <a:spLocks noChangeArrowheads="1"/>
          </p:cNvSpPr>
          <p:nvPr/>
        </p:nvSpPr>
        <p:spPr bwMode="auto">
          <a:xfrm>
            <a:off x="271462" y="395790"/>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8D et outils associés</a:t>
            </a:r>
          </a:p>
        </p:txBody>
      </p:sp>
      <p:sp>
        <p:nvSpPr>
          <p:cNvPr id="48" name="Rectangle 47"/>
          <p:cNvSpPr/>
          <p:nvPr/>
        </p:nvSpPr>
        <p:spPr>
          <a:xfrm>
            <a:off x="322284" y="1328960"/>
            <a:ext cx="1961766"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pic>
        <p:nvPicPr>
          <p:cNvPr id="4120" name="Picture 4"/>
          <p:cNvPicPr>
            <a:picLocks noChangeAspect="1" noChangeArrowheads="1"/>
          </p:cNvPicPr>
          <p:nvPr/>
        </p:nvPicPr>
        <p:blipFill>
          <a:blip r:embed="rId6" cstate="print"/>
          <a:srcRect/>
          <a:stretch>
            <a:fillRect/>
          </a:stretch>
        </p:blipFill>
        <p:spPr bwMode="auto">
          <a:xfrm>
            <a:off x="3028819" y="1547813"/>
            <a:ext cx="1433513" cy="455612"/>
          </a:xfrm>
          <a:prstGeom prst="rect">
            <a:avLst/>
          </a:prstGeom>
          <a:noFill/>
          <a:ln w="9525">
            <a:noFill/>
            <a:miter lim="800000"/>
            <a:headEnd/>
            <a:tailEnd/>
          </a:ln>
        </p:spPr>
      </p:pic>
      <p:sp>
        <p:nvSpPr>
          <p:cNvPr id="49" name="Text Box 48"/>
          <p:cNvSpPr txBox="1">
            <a:spLocks noChangeArrowheads="1"/>
          </p:cNvSpPr>
          <p:nvPr/>
        </p:nvSpPr>
        <p:spPr bwMode="auto">
          <a:xfrm>
            <a:off x="8125945" y="2286550"/>
            <a:ext cx="907621" cy="338554"/>
          </a:xfrm>
          <a:prstGeom prst="rect">
            <a:avLst/>
          </a:prstGeom>
          <a:noFill/>
          <a:ln w="9525">
            <a:noFill/>
            <a:miter lim="800000"/>
            <a:headEnd/>
            <a:tailEnd/>
          </a:ln>
        </p:spPr>
        <p:txBody>
          <a:bodyPr wrap="none">
            <a:spAutoFit/>
          </a:bodyPr>
          <a:lstStyle/>
          <a:p>
            <a:pPr eaLnBrk="0" hangingPunct="0"/>
            <a:r>
              <a:rPr lang="fr-FR" b="1" i="1" dirty="0">
                <a:latin typeface="Calibri" pitchFamily="34" charset="0"/>
                <a:cs typeface="Calibri" pitchFamily="34" charset="0"/>
              </a:rPr>
              <a:t>≤ 2 jours</a:t>
            </a:r>
          </a:p>
        </p:txBody>
      </p:sp>
      <p:cxnSp>
        <p:nvCxnSpPr>
          <p:cNvPr id="4122" name="Connecteur droit avec flèche 50"/>
          <p:cNvCxnSpPr>
            <a:cxnSpLocks noChangeShapeType="1"/>
          </p:cNvCxnSpPr>
          <p:nvPr/>
        </p:nvCxnSpPr>
        <p:spPr bwMode="auto">
          <a:xfrm>
            <a:off x="8027527" y="1931387"/>
            <a:ext cx="9858" cy="1203032"/>
          </a:xfrm>
          <a:prstGeom prst="straightConnector1">
            <a:avLst/>
          </a:prstGeom>
          <a:noFill/>
          <a:ln w="57150" algn="ctr">
            <a:solidFill>
              <a:schemeClr val="tx1"/>
            </a:solidFill>
            <a:round/>
            <a:headEnd/>
            <a:tailEnd type="arrow" w="med" len="med"/>
          </a:ln>
        </p:spPr>
      </p:cxnSp>
      <p:sp>
        <p:nvSpPr>
          <p:cNvPr id="53" name="Text Box 48"/>
          <p:cNvSpPr txBox="1">
            <a:spLocks noChangeArrowheads="1"/>
          </p:cNvSpPr>
          <p:nvPr/>
        </p:nvSpPr>
        <p:spPr bwMode="auto">
          <a:xfrm>
            <a:off x="8125945" y="3143501"/>
            <a:ext cx="814647" cy="307777"/>
          </a:xfrm>
          <a:prstGeom prst="rect">
            <a:avLst/>
          </a:prstGeom>
          <a:noFill/>
          <a:ln w="9525">
            <a:noFill/>
            <a:miter lim="800000"/>
            <a:headEnd/>
            <a:tailEnd/>
          </a:ln>
        </p:spPr>
        <p:txBody>
          <a:bodyPr wrap="none">
            <a:spAutoFit/>
          </a:bodyPr>
          <a:lstStyle/>
          <a:p>
            <a:pPr eaLnBrk="0" hangingPunct="0"/>
            <a:r>
              <a:rPr lang="fr-FR" sz="1400" b="1" i="1" dirty="0">
                <a:latin typeface="Calibri" pitchFamily="34" charset="0"/>
                <a:cs typeface="Calibri" pitchFamily="34" charset="0"/>
              </a:rPr>
              <a:t>≤ </a:t>
            </a:r>
            <a:r>
              <a:rPr lang="fr-FR" sz="1400" i="1" dirty="0">
                <a:latin typeface="Calibri" pitchFamily="34" charset="0"/>
                <a:cs typeface="Calibri" pitchFamily="34" charset="0"/>
              </a:rPr>
              <a:t>7</a:t>
            </a:r>
            <a:r>
              <a:rPr lang="fr-FR" sz="1400" b="1" i="1" dirty="0">
                <a:latin typeface="Calibri" pitchFamily="34" charset="0"/>
                <a:cs typeface="Calibri" pitchFamily="34" charset="0"/>
              </a:rPr>
              <a:t> jours</a:t>
            </a:r>
          </a:p>
        </p:txBody>
      </p:sp>
      <p:cxnSp>
        <p:nvCxnSpPr>
          <p:cNvPr id="4124" name="Connecteur droit avec flèche 53"/>
          <p:cNvCxnSpPr>
            <a:cxnSpLocks noChangeShapeType="1"/>
          </p:cNvCxnSpPr>
          <p:nvPr/>
        </p:nvCxnSpPr>
        <p:spPr bwMode="auto">
          <a:xfrm>
            <a:off x="8024351" y="3134419"/>
            <a:ext cx="6350" cy="338406"/>
          </a:xfrm>
          <a:prstGeom prst="straightConnector1">
            <a:avLst/>
          </a:prstGeom>
          <a:noFill/>
          <a:ln w="57150" algn="ctr">
            <a:solidFill>
              <a:schemeClr val="tx1"/>
            </a:solidFill>
            <a:round/>
            <a:headEnd/>
            <a:tailEnd type="arrow" w="med" len="med"/>
          </a:ln>
        </p:spPr>
      </p:cxnSp>
      <p:sp>
        <p:nvSpPr>
          <p:cNvPr id="56" name="Text Box 48"/>
          <p:cNvSpPr txBox="1">
            <a:spLocks noChangeArrowheads="1"/>
          </p:cNvSpPr>
          <p:nvPr/>
        </p:nvSpPr>
        <p:spPr bwMode="auto">
          <a:xfrm>
            <a:off x="8072544" y="4690684"/>
            <a:ext cx="906017" cy="307777"/>
          </a:xfrm>
          <a:prstGeom prst="rect">
            <a:avLst/>
          </a:prstGeom>
          <a:noFill/>
          <a:ln w="9525">
            <a:noFill/>
            <a:miter lim="800000"/>
            <a:headEnd/>
            <a:tailEnd/>
          </a:ln>
        </p:spPr>
        <p:txBody>
          <a:bodyPr wrap="none">
            <a:spAutoFit/>
          </a:bodyPr>
          <a:lstStyle/>
          <a:p>
            <a:pPr eaLnBrk="0" hangingPunct="0"/>
            <a:r>
              <a:rPr lang="fr-FR" sz="1400" b="1" i="1" dirty="0">
                <a:latin typeface="Calibri" pitchFamily="34" charset="0"/>
                <a:cs typeface="Calibri" pitchFamily="34" charset="0"/>
              </a:rPr>
              <a:t>≤ 30 jours</a:t>
            </a:r>
          </a:p>
        </p:txBody>
      </p:sp>
      <p:cxnSp>
        <p:nvCxnSpPr>
          <p:cNvPr id="4126" name="Connecteur droit avec flèche 56"/>
          <p:cNvCxnSpPr>
            <a:cxnSpLocks noChangeShapeType="1"/>
          </p:cNvCxnSpPr>
          <p:nvPr/>
        </p:nvCxnSpPr>
        <p:spPr bwMode="auto">
          <a:xfrm>
            <a:off x="8037385" y="4014065"/>
            <a:ext cx="7937" cy="1790325"/>
          </a:xfrm>
          <a:prstGeom prst="straightConnector1">
            <a:avLst/>
          </a:prstGeom>
          <a:noFill/>
          <a:ln w="57150" algn="ctr">
            <a:solidFill>
              <a:schemeClr val="tx1"/>
            </a:solidFill>
            <a:round/>
            <a:headEnd/>
            <a:tailEnd type="arrow" w="med" len="med"/>
          </a:ln>
        </p:spPr>
      </p:cxnSp>
    </p:spTree>
    <p:extLst>
      <p:ext uri="{BB962C8B-B14F-4D97-AF65-F5344CB8AC3E}">
        <p14:creationId xmlns:p14="http://schemas.microsoft.com/office/powerpoint/2010/main" val="1023454844"/>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49"/>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53"/>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utoUpdateAnimBg="0"/>
      <p:bldP spid="53" grpId="0" autoUpdateAnimBg="0"/>
      <p:bldP spid="56" grpId="0" autoUpdateAnimBg="0"/>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Text Box 2" descr="Papier lettre"/>
          <p:cNvSpPr txBox="1">
            <a:spLocks noChangeArrowheads="1"/>
          </p:cNvSpPr>
          <p:nvPr/>
        </p:nvSpPr>
        <p:spPr bwMode="auto">
          <a:xfrm>
            <a:off x="476545" y="2706754"/>
            <a:ext cx="1829988" cy="369332"/>
          </a:xfrm>
          <a:prstGeom prst="rect">
            <a:avLst/>
          </a:prstGeom>
          <a:blipFill dpi="0" rotWithShape="0">
            <a:blip r:embed="rId3" cstate="print"/>
            <a:srcRect/>
            <a:tile tx="0" ty="0" sx="100000" sy="100000" flip="none" algn="tl"/>
          </a:blipFill>
          <a:ln w="9525">
            <a:noFill/>
            <a:miter lim="800000"/>
            <a:headEnd/>
            <a:tailEnd/>
          </a:ln>
          <a:effectLst>
            <a:glow rad="228600">
              <a:schemeClr val="accent4">
                <a:satMod val="175000"/>
                <a:alpha val="40000"/>
              </a:schemeClr>
            </a:glow>
          </a:effectLst>
        </p:spPr>
        <p:txBody>
          <a:bodyPr wrap="none">
            <a:spAutoFit/>
          </a:bodyPr>
          <a:lstStyle/>
          <a:p>
            <a:pPr eaLnBrk="0" hangingPunct="0">
              <a:spcBef>
                <a:spcPct val="50000"/>
              </a:spcBef>
            </a:pPr>
            <a:r>
              <a:rPr lang="fr-FR" sz="1800" b="1" dirty="0">
                <a:latin typeface="Calibri" pitchFamily="34" charset="0"/>
                <a:cs typeface="Calibri" pitchFamily="34" charset="0"/>
              </a:rPr>
              <a:t>Suivre la solution</a:t>
            </a:r>
          </a:p>
        </p:txBody>
      </p:sp>
      <p:sp>
        <p:nvSpPr>
          <p:cNvPr id="118787" name="Text Box 3"/>
          <p:cNvSpPr txBox="1">
            <a:spLocks noChangeArrowheads="1"/>
          </p:cNvSpPr>
          <p:nvPr/>
        </p:nvSpPr>
        <p:spPr bwMode="auto">
          <a:xfrm>
            <a:off x="656565" y="3156804"/>
            <a:ext cx="8101012" cy="581025"/>
          </a:xfrm>
          <a:prstGeom prst="rect">
            <a:avLst/>
          </a:prstGeom>
          <a:noFill/>
          <a:ln w="9525">
            <a:noFill/>
            <a:miter lim="800000"/>
            <a:headEnd/>
            <a:tailEnd/>
          </a:ln>
          <a:effectLst/>
        </p:spPr>
        <p:txBody>
          <a:bodyPr>
            <a:spAutoFit/>
          </a:bodyPr>
          <a:lstStyle/>
          <a:p>
            <a:pPr eaLnBrk="0" hangingPunct="0">
              <a:spcBef>
                <a:spcPct val="50000"/>
              </a:spcBef>
            </a:pPr>
            <a:r>
              <a:rPr lang="fr-FR" sz="1600" b="1" dirty="0">
                <a:latin typeface="Calibri" pitchFamily="34" charset="0"/>
                <a:cs typeface="Calibri" pitchFamily="34" charset="0"/>
              </a:rPr>
              <a:t>Suivre le bon respect des délais de mise en œuvre de la solution, mais surtout la non réapparition de l’effet ; c’est à dire suivre la robustesse de la solution.</a:t>
            </a:r>
          </a:p>
        </p:txBody>
      </p:sp>
      <p:sp>
        <p:nvSpPr>
          <p:cNvPr id="118788" name="Text Box 4"/>
          <p:cNvSpPr txBox="1">
            <a:spLocks noChangeArrowheads="1"/>
          </p:cNvSpPr>
          <p:nvPr/>
        </p:nvSpPr>
        <p:spPr bwMode="auto">
          <a:xfrm>
            <a:off x="566555" y="4731979"/>
            <a:ext cx="7454900" cy="1069975"/>
          </a:xfrm>
          <a:prstGeom prst="rect">
            <a:avLst/>
          </a:prstGeom>
          <a:noFill/>
          <a:ln w="9525">
            <a:noFill/>
            <a:miter lim="800000"/>
            <a:headEnd/>
            <a:tailEnd/>
          </a:ln>
          <a:effectLst/>
        </p:spPr>
        <p:txBody>
          <a:bodyPr>
            <a:spAutoFit/>
          </a:bodyPr>
          <a:lstStyle/>
          <a:p>
            <a:pPr eaLnBrk="0" hangingPunct="0">
              <a:spcBef>
                <a:spcPct val="50000"/>
              </a:spcBef>
            </a:pPr>
            <a:r>
              <a:rPr lang="fr-FR" sz="1600" b="1" dirty="0">
                <a:latin typeface="Calibri" pitchFamily="34" charset="0"/>
                <a:cs typeface="Calibri" pitchFamily="34" charset="0"/>
              </a:rPr>
              <a:t>Suivre l’évolution des résultats :</a:t>
            </a:r>
          </a:p>
          <a:p>
            <a:pPr eaLnBrk="0" hangingPunct="0">
              <a:spcBef>
                <a:spcPct val="50000"/>
              </a:spcBef>
              <a:buFontTx/>
              <a:buChar char="•"/>
            </a:pPr>
            <a:r>
              <a:rPr lang="fr-FR" sz="1600" b="1" dirty="0">
                <a:latin typeface="Calibri" pitchFamily="34" charset="0"/>
                <a:cs typeface="Calibri" pitchFamily="34" charset="0"/>
              </a:rPr>
              <a:t>  pour constater  l’atteinte des objectifs ou l’apparition de dérives</a:t>
            </a:r>
          </a:p>
          <a:p>
            <a:pPr eaLnBrk="0" hangingPunct="0">
              <a:spcBef>
                <a:spcPct val="50000"/>
              </a:spcBef>
              <a:buFontTx/>
              <a:buChar char="•"/>
            </a:pPr>
            <a:r>
              <a:rPr lang="fr-FR" sz="1600" b="1" dirty="0">
                <a:latin typeface="Calibri" pitchFamily="34" charset="0"/>
                <a:cs typeface="Calibri" pitchFamily="34" charset="0"/>
              </a:rPr>
              <a:t>  vérifier l’atteinte des objectifs économiques</a:t>
            </a:r>
          </a:p>
        </p:txBody>
      </p:sp>
      <p:grpSp>
        <p:nvGrpSpPr>
          <p:cNvPr id="2" name="Group 6"/>
          <p:cNvGrpSpPr>
            <a:grpSpLocks/>
          </p:cNvGrpSpPr>
          <p:nvPr/>
        </p:nvGrpSpPr>
        <p:grpSpPr bwMode="auto">
          <a:xfrm>
            <a:off x="5382090" y="5901864"/>
            <a:ext cx="1824038" cy="495300"/>
            <a:chOff x="1984" y="3288"/>
            <a:chExt cx="1149" cy="312"/>
          </a:xfrm>
        </p:grpSpPr>
        <p:sp>
          <p:nvSpPr>
            <p:cNvPr id="118791" name="Rectangle 7"/>
            <p:cNvSpPr>
              <a:spLocks noChangeArrowheads="1"/>
            </p:cNvSpPr>
            <p:nvPr/>
          </p:nvSpPr>
          <p:spPr bwMode="auto">
            <a:xfrm>
              <a:off x="1984" y="3288"/>
              <a:ext cx="1149" cy="312"/>
            </a:xfrm>
            <a:prstGeom prst="rect">
              <a:avLst/>
            </a:prstGeom>
            <a:solidFill>
              <a:srgbClr val="CCFF99"/>
            </a:solidFill>
            <a:ln w="3175">
              <a:solidFill>
                <a:schemeClr val="tx1"/>
              </a:solidFill>
              <a:miter lim="800000"/>
              <a:headEnd/>
              <a:tailEnd/>
            </a:ln>
            <a:effectLst/>
            <a:scene3d>
              <a:camera prst="orthographicFront"/>
              <a:lightRig rig="threePt" dir="t"/>
            </a:scene3d>
            <a:sp3d>
              <a:bevelT w="165100" prst="coolSlant"/>
            </a:sp3d>
          </p:spPr>
          <p:txBody>
            <a:bodyPr wrap="none" anchor="ctr"/>
            <a:lstStyle/>
            <a:p>
              <a:endParaRPr lang="fr-FR">
                <a:latin typeface="Calibri" pitchFamily="34" charset="0"/>
                <a:cs typeface="Calibri" pitchFamily="34" charset="0"/>
              </a:endParaRPr>
            </a:p>
          </p:txBody>
        </p:sp>
        <p:graphicFrame>
          <p:nvGraphicFramePr>
            <p:cNvPr id="118792" name="Object 8"/>
            <p:cNvGraphicFramePr>
              <a:graphicFrameLocks noChangeAspect="1"/>
            </p:cNvGraphicFramePr>
            <p:nvPr/>
          </p:nvGraphicFramePr>
          <p:xfrm>
            <a:off x="2013" y="3300"/>
            <a:ext cx="333" cy="294"/>
          </p:xfrm>
          <a:graphic>
            <a:graphicData uri="http://schemas.openxmlformats.org/presentationml/2006/ole">
              <mc:AlternateContent xmlns:mc="http://schemas.openxmlformats.org/markup-compatibility/2006">
                <mc:Choice xmlns:v="urn:schemas-microsoft-com:vml" Requires="v">
                  <p:oleObj name="Document" r:id="rId4" imgW="1086480" imgH="933120" progId="Word.Document.8">
                    <p:embed/>
                  </p:oleObj>
                </mc:Choice>
                <mc:Fallback>
                  <p:oleObj name="Document" r:id="rId4" imgW="1086480" imgH="933120" progId="Word.Document.8">
                    <p:embed/>
                    <p:pic>
                      <p:nvPicPr>
                        <p:cNvPr id="118792"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13" y="3300"/>
                          <a:ext cx="333" cy="29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8793" name="Text Box 9"/>
            <p:cNvSpPr txBox="1">
              <a:spLocks noChangeArrowheads="1"/>
            </p:cNvSpPr>
            <p:nvPr/>
          </p:nvSpPr>
          <p:spPr bwMode="auto">
            <a:xfrm>
              <a:off x="2455" y="3333"/>
              <a:ext cx="594" cy="212"/>
            </a:xfrm>
            <a:prstGeom prst="rect">
              <a:avLst/>
            </a:prstGeom>
            <a:noFill/>
            <a:ln w="9525">
              <a:noFill/>
              <a:miter lim="800000"/>
              <a:headEnd/>
              <a:tailEnd/>
            </a:ln>
            <a:effectLst/>
            <a:scene3d>
              <a:camera prst="orthographicFront"/>
              <a:lightRig rig="threePt" dir="t"/>
            </a:scene3d>
            <a:sp3d>
              <a:bevelT w="165100" prst="coolSlant"/>
            </a:sp3d>
          </p:spPr>
          <p:txBody>
            <a:bodyPr>
              <a:spAutoFit/>
            </a:bodyPr>
            <a:lstStyle/>
            <a:p>
              <a:pPr eaLnBrk="0" hangingPunct="0">
                <a:spcBef>
                  <a:spcPct val="50000"/>
                </a:spcBef>
              </a:pPr>
              <a:r>
                <a:rPr lang="fr-FR" sz="1600" b="1">
                  <a:latin typeface="Calibri" pitchFamily="34" charset="0"/>
                  <a:cs typeface="Calibri" pitchFamily="34" charset="0"/>
                </a:rPr>
                <a:t>QOS</a:t>
              </a:r>
            </a:p>
          </p:txBody>
        </p:sp>
      </p:grpSp>
      <p:pic>
        <p:nvPicPr>
          <p:cNvPr id="33797" name="Picture 5" descr="C:\Users\annie\Documents\Images\Solution.jpg"/>
          <p:cNvPicPr>
            <a:picLocks noChangeAspect="1" noChangeArrowheads="1"/>
          </p:cNvPicPr>
          <p:nvPr/>
        </p:nvPicPr>
        <p:blipFill>
          <a:blip r:embed="rId6" cstate="print"/>
          <a:srcRect/>
          <a:stretch>
            <a:fillRect/>
          </a:stretch>
        </p:blipFill>
        <p:spPr bwMode="auto">
          <a:xfrm>
            <a:off x="7145012" y="1446614"/>
            <a:ext cx="1998988" cy="1634260"/>
          </a:xfrm>
          <a:prstGeom prst="rect">
            <a:avLst/>
          </a:prstGeom>
          <a:noFill/>
        </p:spPr>
      </p:pic>
      <p:pic>
        <p:nvPicPr>
          <p:cNvPr id="33799" name="Picture 7" descr="C:\Users\annie\Documents\Images\Corrective-Action-300x300.jpg"/>
          <p:cNvPicPr>
            <a:picLocks noChangeAspect="1" noChangeArrowheads="1"/>
          </p:cNvPicPr>
          <p:nvPr/>
        </p:nvPicPr>
        <p:blipFill>
          <a:blip r:embed="rId7" cstate="print"/>
          <a:srcRect/>
          <a:stretch>
            <a:fillRect/>
          </a:stretch>
        </p:blipFill>
        <p:spPr bwMode="auto">
          <a:xfrm>
            <a:off x="7096590" y="3831879"/>
            <a:ext cx="2047410" cy="2047410"/>
          </a:xfrm>
          <a:prstGeom prst="rect">
            <a:avLst/>
          </a:prstGeom>
          <a:noFill/>
        </p:spPr>
      </p:pic>
      <p:sp>
        <p:nvSpPr>
          <p:cNvPr id="16" name="Rectangle 15"/>
          <p:cNvSpPr/>
          <p:nvPr/>
        </p:nvSpPr>
        <p:spPr>
          <a:xfrm>
            <a:off x="296525" y="1465637"/>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17" name="Text Box 2"/>
          <p:cNvSpPr txBox="1">
            <a:spLocks noChangeArrowheads="1"/>
          </p:cNvSpPr>
          <p:nvPr/>
        </p:nvSpPr>
        <p:spPr bwMode="auto">
          <a:xfrm>
            <a:off x="2256012" y="1482682"/>
            <a:ext cx="3807324"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D7 – Résultat :  Suivi de l’efficacité</a:t>
            </a:r>
          </a:p>
        </p:txBody>
      </p:sp>
      <p:sp>
        <p:nvSpPr>
          <p:cNvPr id="14" name="Rectangle 2"/>
          <p:cNvSpPr>
            <a:spLocks noChangeArrowheads="1"/>
          </p:cNvSpPr>
          <p:nvPr/>
        </p:nvSpPr>
        <p:spPr bwMode="auto">
          <a:xfrm>
            <a:off x="271462" y="395790"/>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8D et outils associés</a:t>
            </a:r>
          </a:p>
        </p:txBody>
      </p:sp>
    </p:spTree>
    <p:extLst>
      <p:ext uri="{BB962C8B-B14F-4D97-AF65-F5344CB8AC3E}">
        <p14:creationId xmlns:p14="http://schemas.microsoft.com/office/powerpoint/2010/main" val="2933258153"/>
      </p:ext>
    </p:extLst>
  </p:cSld>
  <p:clrMapOvr>
    <a:masterClrMapping/>
  </p:clrMapOvr>
  <p:transition>
    <p:zoom/>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9810" name="Picture 2"/>
          <p:cNvPicPr>
            <a:picLocks noChangeAspect="1" noChangeArrowheads="1"/>
          </p:cNvPicPr>
          <p:nvPr/>
        </p:nvPicPr>
        <p:blipFill>
          <a:blip r:embed="rId3" cstate="print"/>
          <a:srcRect/>
          <a:stretch>
            <a:fillRect/>
          </a:stretch>
        </p:blipFill>
        <p:spPr bwMode="auto">
          <a:xfrm>
            <a:off x="1187450" y="2072993"/>
            <a:ext cx="7721600" cy="4551362"/>
          </a:xfrm>
          <a:prstGeom prst="rect">
            <a:avLst/>
          </a:prstGeom>
          <a:noFill/>
          <a:ln w="9525">
            <a:noFill/>
            <a:miter lim="800000"/>
            <a:headEnd/>
            <a:tailEnd/>
          </a:ln>
          <a:effectLst/>
        </p:spPr>
      </p:pic>
      <p:sp>
        <p:nvSpPr>
          <p:cNvPr id="119811" name="Text Box 3" descr="Gouttelettes"/>
          <p:cNvSpPr txBox="1">
            <a:spLocks noChangeArrowheads="1"/>
          </p:cNvSpPr>
          <p:nvPr/>
        </p:nvSpPr>
        <p:spPr bwMode="auto">
          <a:xfrm>
            <a:off x="3041830" y="2103706"/>
            <a:ext cx="562975" cy="338554"/>
          </a:xfrm>
          <a:prstGeom prst="rect">
            <a:avLst/>
          </a:prstGeom>
          <a:blipFill dpi="0" rotWithShape="0">
            <a:blip r:embed="rId4" cstate="print"/>
            <a:srcRect/>
            <a:tile tx="0" ty="0" sx="100000" sy="100000" flip="none" algn="tl"/>
          </a:blipFill>
          <a:ln w="9525">
            <a:noFill/>
            <a:miter lim="800000"/>
            <a:headEnd/>
            <a:tailEnd/>
          </a:ln>
          <a:effectLst>
            <a:outerShdw blurRad="50800" dist="38100" dir="13500000" algn="br" rotWithShape="0">
              <a:prstClr val="black">
                <a:alpha val="40000"/>
              </a:prstClr>
            </a:outerShdw>
          </a:effectLst>
        </p:spPr>
        <p:txBody>
          <a:bodyPr wrap="none">
            <a:spAutoFit/>
          </a:bodyPr>
          <a:lstStyle/>
          <a:p>
            <a:pPr eaLnBrk="0" hangingPunct="0">
              <a:spcBef>
                <a:spcPct val="50000"/>
              </a:spcBef>
            </a:pPr>
            <a:r>
              <a:rPr lang="fr-FR" sz="1600" b="1" dirty="0">
                <a:solidFill>
                  <a:srgbClr val="000099"/>
                </a:solidFill>
                <a:latin typeface="Calibri" pitchFamily="34" charset="0"/>
                <a:cs typeface="Calibri" pitchFamily="34" charset="0"/>
              </a:rPr>
              <a:t>QOS</a:t>
            </a:r>
          </a:p>
        </p:txBody>
      </p:sp>
      <p:sp>
        <p:nvSpPr>
          <p:cNvPr id="119812" name="Text Box 4"/>
          <p:cNvSpPr txBox="1">
            <a:spLocks noChangeArrowheads="1"/>
          </p:cNvSpPr>
          <p:nvPr/>
        </p:nvSpPr>
        <p:spPr bwMode="auto">
          <a:xfrm>
            <a:off x="673100" y="2720693"/>
            <a:ext cx="1541463" cy="276999"/>
          </a:xfrm>
          <a:prstGeom prst="rect">
            <a:avLst/>
          </a:prstGeom>
          <a:noFill/>
          <a:ln w="9525">
            <a:noFill/>
            <a:miter lim="800000"/>
            <a:headEnd/>
            <a:tailEnd/>
          </a:ln>
          <a:effectLst/>
        </p:spPr>
        <p:txBody>
          <a:bodyPr>
            <a:spAutoFit/>
          </a:bodyPr>
          <a:lstStyle/>
          <a:p>
            <a:pPr algn="just" eaLnBrk="0" hangingPunct="0">
              <a:spcBef>
                <a:spcPct val="50000"/>
              </a:spcBef>
            </a:pPr>
            <a:r>
              <a:rPr lang="fr-FR" sz="1200" b="1">
                <a:latin typeface="Calibri" pitchFamily="34" charset="0"/>
                <a:cs typeface="Calibri" pitchFamily="34" charset="0"/>
              </a:rPr>
              <a:t>Performance globale</a:t>
            </a:r>
          </a:p>
        </p:txBody>
      </p:sp>
      <p:sp>
        <p:nvSpPr>
          <p:cNvPr id="119813" name="Line 5"/>
          <p:cNvSpPr>
            <a:spLocks noChangeShapeType="1"/>
          </p:cNvSpPr>
          <p:nvPr/>
        </p:nvSpPr>
        <p:spPr bwMode="auto">
          <a:xfrm>
            <a:off x="1462088" y="2997693"/>
            <a:ext cx="1249362" cy="143688"/>
          </a:xfrm>
          <a:prstGeom prst="line">
            <a:avLst/>
          </a:prstGeom>
          <a:noFill/>
          <a:ln w="9525">
            <a:solidFill>
              <a:schemeClr val="tx1"/>
            </a:solidFill>
            <a:round/>
            <a:headEnd/>
            <a:tailEnd type="triangle" w="med" len="med"/>
          </a:ln>
          <a:effectLst/>
        </p:spPr>
        <p:txBody>
          <a:bodyPr/>
          <a:lstStyle/>
          <a:p>
            <a:endParaRPr lang="fr-FR">
              <a:latin typeface="Calibri" pitchFamily="34" charset="0"/>
              <a:cs typeface="Calibri" pitchFamily="34" charset="0"/>
            </a:endParaRPr>
          </a:p>
        </p:txBody>
      </p:sp>
      <p:sp>
        <p:nvSpPr>
          <p:cNvPr id="119814" name="Text Box 6"/>
          <p:cNvSpPr txBox="1">
            <a:spLocks noChangeArrowheads="1"/>
          </p:cNvSpPr>
          <p:nvPr/>
        </p:nvSpPr>
        <p:spPr bwMode="auto">
          <a:xfrm>
            <a:off x="6986588" y="1587218"/>
            <a:ext cx="1541462" cy="457200"/>
          </a:xfrm>
          <a:prstGeom prst="rect">
            <a:avLst/>
          </a:prstGeom>
          <a:noFill/>
          <a:ln w="9525">
            <a:noFill/>
            <a:miter lim="800000"/>
            <a:headEnd/>
            <a:tailEnd/>
          </a:ln>
          <a:effectLst/>
        </p:spPr>
        <p:txBody>
          <a:bodyPr>
            <a:spAutoFit/>
          </a:bodyPr>
          <a:lstStyle/>
          <a:p>
            <a:pPr algn="just" eaLnBrk="0" hangingPunct="0">
              <a:spcBef>
                <a:spcPct val="50000"/>
              </a:spcBef>
            </a:pPr>
            <a:r>
              <a:rPr lang="fr-FR" sz="1200" b="1" dirty="0">
                <a:latin typeface="Calibri" pitchFamily="34" charset="0"/>
                <a:cs typeface="Calibri" pitchFamily="34" charset="0"/>
              </a:rPr>
              <a:t>Mise en place de la solution robuste</a:t>
            </a:r>
          </a:p>
        </p:txBody>
      </p:sp>
      <p:sp>
        <p:nvSpPr>
          <p:cNvPr id="119815" name="Line 7"/>
          <p:cNvSpPr>
            <a:spLocks noChangeShapeType="1"/>
          </p:cNvSpPr>
          <p:nvPr/>
        </p:nvSpPr>
        <p:spPr bwMode="auto">
          <a:xfrm flipH="1">
            <a:off x="6110288" y="2023780"/>
            <a:ext cx="914400" cy="1204913"/>
          </a:xfrm>
          <a:prstGeom prst="line">
            <a:avLst/>
          </a:prstGeom>
          <a:noFill/>
          <a:ln w="9525">
            <a:solidFill>
              <a:schemeClr val="tx1"/>
            </a:solidFill>
            <a:round/>
            <a:headEnd/>
            <a:tailEnd type="triangle" w="med" len="med"/>
          </a:ln>
          <a:effectLst/>
        </p:spPr>
        <p:txBody>
          <a:bodyPr/>
          <a:lstStyle/>
          <a:p>
            <a:endParaRPr lang="fr-FR">
              <a:latin typeface="Calibri" pitchFamily="34" charset="0"/>
              <a:cs typeface="Calibri" pitchFamily="34" charset="0"/>
            </a:endParaRPr>
          </a:p>
        </p:txBody>
      </p:sp>
      <p:sp>
        <p:nvSpPr>
          <p:cNvPr id="119816" name="Line 8"/>
          <p:cNvSpPr>
            <a:spLocks noChangeShapeType="1"/>
          </p:cNvSpPr>
          <p:nvPr/>
        </p:nvSpPr>
        <p:spPr bwMode="auto">
          <a:xfrm flipH="1">
            <a:off x="5937250" y="2066643"/>
            <a:ext cx="1087438" cy="2789237"/>
          </a:xfrm>
          <a:prstGeom prst="line">
            <a:avLst/>
          </a:prstGeom>
          <a:noFill/>
          <a:ln w="9525">
            <a:solidFill>
              <a:schemeClr val="tx1"/>
            </a:solidFill>
            <a:round/>
            <a:headEnd/>
            <a:tailEnd type="triangle" w="med" len="med"/>
          </a:ln>
          <a:effectLst/>
        </p:spPr>
        <p:txBody>
          <a:bodyPr/>
          <a:lstStyle/>
          <a:p>
            <a:endParaRPr lang="fr-FR">
              <a:latin typeface="Calibri" pitchFamily="34" charset="0"/>
              <a:cs typeface="Calibri" pitchFamily="34" charset="0"/>
            </a:endParaRPr>
          </a:p>
        </p:txBody>
      </p:sp>
      <p:sp>
        <p:nvSpPr>
          <p:cNvPr id="119817" name="Oval 9"/>
          <p:cNvSpPr>
            <a:spLocks noChangeArrowheads="1"/>
          </p:cNvSpPr>
          <p:nvPr/>
        </p:nvSpPr>
        <p:spPr bwMode="auto">
          <a:xfrm>
            <a:off x="5835650" y="4752693"/>
            <a:ext cx="2408238" cy="231775"/>
          </a:xfrm>
          <a:prstGeom prst="ellipse">
            <a:avLst/>
          </a:prstGeom>
          <a:solidFill>
            <a:srgbClr val="99FF99">
              <a:alpha val="55000"/>
            </a:srgbClr>
          </a:solidFill>
          <a:ln w="9525">
            <a:solidFill>
              <a:schemeClr val="tx1"/>
            </a:solidFill>
            <a:round/>
            <a:headEnd/>
            <a:tailEnd/>
          </a:ln>
          <a:effectLst/>
        </p:spPr>
        <p:txBody>
          <a:bodyPr wrap="none" anchor="ctr"/>
          <a:lstStyle/>
          <a:p>
            <a:endParaRPr lang="fr-FR">
              <a:latin typeface="Calibri" pitchFamily="34" charset="0"/>
              <a:cs typeface="Calibri" pitchFamily="34" charset="0"/>
            </a:endParaRPr>
          </a:p>
        </p:txBody>
      </p:sp>
      <p:sp>
        <p:nvSpPr>
          <p:cNvPr id="119818" name="Text Box 10"/>
          <p:cNvSpPr txBox="1">
            <a:spLocks noChangeArrowheads="1"/>
          </p:cNvSpPr>
          <p:nvPr/>
        </p:nvSpPr>
        <p:spPr bwMode="auto">
          <a:xfrm>
            <a:off x="220663" y="3560480"/>
            <a:ext cx="1541462" cy="274638"/>
          </a:xfrm>
          <a:prstGeom prst="rect">
            <a:avLst/>
          </a:prstGeom>
          <a:noFill/>
          <a:ln w="9525">
            <a:noFill/>
            <a:miter lim="800000"/>
            <a:headEnd/>
            <a:tailEnd/>
          </a:ln>
          <a:effectLst/>
        </p:spPr>
        <p:txBody>
          <a:bodyPr>
            <a:spAutoFit/>
          </a:bodyPr>
          <a:lstStyle/>
          <a:p>
            <a:pPr algn="just" eaLnBrk="0" hangingPunct="0">
              <a:spcBef>
                <a:spcPct val="50000"/>
              </a:spcBef>
            </a:pPr>
            <a:r>
              <a:rPr lang="fr-FR" sz="1200" b="1">
                <a:latin typeface="Calibri" pitchFamily="34" charset="0"/>
                <a:cs typeface="Calibri" pitchFamily="34" charset="0"/>
              </a:rPr>
              <a:t>Nouveau défaut</a:t>
            </a:r>
          </a:p>
        </p:txBody>
      </p:sp>
      <p:sp>
        <p:nvSpPr>
          <p:cNvPr id="119819" name="Line 11"/>
          <p:cNvSpPr>
            <a:spLocks noChangeShapeType="1"/>
          </p:cNvSpPr>
          <p:nvPr/>
        </p:nvSpPr>
        <p:spPr bwMode="auto">
          <a:xfrm>
            <a:off x="991394" y="3835118"/>
            <a:ext cx="5858669" cy="1671637"/>
          </a:xfrm>
          <a:prstGeom prst="line">
            <a:avLst/>
          </a:prstGeom>
          <a:noFill/>
          <a:ln w="9525">
            <a:solidFill>
              <a:schemeClr val="tx1"/>
            </a:solidFill>
            <a:round/>
            <a:headEnd/>
            <a:tailEnd type="triangle" w="med" len="med"/>
          </a:ln>
          <a:effectLst/>
        </p:spPr>
        <p:txBody>
          <a:bodyPr/>
          <a:lstStyle/>
          <a:p>
            <a:endParaRPr lang="fr-FR">
              <a:latin typeface="Calibri" pitchFamily="34" charset="0"/>
              <a:cs typeface="Calibri" pitchFamily="34" charset="0"/>
            </a:endParaRPr>
          </a:p>
        </p:txBody>
      </p:sp>
      <p:sp>
        <p:nvSpPr>
          <p:cNvPr id="16" name="Text Box 2" descr="Papier lettre"/>
          <p:cNvSpPr txBox="1">
            <a:spLocks noChangeArrowheads="1"/>
          </p:cNvSpPr>
          <p:nvPr/>
        </p:nvSpPr>
        <p:spPr bwMode="auto">
          <a:xfrm>
            <a:off x="491762" y="2082220"/>
            <a:ext cx="1829988" cy="369332"/>
          </a:xfrm>
          <a:prstGeom prst="rect">
            <a:avLst/>
          </a:prstGeom>
          <a:blipFill dpi="0" rotWithShape="0">
            <a:blip r:embed="rId5" cstate="print"/>
            <a:srcRect/>
            <a:tile tx="0" ty="0" sx="100000" sy="100000" flip="none" algn="tl"/>
          </a:blipFill>
          <a:ln w="9525">
            <a:noFill/>
            <a:miter lim="800000"/>
            <a:headEnd/>
            <a:tailEnd/>
          </a:ln>
          <a:effectLst>
            <a:glow rad="228600">
              <a:schemeClr val="accent4">
                <a:satMod val="175000"/>
                <a:alpha val="40000"/>
              </a:schemeClr>
            </a:glow>
          </a:effectLst>
        </p:spPr>
        <p:txBody>
          <a:bodyPr wrap="none">
            <a:spAutoFit/>
          </a:bodyPr>
          <a:lstStyle/>
          <a:p>
            <a:pPr eaLnBrk="0" hangingPunct="0">
              <a:spcBef>
                <a:spcPct val="50000"/>
              </a:spcBef>
            </a:pPr>
            <a:r>
              <a:rPr lang="fr-FR" sz="1800" b="1" dirty="0">
                <a:latin typeface="Calibri" pitchFamily="34" charset="0"/>
                <a:cs typeface="Calibri" pitchFamily="34" charset="0"/>
              </a:rPr>
              <a:t>Suivre la solution</a:t>
            </a:r>
          </a:p>
        </p:txBody>
      </p:sp>
      <p:sp>
        <p:nvSpPr>
          <p:cNvPr id="17" name="Rectangle 16"/>
          <p:cNvSpPr/>
          <p:nvPr/>
        </p:nvSpPr>
        <p:spPr>
          <a:xfrm>
            <a:off x="296525" y="1398663"/>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20" name="Text Box 2"/>
          <p:cNvSpPr txBox="1">
            <a:spLocks noChangeArrowheads="1"/>
          </p:cNvSpPr>
          <p:nvPr/>
        </p:nvSpPr>
        <p:spPr bwMode="auto">
          <a:xfrm>
            <a:off x="2256012" y="1415708"/>
            <a:ext cx="3807324"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D7 – Résultat :  Suivi de l’efficacité</a:t>
            </a:r>
          </a:p>
        </p:txBody>
      </p:sp>
      <p:sp>
        <p:nvSpPr>
          <p:cNvPr id="15" name="Rectangle 2"/>
          <p:cNvSpPr>
            <a:spLocks noChangeArrowheads="1"/>
          </p:cNvSpPr>
          <p:nvPr/>
        </p:nvSpPr>
        <p:spPr bwMode="auto">
          <a:xfrm>
            <a:off x="271462" y="395790"/>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8D et outils associés</a:t>
            </a:r>
          </a:p>
        </p:txBody>
      </p:sp>
    </p:spTree>
    <p:extLst>
      <p:ext uri="{BB962C8B-B14F-4D97-AF65-F5344CB8AC3E}">
        <p14:creationId xmlns:p14="http://schemas.microsoft.com/office/powerpoint/2010/main" val="3998243752"/>
      </p:ext>
    </p:extLst>
  </p:cSld>
  <p:clrMapOvr>
    <a:masterClrMapping/>
  </p:clrMapOvr>
  <p:transition>
    <p:zoom/>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8" name="Object 2"/>
          <p:cNvGraphicFramePr>
            <a:graphicFrameLocks noChangeAspect="1"/>
          </p:cNvGraphicFramePr>
          <p:nvPr>
            <p:extLst>
              <p:ext uri="{D42A27DB-BD31-4B8C-83A1-F6EECF244321}">
                <p14:modId xmlns:p14="http://schemas.microsoft.com/office/powerpoint/2010/main" val="1294651188"/>
              </p:ext>
            </p:extLst>
          </p:nvPr>
        </p:nvGraphicFramePr>
        <p:xfrm>
          <a:off x="7974013" y="670076"/>
          <a:ext cx="763587" cy="1028700"/>
        </p:xfrm>
        <a:graphic>
          <a:graphicData uri="http://schemas.openxmlformats.org/presentationml/2006/ole">
            <mc:AlternateContent xmlns:mc="http://schemas.openxmlformats.org/markup-compatibility/2006">
              <mc:Choice xmlns:v="urn:schemas-microsoft-com:vml" Requires="v">
                <p:oleObj name="Clip" r:id="rId3" imgW="2525760" imgH="3407040" progId="MS_ClipArt_Gallery.5">
                  <p:embed/>
                </p:oleObj>
              </mc:Choice>
              <mc:Fallback>
                <p:oleObj name="Clip" r:id="rId3" imgW="2525760" imgH="3407040" progId="MS_ClipArt_Gallery.5">
                  <p:embed/>
                  <p:pic>
                    <p:nvPicPr>
                      <p:cNvPr id="4098"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74013" y="670076"/>
                        <a:ext cx="763587" cy="10287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4099" name="Text Box 5"/>
          <p:cNvSpPr txBox="1">
            <a:spLocks noChangeArrowheads="1"/>
          </p:cNvSpPr>
          <p:nvPr/>
        </p:nvSpPr>
        <p:spPr bwMode="auto">
          <a:xfrm>
            <a:off x="633413" y="1916113"/>
            <a:ext cx="4521200" cy="366712"/>
          </a:xfrm>
          <a:prstGeom prst="rect">
            <a:avLst/>
          </a:prstGeom>
          <a:noFill/>
          <a:ln w="9525">
            <a:noFill/>
            <a:miter lim="800000"/>
            <a:headEnd/>
            <a:tailEnd/>
          </a:ln>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Décrire - Clarifier</a:t>
            </a:r>
          </a:p>
        </p:txBody>
      </p:sp>
      <p:grpSp>
        <p:nvGrpSpPr>
          <p:cNvPr id="4100" name="Group 6"/>
          <p:cNvGrpSpPr>
            <a:grpSpLocks/>
          </p:cNvGrpSpPr>
          <p:nvPr/>
        </p:nvGrpSpPr>
        <p:grpSpPr bwMode="auto">
          <a:xfrm>
            <a:off x="301625" y="1900238"/>
            <a:ext cx="320675" cy="366712"/>
            <a:chOff x="1385" y="2247"/>
            <a:chExt cx="202" cy="231"/>
          </a:xfrm>
        </p:grpSpPr>
        <p:pic>
          <p:nvPicPr>
            <p:cNvPr id="4142" name="Picture 7" descr="WB01619_"/>
            <p:cNvPicPr>
              <a:picLocks noChangeAspect="1" noChangeArrowheads="1"/>
            </p:cNvPicPr>
            <p:nvPr/>
          </p:nvPicPr>
          <p:blipFill>
            <a:blip r:embed="rId5" cstate="print"/>
            <a:srcRect/>
            <a:stretch>
              <a:fillRect/>
            </a:stretch>
          </p:blipFill>
          <p:spPr bwMode="auto">
            <a:xfrm>
              <a:off x="1385" y="2263"/>
              <a:ext cx="202" cy="215"/>
            </a:xfrm>
            <a:prstGeom prst="rect">
              <a:avLst/>
            </a:prstGeom>
            <a:noFill/>
            <a:ln w="9525">
              <a:noFill/>
              <a:miter lim="800000"/>
              <a:headEnd/>
              <a:tailEnd/>
            </a:ln>
          </p:spPr>
        </p:pic>
        <p:sp>
          <p:nvSpPr>
            <p:cNvPr id="94216" name="Text Box 8"/>
            <p:cNvSpPr txBox="1">
              <a:spLocks noChangeArrowheads="1"/>
            </p:cNvSpPr>
            <p:nvPr/>
          </p:nvSpPr>
          <p:spPr bwMode="auto">
            <a:xfrm>
              <a:off x="1398" y="2247"/>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1</a:t>
              </a:r>
            </a:p>
          </p:txBody>
        </p:sp>
      </p:grpSp>
      <p:sp>
        <p:nvSpPr>
          <p:cNvPr id="94217" name="Text Box 9"/>
          <p:cNvSpPr txBox="1">
            <a:spLocks noChangeArrowheads="1"/>
          </p:cNvSpPr>
          <p:nvPr/>
        </p:nvSpPr>
        <p:spPr bwMode="auto">
          <a:xfrm>
            <a:off x="644407" y="2822575"/>
            <a:ext cx="5018707" cy="369332"/>
          </a:xfrm>
          <a:prstGeom prst="rect">
            <a:avLst/>
          </a:prstGeom>
          <a:noFill/>
          <a:ln w="9525">
            <a:noFill/>
            <a:miter lim="800000"/>
            <a:headEnd/>
            <a:tailEnd/>
          </a:ln>
          <a:effectLst/>
        </p:spPr>
        <p:txBody>
          <a:bodyPr wrap="square">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Contre(s)-Mesure(s) Immédiate(s)</a:t>
            </a:r>
          </a:p>
        </p:txBody>
      </p:sp>
      <p:grpSp>
        <p:nvGrpSpPr>
          <p:cNvPr id="4102" name="Group 10"/>
          <p:cNvGrpSpPr>
            <a:grpSpLocks/>
          </p:cNvGrpSpPr>
          <p:nvPr/>
        </p:nvGrpSpPr>
        <p:grpSpPr bwMode="auto">
          <a:xfrm>
            <a:off x="301625" y="3209925"/>
            <a:ext cx="320675" cy="366713"/>
            <a:chOff x="1377" y="2791"/>
            <a:chExt cx="202" cy="231"/>
          </a:xfrm>
        </p:grpSpPr>
        <p:pic>
          <p:nvPicPr>
            <p:cNvPr id="4140" name="Picture 11" descr="WB01619_"/>
            <p:cNvPicPr>
              <a:picLocks noChangeAspect="1" noChangeArrowheads="1"/>
            </p:cNvPicPr>
            <p:nvPr/>
          </p:nvPicPr>
          <p:blipFill>
            <a:blip r:embed="rId5" cstate="print"/>
            <a:srcRect/>
            <a:stretch>
              <a:fillRect/>
            </a:stretch>
          </p:blipFill>
          <p:spPr bwMode="auto">
            <a:xfrm>
              <a:off x="1377" y="2807"/>
              <a:ext cx="202" cy="215"/>
            </a:xfrm>
            <a:prstGeom prst="rect">
              <a:avLst/>
            </a:prstGeom>
            <a:noFill/>
            <a:ln w="9525">
              <a:noFill/>
              <a:miter lim="800000"/>
              <a:headEnd/>
              <a:tailEnd/>
            </a:ln>
          </p:spPr>
        </p:pic>
        <p:sp>
          <p:nvSpPr>
            <p:cNvPr id="94220" name="Text Box 12"/>
            <p:cNvSpPr txBox="1">
              <a:spLocks noChangeArrowheads="1"/>
            </p:cNvSpPr>
            <p:nvPr/>
          </p:nvSpPr>
          <p:spPr bwMode="auto">
            <a:xfrm>
              <a:off x="1390" y="2791"/>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4</a:t>
              </a:r>
            </a:p>
          </p:txBody>
        </p:sp>
      </p:grpSp>
      <p:sp>
        <p:nvSpPr>
          <p:cNvPr id="94221" name="Text Box 13"/>
          <p:cNvSpPr txBox="1">
            <a:spLocks noChangeArrowheads="1"/>
          </p:cNvSpPr>
          <p:nvPr/>
        </p:nvSpPr>
        <p:spPr bwMode="auto">
          <a:xfrm>
            <a:off x="731776" y="4235450"/>
            <a:ext cx="8169057" cy="307777"/>
          </a:xfrm>
          <a:prstGeom prst="rect">
            <a:avLst/>
          </a:prstGeom>
          <a:noFill/>
          <a:ln w="9525">
            <a:noFill/>
            <a:miter lim="800000"/>
            <a:headEnd/>
            <a:tailEnd/>
          </a:ln>
          <a:effectLst/>
        </p:spPr>
        <p:txBody>
          <a:bodyPr wrap="square">
            <a:spAutoFit/>
          </a:bodyPr>
          <a:lstStyle/>
          <a:p>
            <a:pPr eaLnBrk="0" hangingPunct="0">
              <a:spcBef>
                <a:spcPct val="50000"/>
              </a:spcBef>
              <a:defRPr/>
            </a:pPr>
            <a:r>
              <a:rPr lang="fr-FR" sz="1400" dirty="0">
                <a:solidFill>
                  <a:schemeClr val="bg1">
                    <a:lumMod val="65000"/>
                  </a:schemeClr>
                </a:solidFill>
                <a:latin typeface="Calibri" pitchFamily="34" charset="0"/>
                <a:cs typeface="Calibri" pitchFamily="34" charset="0"/>
              </a:rPr>
              <a:t>Recherche des causes racines (facteurs probables, facteurs prouvés, 5P, causes racines)</a:t>
            </a:r>
          </a:p>
        </p:txBody>
      </p:sp>
      <p:grpSp>
        <p:nvGrpSpPr>
          <p:cNvPr id="4104" name="Group 14"/>
          <p:cNvGrpSpPr>
            <a:grpSpLocks/>
          </p:cNvGrpSpPr>
          <p:nvPr/>
        </p:nvGrpSpPr>
        <p:grpSpPr bwMode="auto">
          <a:xfrm>
            <a:off x="301625" y="4219575"/>
            <a:ext cx="320675" cy="366713"/>
            <a:chOff x="1377" y="3081"/>
            <a:chExt cx="202" cy="231"/>
          </a:xfrm>
        </p:grpSpPr>
        <p:pic>
          <p:nvPicPr>
            <p:cNvPr id="4138" name="Picture 15" descr="WB01619_"/>
            <p:cNvPicPr>
              <a:picLocks noChangeAspect="1" noChangeArrowheads="1"/>
            </p:cNvPicPr>
            <p:nvPr/>
          </p:nvPicPr>
          <p:blipFill>
            <a:blip r:embed="rId5" cstate="print"/>
            <a:srcRect/>
            <a:stretch>
              <a:fillRect/>
            </a:stretch>
          </p:blipFill>
          <p:spPr bwMode="auto">
            <a:xfrm>
              <a:off x="1377" y="3097"/>
              <a:ext cx="202" cy="215"/>
            </a:xfrm>
            <a:prstGeom prst="rect">
              <a:avLst/>
            </a:prstGeom>
            <a:noFill/>
            <a:ln w="9525">
              <a:noFill/>
              <a:miter lim="800000"/>
              <a:headEnd/>
              <a:tailEnd/>
            </a:ln>
          </p:spPr>
        </p:pic>
        <p:sp>
          <p:nvSpPr>
            <p:cNvPr id="94224" name="Text Box 16"/>
            <p:cNvSpPr txBox="1">
              <a:spLocks noChangeArrowheads="1"/>
            </p:cNvSpPr>
            <p:nvPr/>
          </p:nvSpPr>
          <p:spPr bwMode="auto">
            <a:xfrm>
              <a:off x="1390" y="3081"/>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5</a:t>
              </a:r>
            </a:p>
          </p:txBody>
        </p:sp>
      </p:grpSp>
      <p:sp>
        <p:nvSpPr>
          <p:cNvPr id="94225" name="Text Box 17"/>
          <p:cNvSpPr txBox="1">
            <a:spLocks noChangeArrowheads="1"/>
          </p:cNvSpPr>
          <p:nvPr/>
        </p:nvSpPr>
        <p:spPr bwMode="auto">
          <a:xfrm>
            <a:off x="633413" y="4648200"/>
            <a:ext cx="5826125" cy="366713"/>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Actions correctives</a:t>
            </a:r>
          </a:p>
        </p:txBody>
      </p:sp>
      <p:pic>
        <p:nvPicPr>
          <p:cNvPr id="4106" name="Picture 18" descr="WB01619_"/>
          <p:cNvPicPr>
            <a:picLocks noChangeAspect="1" noChangeArrowheads="1"/>
          </p:cNvPicPr>
          <p:nvPr/>
        </p:nvPicPr>
        <p:blipFill>
          <a:blip r:embed="rId5" cstate="print"/>
          <a:srcRect/>
          <a:stretch>
            <a:fillRect/>
          </a:stretch>
        </p:blipFill>
        <p:spPr bwMode="auto">
          <a:xfrm>
            <a:off x="301625" y="4657725"/>
            <a:ext cx="320675" cy="341313"/>
          </a:xfrm>
          <a:prstGeom prst="rect">
            <a:avLst/>
          </a:prstGeom>
          <a:noFill/>
          <a:ln w="9525">
            <a:noFill/>
            <a:miter lim="800000"/>
            <a:headEnd/>
            <a:tailEnd/>
          </a:ln>
        </p:spPr>
      </p:pic>
      <p:sp>
        <p:nvSpPr>
          <p:cNvPr id="94227" name="Text Box 19"/>
          <p:cNvSpPr txBox="1">
            <a:spLocks noChangeArrowheads="1"/>
          </p:cNvSpPr>
          <p:nvPr/>
        </p:nvSpPr>
        <p:spPr bwMode="auto">
          <a:xfrm>
            <a:off x="322263" y="4632325"/>
            <a:ext cx="254000" cy="366713"/>
          </a:xfrm>
          <a:prstGeom prst="rect">
            <a:avLst/>
          </a:prstGeom>
          <a:noFill/>
          <a:ln w="9525">
            <a:noFill/>
            <a:miter lim="800000"/>
            <a:headEnd/>
            <a:tailEnd/>
          </a:ln>
          <a:effectLst/>
        </p:spPr>
        <p:txBody>
          <a:bodyPr>
            <a:spAutoFit/>
          </a:bodyPr>
          <a:lstStyle/>
          <a:p>
            <a:pPr eaLnBrk="0" hangingPunct="0">
              <a:spcBef>
                <a:spcPct val="50000"/>
              </a:spcBef>
              <a:defRPr/>
            </a:pPr>
            <a:r>
              <a:rPr lang="fr-FR" sz="1800" b="1">
                <a:solidFill>
                  <a:schemeClr val="bg1">
                    <a:lumMod val="65000"/>
                  </a:schemeClr>
                </a:solidFill>
                <a:effectLst>
                  <a:outerShdw blurRad="38100" dist="38100" dir="2700000" algn="tl">
                    <a:srgbClr val="C0C0C0"/>
                  </a:outerShdw>
                </a:effectLst>
                <a:latin typeface="Calibri" pitchFamily="34" charset="0"/>
                <a:cs typeface="Calibri" pitchFamily="34" charset="0"/>
              </a:rPr>
              <a:t>6</a:t>
            </a:r>
          </a:p>
        </p:txBody>
      </p:sp>
      <p:sp>
        <p:nvSpPr>
          <p:cNvPr id="94228" name="Text Box 20"/>
          <p:cNvSpPr txBox="1">
            <a:spLocks noChangeArrowheads="1"/>
          </p:cNvSpPr>
          <p:nvPr/>
        </p:nvSpPr>
        <p:spPr bwMode="auto">
          <a:xfrm>
            <a:off x="671512" y="5045074"/>
            <a:ext cx="5749925" cy="366713"/>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Résultat -Suivi de l’efficacité</a:t>
            </a:r>
          </a:p>
        </p:txBody>
      </p:sp>
      <p:grpSp>
        <p:nvGrpSpPr>
          <p:cNvPr id="4109" name="Group 21"/>
          <p:cNvGrpSpPr>
            <a:grpSpLocks/>
          </p:cNvGrpSpPr>
          <p:nvPr/>
        </p:nvGrpSpPr>
        <p:grpSpPr bwMode="auto">
          <a:xfrm>
            <a:off x="301625" y="5045075"/>
            <a:ext cx="320675" cy="366713"/>
            <a:chOff x="1377" y="3591"/>
            <a:chExt cx="202" cy="231"/>
          </a:xfrm>
        </p:grpSpPr>
        <p:pic>
          <p:nvPicPr>
            <p:cNvPr id="4136" name="Picture 22" descr="WB01619_"/>
            <p:cNvPicPr>
              <a:picLocks noChangeAspect="1" noChangeArrowheads="1"/>
            </p:cNvPicPr>
            <p:nvPr/>
          </p:nvPicPr>
          <p:blipFill>
            <a:blip r:embed="rId5" cstate="print"/>
            <a:srcRect/>
            <a:stretch>
              <a:fillRect/>
            </a:stretch>
          </p:blipFill>
          <p:spPr bwMode="auto">
            <a:xfrm>
              <a:off x="1377" y="3607"/>
              <a:ext cx="202" cy="215"/>
            </a:xfrm>
            <a:prstGeom prst="rect">
              <a:avLst/>
            </a:prstGeom>
            <a:noFill/>
            <a:ln w="9525">
              <a:noFill/>
              <a:miter lim="800000"/>
              <a:headEnd/>
              <a:tailEnd/>
            </a:ln>
          </p:spPr>
        </p:pic>
        <p:sp>
          <p:nvSpPr>
            <p:cNvPr id="94231" name="Text Box 23"/>
            <p:cNvSpPr txBox="1">
              <a:spLocks noChangeArrowheads="1"/>
            </p:cNvSpPr>
            <p:nvPr/>
          </p:nvSpPr>
          <p:spPr bwMode="auto">
            <a:xfrm>
              <a:off x="1390" y="3591"/>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b="1" dirty="0">
                  <a:solidFill>
                    <a:schemeClr val="bg1">
                      <a:lumMod val="65000"/>
                    </a:schemeClr>
                  </a:solidFill>
                  <a:effectLst>
                    <a:outerShdw blurRad="38100" dist="38100" dir="2700000" algn="tl">
                      <a:srgbClr val="C0C0C0"/>
                    </a:outerShdw>
                  </a:effectLst>
                  <a:latin typeface="Calibri" pitchFamily="34" charset="0"/>
                  <a:cs typeface="Calibri" pitchFamily="34" charset="0"/>
                </a:rPr>
                <a:t>7</a:t>
              </a:r>
            </a:p>
          </p:txBody>
        </p:sp>
      </p:grpSp>
      <p:grpSp>
        <p:nvGrpSpPr>
          <p:cNvPr id="4110" name="Group 24"/>
          <p:cNvGrpSpPr>
            <a:grpSpLocks/>
          </p:cNvGrpSpPr>
          <p:nvPr/>
        </p:nvGrpSpPr>
        <p:grpSpPr bwMode="auto">
          <a:xfrm>
            <a:off x="301625" y="2360613"/>
            <a:ext cx="320675" cy="366712"/>
            <a:chOff x="1385" y="1999"/>
            <a:chExt cx="202" cy="231"/>
          </a:xfrm>
        </p:grpSpPr>
        <p:pic>
          <p:nvPicPr>
            <p:cNvPr id="4134" name="Picture 25" descr="WB01619_"/>
            <p:cNvPicPr>
              <a:picLocks noChangeAspect="1" noChangeArrowheads="1"/>
            </p:cNvPicPr>
            <p:nvPr/>
          </p:nvPicPr>
          <p:blipFill>
            <a:blip r:embed="rId5" cstate="print"/>
            <a:srcRect/>
            <a:stretch>
              <a:fillRect/>
            </a:stretch>
          </p:blipFill>
          <p:spPr bwMode="auto">
            <a:xfrm>
              <a:off x="1385" y="2015"/>
              <a:ext cx="202" cy="215"/>
            </a:xfrm>
            <a:prstGeom prst="rect">
              <a:avLst/>
            </a:prstGeom>
            <a:noFill/>
            <a:ln w="9525">
              <a:noFill/>
              <a:miter lim="800000"/>
              <a:headEnd/>
              <a:tailEnd/>
            </a:ln>
          </p:spPr>
        </p:pic>
        <p:sp>
          <p:nvSpPr>
            <p:cNvPr id="94234" name="Text Box 26"/>
            <p:cNvSpPr txBox="1">
              <a:spLocks noChangeArrowheads="1"/>
            </p:cNvSpPr>
            <p:nvPr/>
          </p:nvSpPr>
          <p:spPr bwMode="auto">
            <a:xfrm>
              <a:off x="1398" y="1999"/>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2</a:t>
              </a:r>
            </a:p>
          </p:txBody>
        </p:sp>
      </p:grpSp>
      <p:sp>
        <p:nvSpPr>
          <p:cNvPr id="94235" name="Text Box 27"/>
          <p:cNvSpPr txBox="1">
            <a:spLocks noChangeArrowheads="1"/>
          </p:cNvSpPr>
          <p:nvPr/>
        </p:nvSpPr>
        <p:spPr bwMode="auto">
          <a:xfrm>
            <a:off x="633412" y="2376488"/>
            <a:ext cx="5918807" cy="369332"/>
          </a:xfrm>
          <a:prstGeom prst="rect">
            <a:avLst/>
          </a:prstGeom>
          <a:noFill/>
          <a:ln w="12700">
            <a:noFill/>
            <a:miter lim="800000"/>
            <a:headEnd/>
            <a:tailEnd/>
          </a:ln>
          <a:effectLst/>
        </p:spPr>
        <p:txBody>
          <a:bodyPr wrap="square">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Constitution du Groupe de Travail</a:t>
            </a:r>
          </a:p>
        </p:txBody>
      </p:sp>
      <p:grpSp>
        <p:nvGrpSpPr>
          <p:cNvPr id="4112" name="Group 28"/>
          <p:cNvGrpSpPr>
            <a:grpSpLocks/>
          </p:cNvGrpSpPr>
          <p:nvPr/>
        </p:nvGrpSpPr>
        <p:grpSpPr bwMode="auto">
          <a:xfrm>
            <a:off x="301625" y="2797175"/>
            <a:ext cx="320675" cy="366713"/>
            <a:chOff x="1377" y="2511"/>
            <a:chExt cx="202" cy="231"/>
          </a:xfrm>
        </p:grpSpPr>
        <p:pic>
          <p:nvPicPr>
            <p:cNvPr id="4132" name="Picture 29" descr="WB01619_"/>
            <p:cNvPicPr>
              <a:picLocks noChangeAspect="1" noChangeArrowheads="1"/>
            </p:cNvPicPr>
            <p:nvPr/>
          </p:nvPicPr>
          <p:blipFill>
            <a:blip r:embed="rId5" cstate="print"/>
            <a:srcRect/>
            <a:stretch>
              <a:fillRect/>
            </a:stretch>
          </p:blipFill>
          <p:spPr bwMode="auto">
            <a:xfrm>
              <a:off x="1377" y="2527"/>
              <a:ext cx="202" cy="215"/>
            </a:xfrm>
            <a:prstGeom prst="rect">
              <a:avLst/>
            </a:prstGeom>
            <a:noFill/>
            <a:ln w="9525">
              <a:noFill/>
              <a:miter lim="800000"/>
              <a:headEnd/>
              <a:tailEnd/>
            </a:ln>
          </p:spPr>
        </p:pic>
        <p:sp>
          <p:nvSpPr>
            <p:cNvPr id="94238" name="Text Box 30"/>
            <p:cNvSpPr txBox="1">
              <a:spLocks noChangeArrowheads="1"/>
            </p:cNvSpPr>
            <p:nvPr/>
          </p:nvSpPr>
          <p:spPr bwMode="auto">
            <a:xfrm>
              <a:off x="1390" y="2511"/>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3</a:t>
              </a:r>
            </a:p>
          </p:txBody>
        </p:sp>
      </p:grpSp>
      <p:sp>
        <p:nvSpPr>
          <p:cNvPr id="94239" name="Text Box 31"/>
          <p:cNvSpPr txBox="1">
            <a:spLocks noChangeArrowheads="1"/>
          </p:cNvSpPr>
          <p:nvPr/>
        </p:nvSpPr>
        <p:spPr bwMode="auto">
          <a:xfrm>
            <a:off x="669925" y="3228463"/>
            <a:ext cx="7550150" cy="369332"/>
          </a:xfrm>
          <a:prstGeom prst="rect">
            <a:avLst/>
          </a:prstGeom>
          <a:noFill/>
          <a:ln w="12700">
            <a:noFill/>
            <a:miter lim="800000"/>
            <a:headEnd/>
            <a:tailEnd/>
          </a:ln>
          <a:effectLst/>
        </p:spPr>
        <p:txBody>
          <a:bodyPr>
            <a:spAutoFit/>
          </a:bodyPr>
          <a:lstStyle/>
          <a:p>
            <a:pPr eaLnBrk="0" hangingPunct="0">
              <a:spcBef>
                <a:spcPct val="50000"/>
              </a:spcBef>
              <a:defRPr/>
            </a:pPr>
            <a:r>
              <a:rPr lang="fr-FR" sz="1800" dirty="0">
                <a:solidFill>
                  <a:schemeClr val="bg1">
                    <a:lumMod val="65000"/>
                  </a:schemeClr>
                </a:solidFill>
                <a:latin typeface="Calibri" pitchFamily="34" charset="0"/>
                <a:cs typeface="Calibri" pitchFamily="34" charset="0"/>
              </a:rPr>
              <a:t>Localiser la Source de la Cause – Identifier les Causes Probables</a:t>
            </a:r>
          </a:p>
        </p:txBody>
      </p:sp>
      <p:grpSp>
        <p:nvGrpSpPr>
          <p:cNvPr id="4114" name="Group 32"/>
          <p:cNvGrpSpPr>
            <a:grpSpLocks/>
          </p:cNvGrpSpPr>
          <p:nvPr/>
        </p:nvGrpSpPr>
        <p:grpSpPr bwMode="auto">
          <a:xfrm>
            <a:off x="301625" y="5457825"/>
            <a:ext cx="320675" cy="366713"/>
            <a:chOff x="1377" y="3823"/>
            <a:chExt cx="202" cy="231"/>
          </a:xfrm>
        </p:grpSpPr>
        <p:pic>
          <p:nvPicPr>
            <p:cNvPr id="4130" name="Picture 33" descr="WB01619_"/>
            <p:cNvPicPr>
              <a:picLocks noChangeAspect="1" noChangeArrowheads="1"/>
            </p:cNvPicPr>
            <p:nvPr/>
          </p:nvPicPr>
          <p:blipFill>
            <a:blip r:embed="rId5" cstate="print"/>
            <a:srcRect/>
            <a:stretch>
              <a:fillRect/>
            </a:stretch>
          </p:blipFill>
          <p:spPr bwMode="auto">
            <a:xfrm>
              <a:off x="1377" y="3839"/>
              <a:ext cx="202" cy="215"/>
            </a:xfrm>
            <a:prstGeom prst="rect">
              <a:avLst/>
            </a:prstGeom>
            <a:noFill/>
            <a:ln w="9525">
              <a:noFill/>
              <a:miter lim="800000"/>
              <a:headEnd/>
              <a:tailEnd/>
            </a:ln>
          </p:spPr>
        </p:pic>
        <p:sp>
          <p:nvSpPr>
            <p:cNvPr id="94242" name="Text Box 34"/>
            <p:cNvSpPr txBox="1">
              <a:spLocks noChangeArrowheads="1"/>
            </p:cNvSpPr>
            <p:nvPr/>
          </p:nvSpPr>
          <p:spPr bwMode="auto">
            <a:xfrm>
              <a:off x="1390" y="3823"/>
              <a:ext cx="160" cy="231"/>
            </a:xfrm>
            <a:prstGeom prst="rect">
              <a:avLst/>
            </a:prstGeom>
            <a:noFill/>
            <a:ln w="9525">
              <a:noFill/>
              <a:miter lim="800000"/>
              <a:headEnd/>
              <a:tailEnd/>
            </a:ln>
            <a:effectLst/>
          </p:spPr>
          <p:txBody>
            <a:bodyPr>
              <a:spAutoFit/>
            </a:bodyPr>
            <a:lstStyle/>
            <a:p>
              <a:pPr eaLnBrk="0" hangingPunct="0">
                <a:spcBef>
                  <a:spcPct val="50000"/>
                </a:spcBef>
                <a:defRPr/>
              </a:pPr>
              <a:r>
                <a:rPr lang="fr-FR" sz="1800" b="1" dirty="0">
                  <a:solidFill>
                    <a:schemeClr val="bg2">
                      <a:lumMod val="25000"/>
                    </a:schemeClr>
                  </a:solidFill>
                  <a:effectLst>
                    <a:outerShdw blurRad="38100" dist="38100" dir="2700000" algn="tl">
                      <a:srgbClr val="C0C0C0"/>
                    </a:outerShdw>
                  </a:effectLst>
                  <a:latin typeface="Calibri" pitchFamily="34" charset="0"/>
                  <a:cs typeface="Calibri" pitchFamily="34" charset="0"/>
                </a:rPr>
                <a:t>8</a:t>
              </a:r>
            </a:p>
          </p:txBody>
        </p:sp>
      </p:grpSp>
      <p:sp>
        <p:nvSpPr>
          <p:cNvPr id="94243" name="Text Box 35"/>
          <p:cNvSpPr txBox="1">
            <a:spLocks noChangeArrowheads="1"/>
          </p:cNvSpPr>
          <p:nvPr/>
        </p:nvSpPr>
        <p:spPr bwMode="auto">
          <a:xfrm>
            <a:off x="633413" y="5473700"/>
            <a:ext cx="7150868" cy="369332"/>
          </a:xfrm>
          <a:prstGeom prst="rect">
            <a:avLst/>
          </a:prstGeom>
          <a:noFill/>
          <a:ln w="12700">
            <a:noFill/>
            <a:miter lim="800000"/>
            <a:headEnd/>
            <a:tailEnd/>
          </a:ln>
          <a:effectLst/>
        </p:spPr>
        <p:txBody>
          <a:bodyPr wrap="none">
            <a:spAutoFit/>
          </a:bodyPr>
          <a:lstStyle/>
          <a:p>
            <a:pPr eaLnBrk="0" hangingPunct="0">
              <a:spcBef>
                <a:spcPct val="50000"/>
              </a:spcBef>
              <a:defRPr/>
            </a:pPr>
            <a:r>
              <a:rPr lang="fr-FR" sz="1800" b="1" dirty="0">
                <a:solidFill>
                  <a:schemeClr val="bg2">
                    <a:lumMod val="25000"/>
                  </a:schemeClr>
                </a:solidFill>
                <a:latin typeface="Calibri" pitchFamily="34" charset="0"/>
                <a:cs typeface="Calibri" pitchFamily="34" charset="0"/>
              </a:rPr>
              <a:t>Transversalisation – leçons retenues – Actions préventives mises en place</a:t>
            </a:r>
            <a:endParaRPr lang="fr-FR" sz="1600" b="1" dirty="0">
              <a:solidFill>
                <a:schemeClr val="bg2">
                  <a:lumMod val="25000"/>
                </a:schemeClr>
              </a:solidFill>
              <a:latin typeface="Calibri" pitchFamily="34" charset="0"/>
              <a:cs typeface="Calibri" pitchFamily="34" charset="0"/>
            </a:endParaRPr>
          </a:p>
        </p:txBody>
      </p:sp>
      <p:sp>
        <p:nvSpPr>
          <p:cNvPr id="41" name="Rectangle 2"/>
          <p:cNvSpPr>
            <a:spLocks noChangeArrowheads="1"/>
          </p:cNvSpPr>
          <p:nvPr/>
        </p:nvSpPr>
        <p:spPr bwMode="auto">
          <a:xfrm>
            <a:off x="271462" y="395790"/>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8D et outils associés</a:t>
            </a:r>
          </a:p>
        </p:txBody>
      </p:sp>
      <p:sp>
        <p:nvSpPr>
          <p:cNvPr id="48" name="Rectangle 47"/>
          <p:cNvSpPr/>
          <p:nvPr/>
        </p:nvSpPr>
        <p:spPr>
          <a:xfrm>
            <a:off x="322284" y="1328960"/>
            <a:ext cx="1961766"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pic>
        <p:nvPicPr>
          <p:cNvPr id="4120" name="Picture 4"/>
          <p:cNvPicPr>
            <a:picLocks noChangeAspect="1" noChangeArrowheads="1"/>
          </p:cNvPicPr>
          <p:nvPr/>
        </p:nvPicPr>
        <p:blipFill>
          <a:blip r:embed="rId6" cstate="print"/>
          <a:srcRect/>
          <a:stretch>
            <a:fillRect/>
          </a:stretch>
        </p:blipFill>
        <p:spPr bwMode="auto">
          <a:xfrm>
            <a:off x="3028819" y="1547813"/>
            <a:ext cx="1433513" cy="455612"/>
          </a:xfrm>
          <a:prstGeom prst="rect">
            <a:avLst/>
          </a:prstGeom>
          <a:noFill/>
          <a:ln w="9525">
            <a:noFill/>
            <a:miter lim="800000"/>
            <a:headEnd/>
            <a:tailEnd/>
          </a:ln>
        </p:spPr>
      </p:pic>
      <p:sp>
        <p:nvSpPr>
          <p:cNvPr id="49" name="Text Box 48"/>
          <p:cNvSpPr txBox="1">
            <a:spLocks noChangeArrowheads="1"/>
          </p:cNvSpPr>
          <p:nvPr/>
        </p:nvSpPr>
        <p:spPr bwMode="auto">
          <a:xfrm>
            <a:off x="8125945" y="2286550"/>
            <a:ext cx="907621" cy="338554"/>
          </a:xfrm>
          <a:prstGeom prst="rect">
            <a:avLst/>
          </a:prstGeom>
          <a:noFill/>
          <a:ln w="9525">
            <a:noFill/>
            <a:miter lim="800000"/>
            <a:headEnd/>
            <a:tailEnd/>
          </a:ln>
        </p:spPr>
        <p:txBody>
          <a:bodyPr wrap="none">
            <a:spAutoFit/>
          </a:bodyPr>
          <a:lstStyle/>
          <a:p>
            <a:pPr eaLnBrk="0" hangingPunct="0"/>
            <a:r>
              <a:rPr lang="fr-FR" b="1" i="1" dirty="0">
                <a:latin typeface="Calibri" pitchFamily="34" charset="0"/>
                <a:cs typeface="Calibri" pitchFamily="34" charset="0"/>
              </a:rPr>
              <a:t>≤ 2 jours</a:t>
            </a:r>
          </a:p>
        </p:txBody>
      </p:sp>
      <p:cxnSp>
        <p:nvCxnSpPr>
          <p:cNvPr id="4122" name="Connecteur droit avec flèche 50"/>
          <p:cNvCxnSpPr>
            <a:cxnSpLocks noChangeShapeType="1"/>
          </p:cNvCxnSpPr>
          <p:nvPr/>
        </p:nvCxnSpPr>
        <p:spPr bwMode="auto">
          <a:xfrm>
            <a:off x="8027527" y="1931387"/>
            <a:ext cx="9858" cy="1203032"/>
          </a:xfrm>
          <a:prstGeom prst="straightConnector1">
            <a:avLst/>
          </a:prstGeom>
          <a:noFill/>
          <a:ln w="57150" algn="ctr">
            <a:solidFill>
              <a:schemeClr val="tx1"/>
            </a:solidFill>
            <a:round/>
            <a:headEnd/>
            <a:tailEnd type="arrow" w="med" len="med"/>
          </a:ln>
        </p:spPr>
      </p:cxnSp>
      <p:sp>
        <p:nvSpPr>
          <p:cNvPr id="53" name="Text Box 48"/>
          <p:cNvSpPr txBox="1">
            <a:spLocks noChangeArrowheads="1"/>
          </p:cNvSpPr>
          <p:nvPr/>
        </p:nvSpPr>
        <p:spPr bwMode="auto">
          <a:xfrm>
            <a:off x="8125945" y="3143501"/>
            <a:ext cx="814647" cy="307777"/>
          </a:xfrm>
          <a:prstGeom prst="rect">
            <a:avLst/>
          </a:prstGeom>
          <a:noFill/>
          <a:ln w="9525">
            <a:noFill/>
            <a:miter lim="800000"/>
            <a:headEnd/>
            <a:tailEnd/>
          </a:ln>
        </p:spPr>
        <p:txBody>
          <a:bodyPr wrap="none">
            <a:spAutoFit/>
          </a:bodyPr>
          <a:lstStyle/>
          <a:p>
            <a:pPr eaLnBrk="0" hangingPunct="0"/>
            <a:r>
              <a:rPr lang="fr-FR" sz="1400" b="1" i="1" dirty="0">
                <a:latin typeface="Calibri" pitchFamily="34" charset="0"/>
                <a:cs typeface="Calibri" pitchFamily="34" charset="0"/>
              </a:rPr>
              <a:t>≤ </a:t>
            </a:r>
            <a:r>
              <a:rPr lang="fr-FR" sz="1400" i="1" dirty="0">
                <a:latin typeface="Calibri" pitchFamily="34" charset="0"/>
                <a:cs typeface="Calibri" pitchFamily="34" charset="0"/>
              </a:rPr>
              <a:t>7</a:t>
            </a:r>
            <a:r>
              <a:rPr lang="fr-FR" sz="1400" b="1" i="1" dirty="0">
                <a:latin typeface="Calibri" pitchFamily="34" charset="0"/>
                <a:cs typeface="Calibri" pitchFamily="34" charset="0"/>
              </a:rPr>
              <a:t> jours</a:t>
            </a:r>
          </a:p>
        </p:txBody>
      </p:sp>
      <p:cxnSp>
        <p:nvCxnSpPr>
          <p:cNvPr id="4124" name="Connecteur droit avec flèche 53"/>
          <p:cNvCxnSpPr>
            <a:cxnSpLocks noChangeShapeType="1"/>
          </p:cNvCxnSpPr>
          <p:nvPr/>
        </p:nvCxnSpPr>
        <p:spPr bwMode="auto">
          <a:xfrm>
            <a:off x="8024351" y="3134419"/>
            <a:ext cx="6350" cy="338406"/>
          </a:xfrm>
          <a:prstGeom prst="straightConnector1">
            <a:avLst/>
          </a:prstGeom>
          <a:noFill/>
          <a:ln w="57150" algn="ctr">
            <a:solidFill>
              <a:schemeClr val="tx1"/>
            </a:solidFill>
            <a:round/>
            <a:headEnd/>
            <a:tailEnd type="arrow" w="med" len="med"/>
          </a:ln>
        </p:spPr>
      </p:cxnSp>
      <p:sp>
        <p:nvSpPr>
          <p:cNvPr id="56" name="Text Box 48"/>
          <p:cNvSpPr txBox="1">
            <a:spLocks noChangeArrowheads="1"/>
          </p:cNvSpPr>
          <p:nvPr/>
        </p:nvSpPr>
        <p:spPr bwMode="auto">
          <a:xfrm>
            <a:off x="8072544" y="4690684"/>
            <a:ext cx="906017" cy="307777"/>
          </a:xfrm>
          <a:prstGeom prst="rect">
            <a:avLst/>
          </a:prstGeom>
          <a:noFill/>
          <a:ln w="9525">
            <a:noFill/>
            <a:miter lim="800000"/>
            <a:headEnd/>
            <a:tailEnd/>
          </a:ln>
        </p:spPr>
        <p:txBody>
          <a:bodyPr wrap="none">
            <a:spAutoFit/>
          </a:bodyPr>
          <a:lstStyle/>
          <a:p>
            <a:pPr eaLnBrk="0" hangingPunct="0"/>
            <a:r>
              <a:rPr lang="fr-FR" sz="1400" b="1" i="1" dirty="0">
                <a:latin typeface="Calibri" pitchFamily="34" charset="0"/>
                <a:cs typeface="Calibri" pitchFamily="34" charset="0"/>
              </a:rPr>
              <a:t>≤ 30 jours</a:t>
            </a:r>
          </a:p>
        </p:txBody>
      </p:sp>
      <p:cxnSp>
        <p:nvCxnSpPr>
          <p:cNvPr id="4126" name="Connecteur droit avec flèche 56"/>
          <p:cNvCxnSpPr>
            <a:cxnSpLocks noChangeShapeType="1"/>
          </p:cNvCxnSpPr>
          <p:nvPr/>
        </p:nvCxnSpPr>
        <p:spPr bwMode="auto">
          <a:xfrm>
            <a:off x="8037385" y="4014065"/>
            <a:ext cx="7937" cy="1790325"/>
          </a:xfrm>
          <a:prstGeom prst="straightConnector1">
            <a:avLst/>
          </a:prstGeom>
          <a:noFill/>
          <a:ln w="57150" algn="ctr">
            <a:solidFill>
              <a:schemeClr val="tx1"/>
            </a:solidFill>
            <a:round/>
            <a:headEnd/>
            <a:tailEnd type="arrow" w="med" len="med"/>
          </a:ln>
        </p:spPr>
      </p:cxnSp>
    </p:spTree>
    <p:extLst>
      <p:ext uri="{BB962C8B-B14F-4D97-AF65-F5344CB8AC3E}">
        <p14:creationId xmlns:p14="http://schemas.microsoft.com/office/powerpoint/2010/main" val="158826498"/>
      </p:ext>
    </p:extLst>
  </p:cSld>
  <p:clrMapOvr>
    <a:masterClrMapping/>
  </p:clrMapOvr>
  <p:transition>
    <p:zo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49"/>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53"/>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5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utoUpdateAnimBg="0"/>
      <p:bldP spid="53" grpId="0" autoUpdateAnimBg="0"/>
      <p:bldP spid="56" grpId="0"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61" name="Text Box 5"/>
          <p:cNvSpPr txBox="1">
            <a:spLocks noChangeArrowheads="1"/>
          </p:cNvSpPr>
          <p:nvPr/>
        </p:nvSpPr>
        <p:spPr bwMode="auto">
          <a:xfrm>
            <a:off x="317500" y="2082890"/>
            <a:ext cx="8534400" cy="581025"/>
          </a:xfrm>
          <a:prstGeom prst="rect">
            <a:avLst/>
          </a:prstGeom>
          <a:noFill/>
          <a:ln w="9525">
            <a:noFill/>
            <a:miter lim="800000"/>
            <a:headEnd/>
            <a:tailEnd/>
          </a:ln>
          <a:effectLst/>
        </p:spPr>
        <p:txBody>
          <a:bodyPr>
            <a:spAutoFit/>
          </a:bodyPr>
          <a:lstStyle/>
          <a:p>
            <a:pPr eaLnBrk="0" hangingPunct="0">
              <a:spcBef>
                <a:spcPct val="50000"/>
              </a:spcBef>
            </a:pPr>
            <a:r>
              <a:rPr lang="fr-FR" sz="1600" b="1" dirty="0">
                <a:latin typeface="Calibri" pitchFamily="34" charset="0"/>
                <a:cs typeface="Calibri" pitchFamily="34" charset="0"/>
              </a:rPr>
              <a:t>La standardisation empêche le retour aux conditions antérieures une fois que l’amélioration a été menée et que ses résultats ont été vérifiés..</a:t>
            </a:r>
          </a:p>
        </p:txBody>
      </p:sp>
      <p:sp>
        <p:nvSpPr>
          <p:cNvPr id="121862" name="Text Box 6"/>
          <p:cNvSpPr txBox="1">
            <a:spLocks noChangeArrowheads="1"/>
          </p:cNvSpPr>
          <p:nvPr/>
        </p:nvSpPr>
        <p:spPr bwMode="auto">
          <a:xfrm>
            <a:off x="323850" y="2685401"/>
            <a:ext cx="4695131" cy="338554"/>
          </a:xfrm>
          <a:prstGeom prst="rect">
            <a:avLst/>
          </a:prstGeom>
          <a:noFill/>
          <a:ln w="9525">
            <a:noFill/>
            <a:miter lim="800000"/>
            <a:headEnd/>
            <a:tailEnd/>
          </a:ln>
          <a:effectLst/>
        </p:spPr>
        <p:txBody>
          <a:bodyPr wrap="none">
            <a:spAutoFit/>
          </a:bodyPr>
          <a:lstStyle/>
          <a:p>
            <a:pPr eaLnBrk="0" hangingPunct="0">
              <a:spcBef>
                <a:spcPct val="50000"/>
              </a:spcBef>
            </a:pPr>
            <a:r>
              <a:rPr lang="fr-FR" sz="1600" b="1" dirty="0">
                <a:latin typeface="Calibri" pitchFamily="34" charset="0"/>
                <a:cs typeface="Calibri" pitchFamily="34" charset="0"/>
              </a:rPr>
              <a:t>La standardisation est la prévention de la récurrence.</a:t>
            </a:r>
          </a:p>
        </p:txBody>
      </p:sp>
      <p:graphicFrame>
        <p:nvGraphicFramePr>
          <p:cNvPr id="9" name="Diagramme 8"/>
          <p:cNvGraphicFramePr/>
          <p:nvPr>
            <p:extLst>
              <p:ext uri="{D42A27DB-BD31-4B8C-83A1-F6EECF244321}">
                <p14:modId xmlns:p14="http://schemas.microsoft.com/office/powerpoint/2010/main" val="915414835"/>
              </p:ext>
            </p:extLst>
          </p:nvPr>
        </p:nvGraphicFramePr>
        <p:xfrm>
          <a:off x="5791560" y="3293984"/>
          <a:ext cx="3060340" cy="17551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1" name="Diagramme 10"/>
          <p:cNvGraphicFramePr/>
          <p:nvPr>
            <p:extLst>
              <p:ext uri="{D42A27DB-BD31-4B8C-83A1-F6EECF244321}">
                <p14:modId xmlns:p14="http://schemas.microsoft.com/office/powerpoint/2010/main" val="1780124531"/>
              </p:ext>
            </p:extLst>
          </p:nvPr>
        </p:nvGraphicFramePr>
        <p:xfrm>
          <a:off x="296525" y="3293985"/>
          <a:ext cx="3330370" cy="184520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10" name="Diagramme 9"/>
          <p:cNvGraphicFramePr/>
          <p:nvPr>
            <p:extLst>
              <p:ext uri="{D42A27DB-BD31-4B8C-83A1-F6EECF244321}">
                <p14:modId xmlns:p14="http://schemas.microsoft.com/office/powerpoint/2010/main" val="1355632515"/>
              </p:ext>
            </p:extLst>
          </p:nvPr>
        </p:nvGraphicFramePr>
        <p:xfrm>
          <a:off x="3806915" y="3293985"/>
          <a:ext cx="2039508" cy="1800200"/>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
        <p:nvSpPr>
          <p:cNvPr id="13" name="Rectangle 12"/>
          <p:cNvSpPr/>
          <p:nvPr/>
        </p:nvSpPr>
        <p:spPr>
          <a:xfrm>
            <a:off x="296525" y="1482471"/>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14" name="Text Box 2"/>
          <p:cNvSpPr txBox="1">
            <a:spLocks noChangeArrowheads="1"/>
          </p:cNvSpPr>
          <p:nvPr/>
        </p:nvSpPr>
        <p:spPr bwMode="auto">
          <a:xfrm>
            <a:off x="2256012" y="1499516"/>
            <a:ext cx="2868029"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D7 – Actions Préventives </a:t>
            </a:r>
          </a:p>
        </p:txBody>
      </p:sp>
      <p:sp>
        <p:nvSpPr>
          <p:cNvPr id="15" name="Rectangle 2"/>
          <p:cNvSpPr>
            <a:spLocks noChangeArrowheads="1"/>
          </p:cNvSpPr>
          <p:nvPr/>
        </p:nvSpPr>
        <p:spPr bwMode="auto">
          <a:xfrm>
            <a:off x="271462" y="395790"/>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8D et outils associés</a:t>
            </a:r>
          </a:p>
        </p:txBody>
      </p:sp>
    </p:spTree>
    <p:extLst>
      <p:ext uri="{BB962C8B-B14F-4D97-AF65-F5344CB8AC3E}">
        <p14:creationId xmlns:p14="http://schemas.microsoft.com/office/powerpoint/2010/main" val="57038761"/>
      </p:ext>
    </p:extLst>
  </p:cSld>
  <p:clrMapOvr>
    <a:masterClrMapping/>
  </p:clrMapOvr>
  <p:transition>
    <p:zoom/>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5" name="Text Box 5"/>
          <p:cNvSpPr txBox="1">
            <a:spLocks noChangeArrowheads="1"/>
          </p:cNvSpPr>
          <p:nvPr/>
        </p:nvSpPr>
        <p:spPr bwMode="auto">
          <a:xfrm>
            <a:off x="611560" y="2828525"/>
            <a:ext cx="7804150" cy="825500"/>
          </a:xfrm>
          <a:prstGeom prst="rect">
            <a:avLst/>
          </a:prstGeom>
          <a:noFill/>
          <a:ln w="12700">
            <a:noFill/>
            <a:miter lim="800000"/>
            <a:headEnd/>
            <a:tailEnd/>
          </a:ln>
          <a:effectLst/>
        </p:spPr>
        <p:txBody>
          <a:bodyPr>
            <a:spAutoFit/>
          </a:bodyPr>
          <a:lstStyle/>
          <a:p>
            <a:pPr algn="just" eaLnBrk="0" hangingPunct="0">
              <a:spcBef>
                <a:spcPct val="50000"/>
              </a:spcBef>
            </a:pPr>
            <a:r>
              <a:rPr lang="fr-FR" sz="1600" b="1" dirty="0">
                <a:latin typeface="Calibri" pitchFamily="34" charset="0"/>
                <a:cs typeface="Calibri" pitchFamily="34" charset="0"/>
              </a:rPr>
              <a:t>A ce stade le problème est considéré comme résolu. Les solutions validées, vérifiées et pérennisées sont approuvées, en particulier par les membres de la direction dont l’autorité est requise.</a:t>
            </a:r>
          </a:p>
        </p:txBody>
      </p:sp>
      <p:sp>
        <p:nvSpPr>
          <p:cNvPr id="122886" name="Text Box 6"/>
          <p:cNvSpPr txBox="1">
            <a:spLocks noChangeArrowheads="1"/>
          </p:cNvSpPr>
          <p:nvPr/>
        </p:nvSpPr>
        <p:spPr bwMode="auto">
          <a:xfrm>
            <a:off x="624260" y="4063110"/>
            <a:ext cx="7720013" cy="581025"/>
          </a:xfrm>
          <a:prstGeom prst="rect">
            <a:avLst/>
          </a:prstGeom>
          <a:noFill/>
          <a:ln w="12700">
            <a:noFill/>
            <a:miter lim="800000"/>
            <a:headEnd/>
            <a:tailEnd/>
          </a:ln>
          <a:effectLst/>
        </p:spPr>
        <p:txBody>
          <a:bodyPr>
            <a:spAutoFit/>
          </a:bodyPr>
          <a:lstStyle/>
          <a:p>
            <a:pPr algn="just" eaLnBrk="0" hangingPunct="0">
              <a:spcBef>
                <a:spcPct val="50000"/>
              </a:spcBef>
            </a:pPr>
            <a:r>
              <a:rPr lang="fr-FR" sz="1600" b="1" dirty="0">
                <a:latin typeface="Calibri" pitchFamily="34" charset="0"/>
                <a:cs typeface="Calibri" pitchFamily="34" charset="0"/>
              </a:rPr>
              <a:t>Diffusion finale du rapport en particulier aux membres de la direction concernée par le problème initial et par l’installation des solutions finales.</a:t>
            </a:r>
          </a:p>
        </p:txBody>
      </p:sp>
      <p:sp>
        <p:nvSpPr>
          <p:cNvPr id="122887" name="Text Box 7"/>
          <p:cNvSpPr txBox="1">
            <a:spLocks noChangeArrowheads="1"/>
          </p:cNvSpPr>
          <p:nvPr/>
        </p:nvSpPr>
        <p:spPr bwMode="auto">
          <a:xfrm>
            <a:off x="624260" y="5072475"/>
            <a:ext cx="8026400" cy="336550"/>
          </a:xfrm>
          <a:prstGeom prst="rect">
            <a:avLst/>
          </a:prstGeom>
          <a:noFill/>
          <a:ln w="12700">
            <a:noFill/>
            <a:miter lim="800000"/>
            <a:headEnd/>
            <a:tailEnd/>
          </a:ln>
          <a:effectLst/>
        </p:spPr>
        <p:txBody>
          <a:bodyPr>
            <a:spAutoFit/>
          </a:bodyPr>
          <a:lstStyle/>
          <a:p>
            <a:pPr algn="just" eaLnBrk="0" hangingPunct="0">
              <a:spcBef>
                <a:spcPct val="50000"/>
              </a:spcBef>
            </a:pPr>
            <a:r>
              <a:rPr lang="fr-FR" sz="1600" b="1" dirty="0">
                <a:latin typeface="Calibri" pitchFamily="34" charset="0"/>
                <a:cs typeface="Calibri" pitchFamily="34" charset="0"/>
              </a:rPr>
              <a:t>L’animateur remercie l’équipe de la résolution et la dissout.</a:t>
            </a:r>
          </a:p>
        </p:txBody>
      </p:sp>
      <p:pic>
        <p:nvPicPr>
          <p:cNvPr id="11" name="Picture 4" descr="C:\Users\annie\Documents\Images\succes.jpg"/>
          <p:cNvPicPr>
            <a:picLocks noChangeAspect="1" noChangeArrowheads="1"/>
          </p:cNvPicPr>
          <p:nvPr/>
        </p:nvPicPr>
        <p:blipFill>
          <a:blip r:embed="rId3" cstate="print"/>
          <a:srcRect/>
          <a:stretch>
            <a:fillRect/>
          </a:stretch>
        </p:blipFill>
        <p:spPr bwMode="auto">
          <a:xfrm>
            <a:off x="6341268" y="4419110"/>
            <a:ext cx="2326187" cy="2025225"/>
          </a:xfrm>
          <a:prstGeom prst="rect">
            <a:avLst/>
          </a:prstGeom>
          <a:noFill/>
        </p:spPr>
      </p:pic>
      <p:sp>
        <p:nvSpPr>
          <p:cNvPr id="12" name="Rectangle 11"/>
          <p:cNvSpPr/>
          <p:nvPr/>
        </p:nvSpPr>
        <p:spPr>
          <a:xfrm>
            <a:off x="296525" y="1457672"/>
            <a:ext cx="1889463"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4</a:t>
            </a: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 – Les étapes</a:t>
            </a:r>
          </a:p>
        </p:txBody>
      </p:sp>
      <p:sp>
        <p:nvSpPr>
          <p:cNvPr id="13" name="Text Box 2"/>
          <p:cNvSpPr txBox="1">
            <a:spLocks noChangeArrowheads="1"/>
          </p:cNvSpPr>
          <p:nvPr/>
        </p:nvSpPr>
        <p:spPr bwMode="auto">
          <a:xfrm>
            <a:off x="2256012" y="1474717"/>
            <a:ext cx="2868029" cy="40011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spAutoFit/>
          </a:bodyPr>
          <a:lstStyle>
            <a:defPPr>
              <a:defRPr lang="en-US"/>
            </a:defPPr>
            <a:lvl1pPr eaLnBrk="0" hangingPunct="0">
              <a:spcBef>
                <a:spcPct val="50000"/>
              </a:spcBef>
              <a:defRPr sz="2000">
                <a:solidFill>
                  <a:srgbClr val="000099"/>
                </a:solidFill>
                <a:latin typeface="Calibri" pitchFamily="34" charset="0"/>
                <a:cs typeface="Calibri" pitchFamily="34" charset="0"/>
              </a:defRPr>
            </a:lvl1pPr>
          </a:lstStyle>
          <a:p>
            <a:r>
              <a:rPr lang="fr-FR" dirty="0"/>
              <a:t>D8 – Actions Préventives </a:t>
            </a:r>
          </a:p>
        </p:txBody>
      </p:sp>
      <p:sp>
        <p:nvSpPr>
          <p:cNvPr id="14" name="Text Box 2" descr="Gouttelettes"/>
          <p:cNvSpPr txBox="1">
            <a:spLocks noChangeArrowheads="1"/>
          </p:cNvSpPr>
          <p:nvPr/>
        </p:nvSpPr>
        <p:spPr bwMode="auto">
          <a:xfrm>
            <a:off x="296525" y="1960675"/>
            <a:ext cx="5165979" cy="523220"/>
          </a:xfrm>
          <a:prstGeom prst="rect">
            <a:avLst/>
          </a:prstGeom>
          <a:solidFill>
            <a:schemeClr val="bg2">
              <a:lumMod val="9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square">
            <a:spAutoFit/>
          </a:bodyPr>
          <a:lstStyle>
            <a:defPPr>
              <a:defRPr lang="en-US"/>
            </a:defPPr>
            <a:lvl1pPr eaLnBrk="0" hangingPunct="0">
              <a:spcBef>
                <a:spcPct val="50000"/>
              </a:spcBef>
              <a:defRPr sz="2800">
                <a:solidFill>
                  <a:srgbClr val="000099"/>
                </a:solidFill>
                <a:latin typeface="Calibri" pitchFamily="34" charset="0"/>
                <a:cs typeface="Calibri" pitchFamily="34" charset="0"/>
              </a:defRPr>
            </a:lvl1pPr>
          </a:lstStyle>
          <a:p>
            <a:r>
              <a:rPr lang="fr-FR" dirty="0"/>
              <a:t>Cloturer , féliciter l’équipe</a:t>
            </a:r>
          </a:p>
        </p:txBody>
      </p:sp>
      <p:sp>
        <p:nvSpPr>
          <p:cNvPr id="10" name="Rectangle 2"/>
          <p:cNvSpPr>
            <a:spLocks noChangeArrowheads="1"/>
          </p:cNvSpPr>
          <p:nvPr/>
        </p:nvSpPr>
        <p:spPr bwMode="auto">
          <a:xfrm>
            <a:off x="271462" y="395790"/>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B</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a:t>
            </a:r>
            <a:r>
              <a:rPr lang="en-GB" sz="2400" b="1" dirty="0" err="1">
                <a:solidFill>
                  <a:srgbClr val="002060"/>
                </a:solidFill>
                <a:effectLst>
                  <a:outerShdw blurRad="38100" dist="38100" dir="2700000" algn="tl">
                    <a:srgbClr val="C0C0C0"/>
                  </a:outerShdw>
                </a:effectLst>
                <a:latin typeface="Calibri" pitchFamily="34" charset="0"/>
                <a:cs typeface="Calibri" pitchFamily="34" charset="0"/>
              </a:rPr>
              <a:t>Méthodologie</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8D et outils associés</a:t>
            </a:r>
          </a:p>
        </p:txBody>
      </p:sp>
    </p:spTree>
    <p:extLst>
      <p:ext uri="{BB962C8B-B14F-4D97-AF65-F5344CB8AC3E}">
        <p14:creationId xmlns:p14="http://schemas.microsoft.com/office/powerpoint/2010/main" val="1954748146"/>
      </p:ext>
    </p:extLst>
  </p:cSld>
  <p:clrMapOvr>
    <a:masterClrMapping/>
  </p:clrMapOvr>
  <p:transition>
    <p:zoom/>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64" name="Rectangle 4"/>
          <p:cNvSpPr>
            <a:spLocks noChangeArrowheads="1"/>
          </p:cNvSpPr>
          <p:nvPr/>
        </p:nvSpPr>
        <p:spPr bwMode="auto">
          <a:xfrm>
            <a:off x="304800" y="2819400"/>
            <a:ext cx="2209800" cy="685800"/>
          </a:xfrm>
          <a:prstGeom prst="rect">
            <a:avLst/>
          </a:prstGeom>
          <a:noFill/>
          <a:ln w="9525">
            <a:noFill/>
            <a:miter lim="800000"/>
            <a:headEnd/>
            <a:tailEnd/>
          </a:ln>
        </p:spPr>
        <p:txBody>
          <a:bodyPr/>
          <a:lstStyle/>
          <a:p>
            <a:pPr marL="190500" indent="-190500" algn="ctr">
              <a:spcAft>
                <a:spcPct val="30000"/>
              </a:spcAft>
              <a:buSzPct val="120000"/>
            </a:pPr>
            <a:r>
              <a:rPr lang="en-US" sz="2400">
                <a:solidFill>
                  <a:schemeClr val="bg1"/>
                </a:solidFill>
                <a:latin typeface="Calibri" pitchFamily="34" charset="0"/>
              </a:rPr>
              <a:t>Example</a:t>
            </a:r>
            <a:endParaRPr lang="en-US" sz="2400">
              <a:solidFill>
                <a:srgbClr val="336699"/>
              </a:solidFill>
              <a:latin typeface="Calibri" pitchFamily="34" charset="0"/>
            </a:endParaRPr>
          </a:p>
        </p:txBody>
      </p:sp>
      <p:grpSp>
        <p:nvGrpSpPr>
          <p:cNvPr id="2" name="Group 5"/>
          <p:cNvGrpSpPr>
            <a:grpSpLocks/>
          </p:cNvGrpSpPr>
          <p:nvPr/>
        </p:nvGrpSpPr>
        <p:grpSpPr bwMode="auto">
          <a:xfrm>
            <a:off x="2743200" y="3581400"/>
            <a:ext cx="3352800" cy="1600200"/>
            <a:chOff x="1728" y="2352"/>
            <a:chExt cx="2112" cy="1008"/>
          </a:xfrm>
        </p:grpSpPr>
        <p:sp>
          <p:nvSpPr>
            <p:cNvPr id="136759" name="Line 6"/>
            <p:cNvSpPr>
              <a:spLocks noChangeShapeType="1"/>
            </p:cNvSpPr>
            <p:nvPr/>
          </p:nvSpPr>
          <p:spPr bwMode="auto">
            <a:xfrm flipV="1">
              <a:off x="2064" y="2352"/>
              <a:ext cx="1" cy="432"/>
            </a:xfrm>
            <a:prstGeom prst="line">
              <a:avLst/>
            </a:prstGeom>
            <a:noFill/>
            <a:ln w="38100">
              <a:solidFill>
                <a:srgbClr val="FFFF66"/>
              </a:solidFill>
              <a:round/>
              <a:headEnd/>
              <a:tailEnd type="triangle" w="med" len="med"/>
            </a:ln>
          </p:spPr>
          <p:txBody>
            <a:bodyPr wrap="none" lIns="90000" tIns="46800" rIns="90000" bIns="46800" anchor="ctr"/>
            <a:lstStyle/>
            <a:p>
              <a:endParaRPr lang="en-US"/>
            </a:p>
          </p:txBody>
        </p:sp>
        <p:sp>
          <p:nvSpPr>
            <p:cNvPr id="136760" name="Line 7"/>
            <p:cNvSpPr>
              <a:spLocks noChangeShapeType="1"/>
            </p:cNvSpPr>
            <p:nvPr/>
          </p:nvSpPr>
          <p:spPr bwMode="auto">
            <a:xfrm flipV="1">
              <a:off x="2784" y="2352"/>
              <a:ext cx="1" cy="432"/>
            </a:xfrm>
            <a:prstGeom prst="line">
              <a:avLst/>
            </a:prstGeom>
            <a:noFill/>
            <a:ln w="38100">
              <a:solidFill>
                <a:srgbClr val="FFFF66"/>
              </a:solidFill>
              <a:round/>
              <a:headEnd/>
              <a:tailEnd type="triangle" w="med" len="med"/>
            </a:ln>
          </p:spPr>
          <p:txBody>
            <a:bodyPr wrap="none" lIns="90000" tIns="46800" rIns="90000" bIns="46800" anchor="ctr"/>
            <a:lstStyle/>
            <a:p>
              <a:endParaRPr lang="en-US"/>
            </a:p>
          </p:txBody>
        </p:sp>
        <p:sp>
          <p:nvSpPr>
            <p:cNvPr id="136761" name="Line 8"/>
            <p:cNvSpPr>
              <a:spLocks noChangeShapeType="1"/>
            </p:cNvSpPr>
            <p:nvPr/>
          </p:nvSpPr>
          <p:spPr bwMode="auto">
            <a:xfrm flipV="1">
              <a:off x="3503" y="2352"/>
              <a:ext cx="1" cy="432"/>
            </a:xfrm>
            <a:prstGeom prst="line">
              <a:avLst/>
            </a:prstGeom>
            <a:noFill/>
            <a:ln w="38100">
              <a:solidFill>
                <a:srgbClr val="FFFF66"/>
              </a:solidFill>
              <a:round/>
              <a:headEnd/>
              <a:tailEnd type="triangle" w="med" len="med"/>
            </a:ln>
          </p:spPr>
          <p:txBody>
            <a:bodyPr wrap="none" lIns="90000" tIns="46800" rIns="90000" bIns="46800" anchor="ctr"/>
            <a:lstStyle/>
            <a:p>
              <a:endParaRPr lang="en-US"/>
            </a:p>
          </p:txBody>
        </p:sp>
        <p:sp>
          <p:nvSpPr>
            <p:cNvPr id="604169" name="Text Box 9"/>
            <p:cNvSpPr txBox="1">
              <a:spLocks noChangeArrowheads="1"/>
            </p:cNvSpPr>
            <p:nvPr/>
          </p:nvSpPr>
          <p:spPr bwMode="auto">
            <a:xfrm>
              <a:off x="1728" y="2784"/>
              <a:ext cx="2112" cy="576"/>
            </a:xfrm>
            <a:prstGeom prst="rect">
              <a:avLst/>
            </a:prstGeom>
            <a:solidFill>
              <a:srgbClr val="FFFF99"/>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lIns="90000" tIns="46800" rIns="90000" bIns="46800" anchor="ctr"/>
            <a:lstStyle/>
            <a:p>
              <a:pPr algn="ctr">
                <a:spcBef>
                  <a:spcPct val="10000"/>
                </a:spcBef>
                <a:defRPr/>
              </a:pPr>
              <a:r>
                <a:rPr lang="fr-FR" noProof="1">
                  <a:latin typeface="Calibri" pitchFamily="34" charset="0"/>
                </a:rPr>
                <a:t>Analyse des Indicateurs </a:t>
              </a:r>
            </a:p>
            <a:p>
              <a:pPr algn="ctr">
                <a:spcBef>
                  <a:spcPct val="10000"/>
                </a:spcBef>
                <a:defRPr/>
              </a:pPr>
              <a:r>
                <a:rPr lang="fr-FR" noProof="1">
                  <a:latin typeface="Calibri" pitchFamily="34" charset="0"/>
                  <a:sym typeface="Monotype Sorts" pitchFamily="2" charset="2"/>
                </a:rPr>
                <a:t> </a:t>
              </a:r>
              <a:r>
                <a:rPr lang="fr-FR" noProof="1">
                  <a:latin typeface="Calibri" pitchFamily="34" charset="0"/>
                </a:rPr>
                <a:t>MAJ du Plan Amélioration Continue</a:t>
              </a:r>
            </a:p>
          </p:txBody>
        </p:sp>
      </p:grpSp>
      <p:sp>
        <p:nvSpPr>
          <p:cNvPr id="604170" name="AutoShape 10"/>
          <p:cNvSpPr>
            <a:spLocks noChangeArrowheads="1"/>
          </p:cNvSpPr>
          <p:nvPr/>
        </p:nvSpPr>
        <p:spPr bwMode="auto">
          <a:xfrm>
            <a:off x="6324600" y="1905000"/>
            <a:ext cx="838200" cy="3200400"/>
          </a:xfrm>
          <a:prstGeom prst="curvedLeftArrow">
            <a:avLst>
              <a:gd name="adj1" fmla="val 39066"/>
              <a:gd name="adj2" fmla="val 139470"/>
              <a:gd name="adj3" fmla="val 52565"/>
            </a:avLst>
          </a:prstGeom>
          <a:solidFill>
            <a:srgbClr val="FFFF99"/>
          </a:solidFill>
          <a:ln w="9525">
            <a:noFill/>
            <a:miter lim="800000"/>
            <a:headEnd/>
            <a:tailEnd/>
          </a:ln>
          <a:effectLst>
            <a:outerShdw blurRad="50800" dist="38100" dir="8100000" algn="tr" rotWithShape="0">
              <a:prstClr val="black">
                <a:alpha val="40000"/>
              </a:prstClr>
            </a:outerShdw>
          </a:effectLst>
        </p:spPr>
        <p:txBody>
          <a:bodyPr wrap="none" lIns="90000" tIns="46800" rIns="90000" bIns="46800" anchor="ctr"/>
          <a:lstStyle/>
          <a:p>
            <a:pPr>
              <a:defRPr/>
            </a:pPr>
            <a:endParaRPr lang="en-US">
              <a:latin typeface="Calibri" pitchFamily="34" charset="0"/>
            </a:endParaRPr>
          </a:p>
        </p:txBody>
      </p:sp>
      <p:grpSp>
        <p:nvGrpSpPr>
          <p:cNvPr id="3" name="Group 11"/>
          <p:cNvGrpSpPr>
            <a:grpSpLocks/>
          </p:cNvGrpSpPr>
          <p:nvPr/>
        </p:nvGrpSpPr>
        <p:grpSpPr bwMode="auto">
          <a:xfrm>
            <a:off x="2743200" y="2029780"/>
            <a:ext cx="3352800" cy="1219200"/>
            <a:chOff x="1728" y="1152"/>
            <a:chExt cx="2112" cy="768"/>
          </a:xfrm>
        </p:grpSpPr>
        <p:graphicFrame>
          <p:nvGraphicFramePr>
            <p:cNvPr id="136195" name="Object 2"/>
            <p:cNvGraphicFramePr>
              <a:graphicFrameLocks noChangeAspect="1"/>
            </p:cNvGraphicFramePr>
            <p:nvPr/>
          </p:nvGraphicFramePr>
          <p:xfrm>
            <a:off x="2448" y="1152"/>
            <a:ext cx="672" cy="480"/>
          </p:xfrm>
          <a:graphic>
            <a:graphicData uri="http://schemas.openxmlformats.org/presentationml/2006/ole">
              <mc:AlternateContent xmlns:mc="http://schemas.openxmlformats.org/markup-compatibility/2006">
                <mc:Choice xmlns:v="urn:schemas-microsoft-com:vml" Requires="v">
                  <p:oleObj name="Clip" r:id="rId3" imgW="6934200" imgH="3862388" progId="">
                    <p:embed/>
                  </p:oleObj>
                </mc:Choice>
                <mc:Fallback>
                  <p:oleObj name="Clip" r:id="rId3" imgW="6934200" imgH="3862388" progId="">
                    <p:embed/>
                    <p:pic>
                      <p:nvPicPr>
                        <p:cNvPr id="136195"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48" y="1152"/>
                          <a:ext cx="672" cy="48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136223" name="Line 13"/>
            <p:cNvSpPr>
              <a:spLocks noChangeShapeType="1"/>
            </p:cNvSpPr>
            <p:nvPr/>
          </p:nvSpPr>
          <p:spPr bwMode="auto">
            <a:xfrm flipV="1">
              <a:off x="3504" y="1584"/>
              <a:ext cx="0" cy="288"/>
            </a:xfrm>
            <a:prstGeom prst="line">
              <a:avLst/>
            </a:prstGeom>
            <a:noFill/>
            <a:ln w="38100">
              <a:solidFill>
                <a:schemeClr val="bg2"/>
              </a:solidFill>
              <a:round/>
              <a:headEnd/>
              <a:tailEnd/>
            </a:ln>
          </p:spPr>
          <p:txBody>
            <a:bodyPr wrap="none" lIns="90000" tIns="46800" rIns="90000" bIns="46800" anchor="ctr"/>
            <a:lstStyle/>
            <a:p>
              <a:endParaRPr lang="en-US"/>
            </a:p>
          </p:txBody>
        </p:sp>
        <p:sp>
          <p:nvSpPr>
            <p:cNvPr id="136224" name="Line 14"/>
            <p:cNvSpPr>
              <a:spLocks noChangeShapeType="1"/>
            </p:cNvSpPr>
            <p:nvPr/>
          </p:nvSpPr>
          <p:spPr bwMode="auto">
            <a:xfrm flipV="1">
              <a:off x="2784" y="1632"/>
              <a:ext cx="0" cy="288"/>
            </a:xfrm>
            <a:prstGeom prst="line">
              <a:avLst/>
            </a:prstGeom>
            <a:noFill/>
            <a:ln w="38100">
              <a:solidFill>
                <a:schemeClr val="bg2"/>
              </a:solidFill>
              <a:round/>
              <a:headEnd/>
              <a:tailEnd/>
            </a:ln>
          </p:spPr>
          <p:txBody>
            <a:bodyPr wrap="none" lIns="90000" tIns="46800" rIns="90000" bIns="46800" anchor="ctr"/>
            <a:lstStyle/>
            <a:p>
              <a:endParaRPr lang="en-US"/>
            </a:p>
          </p:txBody>
        </p:sp>
        <p:sp>
          <p:nvSpPr>
            <p:cNvPr id="136225" name="Line 15"/>
            <p:cNvSpPr>
              <a:spLocks noChangeShapeType="1"/>
            </p:cNvSpPr>
            <p:nvPr/>
          </p:nvSpPr>
          <p:spPr bwMode="auto">
            <a:xfrm flipV="1">
              <a:off x="2064" y="1632"/>
              <a:ext cx="0" cy="240"/>
            </a:xfrm>
            <a:prstGeom prst="line">
              <a:avLst/>
            </a:prstGeom>
            <a:noFill/>
            <a:ln w="38100">
              <a:solidFill>
                <a:schemeClr val="bg2"/>
              </a:solidFill>
              <a:round/>
              <a:headEnd/>
              <a:tailEnd/>
            </a:ln>
          </p:spPr>
          <p:txBody>
            <a:bodyPr wrap="none" lIns="90000" tIns="46800" rIns="90000" bIns="46800" anchor="ctr"/>
            <a:lstStyle/>
            <a:p>
              <a:endParaRPr lang="en-US"/>
            </a:p>
          </p:txBody>
        </p:sp>
        <p:grpSp>
          <p:nvGrpSpPr>
            <p:cNvPr id="4" name="Group 16"/>
            <p:cNvGrpSpPr>
              <a:grpSpLocks/>
            </p:cNvGrpSpPr>
            <p:nvPr/>
          </p:nvGrpSpPr>
          <p:grpSpPr bwMode="auto">
            <a:xfrm>
              <a:off x="1728" y="1152"/>
              <a:ext cx="672" cy="480"/>
              <a:chOff x="2041" y="3164"/>
              <a:chExt cx="553" cy="343"/>
            </a:xfrm>
          </p:grpSpPr>
          <p:grpSp>
            <p:nvGrpSpPr>
              <p:cNvPr id="5" name="Group 17"/>
              <p:cNvGrpSpPr>
                <a:grpSpLocks/>
              </p:cNvGrpSpPr>
              <p:nvPr/>
            </p:nvGrpSpPr>
            <p:grpSpPr bwMode="auto">
              <a:xfrm>
                <a:off x="2041" y="3164"/>
                <a:ext cx="553" cy="343"/>
                <a:chOff x="2041" y="3164"/>
                <a:chExt cx="553" cy="343"/>
              </a:xfrm>
            </p:grpSpPr>
            <p:sp>
              <p:nvSpPr>
                <p:cNvPr id="136559" name="Rectangle 18"/>
                <p:cNvSpPr>
                  <a:spLocks noChangeArrowheads="1"/>
                </p:cNvSpPr>
                <p:nvPr/>
              </p:nvSpPr>
              <p:spPr bwMode="auto">
                <a:xfrm>
                  <a:off x="2041" y="3164"/>
                  <a:ext cx="553" cy="343"/>
                </a:xfrm>
                <a:prstGeom prst="rect">
                  <a:avLst/>
                </a:prstGeom>
                <a:solidFill>
                  <a:srgbClr val="FFFFFF"/>
                </a:solidFill>
                <a:ln w="9525">
                  <a:noFill/>
                  <a:miter lim="800000"/>
                  <a:headEnd/>
                  <a:tailEnd/>
                </a:ln>
              </p:spPr>
              <p:txBody>
                <a:bodyPr/>
                <a:lstStyle/>
                <a:p>
                  <a:endParaRPr lang="fr-FR">
                    <a:latin typeface="Calibri" pitchFamily="34" charset="0"/>
                  </a:endParaRPr>
                </a:p>
              </p:txBody>
            </p:sp>
            <p:sp>
              <p:nvSpPr>
                <p:cNvPr id="136560" name="Rectangle 19"/>
                <p:cNvSpPr>
                  <a:spLocks noChangeArrowheads="1"/>
                </p:cNvSpPr>
                <p:nvPr/>
              </p:nvSpPr>
              <p:spPr bwMode="auto">
                <a:xfrm>
                  <a:off x="2041" y="3164"/>
                  <a:ext cx="553" cy="343"/>
                </a:xfrm>
                <a:prstGeom prst="rect">
                  <a:avLst/>
                </a:prstGeom>
                <a:solidFill>
                  <a:srgbClr val="FFFFFF"/>
                </a:solidFill>
                <a:ln w="9525">
                  <a:noFill/>
                  <a:miter lim="800000"/>
                  <a:headEnd/>
                  <a:tailEnd/>
                </a:ln>
              </p:spPr>
              <p:txBody>
                <a:bodyPr/>
                <a:lstStyle/>
                <a:p>
                  <a:endParaRPr lang="fr-FR">
                    <a:latin typeface="Calibri" pitchFamily="34" charset="0"/>
                  </a:endParaRPr>
                </a:p>
              </p:txBody>
            </p:sp>
            <p:sp>
              <p:nvSpPr>
                <p:cNvPr id="136561" name="Freeform 20"/>
                <p:cNvSpPr>
                  <a:spLocks/>
                </p:cNvSpPr>
                <p:nvPr/>
              </p:nvSpPr>
              <p:spPr bwMode="auto">
                <a:xfrm>
                  <a:off x="2041" y="3164"/>
                  <a:ext cx="550" cy="341"/>
                </a:xfrm>
                <a:custGeom>
                  <a:avLst/>
                  <a:gdLst>
                    <a:gd name="T0" fmla="*/ 0 w 2746"/>
                    <a:gd name="T1" fmla="*/ 0 h 2045"/>
                    <a:gd name="T2" fmla="*/ 0 w 2746"/>
                    <a:gd name="T3" fmla="*/ 0 h 2045"/>
                    <a:gd name="T4" fmla="*/ 0 w 2746"/>
                    <a:gd name="T5" fmla="*/ 0 h 2045"/>
                    <a:gd name="T6" fmla="*/ 0 w 2746"/>
                    <a:gd name="T7" fmla="*/ 0 h 2045"/>
                    <a:gd name="T8" fmla="*/ 0 w 2746"/>
                    <a:gd name="T9" fmla="*/ 0 h 2045"/>
                    <a:gd name="T10" fmla="*/ 0 w 2746"/>
                    <a:gd name="T11" fmla="*/ 0 h 2045"/>
                    <a:gd name="T12" fmla="*/ 0 60000 65536"/>
                    <a:gd name="T13" fmla="*/ 0 60000 65536"/>
                    <a:gd name="T14" fmla="*/ 0 60000 65536"/>
                    <a:gd name="T15" fmla="*/ 0 60000 65536"/>
                    <a:gd name="T16" fmla="*/ 0 60000 65536"/>
                    <a:gd name="T17" fmla="*/ 0 60000 65536"/>
                    <a:gd name="T18" fmla="*/ 0 w 2746"/>
                    <a:gd name="T19" fmla="*/ 0 h 2045"/>
                    <a:gd name="T20" fmla="*/ 2746 w 2746"/>
                    <a:gd name="T21" fmla="*/ 2045 h 2045"/>
                  </a:gdLst>
                  <a:ahLst/>
                  <a:cxnLst>
                    <a:cxn ang="T12">
                      <a:pos x="T0" y="T1"/>
                    </a:cxn>
                    <a:cxn ang="T13">
                      <a:pos x="T2" y="T3"/>
                    </a:cxn>
                    <a:cxn ang="T14">
                      <a:pos x="T4" y="T5"/>
                    </a:cxn>
                    <a:cxn ang="T15">
                      <a:pos x="T6" y="T7"/>
                    </a:cxn>
                    <a:cxn ang="T16">
                      <a:pos x="T8" y="T9"/>
                    </a:cxn>
                    <a:cxn ang="T17">
                      <a:pos x="T10" y="T11"/>
                    </a:cxn>
                  </a:cxnLst>
                  <a:rect l="T18" t="T19" r="T20" b="T21"/>
                  <a:pathLst>
                    <a:path w="2746" h="2045">
                      <a:moveTo>
                        <a:pt x="0" y="2045"/>
                      </a:moveTo>
                      <a:lnTo>
                        <a:pt x="2746" y="2045"/>
                      </a:lnTo>
                      <a:lnTo>
                        <a:pt x="2746" y="0"/>
                      </a:lnTo>
                      <a:lnTo>
                        <a:pt x="0" y="0"/>
                      </a:lnTo>
                      <a:lnTo>
                        <a:pt x="0" y="2045"/>
                      </a:lnTo>
                      <a:close/>
                    </a:path>
                  </a:pathLst>
                </a:custGeom>
                <a:noFill/>
                <a:ln w="1588">
                  <a:solidFill>
                    <a:srgbClr val="000000"/>
                  </a:solidFill>
                  <a:round/>
                  <a:headEnd/>
                  <a:tailEnd/>
                </a:ln>
              </p:spPr>
              <p:txBody>
                <a:bodyPr/>
                <a:lstStyle/>
                <a:p>
                  <a:endParaRPr lang="en-US"/>
                </a:p>
              </p:txBody>
            </p:sp>
            <p:sp>
              <p:nvSpPr>
                <p:cNvPr id="136562" name="Freeform 21"/>
                <p:cNvSpPr>
                  <a:spLocks/>
                </p:cNvSpPr>
                <p:nvPr/>
              </p:nvSpPr>
              <p:spPr bwMode="auto">
                <a:xfrm>
                  <a:off x="2150" y="3233"/>
                  <a:ext cx="332" cy="96"/>
                </a:xfrm>
                <a:custGeom>
                  <a:avLst/>
                  <a:gdLst>
                    <a:gd name="T0" fmla="*/ 0 w 1658"/>
                    <a:gd name="T1" fmla="*/ 0 h 574"/>
                    <a:gd name="T2" fmla="*/ 0 w 1658"/>
                    <a:gd name="T3" fmla="*/ 0 h 574"/>
                    <a:gd name="T4" fmla="*/ 0 w 1658"/>
                    <a:gd name="T5" fmla="*/ 0 h 574"/>
                    <a:gd name="T6" fmla="*/ 0 w 1658"/>
                    <a:gd name="T7" fmla="*/ 0 h 574"/>
                    <a:gd name="T8" fmla="*/ 0 w 1658"/>
                    <a:gd name="T9" fmla="*/ 0 h 574"/>
                    <a:gd name="T10" fmla="*/ 0 w 1658"/>
                    <a:gd name="T11" fmla="*/ 0 h 574"/>
                    <a:gd name="T12" fmla="*/ 0 60000 65536"/>
                    <a:gd name="T13" fmla="*/ 0 60000 65536"/>
                    <a:gd name="T14" fmla="*/ 0 60000 65536"/>
                    <a:gd name="T15" fmla="*/ 0 60000 65536"/>
                    <a:gd name="T16" fmla="*/ 0 60000 65536"/>
                    <a:gd name="T17" fmla="*/ 0 60000 65536"/>
                    <a:gd name="T18" fmla="*/ 0 w 1658"/>
                    <a:gd name="T19" fmla="*/ 0 h 574"/>
                    <a:gd name="T20" fmla="*/ 1658 w 1658"/>
                    <a:gd name="T21" fmla="*/ 574 h 574"/>
                  </a:gdLst>
                  <a:ahLst/>
                  <a:cxnLst>
                    <a:cxn ang="T12">
                      <a:pos x="T0" y="T1"/>
                    </a:cxn>
                    <a:cxn ang="T13">
                      <a:pos x="T2" y="T3"/>
                    </a:cxn>
                    <a:cxn ang="T14">
                      <a:pos x="T4" y="T5"/>
                    </a:cxn>
                    <a:cxn ang="T15">
                      <a:pos x="T6" y="T7"/>
                    </a:cxn>
                    <a:cxn ang="T16">
                      <a:pos x="T8" y="T9"/>
                    </a:cxn>
                    <a:cxn ang="T17">
                      <a:pos x="T10" y="T11"/>
                    </a:cxn>
                  </a:cxnLst>
                  <a:rect l="T18" t="T19" r="T20" b="T21"/>
                  <a:pathLst>
                    <a:path w="1658" h="574">
                      <a:moveTo>
                        <a:pt x="0" y="574"/>
                      </a:moveTo>
                      <a:lnTo>
                        <a:pt x="1658" y="574"/>
                      </a:lnTo>
                      <a:lnTo>
                        <a:pt x="1658" y="0"/>
                      </a:lnTo>
                      <a:lnTo>
                        <a:pt x="0" y="0"/>
                      </a:lnTo>
                      <a:lnTo>
                        <a:pt x="0" y="574"/>
                      </a:lnTo>
                      <a:close/>
                    </a:path>
                  </a:pathLst>
                </a:custGeom>
                <a:noFill/>
                <a:ln w="1588">
                  <a:solidFill>
                    <a:srgbClr val="000000"/>
                  </a:solidFill>
                  <a:round/>
                  <a:headEnd/>
                  <a:tailEnd/>
                </a:ln>
              </p:spPr>
              <p:txBody>
                <a:bodyPr/>
                <a:lstStyle/>
                <a:p>
                  <a:endParaRPr lang="en-US"/>
                </a:p>
              </p:txBody>
            </p:sp>
            <p:sp>
              <p:nvSpPr>
                <p:cNvPr id="136563" name="Rectangle 22"/>
                <p:cNvSpPr>
                  <a:spLocks noChangeArrowheads="1"/>
                </p:cNvSpPr>
                <p:nvPr/>
              </p:nvSpPr>
              <p:spPr bwMode="auto">
                <a:xfrm>
                  <a:off x="2467" y="3336"/>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1</a:t>
                  </a:r>
                  <a:endParaRPr lang="fr-FR" sz="1600" noProof="1">
                    <a:latin typeface="Calibri" pitchFamily="34" charset="0"/>
                  </a:endParaRPr>
                </a:p>
              </p:txBody>
            </p:sp>
            <p:sp>
              <p:nvSpPr>
                <p:cNvPr id="136564" name="Rectangle 23"/>
                <p:cNvSpPr>
                  <a:spLocks noChangeArrowheads="1"/>
                </p:cNvSpPr>
                <p:nvPr/>
              </p:nvSpPr>
              <p:spPr bwMode="auto">
                <a:xfrm>
                  <a:off x="2471" y="3336"/>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4</a:t>
                  </a:r>
                  <a:endParaRPr lang="fr-FR" sz="1600" noProof="1">
                    <a:latin typeface="Calibri" pitchFamily="34" charset="0"/>
                  </a:endParaRPr>
                </a:p>
              </p:txBody>
            </p:sp>
            <p:sp>
              <p:nvSpPr>
                <p:cNvPr id="136565" name="Rectangle 24"/>
                <p:cNvSpPr>
                  <a:spLocks noChangeArrowheads="1"/>
                </p:cNvSpPr>
                <p:nvPr/>
              </p:nvSpPr>
              <p:spPr bwMode="auto">
                <a:xfrm>
                  <a:off x="2478" y="3336"/>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0</a:t>
                  </a:r>
                  <a:endParaRPr lang="fr-FR" sz="1600" noProof="1">
                    <a:latin typeface="Calibri" pitchFamily="34" charset="0"/>
                  </a:endParaRPr>
                </a:p>
              </p:txBody>
            </p:sp>
            <p:sp>
              <p:nvSpPr>
                <p:cNvPr id="136566" name="Rectangle 25"/>
                <p:cNvSpPr>
                  <a:spLocks noChangeArrowheads="1"/>
                </p:cNvSpPr>
                <p:nvPr/>
              </p:nvSpPr>
              <p:spPr bwMode="auto">
                <a:xfrm>
                  <a:off x="2423" y="3336"/>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1</a:t>
                  </a:r>
                  <a:endParaRPr lang="fr-FR" sz="1600" noProof="1">
                    <a:latin typeface="Calibri" pitchFamily="34" charset="0"/>
                  </a:endParaRPr>
                </a:p>
              </p:txBody>
            </p:sp>
            <p:sp>
              <p:nvSpPr>
                <p:cNvPr id="136567" name="Rectangle 26"/>
                <p:cNvSpPr>
                  <a:spLocks noChangeArrowheads="1"/>
                </p:cNvSpPr>
                <p:nvPr/>
              </p:nvSpPr>
              <p:spPr bwMode="auto">
                <a:xfrm>
                  <a:off x="2427" y="3336"/>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2</a:t>
                  </a:r>
                  <a:endParaRPr lang="fr-FR" sz="1600" noProof="1">
                    <a:latin typeface="Calibri" pitchFamily="34" charset="0"/>
                  </a:endParaRPr>
                </a:p>
              </p:txBody>
            </p:sp>
            <p:sp>
              <p:nvSpPr>
                <p:cNvPr id="136568" name="Rectangle 27"/>
                <p:cNvSpPr>
                  <a:spLocks noChangeArrowheads="1"/>
                </p:cNvSpPr>
                <p:nvPr/>
              </p:nvSpPr>
              <p:spPr bwMode="auto">
                <a:xfrm>
                  <a:off x="2433" y="3336"/>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0</a:t>
                  </a:r>
                  <a:endParaRPr lang="fr-FR" sz="1600" noProof="1">
                    <a:latin typeface="Calibri" pitchFamily="34" charset="0"/>
                  </a:endParaRPr>
                </a:p>
              </p:txBody>
            </p:sp>
            <p:sp>
              <p:nvSpPr>
                <p:cNvPr id="136569" name="Rectangle 28"/>
                <p:cNvSpPr>
                  <a:spLocks noChangeArrowheads="1"/>
                </p:cNvSpPr>
                <p:nvPr/>
              </p:nvSpPr>
              <p:spPr bwMode="auto">
                <a:xfrm>
                  <a:off x="2377" y="3336"/>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1</a:t>
                  </a:r>
                  <a:endParaRPr lang="fr-FR" sz="1600" noProof="1">
                    <a:latin typeface="Calibri" pitchFamily="34" charset="0"/>
                  </a:endParaRPr>
                </a:p>
              </p:txBody>
            </p:sp>
            <p:sp>
              <p:nvSpPr>
                <p:cNvPr id="136570" name="Rectangle 29"/>
                <p:cNvSpPr>
                  <a:spLocks noChangeArrowheads="1"/>
                </p:cNvSpPr>
                <p:nvPr/>
              </p:nvSpPr>
              <p:spPr bwMode="auto">
                <a:xfrm>
                  <a:off x="2381" y="3336"/>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0</a:t>
                  </a:r>
                  <a:endParaRPr lang="fr-FR" sz="1600" noProof="1">
                    <a:latin typeface="Calibri" pitchFamily="34" charset="0"/>
                  </a:endParaRPr>
                </a:p>
              </p:txBody>
            </p:sp>
            <p:sp>
              <p:nvSpPr>
                <p:cNvPr id="136571" name="Rectangle 30"/>
                <p:cNvSpPr>
                  <a:spLocks noChangeArrowheads="1"/>
                </p:cNvSpPr>
                <p:nvPr/>
              </p:nvSpPr>
              <p:spPr bwMode="auto">
                <a:xfrm>
                  <a:off x="2388" y="3336"/>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0</a:t>
                  </a:r>
                  <a:endParaRPr lang="fr-FR" sz="1600" noProof="1">
                    <a:latin typeface="Calibri" pitchFamily="34" charset="0"/>
                  </a:endParaRPr>
                </a:p>
              </p:txBody>
            </p:sp>
            <p:sp>
              <p:nvSpPr>
                <p:cNvPr id="136572" name="Rectangle 31"/>
                <p:cNvSpPr>
                  <a:spLocks noChangeArrowheads="1"/>
                </p:cNvSpPr>
                <p:nvPr/>
              </p:nvSpPr>
              <p:spPr bwMode="auto">
                <a:xfrm>
                  <a:off x="2335" y="3336"/>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8</a:t>
                  </a:r>
                  <a:endParaRPr lang="fr-FR" sz="1600" noProof="1">
                    <a:latin typeface="Calibri" pitchFamily="34" charset="0"/>
                  </a:endParaRPr>
                </a:p>
              </p:txBody>
            </p:sp>
            <p:sp>
              <p:nvSpPr>
                <p:cNvPr id="136573" name="Rectangle 32"/>
                <p:cNvSpPr>
                  <a:spLocks noChangeArrowheads="1"/>
                </p:cNvSpPr>
                <p:nvPr/>
              </p:nvSpPr>
              <p:spPr bwMode="auto">
                <a:xfrm>
                  <a:off x="2341" y="3336"/>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0</a:t>
                  </a:r>
                  <a:endParaRPr lang="fr-FR" sz="1600" noProof="1">
                    <a:latin typeface="Calibri" pitchFamily="34" charset="0"/>
                  </a:endParaRPr>
                </a:p>
              </p:txBody>
            </p:sp>
            <p:sp>
              <p:nvSpPr>
                <p:cNvPr id="136574" name="Rectangle 33"/>
                <p:cNvSpPr>
                  <a:spLocks noChangeArrowheads="1"/>
                </p:cNvSpPr>
                <p:nvPr/>
              </p:nvSpPr>
              <p:spPr bwMode="auto">
                <a:xfrm>
                  <a:off x="2291" y="3336"/>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6</a:t>
                  </a:r>
                  <a:endParaRPr lang="fr-FR" sz="1600" noProof="1">
                    <a:latin typeface="Calibri" pitchFamily="34" charset="0"/>
                  </a:endParaRPr>
                </a:p>
              </p:txBody>
            </p:sp>
            <p:sp>
              <p:nvSpPr>
                <p:cNvPr id="136575" name="Rectangle 34"/>
                <p:cNvSpPr>
                  <a:spLocks noChangeArrowheads="1"/>
                </p:cNvSpPr>
                <p:nvPr/>
              </p:nvSpPr>
              <p:spPr bwMode="auto">
                <a:xfrm>
                  <a:off x="2297" y="3336"/>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0</a:t>
                  </a:r>
                  <a:endParaRPr lang="fr-FR" sz="1600" noProof="1">
                    <a:latin typeface="Calibri" pitchFamily="34" charset="0"/>
                  </a:endParaRPr>
                </a:p>
              </p:txBody>
            </p:sp>
            <p:sp>
              <p:nvSpPr>
                <p:cNvPr id="136576" name="Rectangle 35"/>
                <p:cNvSpPr>
                  <a:spLocks noChangeArrowheads="1"/>
                </p:cNvSpPr>
                <p:nvPr/>
              </p:nvSpPr>
              <p:spPr bwMode="auto">
                <a:xfrm>
                  <a:off x="2245" y="3336"/>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4</a:t>
                  </a:r>
                  <a:endParaRPr lang="fr-FR" sz="1600" noProof="1">
                    <a:latin typeface="Calibri" pitchFamily="34" charset="0"/>
                  </a:endParaRPr>
                </a:p>
              </p:txBody>
            </p:sp>
            <p:sp>
              <p:nvSpPr>
                <p:cNvPr id="136577" name="Rectangle 36"/>
                <p:cNvSpPr>
                  <a:spLocks noChangeArrowheads="1"/>
                </p:cNvSpPr>
                <p:nvPr/>
              </p:nvSpPr>
              <p:spPr bwMode="auto">
                <a:xfrm>
                  <a:off x="2251" y="3336"/>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0</a:t>
                  </a:r>
                  <a:endParaRPr lang="fr-FR" sz="1600" noProof="1">
                    <a:latin typeface="Calibri" pitchFamily="34" charset="0"/>
                  </a:endParaRPr>
                </a:p>
              </p:txBody>
            </p:sp>
            <p:sp>
              <p:nvSpPr>
                <p:cNvPr id="136578" name="Rectangle 37"/>
                <p:cNvSpPr>
                  <a:spLocks noChangeArrowheads="1"/>
                </p:cNvSpPr>
                <p:nvPr/>
              </p:nvSpPr>
              <p:spPr bwMode="auto">
                <a:xfrm>
                  <a:off x="2201" y="3336"/>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2</a:t>
                  </a:r>
                  <a:endParaRPr lang="fr-FR" sz="1600" noProof="1">
                    <a:latin typeface="Calibri" pitchFamily="34" charset="0"/>
                  </a:endParaRPr>
                </a:p>
              </p:txBody>
            </p:sp>
            <p:sp>
              <p:nvSpPr>
                <p:cNvPr id="136579" name="Rectangle 38"/>
                <p:cNvSpPr>
                  <a:spLocks noChangeArrowheads="1"/>
                </p:cNvSpPr>
                <p:nvPr/>
              </p:nvSpPr>
              <p:spPr bwMode="auto">
                <a:xfrm>
                  <a:off x="2207" y="3336"/>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0</a:t>
                  </a:r>
                  <a:endParaRPr lang="fr-FR" sz="1600" noProof="1">
                    <a:latin typeface="Calibri" pitchFamily="34" charset="0"/>
                  </a:endParaRPr>
                </a:p>
              </p:txBody>
            </p:sp>
            <p:sp>
              <p:nvSpPr>
                <p:cNvPr id="136580" name="Rectangle 39"/>
                <p:cNvSpPr>
                  <a:spLocks noChangeArrowheads="1"/>
                </p:cNvSpPr>
                <p:nvPr/>
              </p:nvSpPr>
              <p:spPr bwMode="auto">
                <a:xfrm>
                  <a:off x="2159" y="3336"/>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0</a:t>
                  </a:r>
                  <a:endParaRPr lang="fr-FR" sz="1600" noProof="1">
                    <a:latin typeface="Calibri" pitchFamily="34" charset="0"/>
                  </a:endParaRPr>
                </a:p>
              </p:txBody>
            </p:sp>
            <p:sp>
              <p:nvSpPr>
                <p:cNvPr id="136581" name="Line 40"/>
                <p:cNvSpPr>
                  <a:spLocks noChangeShapeType="1"/>
                </p:cNvSpPr>
                <p:nvPr/>
              </p:nvSpPr>
              <p:spPr bwMode="auto">
                <a:xfrm>
                  <a:off x="2475" y="3329"/>
                  <a:ext cx="1" cy="5"/>
                </a:xfrm>
                <a:prstGeom prst="line">
                  <a:avLst/>
                </a:prstGeom>
                <a:noFill/>
                <a:ln w="1588">
                  <a:solidFill>
                    <a:srgbClr val="000000"/>
                  </a:solidFill>
                  <a:round/>
                  <a:headEnd/>
                  <a:tailEnd/>
                </a:ln>
              </p:spPr>
              <p:txBody>
                <a:bodyPr/>
                <a:lstStyle/>
                <a:p>
                  <a:endParaRPr lang="en-US"/>
                </a:p>
              </p:txBody>
            </p:sp>
            <p:sp>
              <p:nvSpPr>
                <p:cNvPr id="136582" name="Line 41"/>
                <p:cNvSpPr>
                  <a:spLocks noChangeShapeType="1"/>
                </p:cNvSpPr>
                <p:nvPr/>
              </p:nvSpPr>
              <p:spPr bwMode="auto">
                <a:xfrm>
                  <a:off x="2431" y="3329"/>
                  <a:ext cx="1" cy="5"/>
                </a:xfrm>
                <a:prstGeom prst="line">
                  <a:avLst/>
                </a:prstGeom>
                <a:noFill/>
                <a:ln w="1588">
                  <a:solidFill>
                    <a:srgbClr val="000000"/>
                  </a:solidFill>
                  <a:round/>
                  <a:headEnd/>
                  <a:tailEnd/>
                </a:ln>
              </p:spPr>
              <p:txBody>
                <a:bodyPr/>
                <a:lstStyle/>
                <a:p>
                  <a:endParaRPr lang="en-US"/>
                </a:p>
              </p:txBody>
            </p:sp>
            <p:sp>
              <p:nvSpPr>
                <p:cNvPr id="136583" name="Line 42"/>
                <p:cNvSpPr>
                  <a:spLocks noChangeShapeType="1"/>
                </p:cNvSpPr>
                <p:nvPr/>
              </p:nvSpPr>
              <p:spPr bwMode="auto">
                <a:xfrm>
                  <a:off x="2387" y="3329"/>
                  <a:ext cx="1" cy="5"/>
                </a:xfrm>
                <a:prstGeom prst="line">
                  <a:avLst/>
                </a:prstGeom>
                <a:noFill/>
                <a:ln w="1588">
                  <a:solidFill>
                    <a:srgbClr val="000000"/>
                  </a:solidFill>
                  <a:round/>
                  <a:headEnd/>
                  <a:tailEnd/>
                </a:ln>
              </p:spPr>
              <p:txBody>
                <a:bodyPr/>
                <a:lstStyle/>
                <a:p>
                  <a:endParaRPr lang="en-US"/>
                </a:p>
              </p:txBody>
            </p:sp>
            <p:sp>
              <p:nvSpPr>
                <p:cNvPr id="136584" name="Line 43"/>
                <p:cNvSpPr>
                  <a:spLocks noChangeShapeType="1"/>
                </p:cNvSpPr>
                <p:nvPr/>
              </p:nvSpPr>
              <p:spPr bwMode="auto">
                <a:xfrm>
                  <a:off x="2341" y="3329"/>
                  <a:ext cx="1" cy="5"/>
                </a:xfrm>
                <a:prstGeom prst="line">
                  <a:avLst/>
                </a:prstGeom>
                <a:noFill/>
                <a:ln w="1588">
                  <a:solidFill>
                    <a:srgbClr val="000000"/>
                  </a:solidFill>
                  <a:round/>
                  <a:headEnd/>
                  <a:tailEnd/>
                </a:ln>
              </p:spPr>
              <p:txBody>
                <a:bodyPr/>
                <a:lstStyle/>
                <a:p>
                  <a:endParaRPr lang="en-US"/>
                </a:p>
              </p:txBody>
            </p:sp>
            <p:sp>
              <p:nvSpPr>
                <p:cNvPr id="136585" name="Line 44"/>
                <p:cNvSpPr>
                  <a:spLocks noChangeShapeType="1"/>
                </p:cNvSpPr>
                <p:nvPr/>
              </p:nvSpPr>
              <p:spPr bwMode="auto">
                <a:xfrm>
                  <a:off x="2297" y="3329"/>
                  <a:ext cx="1" cy="5"/>
                </a:xfrm>
                <a:prstGeom prst="line">
                  <a:avLst/>
                </a:prstGeom>
                <a:noFill/>
                <a:ln w="1588">
                  <a:solidFill>
                    <a:srgbClr val="000000"/>
                  </a:solidFill>
                  <a:round/>
                  <a:headEnd/>
                  <a:tailEnd/>
                </a:ln>
              </p:spPr>
              <p:txBody>
                <a:bodyPr/>
                <a:lstStyle/>
                <a:p>
                  <a:endParaRPr lang="en-US"/>
                </a:p>
              </p:txBody>
            </p:sp>
            <p:sp>
              <p:nvSpPr>
                <p:cNvPr id="136586" name="Line 45"/>
                <p:cNvSpPr>
                  <a:spLocks noChangeShapeType="1"/>
                </p:cNvSpPr>
                <p:nvPr/>
              </p:nvSpPr>
              <p:spPr bwMode="auto">
                <a:xfrm>
                  <a:off x="2252" y="3329"/>
                  <a:ext cx="1" cy="5"/>
                </a:xfrm>
                <a:prstGeom prst="line">
                  <a:avLst/>
                </a:prstGeom>
                <a:noFill/>
                <a:ln w="1588">
                  <a:solidFill>
                    <a:srgbClr val="000000"/>
                  </a:solidFill>
                  <a:round/>
                  <a:headEnd/>
                  <a:tailEnd/>
                </a:ln>
              </p:spPr>
              <p:txBody>
                <a:bodyPr/>
                <a:lstStyle/>
                <a:p>
                  <a:endParaRPr lang="en-US"/>
                </a:p>
              </p:txBody>
            </p:sp>
            <p:sp>
              <p:nvSpPr>
                <p:cNvPr id="136587" name="Line 46"/>
                <p:cNvSpPr>
                  <a:spLocks noChangeShapeType="1"/>
                </p:cNvSpPr>
                <p:nvPr/>
              </p:nvSpPr>
              <p:spPr bwMode="auto">
                <a:xfrm>
                  <a:off x="2208" y="3329"/>
                  <a:ext cx="1" cy="5"/>
                </a:xfrm>
                <a:prstGeom prst="line">
                  <a:avLst/>
                </a:prstGeom>
                <a:noFill/>
                <a:ln w="1588">
                  <a:solidFill>
                    <a:srgbClr val="000000"/>
                  </a:solidFill>
                  <a:round/>
                  <a:headEnd/>
                  <a:tailEnd/>
                </a:ln>
              </p:spPr>
              <p:txBody>
                <a:bodyPr/>
                <a:lstStyle/>
                <a:p>
                  <a:endParaRPr lang="en-US"/>
                </a:p>
              </p:txBody>
            </p:sp>
            <p:sp>
              <p:nvSpPr>
                <p:cNvPr id="136588" name="Line 47"/>
                <p:cNvSpPr>
                  <a:spLocks noChangeShapeType="1"/>
                </p:cNvSpPr>
                <p:nvPr/>
              </p:nvSpPr>
              <p:spPr bwMode="auto">
                <a:xfrm>
                  <a:off x="2163" y="3329"/>
                  <a:ext cx="1" cy="5"/>
                </a:xfrm>
                <a:prstGeom prst="line">
                  <a:avLst/>
                </a:prstGeom>
                <a:noFill/>
                <a:ln w="1588">
                  <a:solidFill>
                    <a:srgbClr val="000000"/>
                  </a:solidFill>
                  <a:round/>
                  <a:headEnd/>
                  <a:tailEnd/>
                </a:ln>
              </p:spPr>
              <p:txBody>
                <a:bodyPr/>
                <a:lstStyle/>
                <a:p>
                  <a:endParaRPr lang="en-US"/>
                </a:p>
              </p:txBody>
            </p:sp>
            <p:sp>
              <p:nvSpPr>
                <p:cNvPr id="136589" name="Rectangle 48"/>
                <p:cNvSpPr>
                  <a:spLocks noChangeArrowheads="1"/>
                </p:cNvSpPr>
                <p:nvPr/>
              </p:nvSpPr>
              <p:spPr bwMode="auto">
                <a:xfrm>
                  <a:off x="2118" y="3231"/>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3</a:t>
                  </a:r>
                  <a:endParaRPr lang="fr-FR" sz="1600" noProof="1">
                    <a:latin typeface="Calibri" pitchFamily="34" charset="0"/>
                  </a:endParaRPr>
                </a:p>
              </p:txBody>
            </p:sp>
            <p:sp>
              <p:nvSpPr>
                <p:cNvPr id="136590" name="Rectangle 49"/>
                <p:cNvSpPr>
                  <a:spLocks noChangeArrowheads="1"/>
                </p:cNvSpPr>
                <p:nvPr/>
              </p:nvSpPr>
              <p:spPr bwMode="auto">
                <a:xfrm>
                  <a:off x="2124" y="3231"/>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5</a:t>
                  </a:r>
                  <a:endParaRPr lang="fr-FR" sz="1600" noProof="1">
                    <a:latin typeface="Calibri" pitchFamily="34" charset="0"/>
                  </a:endParaRPr>
                </a:p>
              </p:txBody>
            </p:sp>
            <p:sp>
              <p:nvSpPr>
                <p:cNvPr id="136591" name="Rectangle 50"/>
                <p:cNvSpPr>
                  <a:spLocks noChangeArrowheads="1"/>
                </p:cNvSpPr>
                <p:nvPr/>
              </p:nvSpPr>
              <p:spPr bwMode="auto">
                <a:xfrm>
                  <a:off x="2118" y="3267"/>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3</a:t>
                  </a:r>
                  <a:endParaRPr lang="fr-FR" sz="1600" noProof="1">
                    <a:latin typeface="Calibri" pitchFamily="34" charset="0"/>
                  </a:endParaRPr>
                </a:p>
              </p:txBody>
            </p:sp>
            <p:sp>
              <p:nvSpPr>
                <p:cNvPr id="136592" name="Rectangle 51"/>
                <p:cNvSpPr>
                  <a:spLocks noChangeArrowheads="1"/>
                </p:cNvSpPr>
                <p:nvPr/>
              </p:nvSpPr>
              <p:spPr bwMode="auto">
                <a:xfrm>
                  <a:off x="2124" y="3267"/>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0</a:t>
                  </a:r>
                  <a:endParaRPr lang="fr-FR" sz="1600" noProof="1">
                    <a:latin typeface="Calibri" pitchFamily="34" charset="0"/>
                  </a:endParaRPr>
                </a:p>
              </p:txBody>
            </p:sp>
            <p:sp>
              <p:nvSpPr>
                <p:cNvPr id="136593" name="Rectangle 52"/>
                <p:cNvSpPr>
                  <a:spLocks noChangeArrowheads="1"/>
                </p:cNvSpPr>
                <p:nvPr/>
              </p:nvSpPr>
              <p:spPr bwMode="auto">
                <a:xfrm>
                  <a:off x="2118" y="3302"/>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2</a:t>
                  </a:r>
                  <a:endParaRPr lang="fr-FR" sz="1600" noProof="1">
                    <a:latin typeface="Calibri" pitchFamily="34" charset="0"/>
                  </a:endParaRPr>
                </a:p>
              </p:txBody>
            </p:sp>
            <p:sp>
              <p:nvSpPr>
                <p:cNvPr id="136594" name="Rectangle 53"/>
                <p:cNvSpPr>
                  <a:spLocks noChangeArrowheads="1"/>
                </p:cNvSpPr>
                <p:nvPr/>
              </p:nvSpPr>
              <p:spPr bwMode="auto">
                <a:xfrm>
                  <a:off x="2124" y="3302"/>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5</a:t>
                  </a:r>
                  <a:endParaRPr lang="fr-FR" sz="1600" noProof="1">
                    <a:latin typeface="Calibri" pitchFamily="34" charset="0"/>
                  </a:endParaRPr>
                </a:p>
              </p:txBody>
            </p:sp>
            <p:sp>
              <p:nvSpPr>
                <p:cNvPr id="136595" name="Line 54"/>
                <p:cNvSpPr>
                  <a:spLocks noChangeShapeType="1"/>
                </p:cNvSpPr>
                <p:nvPr/>
              </p:nvSpPr>
              <p:spPr bwMode="auto">
                <a:xfrm flipH="1">
                  <a:off x="2140" y="3236"/>
                  <a:ext cx="10" cy="1"/>
                </a:xfrm>
                <a:prstGeom prst="line">
                  <a:avLst/>
                </a:prstGeom>
                <a:noFill/>
                <a:ln w="1588">
                  <a:solidFill>
                    <a:srgbClr val="000000"/>
                  </a:solidFill>
                  <a:round/>
                  <a:headEnd/>
                  <a:tailEnd/>
                </a:ln>
              </p:spPr>
              <p:txBody>
                <a:bodyPr/>
                <a:lstStyle/>
                <a:p>
                  <a:endParaRPr lang="en-US"/>
                </a:p>
              </p:txBody>
            </p:sp>
            <p:sp>
              <p:nvSpPr>
                <p:cNvPr id="136596" name="Line 55"/>
                <p:cNvSpPr>
                  <a:spLocks noChangeShapeType="1"/>
                </p:cNvSpPr>
                <p:nvPr/>
              </p:nvSpPr>
              <p:spPr bwMode="auto">
                <a:xfrm flipH="1">
                  <a:off x="2140" y="3273"/>
                  <a:ext cx="10" cy="1"/>
                </a:xfrm>
                <a:prstGeom prst="line">
                  <a:avLst/>
                </a:prstGeom>
                <a:noFill/>
                <a:ln w="1588">
                  <a:solidFill>
                    <a:srgbClr val="000000"/>
                  </a:solidFill>
                  <a:round/>
                  <a:headEnd/>
                  <a:tailEnd/>
                </a:ln>
              </p:spPr>
              <p:txBody>
                <a:bodyPr/>
                <a:lstStyle/>
                <a:p>
                  <a:endParaRPr lang="en-US"/>
                </a:p>
              </p:txBody>
            </p:sp>
            <p:sp>
              <p:nvSpPr>
                <p:cNvPr id="136597" name="Line 56"/>
                <p:cNvSpPr>
                  <a:spLocks noChangeShapeType="1"/>
                </p:cNvSpPr>
                <p:nvPr/>
              </p:nvSpPr>
              <p:spPr bwMode="auto">
                <a:xfrm flipH="1">
                  <a:off x="2140" y="3308"/>
                  <a:ext cx="10" cy="1"/>
                </a:xfrm>
                <a:prstGeom prst="line">
                  <a:avLst/>
                </a:prstGeom>
                <a:noFill/>
                <a:ln w="1588">
                  <a:solidFill>
                    <a:srgbClr val="000000"/>
                  </a:solidFill>
                  <a:round/>
                  <a:headEnd/>
                  <a:tailEnd/>
                </a:ln>
              </p:spPr>
              <p:txBody>
                <a:bodyPr/>
                <a:lstStyle/>
                <a:p>
                  <a:endParaRPr lang="en-US"/>
                </a:p>
              </p:txBody>
            </p:sp>
            <p:sp>
              <p:nvSpPr>
                <p:cNvPr id="136598" name="Rectangle 57"/>
                <p:cNvSpPr>
                  <a:spLocks noChangeArrowheads="1"/>
                </p:cNvSpPr>
                <p:nvPr/>
              </p:nvSpPr>
              <p:spPr bwMode="auto">
                <a:xfrm>
                  <a:off x="2094" y="3336"/>
                  <a:ext cx="4"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O</a:t>
                  </a:r>
                  <a:endParaRPr lang="fr-FR" sz="1600" noProof="1">
                    <a:latin typeface="Calibri" pitchFamily="34" charset="0"/>
                  </a:endParaRPr>
                </a:p>
              </p:txBody>
            </p:sp>
            <p:sp>
              <p:nvSpPr>
                <p:cNvPr id="136599" name="Rectangle 58"/>
                <p:cNvSpPr>
                  <a:spLocks noChangeArrowheads="1"/>
                </p:cNvSpPr>
                <p:nvPr/>
              </p:nvSpPr>
              <p:spPr bwMode="auto">
                <a:xfrm>
                  <a:off x="2102" y="3336"/>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b</a:t>
                  </a:r>
                  <a:endParaRPr lang="fr-FR" sz="1600" noProof="1">
                    <a:latin typeface="Calibri" pitchFamily="34" charset="0"/>
                  </a:endParaRPr>
                </a:p>
              </p:txBody>
            </p:sp>
            <p:sp>
              <p:nvSpPr>
                <p:cNvPr id="136600" name="Rectangle 59"/>
                <p:cNvSpPr>
                  <a:spLocks noChangeArrowheads="1"/>
                </p:cNvSpPr>
                <p:nvPr/>
              </p:nvSpPr>
              <p:spPr bwMode="auto">
                <a:xfrm>
                  <a:off x="2109" y="3336"/>
                  <a:ext cx="2"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s</a:t>
                  </a:r>
                  <a:endParaRPr lang="fr-FR" sz="1600" noProof="1">
                    <a:latin typeface="Calibri" pitchFamily="34" charset="0"/>
                  </a:endParaRPr>
                </a:p>
              </p:txBody>
            </p:sp>
            <p:sp>
              <p:nvSpPr>
                <p:cNvPr id="136601" name="Rectangle 60"/>
                <p:cNvSpPr>
                  <a:spLocks noChangeArrowheads="1"/>
                </p:cNvSpPr>
                <p:nvPr/>
              </p:nvSpPr>
              <p:spPr bwMode="auto">
                <a:xfrm>
                  <a:off x="2114" y="3336"/>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e</a:t>
                  </a:r>
                  <a:endParaRPr lang="fr-FR" sz="1600" noProof="1">
                    <a:latin typeface="Calibri" pitchFamily="34" charset="0"/>
                  </a:endParaRPr>
                </a:p>
              </p:txBody>
            </p:sp>
            <p:sp>
              <p:nvSpPr>
                <p:cNvPr id="136602" name="Rectangle 61"/>
                <p:cNvSpPr>
                  <a:spLocks noChangeArrowheads="1"/>
                </p:cNvSpPr>
                <p:nvPr/>
              </p:nvSpPr>
              <p:spPr bwMode="auto">
                <a:xfrm>
                  <a:off x="2119" y="3336"/>
                  <a:ext cx="2"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r</a:t>
                  </a:r>
                  <a:endParaRPr lang="fr-FR" sz="1600" noProof="1">
                    <a:latin typeface="Calibri" pitchFamily="34" charset="0"/>
                  </a:endParaRPr>
                </a:p>
              </p:txBody>
            </p:sp>
            <p:sp>
              <p:nvSpPr>
                <p:cNvPr id="136603" name="Rectangle 62"/>
                <p:cNvSpPr>
                  <a:spLocks noChangeArrowheads="1"/>
                </p:cNvSpPr>
                <p:nvPr/>
              </p:nvSpPr>
              <p:spPr bwMode="auto">
                <a:xfrm>
                  <a:off x="2123" y="3336"/>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v</a:t>
                  </a:r>
                  <a:endParaRPr lang="fr-FR" sz="1600" noProof="1">
                    <a:latin typeface="Calibri" pitchFamily="34" charset="0"/>
                  </a:endParaRPr>
                </a:p>
              </p:txBody>
            </p:sp>
            <p:sp>
              <p:nvSpPr>
                <p:cNvPr id="136604" name="Rectangle 63"/>
                <p:cNvSpPr>
                  <a:spLocks noChangeArrowheads="1"/>
                </p:cNvSpPr>
                <p:nvPr/>
              </p:nvSpPr>
              <p:spPr bwMode="auto">
                <a:xfrm>
                  <a:off x="2128" y="3336"/>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a</a:t>
                  </a:r>
                  <a:endParaRPr lang="fr-FR" sz="1600" noProof="1">
                    <a:latin typeface="Calibri" pitchFamily="34" charset="0"/>
                  </a:endParaRPr>
                </a:p>
              </p:txBody>
            </p:sp>
            <p:sp>
              <p:nvSpPr>
                <p:cNvPr id="136605" name="Rectangle 64"/>
                <p:cNvSpPr>
                  <a:spLocks noChangeArrowheads="1"/>
                </p:cNvSpPr>
                <p:nvPr/>
              </p:nvSpPr>
              <p:spPr bwMode="auto">
                <a:xfrm>
                  <a:off x="2133" y="3336"/>
                  <a:ext cx="2"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t</a:t>
                  </a:r>
                  <a:endParaRPr lang="fr-FR" sz="1600" noProof="1">
                    <a:latin typeface="Calibri" pitchFamily="34" charset="0"/>
                  </a:endParaRPr>
                </a:p>
              </p:txBody>
            </p:sp>
            <p:sp>
              <p:nvSpPr>
                <p:cNvPr id="136606" name="Rectangle 65"/>
                <p:cNvSpPr>
                  <a:spLocks noChangeArrowheads="1"/>
                </p:cNvSpPr>
                <p:nvPr/>
              </p:nvSpPr>
              <p:spPr bwMode="auto">
                <a:xfrm>
                  <a:off x="2137" y="3336"/>
                  <a:ext cx="2"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i</a:t>
                  </a:r>
                  <a:endParaRPr lang="fr-FR" sz="1600" noProof="1">
                    <a:latin typeface="Calibri" pitchFamily="34" charset="0"/>
                  </a:endParaRPr>
                </a:p>
              </p:txBody>
            </p:sp>
            <p:sp>
              <p:nvSpPr>
                <p:cNvPr id="136607" name="Rectangle 66"/>
                <p:cNvSpPr>
                  <a:spLocks noChangeArrowheads="1"/>
                </p:cNvSpPr>
                <p:nvPr/>
              </p:nvSpPr>
              <p:spPr bwMode="auto">
                <a:xfrm>
                  <a:off x="2140" y="3336"/>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o</a:t>
                  </a:r>
                  <a:endParaRPr lang="fr-FR" sz="1600" noProof="1">
                    <a:latin typeface="Calibri" pitchFamily="34" charset="0"/>
                  </a:endParaRPr>
                </a:p>
              </p:txBody>
            </p:sp>
            <p:sp>
              <p:nvSpPr>
                <p:cNvPr id="136608" name="Rectangle 67"/>
                <p:cNvSpPr>
                  <a:spLocks noChangeArrowheads="1"/>
                </p:cNvSpPr>
                <p:nvPr/>
              </p:nvSpPr>
              <p:spPr bwMode="auto">
                <a:xfrm>
                  <a:off x="2146" y="3336"/>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n</a:t>
                  </a:r>
                  <a:endParaRPr lang="fr-FR" sz="1600" noProof="1">
                    <a:latin typeface="Calibri" pitchFamily="34" charset="0"/>
                  </a:endParaRPr>
                </a:p>
              </p:txBody>
            </p:sp>
            <p:sp>
              <p:nvSpPr>
                <p:cNvPr id="136609" name="Line 68"/>
                <p:cNvSpPr>
                  <a:spLocks noChangeShapeType="1"/>
                </p:cNvSpPr>
                <p:nvPr/>
              </p:nvSpPr>
              <p:spPr bwMode="auto">
                <a:xfrm>
                  <a:off x="2157" y="3329"/>
                  <a:ext cx="318" cy="1"/>
                </a:xfrm>
                <a:prstGeom prst="line">
                  <a:avLst/>
                </a:prstGeom>
                <a:noFill/>
                <a:ln w="1588">
                  <a:solidFill>
                    <a:srgbClr val="000000"/>
                  </a:solidFill>
                  <a:round/>
                  <a:headEnd/>
                  <a:tailEnd/>
                </a:ln>
              </p:spPr>
              <p:txBody>
                <a:bodyPr/>
                <a:lstStyle/>
                <a:p>
                  <a:endParaRPr lang="en-US"/>
                </a:p>
              </p:txBody>
            </p:sp>
            <p:sp>
              <p:nvSpPr>
                <p:cNvPr id="136610" name="Rectangle 69"/>
                <p:cNvSpPr>
                  <a:spLocks noChangeArrowheads="1"/>
                </p:cNvSpPr>
                <p:nvPr/>
              </p:nvSpPr>
              <p:spPr bwMode="auto">
                <a:xfrm rot="-5400000">
                  <a:off x="2061" y="3297"/>
                  <a:ext cx="3" cy="16"/>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I</a:t>
                  </a:r>
                  <a:endParaRPr lang="fr-FR" sz="1600" noProof="1">
                    <a:latin typeface="Calibri" pitchFamily="34" charset="0"/>
                  </a:endParaRPr>
                </a:p>
              </p:txBody>
            </p:sp>
            <p:sp>
              <p:nvSpPr>
                <p:cNvPr id="136611" name="Rectangle 70"/>
                <p:cNvSpPr>
                  <a:spLocks noChangeArrowheads="1"/>
                </p:cNvSpPr>
                <p:nvPr/>
              </p:nvSpPr>
              <p:spPr bwMode="auto">
                <a:xfrm rot="-5400000">
                  <a:off x="2059" y="3292"/>
                  <a:ext cx="6" cy="16"/>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n</a:t>
                  </a:r>
                  <a:endParaRPr lang="fr-FR" sz="1600" noProof="1">
                    <a:latin typeface="Calibri" pitchFamily="34" charset="0"/>
                  </a:endParaRPr>
                </a:p>
              </p:txBody>
            </p:sp>
            <p:sp>
              <p:nvSpPr>
                <p:cNvPr id="136612" name="Rectangle 71"/>
                <p:cNvSpPr>
                  <a:spLocks noChangeArrowheads="1"/>
                </p:cNvSpPr>
                <p:nvPr/>
              </p:nvSpPr>
              <p:spPr bwMode="auto">
                <a:xfrm rot="-5400000">
                  <a:off x="2059" y="3287"/>
                  <a:ext cx="6" cy="16"/>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d</a:t>
                  </a:r>
                  <a:endParaRPr lang="fr-FR" sz="1600" noProof="1">
                    <a:latin typeface="Calibri" pitchFamily="34" charset="0"/>
                  </a:endParaRPr>
                </a:p>
              </p:txBody>
            </p:sp>
            <p:sp>
              <p:nvSpPr>
                <p:cNvPr id="136613" name="Rectangle 72"/>
                <p:cNvSpPr>
                  <a:spLocks noChangeArrowheads="1"/>
                </p:cNvSpPr>
                <p:nvPr/>
              </p:nvSpPr>
              <p:spPr bwMode="auto">
                <a:xfrm rot="-5400000">
                  <a:off x="2061" y="3280"/>
                  <a:ext cx="3" cy="16"/>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i</a:t>
                  </a:r>
                  <a:endParaRPr lang="fr-FR" sz="1600" noProof="1">
                    <a:latin typeface="Calibri" pitchFamily="34" charset="0"/>
                  </a:endParaRPr>
                </a:p>
              </p:txBody>
            </p:sp>
            <p:sp>
              <p:nvSpPr>
                <p:cNvPr id="136614" name="Rectangle 73"/>
                <p:cNvSpPr>
                  <a:spLocks noChangeArrowheads="1"/>
                </p:cNvSpPr>
                <p:nvPr/>
              </p:nvSpPr>
              <p:spPr bwMode="auto">
                <a:xfrm rot="-5400000">
                  <a:off x="2060" y="3277"/>
                  <a:ext cx="6" cy="16"/>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v</a:t>
                  </a:r>
                  <a:endParaRPr lang="fr-FR" sz="1600" noProof="1">
                    <a:latin typeface="Calibri" pitchFamily="34" charset="0"/>
                  </a:endParaRPr>
                </a:p>
              </p:txBody>
            </p:sp>
            <p:sp>
              <p:nvSpPr>
                <p:cNvPr id="136615" name="Rectangle 74"/>
                <p:cNvSpPr>
                  <a:spLocks noChangeArrowheads="1"/>
                </p:cNvSpPr>
                <p:nvPr/>
              </p:nvSpPr>
              <p:spPr bwMode="auto">
                <a:xfrm rot="-5400000">
                  <a:off x="2061" y="3272"/>
                  <a:ext cx="3" cy="16"/>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i</a:t>
                  </a:r>
                  <a:endParaRPr lang="fr-FR" sz="1600" noProof="1">
                    <a:latin typeface="Calibri" pitchFamily="34" charset="0"/>
                  </a:endParaRPr>
                </a:p>
              </p:txBody>
            </p:sp>
            <p:sp>
              <p:nvSpPr>
                <p:cNvPr id="136616" name="Rectangle 75"/>
                <p:cNvSpPr>
                  <a:spLocks noChangeArrowheads="1"/>
                </p:cNvSpPr>
                <p:nvPr/>
              </p:nvSpPr>
              <p:spPr bwMode="auto">
                <a:xfrm rot="-5400000">
                  <a:off x="2059" y="3267"/>
                  <a:ext cx="6" cy="16"/>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d</a:t>
                  </a:r>
                  <a:endParaRPr lang="fr-FR" sz="1600" noProof="1">
                    <a:latin typeface="Calibri" pitchFamily="34" charset="0"/>
                  </a:endParaRPr>
                </a:p>
              </p:txBody>
            </p:sp>
            <p:sp>
              <p:nvSpPr>
                <p:cNvPr id="136617" name="Rectangle 76"/>
                <p:cNvSpPr>
                  <a:spLocks noChangeArrowheads="1"/>
                </p:cNvSpPr>
                <p:nvPr/>
              </p:nvSpPr>
              <p:spPr bwMode="auto">
                <a:xfrm rot="-5400000">
                  <a:off x="2059" y="3262"/>
                  <a:ext cx="6" cy="16"/>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u</a:t>
                  </a:r>
                  <a:endParaRPr lang="fr-FR" sz="1600" noProof="1">
                    <a:latin typeface="Calibri" pitchFamily="34" charset="0"/>
                  </a:endParaRPr>
                </a:p>
              </p:txBody>
            </p:sp>
            <p:sp>
              <p:nvSpPr>
                <p:cNvPr id="136618" name="Rectangle 77"/>
                <p:cNvSpPr>
                  <a:spLocks noChangeArrowheads="1"/>
                </p:cNvSpPr>
                <p:nvPr/>
              </p:nvSpPr>
              <p:spPr bwMode="auto">
                <a:xfrm rot="-5400000">
                  <a:off x="2060" y="3252"/>
                  <a:ext cx="6" cy="16"/>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a</a:t>
                  </a:r>
                  <a:endParaRPr lang="fr-FR" sz="1600" noProof="1">
                    <a:latin typeface="Calibri" pitchFamily="34" charset="0"/>
                  </a:endParaRPr>
                </a:p>
              </p:txBody>
            </p:sp>
            <p:sp>
              <p:nvSpPr>
                <p:cNvPr id="136619" name="Rectangle 78"/>
                <p:cNvSpPr>
                  <a:spLocks noChangeArrowheads="1"/>
                </p:cNvSpPr>
                <p:nvPr/>
              </p:nvSpPr>
              <p:spPr bwMode="auto">
                <a:xfrm rot="-5400000">
                  <a:off x="2061" y="3249"/>
                  <a:ext cx="3" cy="16"/>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l</a:t>
                  </a:r>
                  <a:endParaRPr lang="fr-FR" sz="1600" noProof="1">
                    <a:latin typeface="Calibri" pitchFamily="34" charset="0"/>
                  </a:endParaRPr>
                </a:p>
              </p:txBody>
            </p:sp>
            <p:sp>
              <p:nvSpPr>
                <p:cNvPr id="136620" name="Rectangle 79"/>
                <p:cNvSpPr>
                  <a:spLocks noChangeArrowheads="1"/>
                </p:cNvSpPr>
                <p:nvPr/>
              </p:nvSpPr>
              <p:spPr bwMode="auto">
                <a:xfrm rot="-5400000">
                  <a:off x="2061" y="3243"/>
                  <a:ext cx="4" cy="16"/>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s</a:t>
                  </a:r>
                  <a:endParaRPr lang="fr-FR" sz="1600" noProof="1">
                    <a:latin typeface="Calibri" pitchFamily="34" charset="0"/>
                  </a:endParaRPr>
                </a:p>
              </p:txBody>
            </p:sp>
            <p:sp>
              <p:nvSpPr>
                <p:cNvPr id="136621" name="Line 80"/>
                <p:cNvSpPr>
                  <a:spLocks noChangeShapeType="1"/>
                </p:cNvSpPr>
                <p:nvPr/>
              </p:nvSpPr>
              <p:spPr bwMode="auto">
                <a:xfrm flipV="1">
                  <a:off x="2150" y="3236"/>
                  <a:ext cx="1" cy="89"/>
                </a:xfrm>
                <a:prstGeom prst="line">
                  <a:avLst/>
                </a:prstGeom>
                <a:noFill/>
                <a:ln w="1588">
                  <a:solidFill>
                    <a:srgbClr val="000000"/>
                  </a:solidFill>
                  <a:round/>
                  <a:headEnd/>
                  <a:tailEnd/>
                </a:ln>
              </p:spPr>
              <p:txBody>
                <a:bodyPr/>
                <a:lstStyle/>
                <a:p>
                  <a:endParaRPr lang="en-US"/>
                </a:p>
              </p:txBody>
            </p:sp>
            <p:sp>
              <p:nvSpPr>
                <p:cNvPr id="136622" name="Freeform 81"/>
                <p:cNvSpPr>
                  <a:spLocks/>
                </p:cNvSpPr>
                <p:nvPr/>
              </p:nvSpPr>
              <p:spPr bwMode="auto">
                <a:xfrm>
                  <a:off x="2041" y="3164"/>
                  <a:ext cx="550" cy="341"/>
                </a:xfrm>
                <a:custGeom>
                  <a:avLst/>
                  <a:gdLst>
                    <a:gd name="T0" fmla="*/ 0 w 2746"/>
                    <a:gd name="T1" fmla="*/ 0 h 2045"/>
                    <a:gd name="T2" fmla="*/ 0 w 2746"/>
                    <a:gd name="T3" fmla="*/ 0 h 2045"/>
                    <a:gd name="T4" fmla="*/ 0 w 2746"/>
                    <a:gd name="T5" fmla="*/ 0 h 2045"/>
                    <a:gd name="T6" fmla="*/ 0 w 2746"/>
                    <a:gd name="T7" fmla="*/ 0 h 2045"/>
                    <a:gd name="T8" fmla="*/ 0 w 2746"/>
                    <a:gd name="T9" fmla="*/ 0 h 2045"/>
                    <a:gd name="T10" fmla="*/ 0 w 2746"/>
                    <a:gd name="T11" fmla="*/ 0 h 2045"/>
                    <a:gd name="T12" fmla="*/ 0 60000 65536"/>
                    <a:gd name="T13" fmla="*/ 0 60000 65536"/>
                    <a:gd name="T14" fmla="*/ 0 60000 65536"/>
                    <a:gd name="T15" fmla="*/ 0 60000 65536"/>
                    <a:gd name="T16" fmla="*/ 0 60000 65536"/>
                    <a:gd name="T17" fmla="*/ 0 60000 65536"/>
                    <a:gd name="T18" fmla="*/ 0 w 2746"/>
                    <a:gd name="T19" fmla="*/ 0 h 2045"/>
                    <a:gd name="T20" fmla="*/ 2746 w 2746"/>
                    <a:gd name="T21" fmla="*/ 2045 h 2045"/>
                  </a:gdLst>
                  <a:ahLst/>
                  <a:cxnLst>
                    <a:cxn ang="T12">
                      <a:pos x="T0" y="T1"/>
                    </a:cxn>
                    <a:cxn ang="T13">
                      <a:pos x="T2" y="T3"/>
                    </a:cxn>
                    <a:cxn ang="T14">
                      <a:pos x="T4" y="T5"/>
                    </a:cxn>
                    <a:cxn ang="T15">
                      <a:pos x="T6" y="T7"/>
                    </a:cxn>
                    <a:cxn ang="T16">
                      <a:pos x="T8" y="T9"/>
                    </a:cxn>
                    <a:cxn ang="T17">
                      <a:pos x="T10" y="T11"/>
                    </a:cxn>
                  </a:cxnLst>
                  <a:rect l="T18" t="T19" r="T20" b="T21"/>
                  <a:pathLst>
                    <a:path w="2746" h="2045">
                      <a:moveTo>
                        <a:pt x="0" y="2045"/>
                      </a:moveTo>
                      <a:lnTo>
                        <a:pt x="2746" y="2045"/>
                      </a:lnTo>
                      <a:lnTo>
                        <a:pt x="2746" y="0"/>
                      </a:lnTo>
                      <a:lnTo>
                        <a:pt x="0" y="0"/>
                      </a:lnTo>
                      <a:lnTo>
                        <a:pt x="0" y="2045"/>
                      </a:lnTo>
                      <a:close/>
                    </a:path>
                  </a:pathLst>
                </a:custGeom>
                <a:noFill/>
                <a:ln w="1588">
                  <a:solidFill>
                    <a:srgbClr val="000000"/>
                  </a:solidFill>
                  <a:round/>
                  <a:headEnd/>
                  <a:tailEnd/>
                </a:ln>
              </p:spPr>
              <p:txBody>
                <a:bodyPr/>
                <a:lstStyle/>
                <a:p>
                  <a:endParaRPr lang="en-US"/>
                </a:p>
              </p:txBody>
            </p:sp>
            <p:sp>
              <p:nvSpPr>
                <p:cNvPr id="136623" name="Freeform 82"/>
                <p:cNvSpPr>
                  <a:spLocks/>
                </p:cNvSpPr>
                <p:nvPr/>
              </p:nvSpPr>
              <p:spPr bwMode="auto">
                <a:xfrm>
                  <a:off x="2150" y="3359"/>
                  <a:ext cx="332" cy="112"/>
                </a:xfrm>
                <a:custGeom>
                  <a:avLst/>
                  <a:gdLst>
                    <a:gd name="T0" fmla="*/ 0 w 1658"/>
                    <a:gd name="T1" fmla="*/ 0 h 672"/>
                    <a:gd name="T2" fmla="*/ 0 w 1658"/>
                    <a:gd name="T3" fmla="*/ 0 h 672"/>
                    <a:gd name="T4" fmla="*/ 0 w 1658"/>
                    <a:gd name="T5" fmla="*/ 0 h 672"/>
                    <a:gd name="T6" fmla="*/ 0 w 1658"/>
                    <a:gd name="T7" fmla="*/ 0 h 672"/>
                    <a:gd name="T8" fmla="*/ 0 w 1658"/>
                    <a:gd name="T9" fmla="*/ 0 h 672"/>
                    <a:gd name="T10" fmla="*/ 0 w 1658"/>
                    <a:gd name="T11" fmla="*/ 0 h 672"/>
                    <a:gd name="T12" fmla="*/ 0 60000 65536"/>
                    <a:gd name="T13" fmla="*/ 0 60000 65536"/>
                    <a:gd name="T14" fmla="*/ 0 60000 65536"/>
                    <a:gd name="T15" fmla="*/ 0 60000 65536"/>
                    <a:gd name="T16" fmla="*/ 0 60000 65536"/>
                    <a:gd name="T17" fmla="*/ 0 60000 65536"/>
                    <a:gd name="T18" fmla="*/ 0 w 1658"/>
                    <a:gd name="T19" fmla="*/ 0 h 672"/>
                    <a:gd name="T20" fmla="*/ 1658 w 1658"/>
                    <a:gd name="T21" fmla="*/ 672 h 672"/>
                  </a:gdLst>
                  <a:ahLst/>
                  <a:cxnLst>
                    <a:cxn ang="T12">
                      <a:pos x="T0" y="T1"/>
                    </a:cxn>
                    <a:cxn ang="T13">
                      <a:pos x="T2" y="T3"/>
                    </a:cxn>
                    <a:cxn ang="T14">
                      <a:pos x="T4" y="T5"/>
                    </a:cxn>
                    <a:cxn ang="T15">
                      <a:pos x="T6" y="T7"/>
                    </a:cxn>
                    <a:cxn ang="T16">
                      <a:pos x="T8" y="T9"/>
                    </a:cxn>
                    <a:cxn ang="T17">
                      <a:pos x="T10" y="T11"/>
                    </a:cxn>
                  </a:cxnLst>
                  <a:rect l="T18" t="T19" r="T20" b="T21"/>
                  <a:pathLst>
                    <a:path w="1658" h="672">
                      <a:moveTo>
                        <a:pt x="0" y="672"/>
                      </a:moveTo>
                      <a:lnTo>
                        <a:pt x="1658" y="672"/>
                      </a:lnTo>
                      <a:lnTo>
                        <a:pt x="1658" y="0"/>
                      </a:lnTo>
                      <a:lnTo>
                        <a:pt x="0" y="0"/>
                      </a:lnTo>
                      <a:lnTo>
                        <a:pt x="0" y="672"/>
                      </a:lnTo>
                      <a:close/>
                    </a:path>
                  </a:pathLst>
                </a:custGeom>
                <a:noFill/>
                <a:ln w="1588">
                  <a:solidFill>
                    <a:srgbClr val="000000"/>
                  </a:solidFill>
                  <a:round/>
                  <a:headEnd/>
                  <a:tailEnd/>
                </a:ln>
              </p:spPr>
              <p:txBody>
                <a:bodyPr/>
                <a:lstStyle/>
                <a:p>
                  <a:endParaRPr lang="en-US"/>
                </a:p>
              </p:txBody>
            </p:sp>
            <p:sp>
              <p:nvSpPr>
                <p:cNvPr id="136624" name="Line 83"/>
                <p:cNvSpPr>
                  <a:spLocks noChangeShapeType="1"/>
                </p:cNvSpPr>
                <p:nvPr/>
              </p:nvSpPr>
              <p:spPr bwMode="auto">
                <a:xfrm flipV="1">
                  <a:off x="2475" y="3352"/>
                  <a:ext cx="1" cy="7"/>
                </a:xfrm>
                <a:prstGeom prst="line">
                  <a:avLst/>
                </a:prstGeom>
                <a:noFill/>
                <a:ln w="1588">
                  <a:solidFill>
                    <a:srgbClr val="000000"/>
                  </a:solidFill>
                  <a:round/>
                  <a:headEnd/>
                  <a:tailEnd/>
                </a:ln>
              </p:spPr>
              <p:txBody>
                <a:bodyPr/>
                <a:lstStyle/>
                <a:p>
                  <a:endParaRPr lang="en-US"/>
                </a:p>
              </p:txBody>
            </p:sp>
            <p:sp>
              <p:nvSpPr>
                <p:cNvPr id="136625" name="Line 84"/>
                <p:cNvSpPr>
                  <a:spLocks noChangeShapeType="1"/>
                </p:cNvSpPr>
                <p:nvPr/>
              </p:nvSpPr>
              <p:spPr bwMode="auto">
                <a:xfrm flipV="1">
                  <a:off x="2431" y="3352"/>
                  <a:ext cx="1" cy="7"/>
                </a:xfrm>
                <a:prstGeom prst="line">
                  <a:avLst/>
                </a:prstGeom>
                <a:noFill/>
                <a:ln w="1588">
                  <a:solidFill>
                    <a:srgbClr val="000000"/>
                  </a:solidFill>
                  <a:round/>
                  <a:headEnd/>
                  <a:tailEnd/>
                </a:ln>
              </p:spPr>
              <p:txBody>
                <a:bodyPr/>
                <a:lstStyle/>
                <a:p>
                  <a:endParaRPr lang="en-US"/>
                </a:p>
              </p:txBody>
            </p:sp>
            <p:sp>
              <p:nvSpPr>
                <p:cNvPr id="136626" name="Line 85"/>
                <p:cNvSpPr>
                  <a:spLocks noChangeShapeType="1"/>
                </p:cNvSpPr>
                <p:nvPr/>
              </p:nvSpPr>
              <p:spPr bwMode="auto">
                <a:xfrm flipV="1">
                  <a:off x="2387" y="3352"/>
                  <a:ext cx="1" cy="7"/>
                </a:xfrm>
                <a:prstGeom prst="line">
                  <a:avLst/>
                </a:prstGeom>
                <a:noFill/>
                <a:ln w="1588">
                  <a:solidFill>
                    <a:srgbClr val="000000"/>
                  </a:solidFill>
                  <a:round/>
                  <a:headEnd/>
                  <a:tailEnd/>
                </a:ln>
              </p:spPr>
              <p:txBody>
                <a:bodyPr/>
                <a:lstStyle/>
                <a:p>
                  <a:endParaRPr lang="en-US"/>
                </a:p>
              </p:txBody>
            </p:sp>
            <p:sp>
              <p:nvSpPr>
                <p:cNvPr id="136627" name="Line 86"/>
                <p:cNvSpPr>
                  <a:spLocks noChangeShapeType="1"/>
                </p:cNvSpPr>
                <p:nvPr/>
              </p:nvSpPr>
              <p:spPr bwMode="auto">
                <a:xfrm flipV="1">
                  <a:off x="2341" y="3352"/>
                  <a:ext cx="1" cy="7"/>
                </a:xfrm>
                <a:prstGeom prst="line">
                  <a:avLst/>
                </a:prstGeom>
                <a:noFill/>
                <a:ln w="1588">
                  <a:solidFill>
                    <a:srgbClr val="000000"/>
                  </a:solidFill>
                  <a:round/>
                  <a:headEnd/>
                  <a:tailEnd/>
                </a:ln>
              </p:spPr>
              <p:txBody>
                <a:bodyPr/>
                <a:lstStyle/>
                <a:p>
                  <a:endParaRPr lang="en-US"/>
                </a:p>
              </p:txBody>
            </p:sp>
            <p:sp>
              <p:nvSpPr>
                <p:cNvPr id="136628" name="Line 87"/>
                <p:cNvSpPr>
                  <a:spLocks noChangeShapeType="1"/>
                </p:cNvSpPr>
                <p:nvPr/>
              </p:nvSpPr>
              <p:spPr bwMode="auto">
                <a:xfrm flipV="1">
                  <a:off x="2297" y="3352"/>
                  <a:ext cx="1" cy="7"/>
                </a:xfrm>
                <a:prstGeom prst="line">
                  <a:avLst/>
                </a:prstGeom>
                <a:noFill/>
                <a:ln w="1588">
                  <a:solidFill>
                    <a:srgbClr val="000000"/>
                  </a:solidFill>
                  <a:round/>
                  <a:headEnd/>
                  <a:tailEnd/>
                </a:ln>
              </p:spPr>
              <p:txBody>
                <a:bodyPr/>
                <a:lstStyle/>
                <a:p>
                  <a:endParaRPr lang="en-US"/>
                </a:p>
              </p:txBody>
            </p:sp>
            <p:sp>
              <p:nvSpPr>
                <p:cNvPr id="136629" name="Line 88"/>
                <p:cNvSpPr>
                  <a:spLocks noChangeShapeType="1"/>
                </p:cNvSpPr>
                <p:nvPr/>
              </p:nvSpPr>
              <p:spPr bwMode="auto">
                <a:xfrm flipV="1">
                  <a:off x="2252" y="3352"/>
                  <a:ext cx="1" cy="7"/>
                </a:xfrm>
                <a:prstGeom prst="line">
                  <a:avLst/>
                </a:prstGeom>
                <a:noFill/>
                <a:ln w="1588">
                  <a:solidFill>
                    <a:srgbClr val="000000"/>
                  </a:solidFill>
                  <a:round/>
                  <a:headEnd/>
                  <a:tailEnd/>
                </a:ln>
              </p:spPr>
              <p:txBody>
                <a:bodyPr/>
                <a:lstStyle/>
                <a:p>
                  <a:endParaRPr lang="en-US"/>
                </a:p>
              </p:txBody>
            </p:sp>
            <p:sp>
              <p:nvSpPr>
                <p:cNvPr id="136630" name="Line 89"/>
                <p:cNvSpPr>
                  <a:spLocks noChangeShapeType="1"/>
                </p:cNvSpPr>
                <p:nvPr/>
              </p:nvSpPr>
              <p:spPr bwMode="auto">
                <a:xfrm flipV="1">
                  <a:off x="2208" y="3352"/>
                  <a:ext cx="1" cy="7"/>
                </a:xfrm>
                <a:prstGeom prst="line">
                  <a:avLst/>
                </a:prstGeom>
                <a:noFill/>
                <a:ln w="1588">
                  <a:solidFill>
                    <a:srgbClr val="000000"/>
                  </a:solidFill>
                  <a:round/>
                  <a:headEnd/>
                  <a:tailEnd/>
                </a:ln>
              </p:spPr>
              <p:txBody>
                <a:bodyPr/>
                <a:lstStyle/>
                <a:p>
                  <a:endParaRPr lang="en-US"/>
                </a:p>
              </p:txBody>
            </p:sp>
            <p:sp>
              <p:nvSpPr>
                <p:cNvPr id="136631" name="Line 90"/>
                <p:cNvSpPr>
                  <a:spLocks noChangeShapeType="1"/>
                </p:cNvSpPr>
                <p:nvPr/>
              </p:nvSpPr>
              <p:spPr bwMode="auto">
                <a:xfrm flipV="1">
                  <a:off x="2163" y="3352"/>
                  <a:ext cx="1" cy="7"/>
                </a:xfrm>
                <a:prstGeom prst="line">
                  <a:avLst/>
                </a:prstGeom>
                <a:noFill/>
                <a:ln w="1588">
                  <a:solidFill>
                    <a:srgbClr val="000000"/>
                  </a:solidFill>
                  <a:round/>
                  <a:headEnd/>
                  <a:tailEnd/>
                </a:ln>
              </p:spPr>
              <p:txBody>
                <a:bodyPr/>
                <a:lstStyle/>
                <a:p>
                  <a:endParaRPr lang="en-US"/>
                </a:p>
              </p:txBody>
            </p:sp>
            <p:sp>
              <p:nvSpPr>
                <p:cNvPr id="136632" name="Rectangle 91"/>
                <p:cNvSpPr>
                  <a:spLocks noChangeArrowheads="1"/>
                </p:cNvSpPr>
                <p:nvPr/>
              </p:nvSpPr>
              <p:spPr bwMode="auto">
                <a:xfrm>
                  <a:off x="2124" y="3357"/>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7</a:t>
                  </a:r>
                  <a:endParaRPr lang="fr-FR" sz="1600" noProof="1">
                    <a:latin typeface="Calibri" pitchFamily="34" charset="0"/>
                  </a:endParaRPr>
                </a:p>
              </p:txBody>
            </p:sp>
            <p:sp>
              <p:nvSpPr>
                <p:cNvPr id="136633" name="Rectangle 92"/>
                <p:cNvSpPr>
                  <a:spLocks noChangeArrowheads="1"/>
                </p:cNvSpPr>
                <p:nvPr/>
              </p:nvSpPr>
              <p:spPr bwMode="auto">
                <a:xfrm>
                  <a:off x="2124" y="3371"/>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6</a:t>
                  </a:r>
                  <a:endParaRPr lang="fr-FR" sz="1600" noProof="1">
                    <a:latin typeface="Calibri" pitchFamily="34" charset="0"/>
                  </a:endParaRPr>
                </a:p>
              </p:txBody>
            </p:sp>
            <p:sp>
              <p:nvSpPr>
                <p:cNvPr id="136634" name="Rectangle 93"/>
                <p:cNvSpPr>
                  <a:spLocks noChangeArrowheads="1"/>
                </p:cNvSpPr>
                <p:nvPr/>
              </p:nvSpPr>
              <p:spPr bwMode="auto">
                <a:xfrm>
                  <a:off x="2124" y="3385"/>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5</a:t>
                  </a:r>
                  <a:endParaRPr lang="fr-FR" sz="1600" noProof="1">
                    <a:latin typeface="Calibri" pitchFamily="34" charset="0"/>
                  </a:endParaRPr>
                </a:p>
              </p:txBody>
            </p:sp>
            <p:sp>
              <p:nvSpPr>
                <p:cNvPr id="136635" name="Rectangle 94"/>
                <p:cNvSpPr>
                  <a:spLocks noChangeArrowheads="1"/>
                </p:cNvSpPr>
                <p:nvPr/>
              </p:nvSpPr>
              <p:spPr bwMode="auto">
                <a:xfrm>
                  <a:off x="2124" y="3399"/>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4</a:t>
                  </a:r>
                  <a:endParaRPr lang="fr-FR" sz="1600" noProof="1">
                    <a:latin typeface="Calibri" pitchFamily="34" charset="0"/>
                  </a:endParaRPr>
                </a:p>
              </p:txBody>
            </p:sp>
            <p:sp>
              <p:nvSpPr>
                <p:cNvPr id="136636" name="Rectangle 95"/>
                <p:cNvSpPr>
                  <a:spLocks noChangeArrowheads="1"/>
                </p:cNvSpPr>
                <p:nvPr/>
              </p:nvSpPr>
              <p:spPr bwMode="auto">
                <a:xfrm>
                  <a:off x="2124" y="3413"/>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3</a:t>
                  </a:r>
                  <a:endParaRPr lang="fr-FR" sz="1600" noProof="1">
                    <a:latin typeface="Calibri" pitchFamily="34" charset="0"/>
                  </a:endParaRPr>
                </a:p>
              </p:txBody>
            </p:sp>
            <p:sp>
              <p:nvSpPr>
                <p:cNvPr id="136637" name="Rectangle 96"/>
                <p:cNvSpPr>
                  <a:spLocks noChangeArrowheads="1"/>
                </p:cNvSpPr>
                <p:nvPr/>
              </p:nvSpPr>
              <p:spPr bwMode="auto">
                <a:xfrm>
                  <a:off x="2124" y="3427"/>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2</a:t>
                  </a:r>
                  <a:endParaRPr lang="fr-FR" sz="1600" noProof="1">
                    <a:latin typeface="Calibri" pitchFamily="34" charset="0"/>
                  </a:endParaRPr>
                </a:p>
              </p:txBody>
            </p:sp>
            <p:sp>
              <p:nvSpPr>
                <p:cNvPr id="136638" name="Rectangle 97"/>
                <p:cNvSpPr>
                  <a:spLocks noChangeArrowheads="1"/>
                </p:cNvSpPr>
                <p:nvPr/>
              </p:nvSpPr>
              <p:spPr bwMode="auto">
                <a:xfrm>
                  <a:off x="2127" y="3441"/>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1</a:t>
                  </a:r>
                  <a:endParaRPr lang="fr-FR" sz="1600" noProof="1">
                    <a:latin typeface="Calibri" pitchFamily="34" charset="0"/>
                  </a:endParaRPr>
                </a:p>
              </p:txBody>
            </p:sp>
            <p:sp>
              <p:nvSpPr>
                <p:cNvPr id="136639" name="Rectangle 98"/>
                <p:cNvSpPr>
                  <a:spLocks noChangeArrowheads="1"/>
                </p:cNvSpPr>
                <p:nvPr/>
              </p:nvSpPr>
              <p:spPr bwMode="auto">
                <a:xfrm>
                  <a:off x="2124" y="3455"/>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0</a:t>
                  </a:r>
                  <a:endParaRPr lang="fr-FR" sz="1600" noProof="1">
                    <a:latin typeface="Calibri" pitchFamily="34" charset="0"/>
                  </a:endParaRPr>
                </a:p>
              </p:txBody>
            </p:sp>
            <p:sp>
              <p:nvSpPr>
                <p:cNvPr id="136640" name="Line 99"/>
                <p:cNvSpPr>
                  <a:spLocks noChangeShapeType="1"/>
                </p:cNvSpPr>
                <p:nvPr/>
              </p:nvSpPr>
              <p:spPr bwMode="auto">
                <a:xfrm flipH="1">
                  <a:off x="2140" y="3362"/>
                  <a:ext cx="10" cy="1"/>
                </a:xfrm>
                <a:prstGeom prst="line">
                  <a:avLst/>
                </a:prstGeom>
                <a:noFill/>
                <a:ln w="1588">
                  <a:solidFill>
                    <a:srgbClr val="000000"/>
                  </a:solidFill>
                  <a:round/>
                  <a:headEnd/>
                  <a:tailEnd/>
                </a:ln>
              </p:spPr>
              <p:txBody>
                <a:bodyPr/>
                <a:lstStyle/>
                <a:p>
                  <a:endParaRPr lang="en-US"/>
                </a:p>
              </p:txBody>
            </p:sp>
            <p:sp>
              <p:nvSpPr>
                <p:cNvPr id="136641" name="Line 100"/>
                <p:cNvSpPr>
                  <a:spLocks noChangeShapeType="1"/>
                </p:cNvSpPr>
                <p:nvPr/>
              </p:nvSpPr>
              <p:spPr bwMode="auto">
                <a:xfrm flipH="1">
                  <a:off x="2140" y="3376"/>
                  <a:ext cx="10" cy="1"/>
                </a:xfrm>
                <a:prstGeom prst="line">
                  <a:avLst/>
                </a:prstGeom>
                <a:noFill/>
                <a:ln w="1588">
                  <a:solidFill>
                    <a:srgbClr val="000000"/>
                  </a:solidFill>
                  <a:round/>
                  <a:headEnd/>
                  <a:tailEnd/>
                </a:ln>
              </p:spPr>
              <p:txBody>
                <a:bodyPr/>
                <a:lstStyle/>
                <a:p>
                  <a:endParaRPr lang="en-US"/>
                </a:p>
              </p:txBody>
            </p:sp>
            <p:sp>
              <p:nvSpPr>
                <p:cNvPr id="136642" name="Line 101"/>
                <p:cNvSpPr>
                  <a:spLocks noChangeShapeType="1"/>
                </p:cNvSpPr>
                <p:nvPr/>
              </p:nvSpPr>
              <p:spPr bwMode="auto">
                <a:xfrm flipH="1">
                  <a:off x="2140" y="3390"/>
                  <a:ext cx="10" cy="1"/>
                </a:xfrm>
                <a:prstGeom prst="line">
                  <a:avLst/>
                </a:prstGeom>
                <a:noFill/>
                <a:ln w="1588">
                  <a:solidFill>
                    <a:srgbClr val="000000"/>
                  </a:solidFill>
                  <a:round/>
                  <a:headEnd/>
                  <a:tailEnd/>
                </a:ln>
              </p:spPr>
              <p:txBody>
                <a:bodyPr/>
                <a:lstStyle/>
                <a:p>
                  <a:endParaRPr lang="en-US"/>
                </a:p>
              </p:txBody>
            </p:sp>
            <p:sp>
              <p:nvSpPr>
                <p:cNvPr id="136643" name="Line 102"/>
                <p:cNvSpPr>
                  <a:spLocks noChangeShapeType="1"/>
                </p:cNvSpPr>
                <p:nvPr/>
              </p:nvSpPr>
              <p:spPr bwMode="auto">
                <a:xfrm flipH="1">
                  <a:off x="2140" y="3404"/>
                  <a:ext cx="10" cy="1"/>
                </a:xfrm>
                <a:prstGeom prst="line">
                  <a:avLst/>
                </a:prstGeom>
                <a:noFill/>
                <a:ln w="1588">
                  <a:solidFill>
                    <a:srgbClr val="000000"/>
                  </a:solidFill>
                  <a:round/>
                  <a:headEnd/>
                  <a:tailEnd/>
                </a:ln>
              </p:spPr>
              <p:txBody>
                <a:bodyPr/>
                <a:lstStyle/>
                <a:p>
                  <a:endParaRPr lang="en-US"/>
                </a:p>
              </p:txBody>
            </p:sp>
            <p:sp>
              <p:nvSpPr>
                <p:cNvPr id="136644" name="Line 103"/>
                <p:cNvSpPr>
                  <a:spLocks noChangeShapeType="1"/>
                </p:cNvSpPr>
                <p:nvPr/>
              </p:nvSpPr>
              <p:spPr bwMode="auto">
                <a:xfrm flipH="1">
                  <a:off x="2140" y="3418"/>
                  <a:ext cx="10" cy="1"/>
                </a:xfrm>
                <a:prstGeom prst="line">
                  <a:avLst/>
                </a:prstGeom>
                <a:noFill/>
                <a:ln w="1588">
                  <a:solidFill>
                    <a:srgbClr val="000000"/>
                  </a:solidFill>
                  <a:round/>
                  <a:headEnd/>
                  <a:tailEnd/>
                </a:ln>
              </p:spPr>
              <p:txBody>
                <a:bodyPr/>
                <a:lstStyle/>
                <a:p>
                  <a:endParaRPr lang="en-US"/>
                </a:p>
              </p:txBody>
            </p:sp>
            <p:sp>
              <p:nvSpPr>
                <p:cNvPr id="136645" name="Line 104"/>
                <p:cNvSpPr>
                  <a:spLocks noChangeShapeType="1"/>
                </p:cNvSpPr>
                <p:nvPr/>
              </p:nvSpPr>
              <p:spPr bwMode="auto">
                <a:xfrm flipH="1">
                  <a:off x="2140" y="3432"/>
                  <a:ext cx="10" cy="1"/>
                </a:xfrm>
                <a:prstGeom prst="line">
                  <a:avLst/>
                </a:prstGeom>
                <a:noFill/>
                <a:ln w="1588">
                  <a:solidFill>
                    <a:srgbClr val="000000"/>
                  </a:solidFill>
                  <a:round/>
                  <a:headEnd/>
                  <a:tailEnd/>
                </a:ln>
              </p:spPr>
              <p:txBody>
                <a:bodyPr/>
                <a:lstStyle/>
                <a:p>
                  <a:endParaRPr lang="en-US"/>
                </a:p>
              </p:txBody>
            </p:sp>
            <p:sp>
              <p:nvSpPr>
                <p:cNvPr id="136646" name="Line 105"/>
                <p:cNvSpPr>
                  <a:spLocks noChangeShapeType="1"/>
                </p:cNvSpPr>
                <p:nvPr/>
              </p:nvSpPr>
              <p:spPr bwMode="auto">
                <a:xfrm flipH="1">
                  <a:off x="2140" y="3447"/>
                  <a:ext cx="10" cy="1"/>
                </a:xfrm>
                <a:prstGeom prst="line">
                  <a:avLst/>
                </a:prstGeom>
                <a:noFill/>
                <a:ln w="1588">
                  <a:solidFill>
                    <a:srgbClr val="000000"/>
                  </a:solidFill>
                  <a:round/>
                  <a:headEnd/>
                  <a:tailEnd/>
                </a:ln>
              </p:spPr>
              <p:txBody>
                <a:bodyPr/>
                <a:lstStyle/>
                <a:p>
                  <a:endParaRPr lang="en-US"/>
                </a:p>
              </p:txBody>
            </p:sp>
            <p:sp>
              <p:nvSpPr>
                <p:cNvPr id="136647" name="Line 106"/>
                <p:cNvSpPr>
                  <a:spLocks noChangeShapeType="1"/>
                </p:cNvSpPr>
                <p:nvPr/>
              </p:nvSpPr>
              <p:spPr bwMode="auto">
                <a:xfrm flipH="1">
                  <a:off x="2140" y="3461"/>
                  <a:ext cx="10" cy="1"/>
                </a:xfrm>
                <a:prstGeom prst="line">
                  <a:avLst/>
                </a:prstGeom>
                <a:noFill/>
                <a:ln w="1588">
                  <a:solidFill>
                    <a:srgbClr val="000000"/>
                  </a:solidFill>
                  <a:round/>
                  <a:headEnd/>
                  <a:tailEnd/>
                </a:ln>
              </p:spPr>
              <p:txBody>
                <a:bodyPr/>
                <a:lstStyle/>
                <a:p>
                  <a:endParaRPr lang="en-US"/>
                </a:p>
              </p:txBody>
            </p:sp>
            <p:sp>
              <p:nvSpPr>
                <p:cNvPr id="136648" name="Line 107"/>
                <p:cNvSpPr>
                  <a:spLocks noChangeShapeType="1"/>
                </p:cNvSpPr>
                <p:nvPr/>
              </p:nvSpPr>
              <p:spPr bwMode="auto">
                <a:xfrm>
                  <a:off x="2157" y="3471"/>
                  <a:ext cx="318" cy="1"/>
                </a:xfrm>
                <a:prstGeom prst="line">
                  <a:avLst/>
                </a:prstGeom>
                <a:noFill/>
                <a:ln w="1588">
                  <a:solidFill>
                    <a:srgbClr val="000000"/>
                  </a:solidFill>
                  <a:round/>
                  <a:headEnd/>
                  <a:tailEnd/>
                </a:ln>
              </p:spPr>
              <p:txBody>
                <a:bodyPr/>
                <a:lstStyle/>
                <a:p>
                  <a:endParaRPr lang="en-US"/>
                </a:p>
              </p:txBody>
            </p:sp>
            <p:sp>
              <p:nvSpPr>
                <p:cNvPr id="136649" name="Rectangle 108"/>
                <p:cNvSpPr>
                  <a:spLocks noChangeArrowheads="1"/>
                </p:cNvSpPr>
                <p:nvPr/>
              </p:nvSpPr>
              <p:spPr bwMode="auto">
                <a:xfrm rot="-5400000">
                  <a:off x="2057" y="3440"/>
                  <a:ext cx="10" cy="16"/>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M</a:t>
                  </a:r>
                  <a:endParaRPr lang="fr-FR" sz="1600" noProof="1">
                    <a:latin typeface="Calibri" pitchFamily="34" charset="0"/>
                  </a:endParaRPr>
                </a:p>
              </p:txBody>
            </p:sp>
            <p:sp>
              <p:nvSpPr>
                <p:cNvPr id="136650" name="Rectangle 109"/>
                <p:cNvSpPr>
                  <a:spLocks noChangeArrowheads="1"/>
                </p:cNvSpPr>
                <p:nvPr/>
              </p:nvSpPr>
              <p:spPr bwMode="auto">
                <a:xfrm rot="-5400000">
                  <a:off x="2059" y="3430"/>
                  <a:ext cx="6" cy="16"/>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o</a:t>
                  </a:r>
                  <a:endParaRPr lang="fr-FR" sz="1600" noProof="1">
                    <a:latin typeface="Calibri" pitchFamily="34" charset="0"/>
                  </a:endParaRPr>
                </a:p>
              </p:txBody>
            </p:sp>
            <p:sp>
              <p:nvSpPr>
                <p:cNvPr id="136651" name="Rectangle 110"/>
                <p:cNvSpPr>
                  <a:spLocks noChangeArrowheads="1"/>
                </p:cNvSpPr>
                <p:nvPr/>
              </p:nvSpPr>
              <p:spPr bwMode="auto">
                <a:xfrm rot="-5400000">
                  <a:off x="2060" y="3421"/>
                  <a:ext cx="6" cy="16"/>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v</a:t>
                  </a:r>
                  <a:endParaRPr lang="fr-FR" sz="1600" noProof="1">
                    <a:latin typeface="Calibri" pitchFamily="34" charset="0"/>
                  </a:endParaRPr>
                </a:p>
              </p:txBody>
            </p:sp>
            <p:sp>
              <p:nvSpPr>
                <p:cNvPr id="136652" name="Rectangle 111"/>
                <p:cNvSpPr>
                  <a:spLocks noChangeArrowheads="1"/>
                </p:cNvSpPr>
                <p:nvPr/>
              </p:nvSpPr>
              <p:spPr bwMode="auto">
                <a:xfrm rot="-5400000">
                  <a:off x="2061" y="3418"/>
                  <a:ext cx="3" cy="16"/>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i</a:t>
                  </a:r>
                  <a:endParaRPr lang="fr-FR" sz="1600" noProof="1">
                    <a:latin typeface="Calibri" pitchFamily="34" charset="0"/>
                  </a:endParaRPr>
                </a:p>
              </p:txBody>
            </p:sp>
            <p:sp>
              <p:nvSpPr>
                <p:cNvPr id="136653" name="Rectangle 112"/>
                <p:cNvSpPr>
                  <a:spLocks noChangeArrowheads="1"/>
                </p:cNvSpPr>
                <p:nvPr/>
              </p:nvSpPr>
              <p:spPr bwMode="auto">
                <a:xfrm rot="-5400000">
                  <a:off x="2059" y="3415"/>
                  <a:ext cx="6" cy="16"/>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n</a:t>
                  </a:r>
                  <a:endParaRPr lang="fr-FR" sz="1600" noProof="1">
                    <a:latin typeface="Calibri" pitchFamily="34" charset="0"/>
                  </a:endParaRPr>
                </a:p>
              </p:txBody>
            </p:sp>
            <p:sp>
              <p:nvSpPr>
                <p:cNvPr id="136654" name="Rectangle 113"/>
                <p:cNvSpPr>
                  <a:spLocks noChangeArrowheads="1"/>
                </p:cNvSpPr>
                <p:nvPr/>
              </p:nvSpPr>
              <p:spPr bwMode="auto">
                <a:xfrm rot="-5400000">
                  <a:off x="2060" y="3408"/>
                  <a:ext cx="6" cy="16"/>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g</a:t>
                  </a:r>
                  <a:endParaRPr lang="fr-FR" sz="1600" noProof="1">
                    <a:latin typeface="Calibri" pitchFamily="34" charset="0"/>
                  </a:endParaRPr>
                </a:p>
              </p:txBody>
            </p:sp>
            <p:sp>
              <p:nvSpPr>
                <p:cNvPr id="136655" name="Rectangle 114"/>
                <p:cNvSpPr>
                  <a:spLocks noChangeArrowheads="1"/>
                </p:cNvSpPr>
                <p:nvPr/>
              </p:nvSpPr>
              <p:spPr bwMode="auto">
                <a:xfrm rot="-5400000">
                  <a:off x="2061" y="3402"/>
                  <a:ext cx="3" cy="16"/>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 </a:t>
                  </a:r>
                  <a:endParaRPr lang="fr-FR" sz="1600" noProof="1">
                    <a:latin typeface="Calibri" pitchFamily="34" charset="0"/>
                  </a:endParaRPr>
                </a:p>
              </p:txBody>
            </p:sp>
            <p:sp>
              <p:nvSpPr>
                <p:cNvPr id="136656" name="Rectangle 115"/>
                <p:cNvSpPr>
                  <a:spLocks noChangeArrowheads="1"/>
                </p:cNvSpPr>
                <p:nvPr/>
              </p:nvSpPr>
              <p:spPr bwMode="auto">
                <a:xfrm rot="-5400000">
                  <a:off x="2060" y="3394"/>
                  <a:ext cx="6" cy="16"/>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R</a:t>
                  </a:r>
                  <a:endParaRPr lang="fr-FR" sz="1600" noProof="1">
                    <a:latin typeface="Calibri" pitchFamily="34" charset="0"/>
                  </a:endParaRPr>
                </a:p>
              </p:txBody>
            </p:sp>
            <p:sp>
              <p:nvSpPr>
                <p:cNvPr id="136657" name="Rectangle 116"/>
                <p:cNvSpPr>
                  <a:spLocks noChangeArrowheads="1"/>
                </p:cNvSpPr>
                <p:nvPr/>
              </p:nvSpPr>
              <p:spPr bwMode="auto">
                <a:xfrm rot="-5400000">
                  <a:off x="2059" y="3390"/>
                  <a:ext cx="6" cy="16"/>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a</a:t>
                  </a:r>
                  <a:endParaRPr lang="fr-FR" sz="1600" noProof="1">
                    <a:latin typeface="Calibri" pitchFamily="34" charset="0"/>
                  </a:endParaRPr>
                </a:p>
              </p:txBody>
            </p:sp>
            <p:sp>
              <p:nvSpPr>
                <p:cNvPr id="136658" name="Rectangle 117"/>
                <p:cNvSpPr>
                  <a:spLocks noChangeArrowheads="1"/>
                </p:cNvSpPr>
                <p:nvPr/>
              </p:nvSpPr>
              <p:spPr bwMode="auto">
                <a:xfrm rot="-5400000">
                  <a:off x="2059" y="3380"/>
                  <a:ext cx="6" cy="16"/>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n</a:t>
                  </a:r>
                  <a:endParaRPr lang="fr-FR" sz="1600" noProof="1">
                    <a:latin typeface="Calibri" pitchFamily="34" charset="0"/>
                  </a:endParaRPr>
                </a:p>
              </p:txBody>
            </p:sp>
            <p:sp>
              <p:nvSpPr>
                <p:cNvPr id="136659" name="Rectangle 118"/>
                <p:cNvSpPr>
                  <a:spLocks noChangeArrowheads="1"/>
                </p:cNvSpPr>
                <p:nvPr/>
              </p:nvSpPr>
              <p:spPr bwMode="auto">
                <a:xfrm rot="-5400000">
                  <a:off x="2060" y="3375"/>
                  <a:ext cx="6" cy="16"/>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g</a:t>
                  </a:r>
                  <a:endParaRPr lang="fr-FR" sz="1600" noProof="1">
                    <a:latin typeface="Calibri" pitchFamily="34" charset="0"/>
                  </a:endParaRPr>
                </a:p>
              </p:txBody>
            </p:sp>
            <p:sp>
              <p:nvSpPr>
                <p:cNvPr id="136660" name="Rectangle 119"/>
                <p:cNvSpPr>
                  <a:spLocks noChangeArrowheads="1"/>
                </p:cNvSpPr>
                <p:nvPr/>
              </p:nvSpPr>
              <p:spPr bwMode="auto">
                <a:xfrm rot="-5400000">
                  <a:off x="2060" y="3368"/>
                  <a:ext cx="6" cy="16"/>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e</a:t>
                  </a:r>
                  <a:endParaRPr lang="fr-FR" sz="1600" noProof="1">
                    <a:latin typeface="Calibri" pitchFamily="34" charset="0"/>
                  </a:endParaRPr>
                </a:p>
              </p:txBody>
            </p:sp>
            <p:sp>
              <p:nvSpPr>
                <p:cNvPr id="136661" name="Line 120"/>
                <p:cNvSpPr>
                  <a:spLocks noChangeShapeType="1"/>
                </p:cNvSpPr>
                <p:nvPr/>
              </p:nvSpPr>
              <p:spPr bwMode="auto">
                <a:xfrm flipV="1">
                  <a:off x="2150" y="3362"/>
                  <a:ext cx="1" cy="106"/>
                </a:xfrm>
                <a:prstGeom prst="line">
                  <a:avLst/>
                </a:prstGeom>
                <a:noFill/>
                <a:ln w="1588">
                  <a:solidFill>
                    <a:srgbClr val="000000"/>
                  </a:solidFill>
                  <a:round/>
                  <a:headEnd/>
                  <a:tailEnd/>
                </a:ln>
              </p:spPr>
              <p:txBody>
                <a:bodyPr/>
                <a:lstStyle/>
                <a:p>
                  <a:endParaRPr lang="en-US"/>
                </a:p>
              </p:txBody>
            </p:sp>
            <p:sp>
              <p:nvSpPr>
                <p:cNvPr id="136662" name="Line 121"/>
                <p:cNvSpPr>
                  <a:spLocks noChangeShapeType="1"/>
                </p:cNvSpPr>
                <p:nvPr/>
              </p:nvSpPr>
              <p:spPr bwMode="auto">
                <a:xfrm>
                  <a:off x="2462" y="3274"/>
                  <a:ext cx="1" cy="1"/>
                </a:xfrm>
                <a:prstGeom prst="line">
                  <a:avLst/>
                </a:prstGeom>
                <a:noFill/>
                <a:ln w="0">
                  <a:solidFill>
                    <a:srgbClr val="000000"/>
                  </a:solidFill>
                  <a:round/>
                  <a:headEnd/>
                  <a:tailEnd/>
                </a:ln>
              </p:spPr>
              <p:txBody>
                <a:bodyPr/>
                <a:lstStyle/>
                <a:p>
                  <a:endParaRPr lang="en-US"/>
                </a:p>
              </p:txBody>
            </p:sp>
            <p:sp>
              <p:nvSpPr>
                <p:cNvPr id="136663" name="Line 122"/>
                <p:cNvSpPr>
                  <a:spLocks noChangeShapeType="1"/>
                </p:cNvSpPr>
                <p:nvPr/>
              </p:nvSpPr>
              <p:spPr bwMode="auto">
                <a:xfrm>
                  <a:off x="2459" y="3278"/>
                  <a:ext cx="1" cy="1"/>
                </a:xfrm>
                <a:prstGeom prst="line">
                  <a:avLst/>
                </a:prstGeom>
                <a:noFill/>
                <a:ln w="0">
                  <a:solidFill>
                    <a:srgbClr val="000000"/>
                  </a:solidFill>
                  <a:round/>
                  <a:headEnd/>
                  <a:tailEnd/>
                </a:ln>
              </p:spPr>
              <p:txBody>
                <a:bodyPr/>
                <a:lstStyle/>
                <a:p>
                  <a:endParaRPr lang="en-US"/>
                </a:p>
              </p:txBody>
            </p:sp>
            <p:sp>
              <p:nvSpPr>
                <p:cNvPr id="136664" name="Line 123"/>
                <p:cNvSpPr>
                  <a:spLocks noChangeShapeType="1"/>
                </p:cNvSpPr>
                <p:nvPr/>
              </p:nvSpPr>
              <p:spPr bwMode="auto">
                <a:xfrm>
                  <a:off x="2458" y="3278"/>
                  <a:ext cx="1" cy="1"/>
                </a:xfrm>
                <a:prstGeom prst="line">
                  <a:avLst/>
                </a:prstGeom>
                <a:noFill/>
                <a:ln w="0">
                  <a:solidFill>
                    <a:srgbClr val="000000"/>
                  </a:solidFill>
                  <a:round/>
                  <a:headEnd/>
                  <a:tailEnd/>
                </a:ln>
              </p:spPr>
              <p:txBody>
                <a:bodyPr/>
                <a:lstStyle/>
                <a:p>
                  <a:endParaRPr lang="en-US"/>
                </a:p>
              </p:txBody>
            </p:sp>
            <p:sp>
              <p:nvSpPr>
                <p:cNvPr id="136665" name="Line 124"/>
                <p:cNvSpPr>
                  <a:spLocks noChangeShapeType="1"/>
                </p:cNvSpPr>
                <p:nvPr/>
              </p:nvSpPr>
              <p:spPr bwMode="auto">
                <a:xfrm>
                  <a:off x="2455" y="3269"/>
                  <a:ext cx="1" cy="1"/>
                </a:xfrm>
                <a:prstGeom prst="line">
                  <a:avLst/>
                </a:prstGeom>
                <a:noFill/>
                <a:ln w="0">
                  <a:solidFill>
                    <a:srgbClr val="000000"/>
                  </a:solidFill>
                  <a:round/>
                  <a:headEnd/>
                  <a:tailEnd/>
                </a:ln>
              </p:spPr>
              <p:txBody>
                <a:bodyPr/>
                <a:lstStyle/>
                <a:p>
                  <a:endParaRPr lang="en-US"/>
                </a:p>
              </p:txBody>
            </p:sp>
            <p:sp>
              <p:nvSpPr>
                <p:cNvPr id="136666" name="Line 125"/>
                <p:cNvSpPr>
                  <a:spLocks noChangeShapeType="1"/>
                </p:cNvSpPr>
                <p:nvPr/>
              </p:nvSpPr>
              <p:spPr bwMode="auto">
                <a:xfrm>
                  <a:off x="2453" y="3267"/>
                  <a:ext cx="1" cy="1"/>
                </a:xfrm>
                <a:prstGeom prst="line">
                  <a:avLst/>
                </a:prstGeom>
                <a:noFill/>
                <a:ln w="0">
                  <a:solidFill>
                    <a:srgbClr val="000000"/>
                  </a:solidFill>
                  <a:round/>
                  <a:headEnd/>
                  <a:tailEnd/>
                </a:ln>
              </p:spPr>
              <p:txBody>
                <a:bodyPr/>
                <a:lstStyle/>
                <a:p>
                  <a:endParaRPr lang="en-US"/>
                </a:p>
              </p:txBody>
            </p:sp>
            <p:sp>
              <p:nvSpPr>
                <p:cNvPr id="136667" name="Line 126"/>
                <p:cNvSpPr>
                  <a:spLocks noChangeShapeType="1"/>
                </p:cNvSpPr>
                <p:nvPr/>
              </p:nvSpPr>
              <p:spPr bwMode="auto">
                <a:xfrm>
                  <a:off x="2451" y="3264"/>
                  <a:ext cx="1" cy="1"/>
                </a:xfrm>
                <a:prstGeom prst="line">
                  <a:avLst/>
                </a:prstGeom>
                <a:noFill/>
                <a:ln w="0">
                  <a:solidFill>
                    <a:srgbClr val="000000"/>
                  </a:solidFill>
                  <a:round/>
                  <a:headEnd/>
                  <a:tailEnd/>
                </a:ln>
              </p:spPr>
              <p:txBody>
                <a:bodyPr/>
                <a:lstStyle/>
                <a:p>
                  <a:endParaRPr lang="en-US"/>
                </a:p>
              </p:txBody>
            </p:sp>
            <p:sp>
              <p:nvSpPr>
                <p:cNvPr id="136668" name="Line 127"/>
                <p:cNvSpPr>
                  <a:spLocks noChangeShapeType="1"/>
                </p:cNvSpPr>
                <p:nvPr/>
              </p:nvSpPr>
              <p:spPr bwMode="auto">
                <a:xfrm>
                  <a:off x="2449" y="3269"/>
                  <a:ext cx="1" cy="1"/>
                </a:xfrm>
                <a:prstGeom prst="line">
                  <a:avLst/>
                </a:prstGeom>
                <a:noFill/>
                <a:ln w="0">
                  <a:solidFill>
                    <a:srgbClr val="000000"/>
                  </a:solidFill>
                  <a:round/>
                  <a:headEnd/>
                  <a:tailEnd/>
                </a:ln>
              </p:spPr>
              <p:txBody>
                <a:bodyPr/>
                <a:lstStyle/>
                <a:p>
                  <a:endParaRPr lang="en-US"/>
                </a:p>
              </p:txBody>
            </p:sp>
            <p:sp>
              <p:nvSpPr>
                <p:cNvPr id="136669" name="Line 128"/>
                <p:cNvSpPr>
                  <a:spLocks noChangeShapeType="1"/>
                </p:cNvSpPr>
                <p:nvPr/>
              </p:nvSpPr>
              <p:spPr bwMode="auto">
                <a:xfrm>
                  <a:off x="2446" y="3306"/>
                  <a:ext cx="1" cy="1"/>
                </a:xfrm>
                <a:prstGeom prst="line">
                  <a:avLst/>
                </a:prstGeom>
                <a:noFill/>
                <a:ln w="0">
                  <a:solidFill>
                    <a:srgbClr val="000000"/>
                  </a:solidFill>
                  <a:round/>
                  <a:headEnd/>
                  <a:tailEnd/>
                </a:ln>
              </p:spPr>
              <p:txBody>
                <a:bodyPr/>
                <a:lstStyle/>
                <a:p>
                  <a:endParaRPr lang="en-US"/>
                </a:p>
              </p:txBody>
            </p:sp>
            <p:sp>
              <p:nvSpPr>
                <p:cNvPr id="136670" name="Line 129"/>
                <p:cNvSpPr>
                  <a:spLocks noChangeShapeType="1"/>
                </p:cNvSpPr>
                <p:nvPr/>
              </p:nvSpPr>
              <p:spPr bwMode="auto">
                <a:xfrm>
                  <a:off x="2444" y="3296"/>
                  <a:ext cx="1" cy="1"/>
                </a:xfrm>
                <a:prstGeom prst="line">
                  <a:avLst/>
                </a:prstGeom>
                <a:noFill/>
                <a:ln w="0">
                  <a:solidFill>
                    <a:srgbClr val="000000"/>
                  </a:solidFill>
                  <a:round/>
                  <a:headEnd/>
                  <a:tailEnd/>
                </a:ln>
              </p:spPr>
              <p:txBody>
                <a:bodyPr/>
                <a:lstStyle/>
                <a:p>
                  <a:endParaRPr lang="en-US"/>
                </a:p>
              </p:txBody>
            </p:sp>
            <p:sp>
              <p:nvSpPr>
                <p:cNvPr id="136671" name="Line 130"/>
                <p:cNvSpPr>
                  <a:spLocks noChangeShapeType="1"/>
                </p:cNvSpPr>
                <p:nvPr/>
              </p:nvSpPr>
              <p:spPr bwMode="auto">
                <a:xfrm>
                  <a:off x="2442" y="3276"/>
                  <a:ext cx="1" cy="1"/>
                </a:xfrm>
                <a:prstGeom prst="line">
                  <a:avLst/>
                </a:prstGeom>
                <a:noFill/>
                <a:ln w="0">
                  <a:solidFill>
                    <a:srgbClr val="000000"/>
                  </a:solidFill>
                  <a:round/>
                  <a:headEnd/>
                  <a:tailEnd/>
                </a:ln>
              </p:spPr>
              <p:txBody>
                <a:bodyPr/>
                <a:lstStyle/>
                <a:p>
                  <a:endParaRPr lang="en-US"/>
                </a:p>
              </p:txBody>
            </p:sp>
            <p:sp>
              <p:nvSpPr>
                <p:cNvPr id="136672" name="Line 131"/>
                <p:cNvSpPr>
                  <a:spLocks noChangeShapeType="1"/>
                </p:cNvSpPr>
                <p:nvPr/>
              </p:nvSpPr>
              <p:spPr bwMode="auto">
                <a:xfrm>
                  <a:off x="2440" y="3282"/>
                  <a:ext cx="1" cy="1"/>
                </a:xfrm>
                <a:prstGeom prst="line">
                  <a:avLst/>
                </a:prstGeom>
                <a:noFill/>
                <a:ln w="0">
                  <a:solidFill>
                    <a:srgbClr val="000000"/>
                  </a:solidFill>
                  <a:round/>
                  <a:headEnd/>
                  <a:tailEnd/>
                </a:ln>
              </p:spPr>
              <p:txBody>
                <a:bodyPr/>
                <a:lstStyle/>
                <a:p>
                  <a:endParaRPr lang="en-US"/>
                </a:p>
              </p:txBody>
            </p:sp>
            <p:sp>
              <p:nvSpPr>
                <p:cNvPr id="136673" name="Line 132"/>
                <p:cNvSpPr>
                  <a:spLocks noChangeShapeType="1"/>
                </p:cNvSpPr>
                <p:nvPr/>
              </p:nvSpPr>
              <p:spPr bwMode="auto">
                <a:xfrm>
                  <a:off x="2437" y="3284"/>
                  <a:ext cx="1" cy="1"/>
                </a:xfrm>
                <a:prstGeom prst="line">
                  <a:avLst/>
                </a:prstGeom>
                <a:noFill/>
                <a:ln w="0">
                  <a:solidFill>
                    <a:srgbClr val="000000"/>
                  </a:solidFill>
                  <a:round/>
                  <a:headEnd/>
                  <a:tailEnd/>
                </a:ln>
              </p:spPr>
              <p:txBody>
                <a:bodyPr/>
                <a:lstStyle/>
                <a:p>
                  <a:endParaRPr lang="en-US"/>
                </a:p>
              </p:txBody>
            </p:sp>
            <p:sp>
              <p:nvSpPr>
                <p:cNvPr id="136674" name="Line 133"/>
                <p:cNvSpPr>
                  <a:spLocks noChangeShapeType="1"/>
                </p:cNvSpPr>
                <p:nvPr/>
              </p:nvSpPr>
              <p:spPr bwMode="auto">
                <a:xfrm>
                  <a:off x="2436" y="3289"/>
                  <a:ext cx="1" cy="1"/>
                </a:xfrm>
                <a:prstGeom prst="line">
                  <a:avLst/>
                </a:prstGeom>
                <a:noFill/>
                <a:ln w="0">
                  <a:solidFill>
                    <a:srgbClr val="000000"/>
                  </a:solidFill>
                  <a:round/>
                  <a:headEnd/>
                  <a:tailEnd/>
                </a:ln>
              </p:spPr>
              <p:txBody>
                <a:bodyPr/>
                <a:lstStyle/>
                <a:p>
                  <a:endParaRPr lang="en-US"/>
                </a:p>
              </p:txBody>
            </p:sp>
            <p:sp>
              <p:nvSpPr>
                <p:cNvPr id="136675" name="Line 134"/>
                <p:cNvSpPr>
                  <a:spLocks noChangeShapeType="1"/>
                </p:cNvSpPr>
                <p:nvPr/>
              </p:nvSpPr>
              <p:spPr bwMode="auto">
                <a:xfrm>
                  <a:off x="2433" y="3300"/>
                  <a:ext cx="1" cy="1"/>
                </a:xfrm>
                <a:prstGeom prst="line">
                  <a:avLst/>
                </a:prstGeom>
                <a:noFill/>
                <a:ln w="0">
                  <a:solidFill>
                    <a:srgbClr val="000000"/>
                  </a:solidFill>
                  <a:round/>
                  <a:headEnd/>
                  <a:tailEnd/>
                </a:ln>
              </p:spPr>
              <p:txBody>
                <a:bodyPr/>
                <a:lstStyle/>
                <a:p>
                  <a:endParaRPr lang="en-US"/>
                </a:p>
              </p:txBody>
            </p:sp>
            <p:sp>
              <p:nvSpPr>
                <p:cNvPr id="136676" name="Line 135"/>
                <p:cNvSpPr>
                  <a:spLocks noChangeShapeType="1"/>
                </p:cNvSpPr>
                <p:nvPr/>
              </p:nvSpPr>
              <p:spPr bwMode="auto">
                <a:xfrm>
                  <a:off x="2431" y="3293"/>
                  <a:ext cx="1" cy="1"/>
                </a:xfrm>
                <a:prstGeom prst="line">
                  <a:avLst/>
                </a:prstGeom>
                <a:noFill/>
                <a:ln w="0">
                  <a:solidFill>
                    <a:srgbClr val="000000"/>
                  </a:solidFill>
                  <a:round/>
                  <a:headEnd/>
                  <a:tailEnd/>
                </a:ln>
              </p:spPr>
              <p:txBody>
                <a:bodyPr/>
                <a:lstStyle/>
                <a:p>
                  <a:endParaRPr lang="en-US"/>
                </a:p>
              </p:txBody>
            </p:sp>
            <p:sp>
              <p:nvSpPr>
                <p:cNvPr id="136677" name="Line 136"/>
                <p:cNvSpPr>
                  <a:spLocks noChangeShapeType="1"/>
                </p:cNvSpPr>
                <p:nvPr/>
              </p:nvSpPr>
              <p:spPr bwMode="auto">
                <a:xfrm>
                  <a:off x="2428" y="3309"/>
                  <a:ext cx="1" cy="1"/>
                </a:xfrm>
                <a:prstGeom prst="line">
                  <a:avLst/>
                </a:prstGeom>
                <a:noFill/>
                <a:ln w="0">
                  <a:solidFill>
                    <a:srgbClr val="000000"/>
                  </a:solidFill>
                  <a:round/>
                  <a:headEnd/>
                  <a:tailEnd/>
                </a:ln>
              </p:spPr>
              <p:txBody>
                <a:bodyPr/>
                <a:lstStyle/>
                <a:p>
                  <a:endParaRPr lang="en-US"/>
                </a:p>
              </p:txBody>
            </p:sp>
            <p:sp>
              <p:nvSpPr>
                <p:cNvPr id="136678" name="Line 137"/>
                <p:cNvSpPr>
                  <a:spLocks noChangeShapeType="1"/>
                </p:cNvSpPr>
                <p:nvPr/>
              </p:nvSpPr>
              <p:spPr bwMode="auto">
                <a:xfrm>
                  <a:off x="2427" y="3269"/>
                  <a:ext cx="1" cy="1"/>
                </a:xfrm>
                <a:prstGeom prst="line">
                  <a:avLst/>
                </a:prstGeom>
                <a:noFill/>
                <a:ln w="0">
                  <a:solidFill>
                    <a:srgbClr val="000000"/>
                  </a:solidFill>
                  <a:round/>
                  <a:headEnd/>
                  <a:tailEnd/>
                </a:ln>
              </p:spPr>
              <p:txBody>
                <a:bodyPr/>
                <a:lstStyle/>
                <a:p>
                  <a:endParaRPr lang="en-US"/>
                </a:p>
              </p:txBody>
            </p:sp>
            <p:sp>
              <p:nvSpPr>
                <p:cNvPr id="136679" name="Line 138"/>
                <p:cNvSpPr>
                  <a:spLocks noChangeShapeType="1"/>
                </p:cNvSpPr>
                <p:nvPr/>
              </p:nvSpPr>
              <p:spPr bwMode="auto">
                <a:xfrm>
                  <a:off x="2424" y="3250"/>
                  <a:ext cx="1" cy="1"/>
                </a:xfrm>
                <a:prstGeom prst="line">
                  <a:avLst/>
                </a:prstGeom>
                <a:noFill/>
                <a:ln w="0">
                  <a:solidFill>
                    <a:srgbClr val="000000"/>
                  </a:solidFill>
                  <a:round/>
                  <a:headEnd/>
                  <a:tailEnd/>
                </a:ln>
              </p:spPr>
              <p:txBody>
                <a:bodyPr/>
                <a:lstStyle/>
                <a:p>
                  <a:endParaRPr lang="en-US"/>
                </a:p>
              </p:txBody>
            </p:sp>
            <p:sp>
              <p:nvSpPr>
                <p:cNvPr id="136680" name="Line 139"/>
                <p:cNvSpPr>
                  <a:spLocks noChangeShapeType="1"/>
                </p:cNvSpPr>
                <p:nvPr/>
              </p:nvSpPr>
              <p:spPr bwMode="auto">
                <a:xfrm>
                  <a:off x="2422" y="3273"/>
                  <a:ext cx="1" cy="1"/>
                </a:xfrm>
                <a:prstGeom prst="line">
                  <a:avLst/>
                </a:prstGeom>
                <a:noFill/>
                <a:ln w="0">
                  <a:solidFill>
                    <a:srgbClr val="000000"/>
                  </a:solidFill>
                  <a:round/>
                  <a:headEnd/>
                  <a:tailEnd/>
                </a:ln>
              </p:spPr>
              <p:txBody>
                <a:bodyPr/>
                <a:lstStyle/>
                <a:p>
                  <a:endParaRPr lang="en-US"/>
                </a:p>
              </p:txBody>
            </p:sp>
            <p:sp>
              <p:nvSpPr>
                <p:cNvPr id="136681" name="Line 140"/>
                <p:cNvSpPr>
                  <a:spLocks noChangeShapeType="1"/>
                </p:cNvSpPr>
                <p:nvPr/>
              </p:nvSpPr>
              <p:spPr bwMode="auto">
                <a:xfrm>
                  <a:off x="2419" y="3285"/>
                  <a:ext cx="1" cy="1"/>
                </a:xfrm>
                <a:prstGeom prst="line">
                  <a:avLst/>
                </a:prstGeom>
                <a:noFill/>
                <a:ln w="0">
                  <a:solidFill>
                    <a:srgbClr val="000000"/>
                  </a:solidFill>
                  <a:round/>
                  <a:headEnd/>
                  <a:tailEnd/>
                </a:ln>
              </p:spPr>
              <p:txBody>
                <a:bodyPr/>
                <a:lstStyle/>
                <a:p>
                  <a:endParaRPr lang="en-US"/>
                </a:p>
              </p:txBody>
            </p:sp>
            <p:sp>
              <p:nvSpPr>
                <p:cNvPr id="136682" name="Line 141"/>
                <p:cNvSpPr>
                  <a:spLocks noChangeShapeType="1"/>
                </p:cNvSpPr>
                <p:nvPr/>
              </p:nvSpPr>
              <p:spPr bwMode="auto">
                <a:xfrm>
                  <a:off x="2418" y="3277"/>
                  <a:ext cx="1" cy="1"/>
                </a:xfrm>
                <a:prstGeom prst="line">
                  <a:avLst/>
                </a:prstGeom>
                <a:noFill/>
                <a:ln w="0">
                  <a:solidFill>
                    <a:srgbClr val="000000"/>
                  </a:solidFill>
                  <a:round/>
                  <a:headEnd/>
                  <a:tailEnd/>
                </a:ln>
              </p:spPr>
              <p:txBody>
                <a:bodyPr/>
                <a:lstStyle/>
                <a:p>
                  <a:endParaRPr lang="en-US"/>
                </a:p>
              </p:txBody>
            </p:sp>
            <p:sp>
              <p:nvSpPr>
                <p:cNvPr id="136683" name="Line 142"/>
                <p:cNvSpPr>
                  <a:spLocks noChangeShapeType="1"/>
                </p:cNvSpPr>
                <p:nvPr/>
              </p:nvSpPr>
              <p:spPr bwMode="auto">
                <a:xfrm>
                  <a:off x="2415" y="3303"/>
                  <a:ext cx="1" cy="1"/>
                </a:xfrm>
                <a:prstGeom prst="line">
                  <a:avLst/>
                </a:prstGeom>
                <a:noFill/>
                <a:ln w="0">
                  <a:solidFill>
                    <a:srgbClr val="000000"/>
                  </a:solidFill>
                  <a:round/>
                  <a:headEnd/>
                  <a:tailEnd/>
                </a:ln>
              </p:spPr>
              <p:txBody>
                <a:bodyPr/>
                <a:lstStyle/>
                <a:p>
                  <a:endParaRPr lang="en-US"/>
                </a:p>
              </p:txBody>
            </p:sp>
            <p:sp>
              <p:nvSpPr>
                <p:cNvPr id="136684" name="Line 143"/>
                <p:cNvSpPr>
                  <a:spLocks noChangeShapeType="1"/>
                </p:cNvSpPr>
                <p:nvPr/>
              </p:nvSpPr>
              <p:spPr bwMode="auto">
                <a:xfrm>
                  <a:off x="2412" y="3281"/>
                  <a:ext cx="1" cy="1"/>
                </a:xfrm>
                <a:prstGeom prst="line">
                  <a:avLst/>
                </a:prstGeom>
                <a:noFill/>
                <a:ln w="0">
                  <a:solidFill>
                    <a:srgbClr val="000000"/>
                  </a:solidFill>
                  <a:round/>
                  <a:headEnd/>
                  <a:tailEnd/>
                </a:ln>
              </p:spPr>
              <p:txBody>
                <a:bodyPr/>
                <a:lstStyle/>
                <a:p>
                  <a:endParaRPr lang="en-US"/>
                </a:p>
              </p:txBody>
            </p:sp>
            <p:sp>
              <p:nvSpPr>
                <p:cNvPr id="136685" name="Line 144"/>
                <p:cNvSpPr>
                  <a:spLocks noChangeShapeType="1"/>
                </p:cNvSpPr>
                <p:nvPr/>
              </p:nvSpPr>
              <p:spPr bwMode="auto">
                <a:xfrm>
                  <a:off x="2411" y="3267"/>
                  <a:ext cx="1" cy="1"/>
                </a:xfrm>
                <a:prstGeom prst="line">
                  <a:avLst/>
                </a:prstGeom>
                <a:noFill/>
                <a:ln w="0">
                  <a:solidFill>
                    <a:srgbClr val="000000"/>
                  </a:solidFill>
                  <a:round/>
                  <a:headEnd/>
                  <a:tailEnd/>
                </a:ln>
              </p:spPr>
              <p:txBody>
                <a:bodyPr/>
                <a:lstStyle/>
                <a:p>
                  <a:endParaRPr lang="en-US"/>
                </a:p>
              </p:txBody>
            </p:sp>
            <p:sp>
              <p:nvSpPr>
                <p:cNvPr id="136686" name="Line 145"/>
                <p:cNvSpPr>
                  <a:spLocks noChangeShapeType="1"/>
                </p:cNvSpPr>
                <p:nvPr/>
              </p:nvSpPr>
              <p:spPr bwMode="auto">
                <a:xfrm>
                  <a:off x="2409" y="3278"/>
                  <a:ext cx="1" cy="1"/>
                </a:xfrm>
                <a:prstGeom prst="line">
                  <a:avLst/>
                </a:prstGeom>
                <a:noFill/>
                <a:ln w="0">
                  <a:solidFill>
                    <a:srgbClr val="000000"/>
                  </a:solidFill>
                  <a:round/>
                  <a:headEnd/>
                  <a:tailEnd/>
                </a:ln>
              </p:spPr>
              <p:txBody>
                <a:bodyPr/>
                <a:lstStyle/>
                <a:p>
                  <a:endParaRPr lang="en-US"/>
                </a:p>
              </p:txBody>
            </p:sp>
            <p:sp>
              <p:nvSpPr>
                <p:cNvPr id="136687" name="Line 146"/>
                <p:cNvSpPr>
                  <a:spLocks noChangeShapeType="1"/>
                </p:cNvSpPr>
                <p:nvPr/>
              </p:nvSpPr>
              <p:spPr bwMode="auto">
                <a:xfrm>
                  <a:off x="2406" y="3258"/>
                  <a:ext cx="1" cy="1"/>
                </a:xfrm>
                <a:prstGeom prst="line">
                  <a:avLst/>
                </a:prstGeom>
                <a:noFill/>
                <a:ln w="0">
                  <a:solidFill>
                    <a:srgbClr val="000000"/>
                  </a:solidFill>
                  <a:round/>
                  <a:headEnd/>
                  <a:tailEnd/>
                </a:ln>
              </p:spPr>
              <p:txBody>
                <a:bodyPr/>
                <a:lstStyle/>
                <a:p>
                  <a:endParaRPr lang="en-US"/>
                </a:p>
              </p:txBody>
            </p:sp>
            <p:sp>
              <p:nvSpPr>
                <p:cNvPr id="136688" name="Line 147"/>
                <p:cNvSpPr>
                  <a:spLocks noChangeShapeType="1"/>
                </p:cNvSpPr>
                <p:nvPr/>
              </p:nvSpPr>
              <p:spPr bwMode="auto">
                <a:xfrm>
                  <a:off x="2404" y="3268"/>
                  <a:ext cx="1" cy="1"/>
                </a:xfrm>
                <a:prstGeom prst="line">
                  <a:avLst/>
                </a:prstGeom>
                <a:noFill/>
                <a:ln w="0">
                  <a:solidFill>
                    <a:srgbClr val="000000"/>
                  </a:solidFill>
                  <a:round/>
                  <a:headEnd/>
                  <a:tailEnd/>
                </a:ln>
              </p:spPr>
              <p:txBody>
                <a:bodyPr/>
                <a:lstStyle/>
                <a:p>
                  <a:endParaRPr lang="en-US"/>
                </a:p>
              </p:txBody>
            </p:sp>
            <p:sp>
              <p:nvSpPr>
                <p:cNvPr id="136689" name="Line 148"/>
                <p:cNvSpPr>
                  <a:spLocks noChangeShapeType="1"/>
                </p:cNvSpPr>
                <p:nvPr/>
              </p:nvSpPr>
              <p:spPr bwMode="auto">
                <a:xfrm>
                  <a:off x="2402" y="3274"/>
                  <a:ext cx="1" cy="1"/>
                </a:xfrm>
                <a:prstGeom prst="line">
                  <a:avLst/>
                </a:prstGeom>
                <a:noFill/>
                <a:ln w="0">
                  <a:solidFill>
                    <a:srgbClr val="000000"/>
                  </a:solidFill>
                  <a:round/>
                  <a:headEnd/>
                  <a:tailEnd/>
                </a:ln>
              </p:spPr>
              <p:txBody>
                <a:bodyPr/>
                <a:lstStyle/>
                <a:p>
                  <a:endParaRPr lang="en-US"/>
                </a:p>
              </p:txBody>
            </p:sp>
            <p:sp>
              <p:nvSpPr>
                <p:cNvPr id="136690" name="Line 149"/>
                <p:cNvSpPr>
                  <a:spLocks noChangeShapeType="1"/>
                </p:cNvSpPr>
                <p:nvPr/>
              </p:nvSpPr>
              <p:spPr bwMode="auto">
                <a:xfrm>
                  <a:off x="2400" y="3269"/>
                  <a:ext cx="1" cy="1"/>
                </a:xfrm>
                <a:prstGeom prst="line">
                  <a:avLst/>
                </a:prstGeom>
                <a:noFill/>
                <a:ln w="0">
                  <a:solidFill>
                    <a:srgbClr val="000000"/>
                  </a:solidFill>
                  <a:round/>
                  <a:headEnd/>
                  <a:tailEnd/>
                </a:ln>
              </p:spPr>
              <p:txBody>
                <a:bodyPr/>
                <a:lstStyle/>
                <a:p>
                  <a:endParaRPr lang="en-US"/>
                </a:p>
              </p:txBody>
            </p:sp>
            <p:sp>
              <p:nvSpPr>
                <p:cNvPr id="136691" name="Line 150"/>
                <p:cNvSpPr>
                  <a:spLocks noChangeShapeType="1"/>
                </p:cNvSpPr>
                <p:nvPr/>
              </p:nvSpPr>
              <p:spPr bwMode="auto">
                <a:xfrm>
                  <a:off x="2397" y="3255"/>
                  <a:ext cx="1" cy="1"/>
                </a:xfrm>
                <a:prstGeom prst="line">
                  <a:avLst/>
                </a:prstGeom>
                <a:noFill/>
                <a:ln w="0">
                  <a:solidFill>
                    <a:srgbClr val="000000"/>
                  </a:solidFill>
                  <a:round/>
                  <a:headEnd/>
                  <a:tailEnd/>
                </a:ln>
              </p:spPr>
              <p:txBody>
                <a:bodyPr/>
                <a:lstStyle/>
                <a:p>
                  <a:endParaRPr lang="en-US"/>
                </a:p>
              </p:txBody>
            </p:sp>
            <p:sp>
              <p:nvSpPr>
                <p:cNvPr id="136692" name="Line 151"/>
                <p:cNvSpPr>
                  <a:spLocks noChangeShapeType="1"/>
                </p:cNvSpPr>
                <p:nvPr/>
              </p:nvSpPr>
              <p:spPr bwMode="auto">
                <a:xfrm>
                  <a:off x="2396" y="3281"/>
                  <a:ext cx="1" cy="1"/>
                </a:xfrm>
                <a:prstGeom prst="line">
                  <a:avLst/>
                </a:prstGeom>
                <a:noFill/>
                <a:ln w="0">
                  <a:solidFill>
                    <a:srgbClr val="000000"/>
                  </a:solidFill>
                  <a:round/>
                  <a:headEnd/>
                  <a:tailEnd/>
                </a:ln>
              </p:spPr>
              <p:txBody>
                <a:bodyPr/>
                <a:lstStyle/>
                <a:p>
                  <a:endParaRPr lang="en-US"/>
                </a:p>
              </p:txBody>
            </p:sp>
            <p:sp>
              <p:nvSpPr>
                <p:cNvPr id="136693" name="Line 152"/>
                <p:cNvSpPr>
                  <a:spLocks noChangeShapeType="1"/>
                </p:cNvSpPr>
                <p:nvPr/>
              </p:nvSpPr>
              <p:spPr bwMode="auto">
                <a:xfrm>
                  <a:off x="2393" y="3276"/>
                  <a:ext cx="1" cy="1"/>
                </a:xfrm>
                <a:prstGeom prst="line">
                  <a:avLst/>
                </a:prstGeom>
                <a:noFill/>
                <a:ln w="0">
                  <a:solidFill>
                    <a:srgbClr val="000000"/>
                  </a:solidFill>
                  <a:round/>
                  <a:headEnd/>
                  <a:tailEnd/>
                </a:ln>
              </p:spPr>
              <p:txBody>
                <a:bodyPr/>
                <a:lstStyle/>
                <a:p>
                  <a:endParaRPr lang="en-US"/>
                </a:p>
              </p:txBody>
            </p:sp>
            <p:sp>
              <p:nvSpPr>
                <p:cNvPr id="136694" name="Line 153"/>
                <p:cNvSpPr>
                  <a:spLocks noChangeShapeType="1"/>
                </p:cNvSpPr>
                <p:nvPr/>
              </p:nvSpPr>
              <p:spPr bwMode="auto">
                <a:xfrm>
                  <a:off x="2391" y="3254"/>
                  <a:ext cx="1" cy="1"/>
                </a:xfrm>
                <a:prstGeom prst="line">
                  <a:avLst/>
                </a:prstGeom>
                <a:noFill/>
                <a:ln w="0">
                  <a:solidFill>
                    <a:srgbClr val="000000"/>
                  </a:solidFill>
                  <a:round/>
                  <a:headEnd/>
                  <a:tailEnd/>
                </a:ln>
              </p:spPr>
              <p:txBody>
                <a:bodyPr/>
                <a:lstStyle/>
                <a:p>
                  <a:endParaRPr lang="en-US"/>
                </a:p>
              </p:txBody>
            </p:sp>
            <p:sp>
              <p:nvSpPr>
                <p:cNvPr id="136695" name="Line 154"/>
                <p:cNvSpPr>
                  <a:spLocks noChangeShapeType="1"/>
                </p:cNvSpPr>
                <p:nvPr/>
              </p:nvSpPr>
              <p:spPr bwMode="auto">
                <a:xfrm>
                  <a:off x="2388" y="3256"/>
                  <a:ext cx="1" cy="1"/>
                </a:xfrm>
                <a:prstGeom prst="line">
                  <a:avLst/>
                </a:prstGeom>
                <a:noFill/>
                <a:ln w="0">
                  <a:solidFill>
                    <a:srgbClr val="000000"/>
                  </a:solidFill>
                  <a:round/>
                  <a:headEnd/>
                  <a:tailEnd/>
                </a:ln>
              </p:spPr>
              <p:txBody>
                <a:bodyPr/>
                <a:lstStyle/>
                <a:p>
                  <a:endParaRPr lang="en-US"/>
                </a:p>
              </p:txBody>
            </p:sp>
            <p:sp>
              <p:nvSpPr>
                <p:cNvPr id="136696" name="Line 155"/>
                <p:cNvSpPr>
                  <a:spLocks noChangeShapeType="1"/>
                </p:cNvSpPr>
                <p:nvPr/>
              </p:nvSpPr>
              <p:spPr bwMode="auto">
                <a:xfrm>
                  <a:off x="2387" y="3267"/>
                  <a:ext cx="1" cy="1"/>
                </a:xfrm>
                <a:prstGeom prst="line">
                  <a:avLst/>
                </a:prstGeom>
                <a:noFill/>
                <a:ln w="0">
                  <a:solidFill>
                    <a:srgbClr val="000000"/>
                  </a:solidFill>
                  <a:round/>
                  <a:headEnd/>
                  <a:tailEnd/>
                </a:ln>
              </p:spPr>
              <p:txBody>
                <a:bodyPr/>
                <a:lstStyle/>
                <a:p>
                  <a:endParaRPr lang="en-US"/>
                </a:p>
              </p:txBody>
            </p:sp>
            <p:sp>
              <p:nvSpPr>
                <p:cNvPr id="136697" name="Line 156"/>
                <p:cNvSpPr>
                  <a:spLocks noChangeShapeType="1"/>
                </p:cNvSpPr>
                <p:nvPr/>
              </p:nvSpPr>
              <p:spPr bwMode="auto">
                <a:xfrm>
                  <a:off x="2384" y="3284"/>
                  <a:ext cx="1" cy="1"/>
                </a:xfrm>
                <a:prstGeom prst="line">
                  <a:avLst/>
                </a:prstGeom>
                <a:noFill/>
                <a:ln w="0">
                  <a:solidFill>
                    <a:srgbClr val="000000"/>
                  </a:solidFill>
                  <a:round/>
                  <a:headEnd/>
                  <a:tailEnd/>
                </a:ln>
              </p:spPr>
              <p:txBody>
                <a:bodyPr/>
                <a:lstStyle/>
                <a:p>
                  <a:endParaRPr lang="en-US"/>
                </a:p>
              </p:txBody>
            </p:sp>
            <p:sp>
              <p:nvSpPr>
                <p:cNvPr id="136698" name="Line 157"/>
                <p:cNvSpPr>
                  <a:spLocks noChangeShapeType="1"/>
                </p:cNvSpPr>
                <p:nvPr/>
              </p:nvSpPr>
              <p:spPr bwMode="auto">
                <a:xfrm>
                  <a:off x="2381" y="3260"/>
                  <a:ext cx="1" cy="1"/>
                </a:xfrm>
                <a:prstGeom prst="line">
                  <a:avLst/>
                </a:prstGeom>
                <a:noFill/>
                <a:ln w="0">
                  <a:solidFill>
                    <a:srgbClr val="000000"/>
                  </a:solidFill>
                  <a:round/>
                  <a:headEnd/>
                  <a:tailEnd/>
                </a:ln>
              </p:spPr>
              <p:txBody>
                <a:bodyPr/>
                <a:lstStyle/>
                <a:p>
                  <a:endParaRPr lang="en-US"/>
                </a:p>
              </p:txBody>
            </p:sp>
            <p:sp>
              <p:nvSpPr>
                <p:cNvPr id="136699" name="Line 158"/>
                <p:cNvSpPr>
                  <a:spLocks noChangeShapeType="1"/>
                </p:cNvSpPr>
                <p:nvPr/>
              </p:nvSpPr>
              <p:spPr bwMode="auto">
                <a:xfrm>
                  <a:off x="2380" y="3249"/>
                  <a:ext cx="1" cy="1"/>
                </a:xfrm>
                <a:prstGeom prst="line">
                  <a:avLst/>
                </a:prstGeom>
                <a:noFill/>
                <a:ln w="0">
                  <a:solidFill>
                    <a:srgbClr val="000000"/>
                  </a:solidFill>
                  <a:round/>
                  <a:headEnd/>
                  <a:tailEnd/>
                </a:ln>
              </p:spPr>
              <p:txBody>
                <a:bodyPr/>
                <a:lstStyle/>
                <a:p>
                  <a:endParaRPr lang="en-US"/>
                </a:p>
              </p:txBody>
            </p:sp>
            <p:sp>
              <p:nvSpPr>
                <p:cNvPr id="136700" name="Line 159"/>
                <p:cNvSpPr>
                  <a:spLocks noChangeShapeType="1"/>
                </p:cNvSpPr>
                <p:nvPr/>
              </p:nvSpPr>
              <p:spPr bwMode="auto">
                <a:xfrm>
                  <a:off x="2377" y="3253"/>
                  <a:ext cx="1" cy="1"/>
                </a:xfrm>
                <a:prstGeom prst="line">
                  <a:avLst/>
                </a:prstGeom>
                <a:noFill/>
                <a:ln w="0">
                  <a:solidFill>
                    <a:srgbClr val="000000"/>
                  </a:solidFill>
                  <a:round/>
                  <a:headEnd/>
                  <a:tailEnd/>
                </a:ln>
              </p:spPr>
              <p:txBody>
                <a:bodyPr/>
                <a:lstStyle/>
                <a:p>
                  <a:endParaRPr lang="en-US"/>
                </a:p>
              </p:txBody>
            </p:sp>
            <p:sp>
              <p:nvSpPr>
                <p:cNvPr id="136701" name="Line 160"/>
                <p:cNvSpPr>
                  <a:spLocks noChangeShapeType="1"/>
                </p:cNvSpPr>
                <p:nvPr/>
              </p:nvSpPr>
              <p:spPr bwMode="auto">
                <a:xfrm>
                  <a:off x="2375" y="3260"/>
                  <a:ext cx="1" cy="1"/>
                </a:xfrm>
                <a:prstGeom prst="line">
                  <a:avLst/>
                </a:prstGeom>
                <a:noFill/>
                <a:ln w="0">
                  <a:solidFill>
                    <a:srgbClr val="000000"/>
                  </a:solidFill>
                  <a:round/>
                  <a:headEnd/>
                  <a:tailEnd/>
                </a:ln>
              </p:spPr>
              <p:txBody>
                <a:bodyPr/>
                <a:lstStyle/>
                <a:p>
                  <a:endParaRPr lang="en-US"/>
                </a:p>
              </p:txBody>
            </p:sp>
            <p:sp>
              <p:nvSpPr>
                <p:cNvPr id="136702" name="Line 161"/>
                <p:cNvSpPr>
                  <a:spLocks noChangeShapeType="1"/>
                </p:cNvSpPr>
                <p:nvPr/>
              </p:nvSpPr>
              <p:spPr bwMode="auto">
                <a:xfrm>
                  <a:off x="2372" y="3284"/>
                  <a:ext cx="1" cy="1"/>
                </a:xfrm>
                <a:prstGeom prst="line">
                  <a:avLst/>
                </a:prstGeom>
                <a:noFill/>
                <a:ln w="0">
                  <a:solidFill>
                    <a:srgbClr val="000000"/>
                  </a:solidFill>
                  <a:round/>
                  <a:headEnd/>
                  <a:tailEnd/>
                </a:ln>
              </p:spPr>
              <p:txBody>
                <a:bodyPr/>
                <a:lstStyle/>
                <a:p>
                  <a:endParaRPr lang="en-US"/>
                </a:p>
              </p:txBody>
            </p:sp>
            <p:sp>
              <p:nvSpPr>
                <p:cNvPr id="136703" name="Line 162"/>
                <p:cNvSpPr>
                  <a:spLocks noChangeShapeType="1"/>
                </p:cNvSpPr>
                <p:nvPr/>
              </p:nvSpPr>
              <p:spPr bwMode="auto">
                <a:xfrm>
                  <a:off x="2371" y="3281"/>
                  <a:ext cx="1" cy="1"/>
                </a:xfrm>
                <a:prstGeom prst="line">
                  <a:avLst/>
                </a:prstGeom>
                <a:noFill/>
                <a:ln w="0">
                  <a:solidFill>
                    <a:srgbClr val="000000"/>
                  </a:solidFill>
                  <a:round/>
                  <a:headEnd/>
                  <a:tailEnd/>
                </a:ln>
              </p:spPr>
              <p:txBody>
                <a:bodyPr/>
                <a:lstStyle/>
                <a:p>
                  <a:endParaRPr lang="en-US"/>
                </a:p>
              </p:txBody>
            </p:sp>
            <p:sp>
              <p:nvSpPr>
                <p:cNvPr id="136704" name="Line 163"/>
                <p:cNvSpPr>
                  <a:spLocks noChangeShapeType="1"/>
                </p:cNvSpPr>
                <p:nvPr/>
              </p:nvSpPr>
              <p:spPr bwMode="auto">
                <a:xfrm>
                  <a:off x="2368" y="3304"/>
                  <a:ext cx="1" cy="1"/>
                </a:xfrm>
                <a:prstGeom prst="line">
                  <a:avLst/>
                </a:prstGeom>
                <a:noFill/>
                <a:ln w="0">
                  <a:solidFill>
                    <a:srgbClr val="000000"/>
                  </a:solidFill>
                  <a:round/>
                  <a:headEnd/>
                  <a:tailEnd/>
                </a:ln>
              </p:spPr>
              <p:txBody>
                <a:bodyPr/>
                <a:lstStyle/>
                <a:p>
                  <a:endParaRPr lang="en-US"/>
                </a:p>
              </p:txBody>
            </p:sp>
            <p:sp>
              <p:nvSpPr>
                <p:cNvPr id="136705" name="Line 164"/>
                <p:cNvSpPr>
                  <a:spLocks noChangeShapeType="1"/>
                </p:cNvSpPr>
                <p:nvPr/>
              </p:nvSpPr>
              <p:spPr bwMode="auto">
                <a:xfrm>
                  <a:off x="2366" y="3287"/>
                  <a:ext cx="1" cy="1"/>
                </a:xfrm>
                <a:prstGeom prst="line">
                  <a:avLst/>
                </a:prstGeom>
                <a:noFill/>
                <a:ln w="0">
                  <a:solidFill>
                    <a:srgbClr val="000000"/>
                  </a:solidFill>
                  <a:round/>
                  <a:headEnd/>
                  <a:tailEnd/>
                </a:ln>
              </p:spPr>
              <p:txBody>
                <a:bodyPr/>
                <a:lstStyle/>
                <a:p>
                  <a:endParaRPr lang="en-US"/>
                </a:p>
              </p:txBody>
            </p:sp>
            <p:sp>
              <p:nvSpPr>
                <p:cNvPr id="136706" name="Line 165"/>
                <p:cNvSpPr>
                  <a:spLocks noChangeShapeType="1"/>
                </p:cNvSpPr>
                <p:nvPr/>
              </p:nvSpPr>
              <p:spPr bwMode="auto">
                <a:xfrm>
                  <a:off x="2363" y="3281"/>
                  <a:ext cx="1" cy="1"/>
                </a:xfrm>
                <a:prstGeom prst="line">
                  <a:avLst/>
                </a:prstGeom>
                <a:noFill/>
                <a:ln w="0">
                  <a:solidFill>
                    <a:srgbClr val="000000"/>
                  </a:solidFill>
                  <a:round/>
                  <a:headEnd/>
                  <a:tailEnd/>
                </a:ln>
              </p:spPr>
              <p:txBody>
                <a:bodyPr/>
                <a:lstStyle/>
                <a:p>
                  <a:endParaRPr lang="en-US"/>
                </a:p>
              </p:txBody>
            </p:sp>
            <p:sp>
              <p:nvSpPr>
                <p:cNvPr id="136707" name="Line 166"/>
                <p:cNvSpPr>
                  <a:spLocks noChangeShapeType="1"/>
                </p:cNvSpPr>
                <p:nvPr/>
              </p:nvSpPr>
              <p:spPr bwMode="auto">
                <a:xfrm>
                  <a:off x="2362" y="3318"/>
                  <a:ext cx="1" cy="1"/>
                </a:xfrm>
                <a:prstGeom prst="line">
                  <a:avLst/>
                </a:prstGeom>
                <a:noFill/>
                <a:ln w="0">
                  <a:solidFill>
                    <a:srgbClr val="000000"/>
                  </a:solidFill>
                  <a:round/>
                  <a:headEnd/>
                  <a:tailEnd/>
                </a:ln>
              </p:spPr>
              <p:txBody>
                <a:bodyPr/>
                <a:lstStyle/>
                <a:p>
                  <a:endParaRPr lang="en-US"/>
                </a:p>
              </p:txBody>
            </p:sp>
            <p:sp>
              <p:nvSpPr>
                <p:cNvPr id="136708" name="Line 167"/>
                <p:cNvSpPr>
                  <a:spLocks noChangeShapeType="1"/>
                </p:cNvSpPr>
                <p:nvPr/>
              </p:nvSpPr>
              <p:spPr bwMode="auto">
                <a:xfrm>
                  <a:off x="2359" y="3293"/>
                  <a:ext cx="1" cy="1"/>
                </a:xfrm>
                <a:prstGeom prst="line">
                  <a:avLst/>
                </a:prstGeom>
                <a:noFill/>
                <a:ln w="0">
                  <a:solidFill>
                    <a:srgbClr val="000000"/>
                  </a:solidFill>
                  <a:round/>
                  <a:headEnd/>
                  <a:tailEnd/>
                </a:ln>
              </p:spPr>
              <p:txBody>
                <a:bodyPr/>
                <a:lstStyle/>
                <a:p>
                  <a:endParaRPr lang="en-US"/>
                </a:p>
              </p:txBody>
            </p:sp>
            <p:sp>
              <p:nvSpPr>
                <p:cNvPr id="136709" name="Line 168"/>
                <p:cNvSpPr>
                  <a:spLocks noChangeShapeType="1"/>
                </p:cNvSpPr>
                <p:nvPr/>
              </p:nvSpPr>
              <p:spPr bwMode="auto">
                <a:xfrm>
                  <a:off x="2357" y="3290"/>
                  <a:ext cx="1" cy="1"/>
                </a:xfrm>
                <a:prstGeom prst="line">
                  <a:avLst/>
                </a:prstGeom>
                <a:noFill/>
                <a:ln w="0">
                  <a:solidFill>
                    <a:srgbClr val="000000"/>
                  </a:solidFill>
                  <a:round/>
                  <a:headEnd/>
                  <a:tailEnd/>
                </a:ln>
              </p:spPr>
              <p:txBody>
                <a:bodyPr/>
                <a:lstStyle/>
                <a:p>
                  <a:endParaRPr lang="en-US"/>
                </a:p>
              </p:txBody>
            </p:sp>
            <p:sp>
              <p:nvSpPr>
                <p:cNvPr id="136710" name="Line 169"/>
                <p:cNvSpPr>
                  <a:spLocks noChangeShapeType="1"/>
                </p:cNvSpPr>
                <p:nvPr/>
              </p:nvSpPr>
              <p:spPr bwMode="auto">
                <a:xfrm>
                  <a:off x="2356" y="3268"/>
                  <a:ext cx="1" cy="1"/>
                </a:xfrm>
                <a:prstGeom prst="line">
                  <a:avLst/>
                </a:prstGeom>
                <a:noFill/>
                <a:ln w="0">
                  <a:solidFill>
                    <a:srgbClr val="000000"/>
                  </a:solidFill>
                  <a:round/>
                  <a:headEnd/>
                  <a:tailEnd/>
                </a:ln>
              </p:spPr>
              <p:txBody>
                <a:bodyPr/>
                <a:lstStyle/>
                <a:p>
                  <a:endParaRPr lang="en-US"/>
                </a:p>
              </p:txBody>
            </p:sp>
            <p:sp>
              <p:nvSpPr>
                <p:cNvPr id="136711" name="Line 170"/>
                <p:cNvSpPr>
                  <a:spLocks noChangeShapeType="1"/>
                </p:cNvSpPr>
                <p:nvPr/>
              </p:nvSpPr>
              <p:spPr bwMode="auto">
                <a:xfrm>
                  <a:off x="2353" y="3311"/>
                  <a:ext cx="1" cy="1"/>
                </a:xfrm>
                <a:prstGeom prst="line">
                  <a:avLst/>
                </a:prstGeom>
                <a:noFill/>
                <a:ln w="0">
                  <a:solidFill>
                    <a:srgbClr val="000000"/>
                  </a:solidFill>
                  <a:round/>
                  <a:headEnd/>
                  <a:tailEnd/>
                </a:ln>
              </p:spPr>
              <p:txBody>
                <a:bodyPr/>
                <a:lstStyle/>
                <a:p>
                  <a:endParaRPr lang="en-US"/>
                </a:p>
              </p:txBody>
            </p:sp>
            <p:sp>
              <p:nvSpPr>
                <p:cNvPr id="136712" name="Line 171"/>
                <p:cNvSpPr>
                  <a:spLocks noChangeShapeType="1"/>
                </p:cNvSpPr>
                <p:nvPr/>
              </p:nvSpPr>
              <p:spPr bwMode="auto">
                <a:xfrm>
                  <a:off x="2350" y="3274"/>
                  <a:ext cx="1" cy="1"/>
                </a:xfrm>
                <a:prstGeom prst="line">
                  <a:avLst/>
                </a:prstGeom>
                <a:noFill/>
                <a:ln w="0">
                  <a:solidFill>
                    <a:srgbClr val="000000"/>
                  </a:solidFill>
                  <a:round/>
                  <a:headEnd/>
                  <a:tailEnd/>
                </a:ln>
              </p:spPr>
              <p:txBody>
                <a:bodyPr/>
                <a:lstStyle/>
                <a:p>
                  <a:endParaRPr lang="en-US"/>
                </a:p>
              </p:txBody>
            </p:sp>
            <p:sp>
              <p:nvSpPr>
                <p:cNvPr id="136713" name="Line 172"/>
                <p:cNvSpPr>
                  <a:spLocks noChangeShapeType="1"/>
                </p:cNvSpPr>
                <p:nvPr/>
              </p:nvSpPr>
              <p:spPr bwMode="auto">
                <a:xfrm>
                  <a:off x="2348" y="3288"/>
                  <a:ext cx="1" cy="1"/>
                </a:xfrm>
                <a:prstGeom prst="line">
                  <a:avLst/>
                </a:prstGeom>
                <a:noFill/>
                <a:ln w="0">
                  <a:solidFill>
                    <a:srgbClr val="000000"/>
                  </a:solidFill>
                  <a:round/>
                  <a:headEnd/>
                  <a:tailEnd/>
                </a:ln>
              </p:spPr>
              <p:txBody>
                <a:bodyPr/>
                <a:lstStyle/>
                <a:p>
                  <a:endParaRPr lang="en-US"/>
                </a:p>
              </p:txBody>
            </p:sp>
            <p:sp>
              <p:nvSpPr>
                <p:cNvPr id="136714" name="Line 173"/>
                <p:cNvSpPr>
                  <a:spLocks noChangeShapeType="1"/>
                </p:cNvSpPr>
                <p:nvPr/>
              </p:nvSpPr>
              <p:spPr bwMode="auto">
                <a:xfrm>
                  <a:off x="2346" y="3275"/>
                  <a:ext cx="1" cy="1"/>
                </a:xfrm>
                <a:prstGeom prst="line">
                  <a:avLst/>
                </a:prstGeom>
                <a:noFill/>
                <a:ln w="0">
                  <a:solidFill>
                    <a:srgbClr val="000000"/>
                  </a:solidFill>
                  <a:round/>
                  <a:headEnd/>
                  <a:tailEnd/>
                </a:ln>
              </p:spPr>
              <p:txBody>
                <a:bodyPr/>
                <a:lstStyle/>
                <a:p>
                  <a:endParaRPr lang="en-US"/>
                </a:p>
              </p:txBody>
            </p:sp>
            <p:sp>
              <p:nvSpPr>
                <p:cNvPr id="136715" name="Line 174"/>
                <p:cNvSpPr>
                  <a:spLocks noChangeShapeType="1"/>
                </p:cNvSpPr>
                <p:nvPr/>
              </p:nvSpPr>
              <p:spPr bwMode="auto">
                <a:xfrm>
                  <a:off x="2344" y="3275"/>
                  <a:ext cx="1" cy="1"/>
                </a:xfrm>
                <a:prstGeom prst="line">
                  <a:avLst/>
                </a:prstGeom>
                <a:noFill/>
                <a:ln w="0">
                  <a:solidFill>
                    <a:srgbClr val="000000"/>
                  </a:solidFill>
                  <a:round/>
                  <a:headEnd/>
                  <a:tailEnd/>
                </a:ln>
              </p:spPr>
              <p:txBody>
                <a:bodyPr/>
                <a:lstStyle/>
                <a:p>
                  <a:endParaRPr lang="en-US"/>
                </a:p>
              </p:txBody>
            </p:sp>
            <p:sp>
              <p:nvSpPr>
                <p:cNvPr id="136716" name="Line 175"/>
                <p:cNvSpPr>
                  <a:spLocks noChangeShapeType="1"/>
                </p:cNvSpPr>
                <p:nvPr/>
              </p:nvSpPr>
              <p:spPr bwMode="auto">
                <a:xfrm>
                  <a:off x="2341" y="3267"/>
                  <a:ext cx="1" cy="1"/>
                </a:xfrm>
                <a:prstGeom prst="line">
                  <a:avLst/>
                </a:prstGeom>
                <a:noFill/>
                <a:ln w="0">
                  <a:solidFill>
                    <a:srgbClr val="000000"/>
                  </a:solidFill>
                  <a:round/>
                  <a:headEnd/>
                  <a:tailEnd/>
                </a:ln>
              </p:spPr>
              <p:txBody>
                <a:bodyPr/>
                <a:lstStyle/>
                <a:p>
                  <a:endParaRPr lang="en-US"/>
                </a:p>
              </p:txBody>
            </p:sp>
            <p:sp>
              <p:nvSpPr>
                <p:cNvPr id="136717" name="Line 176"/>
                <p:cNvSpPr>
                  <a:spLocks noChangeShapeType="1"/>
                </p:cNvSpPr>
                <p:nvPr/>
              </p:nvSpPr>
              <p:spPr bwMode="auto">
                <a:xfrm>
                  <a:off x="2340" y="3263"/>
                  <a:ext cx="1" cy="1"/>
                </a:xfrm>
                <a:prstGeom prst="line">
                  <a:avLst/>
                </a:prstGeom>
                <a:noFill/>
                <a:ln w="0">
                  <a:solidFill>
                    <a:srgbClr val="000000"/>
                  </a:solidFill>
                  <a:round/>
                  <a:headEnd/>
                  <a:tailEnd/>
                </a:ln>
              </p:spPr>
              <p:txBody>
                <a:bodyPr/>
                <a:lstStyle/>
                <a:p>
                  <a:endParaRPr lang="en-US"/>
                </a:p>
              </p:txBody>
            </p:sp>
            <p:sp>
              <p:nvSpPr>
                <p:cNvPr id="136718" name="Line 177"/>
                <p:cNvSpPr>
                  <a:spLocks noChangeShapeType="1"/>
                </p:cNvSpPr>
                <p:nvPr/>
              </p:nvSpPr>
              <p:spPr bwMode="auto">
                <a:xfrm>
                  <a:off x="2337" y="3254"/>
                  <a:ext cx="1" cy="1"/>
                </a:xfrm>
                <a:prstGeom prst="line">
                  <a:avLst/>
                </a:prstGeom>
                <a:noFill/>
                <a:ln w="0">
                  <a:solidFill>
                    <a:srgbClr val="000000"/>
                  </a:solidFill>
                  <a:round/>
                  <a:headEnd/>
                  <a:tailEnd/>
                </a:ln>
              </p:spPr>
              <p:txBody>
                <a:bodyPr/>
                <a:lstStyle/>
                <a:p>
                  <a:endParaRPr lang="en-US"/>
                </a:p>
              </p:txBody>
            </p:sp>
            <p:sp>
              <p:nvSpPr>
                <p:cNvPr id="136719" name="Line 178"/>
                <p:cNvSpPr>
                  <a:spLocks noChangeShapeType="1"/>
                </p:cNvSpPr>
                <p:nvPr/>
              </p:nvSpPr>
              <p:spPr bwMode="auto">
                <a:xfrm>
                  <a:off x="2335" y="3278"/>
                  <a:ext cx="1" cy="1"/>
                </a:xfrm>
                <a:prstGeom prst="line">
                  <a:avLst/>
                </a:prstGeom>
                <a:noFill/>
                <a:ln w="0">
                  <a:solidFill>
                    <a:srgbClr val="000000"/>
                  </a:solidFill>
                  <a:round/>
                  <a:headEnd/>
                  <a:tailEnd/>
                </a:ln>
              </p:spPr>
              <p:txBody>
                <a:bodyPr/>
                <a:lstStyle/>
                <a:p>
                  <a:endParaRPr lang="en-US"/>
                </a:p>
              </p:txBody>
            </p:sp>
            <p:sp>
              <p:nvSpPr>
                <p:cNvPr id="136720" name="Line 179"/>
                <p:cNvSpPr>
                  <a:spLocks noChangeShapeType="1"/>
                </p:cNvSpPr>
                <p:nvPr/>
              </p:nvSpPr>
              <p:spPr bwMode="auto">
                <a:xfrm>
                  <a:off x="2332" y="3249"/>
                  <a:ext cx="1" cy="1"/>
                </a:xfrm>
                <a:prstGeom prst="line">
                  <a:avLst/>
                </a:prstGeom>
                <a:noFill/>
                <a:ln w="0">
                  <a:solidFill>
                    <a:srgbClr val="000000"/>
                  </a:solidFill>
                  <a:round/>
                  <a:headEnd/>
                  <a:tailEnd/>
                </a:ln>
              </p:spPr>
              <p:txBody>
                <a:bodyPr/>
                <a:lstStyle/>
                <a:p>
                  <a:endParaRPr lang="en-US"/>
                </a:p>
              </p:txBody>
            </p:sp>
            <p:sp>
              <p:nvSpPr>
                <p:cNvPr id="136721" name="Line 180"/>
                <p:cNvSpPr>
                  <a:spLocks noChangeShapeType="1"/>
                </p:cNvSpPr>
                <p:nvPr/>
              </p:nvSpPr>
              <p:spPr bwMode="auto">
                <a:xfrm>
                  <a:off x="2331" y="3264"/>
                  <a:ext cx="1" cy="1"/>
                </a:xfrm>
                <a:prstGeom prst="line">
                  <a:avLst/>
                </a:prstGeom>
                <a:noFill/>
                <a:ln w="0">
                  <a:solidFill>
                    <a:srgbClr val="000000"/>
                  </a:solidFill>
                  <a:round/>
                  <a:headEnd/>
                  <a:tailEnd/>
                </a:ln>
              </p:spPr>
              <p:txBody>
                <a:bodyPr/>
                <a:lstStyle/>
                <a:p>
                  <a:endParaRPr lang="en-US"/>
                </a:p>
              </p:txBody>
            </p:sp>
            <p:sp>
              <p:nvSpPr>
                <p:cNvPr id="136722" name="Line 181"/>
                <p:cNvSpPr>
                  <a:spLocks noChangeShapeType="1"/>
                </p:cNvSpPr>
                <p:nvPr/>
              </p:nvSpPr>
              <p:spPr bwMode="auto">
                <a:xfrm>
                  <a:off x="2328" y="3284"/>
                  <a:ext cx="1" cy="1"/>
                </a:xfrm>
                <a:prstGeom prst="line">
                  <a:avLst/>
                </a:prstGeom>
                <a:noFill/>
                <a:ln w="0">
                  <a:solidFill>
                    <a:srgbClr val="000000"/>
                  </a:solidFill>
                  <a:round/>
                  <a:headEnd/>
                  <a:tailEnd/>
                </a:ln>
              </p:spPr>
              <p:txBody>
                <a:bodyPr/>
                <a:lstStyle/>
                <a:p>
                  <a:endParaRPr lang="en-US"/>
                </a:p>
              </p:txBody>
            </p:sp>
            <p:sp>
              <p:nvSpPr>
                <p:cNvPr id="136723" name="Line 182"/>
                <p:cNvSpPr>
                  <a:spLocks noChangeShapeType="1"/>
                </p:cNvSpPr>
                <p:nvPr/>
              </p:nvSpPr>
              <p:spPr bwMode="auto">
                <a:xfrm>
                  <a:off x="2326" y="3276"/>
                  <a:ext cx="1" cy="1"/>
                </a:xfrm>
                <a:prstGeom prst="line">
                  <a:avLst/>
                </a:prstGeom>
                <a:noFill/>
                <a:ln w="0">
                  <a:solidFill>
                    <a:srgbClr val="000000"/>
                  </a:solidFill>
                  <a:round/>
                  <a:headEnd/>
                  <a:tailEnd/>
                </a:ln>
              </p:spPr>
              <p:txBody>
                <a:bodyPr/>
                <a:lstStyle/>
                <a:p>
                  <a:endParaRPr lang="en-US"/>
                </a:p>
              </p:txBody>
            </p:sp>
            <p:sp>
              <p:nvSpPr>
                <p:cNvPr id="136724" name="Line 183"/>
                <p:cNvSpPr>
                  <a:spLocks noChangeShapeType="1"/>
                </p:cNvSpPr>
                <p:nvPr/>
              </p:nvSpPr>
              <p:spPr bwMode="auto">
                <a:xfrm>
                  <a:off x="2324" y="3291"/>
                  <a:ext cx="1" cy="1"/>
                </a:xfrm>
                <a:prstGeom prst="line">
                  <a:avLst/>
                </a:prstGeom>
                <a:noFill/>
                <a:ln w="0">
                  <a:solidFill>
                    <a:srgbClr val="000000"/>
                  </a:solidFill>
                  <a:round/>
                  <a:headEnd/>
                  <a:tailEnd/>
                </a:ln>
              </p:spPr>
              <p:txBody>
                <a:bodyPr/>
                <a:lstStyle/>
                <a:p>
                  <a:endParaRPr lang="en-US"/>
                </a:p>
              </p:txBody>
            </p:sp>
            <p:sp>
              <p:nvSpPr>
                <p:cNvPr id="136725" name="Line 184"/>
                <p:cNvSpPr>
                  <a:spLocks noChangeShapeType="1"/>
                </p:cNvSpPr>
                <p:nvPr/>
              </p:nvSpPr>
              <p:spPr bwMode="auto">
                <a:xfrm>
                  <a:off x="2322" y="3285"/>
                  <a:ext cx="1" cy="1"/>
                </a:xfrm>
                <a:prstGeom prst="line">
                  <a:avLst/>
                </a:prstGeom>
                <a:noFill/>
                <a:ln w="0">
                  <a:solidFill>
                    <a:srgbClr val="000000"/>
                  </a:solidFill>
                  <a:round/>
                  <a:headEnd/>
                  <a:tailEnd/>
                </a:ln>
              </p:spPr>
              <p:txBody>
                <a:bodyPr/>
                <a:lstStyle/>
                <a:p>
                  <a:endParaRPr lang="en-US"/>
                </a:p>
              </p:txBody>
            </p:sp>
            <p:sp>
              <p:nvSpPr>
                <p:cNvPr id="136726" name="Line 185"/>
                <p:cNvSpPr>
                  <a:spLocks noChangeShapeType="1"/>
                </p:cNvSpPr>
                <p:nvPr/>
              </p:nvSpPr>
              <p:spPr bwMode="auto">
                <a:xfrm>
                  <a:off x="2319" y="3257"/>
                  <a:ext cx="1" cy="1"/>
                </a:xfrm>
                <a:prstGeom prst="line">
                  <a:avLst/>
                </a:prstGeom>
                <a:noFill/>
                <a:ln w="0">
                  <a:solidFill>
                    <a:srgbClr val="000000"/>
                  </a:solidFill>
                  <a:round/>
                  <a:headEnd/>
                  <a:tailEnd/>
                </a:ln>
              </p:spPr>
              <p:txBody>
                <a:bodyPr/>
                <a:lstStyle/>
                <a:p>
                  <a:endParaRPr lang="en-US"/>
                </a:p>
              </p:txBody>
            </p:sp>
            <p:sp>
              <p:nvSpPr>
                <p:cNvPr id="136727" name="Line 186"/>
                <p:cNvSpPr>
                  <a:spLocks noChangeShapeType="1"/>
                </p:cNvSpPr>
                <p:nvPr/>
              </p:nvSpPr>
              <p:spPr bwMode="auto">
                <a:xfrm>
                  <a:off x="2316" y="3264"/>
                  <a:ext cx="1" cy="1"/>
                </a:xfrm>
                <a:prstGeom prst="line">
                  <a:avLst/>
                </a:prstGeom>
                <a:noFill/>
                <a:ln w="0">
                  <a:solidFill>
                    <a:srgbClr val="000000"/>
                  </a:solidFill>
                  <a:round/>
                  <a:headEnd/>
                  <a:tailEnd/>
                </a:ln>
              </p:spPr>
              <p:txBody>
                <a:bodyPr/>
                <a:lstStyle/>
                <a:p>
                  <a:endParaRPr lang="en-US"/>
                </a:p>
              </p:txBody>
            </p:sp>
            <p:sp>
              <p:nvSpPr>
                <p:cNvPr id="136728" name="Line 187"/>
                <p:cNvSpPr>
                  <a:spLocks noChangeShapeType="1"/>
                </p:cNvSpPr>
                <p:nvPr/>
              </p:nvSpPr>
              <p:spPr bwMode="auto">
                <a:xfrm>
                  <a:off x="2315" y="3284"/>
                  <a:ext cx="1" cy="1"/>
                </a:xfrm>
                <a:prstGeom prst="line">
                  <a:avLst/>
                </a:prstGeom>
                <a:noFill/>
                <a:ln w="0">
                  <a:solidFill>
                    <a:srgbClr val="000000"/>
                  </a:solidFill>
                  <a:round/>
                  <a:headEnd/>
                  <a:tailEnd/>
                </a:ln>
              </p:spPr>
              <p:txBody>
                <a:bodyPr/>
                <a:lstStyle/>
                <a:p>
                  <a:endParaRPr lang="en-US"/>
                </a:p>
              </p:txBody>
            </p:sp>
            <p:sp>
              <p:nvSpPr>
                <p:cNvPr id="136729" name="Line 188"/>
                <p:cNvSpPr>
                  <a:spLocks noChangeShapeType="1"/>
                </p:cNvSpPr>
                <p:nvPr/>
              </p:nvSpPr>
              <p:spPr bwMode="auto">
                <a:xfrm>
                  <a:off x="2313" y="3279"/>
                  <a:ext cx="1" cy="1"/>
                </a:xfrm>
                <a:prstGeom prst="line">
                  <a:avLst/>
                </a:prstGeom>
                <a:noFill/>
                <a:ln w="0">
                  <a:solidFill>
                    <a:srgbClr val="000000"/>
                  </a:solidFill>
                  <a:round/>
                  <a:headEnd/>
                  <a:tailEnd/>
                </a:ln>
              </p:spPr>
              <p:txBody>
                <a:bodyPr/>
                <a:lstStyle/>
                <a:p>
                  <a:endParaRPr lang="en-US"/>
                </a:p>
              </p:txBody>
            </p:sp>
            <p:sp>
              <p:nvSpPr>
                <p:cNvPr id="136730" name="Line 189"/>
                <p:cNvSpPr>
                  <a:spLocks noChangeShapeType="1"/>
                </p:cNvSpPr>
                <p:nvPr/>
              </p:nvSpPr>
              <p:spPr bwMode="auto">
                <a:xfrm>
                  <a:off x="2310" y="3257"/>
                  <a:ext cx="1" cy="1"/>
                </a:xfrm>
                <a:prstGeom prst="line">
                  <a:avLst/>
                </a:prstGeom>
                <a:noFill/>
                <a:ln w="0">
                  <a:solidFill>
                    <a:srgbClr val="000000"/>
                  </a:solidFill>
                  <a:round/>
                  <a:headEnd/>
                  <a:tailEnd/>
                </a:ln>
              </p:spPr>
              <p:txBody>
                <a:bodyPr/>
                <a:lstStyle/>
                <a:p>
                  <a:endParaRPr lang="en-US"/>
                </a:p>
              </p:txBody>
            </p:sp>
            <p:sp>
              <p:nvSpPr>
                <p:cNvPr id="136731" name="Line 190"/>
                <p:cNvSpPr>
                  <a:spLocks noChangeShapeType="1"/>
                </p:cNvSpPr>
                <p:nvPr/>
              </p:nvSpPr>
              <p:spPr bwMode="auto">
                <a:xfrm>
                  <a:off x="2307" y="3257"/>
                  <a:ext cx="1" cy="1"/>
                </a:xfrm>
                <a:prstGeom prst="line">
                  <a:avLst/>
                </a:prstGeom>
                <a:noFill/>
                <a:ln w="0">
                  <a:solidFill>
                    <a:srgbClr val="000000"/>
                  </a:solidFill>
                  <a:round/>
                  <a:headEnd/>
                  <a:tailEnd/>
                </a:ln>
              </p:spPr>
              <p:txBody>
                <a:bodyPr/>
                <a:lstStyle/>
                <a:p>
                  <a:endParaRPr lang="en-US"/>
                </a:p>
              </p:txBody>
            </p:sp>
            <p:sp>
              <p:nvSpPr>
                <p:cNvPr id="136732" name="Line 191"/>
                <p:cNvSpPr>
                  <a:spLocks noChangeShapeType="1"/>
                </p:cNvSpPr>
                <p:nvPr/>
              </p:nvSpPr>
              <p:spPr bwMode="auto">
                <a:xfrm>
                  <a:off x="2306" y="3282"/>
                  <a:ext cx="1" cy="1"/>
                </a:xfrm>
                <a:prstGeom prst="line">
                  <a:avLst/>
                </a:prstGeom>
                <a:noFill/>
                <a:ln w="0">
                  <a:solidFill>
                    <a:srgbClr val="000000"/>
                  </a:solidFill>
                  <a:round/>
                  <a:headEnd/>
                  <a:tailEnd/>
                </a:ln>
              </p:spPr>
              <p:txBody>
                <a:bodyPr/>
                <a:lstStyle/>
                <a:p>
                  <a:endParaRPr lang="en-US"/>
                </a:p>
              </p:txBody>
            </p:sp>
            <p:sp>
              <p:nvSpPr>
                <p:cNvPr id="136733" name="Line 192"/>
                <p:cNvSpPr>
                  <a:spLocks noChangeShapeType="1"/>
                </p:cNvSpPr>
                <p:nvPr/>
              </p:nvSpPr>
              <p:spPr bwMode="auto">
                <a:xfrm>
                  <a:off x="2303" y="3291"/>
                  <a:ext cx="1" cy="1"/>
                </a:xfrm>
                <a:prstGeom prst="line">
                  <a:avLst/>
                </a:prstGeom>
                <a:noFill/>
                <a:ln w="0">
                  <a:solidFill>
                    <a:srgbClr val="000000"/>
                  </a:solidFill>
                  <a:round/>
                  <a:headEnd/>
                  <a:tailEnd/>
                </a:ln>
              </p:spPr>
              <p:txBody>
                <a:bodyPr/>
                <a:lstStyle/>
                <a:p>
                  <a:endParaRPr lang="en-US"/>
                </a:p>
              </p:txBody>
            </p:sp>
            <p:sp>
              <p:nvSpPr>
                <p:cNvPr id="136734" name="Line 193"/>
                <p:cNvSpPr>
                  <a:spLocks noChangeShapeType="1"/>
                </p:cNvSpPr>
                <p:nvPr/>
              </p:nvSpPr>
              <p:spPr bwMode="auto">
                <a:xfrm>
                  <a:off x="2301" y="3279"/>
                  <a:ext cx="1" cy="1"/>
                </a:xfrm>
                <a:prstGeom prst="line">
                  <a:avLst/>
                </a:prstGeom>
                <a:noFill/>
                <a:ln w="0">
                  <a:solidFill>
                    <a:srgbClr val="000000"/>
                  </a:solidFill>
                  <a:round/>
                  <a:headEnd/>
                  <a:tailEnd/>
                </a:ln>
              </p:spPr>
              <p:txBody>
                <a:bodyPr/>
                <a:lstStyle/>
                <a:p>
                  <a:endParaRPr lang="en-US"/>
                </a:p>
              </p:txBody>
            </p:sp>
            <p:sp>
              <p:nvSpPr>
                <p:cNvPr id="136735" name="Line 194"/>
                <p:cNvSpPr>
                  <a:spLocks noChangeShapeType="1"/>
                </p:cNvSpPr>
                <p:nvPr/>
              </p:nvSpPr>
              <p:spPr bwMode="auto">
                <a:xfrm>
                  <a:off x="2300" y="3281"/>
                  <a:ext cx="1" cy="1"/>
                </a:xfrm>
                <a:prstGeom prst="line">
                  <a:avLst/>
                </a:prstGeom>
                <a:noFill/>
                <a:ln w="0">
                  <a:solidFill>
                    <a:srgbClr val="000000"/>
                  </a:solidFill>
                  <a:round/>
                  <a:headEnd/>
                  <a:tailEnd/>
                </a:ln>
              </p:spPr>
              <p:txBody>
                <a:bodyPr/>
                <a:lstStyle/>
                <a:p>
                  <a:endParaRPr lang="en-US"/>
                </a:p>
              </p:txBody>
            </p:sp>
            <p:sp>
              <p:nvSpPr>
                <p:cNvPr id="136736" name="Line 195"/>
                <p:cNvSpPr>
                  <a:spLocks noChangeShapeType="1"/>
                </p:cNvSpPr>
                <p:nvPr/>
              </p:nvSpPr>
              <p:spPr bwMode="auto">
                <a:xfrm>
                  <a:off x="2297" y="3288"/>
                  <a:ext cx="1" cy="1"/>
                </a:xfrm>
                <a:prstGeom prst="line">
                  <a:avLst/>
                </a:prstGeom>
                <a:noFill/>
                <a:ln w="0">
                  <a:solidFill>
                    <a:srgbClr val="000000"/>
                  </a:solidFill>
                  <a:round/>
                  <a:headEnd/>
                  <a:tailEnd/>
                </a:ln>
              </p:spPr>
              <p:txBody>
                <a:bodyPr/>
                <a:lstStyle/>
                <a:p>
                  <a:endParaRPr lang="en-US"/>
                </a:p>
              </p:txBody>
            </p:sp>
            <p:sp>
              <p:nvSpPr>
                <p:cNvPr id="136737" name="Line 196"/>
                <p:cNvSpPr>
                  <a:spLocks noChangeShapeType="1"/>
                </p:cNvSpPr>
                <p:nvPr/>
              </p:nvSpPr>
              <p:spPr bwMode="auto">
                <a:xfrm>
                  <a:off x="2294" y="3289"/>
                  <a:ext cx="1" cy="1"/>
                </a:xfrm>
                <a:prstGeom prst="line">
                  <a:avLst/>
                </a:prstGeom>
                <a:noFill/>
                <a:ln w="0">
                  <a:solidFill>
                    <a:srgbClr val="000000"/>
                  </a:solidFill>
                  <a:round/>
                  <a:headEnd/>
                  <a:tailEnd/>
                </a:ln>
              </p:spPr>
              <p:txBody>
                <a:bodyPr/>
                <a:lstStyle/>
                <a:p>
                  <a:endParaRPr lang="en-US"/>
                </a:p>
              </p:txBody>
            </p:sp>
            <p:sp>
              <p:nvSpPr>
                <p:cNvPr id="136738" name="Line 197"/>
                <p:cNvSpPr>
                  <a:spLocks noChangeShapeType="1"/>
                </p:cNvSpPr>
                <p:nvPr/>
              </p:nvSpPr>
              <p:spPr bwMode="auto">
                <a:xfrm>
                  <a:off x="2292" y="3275"/>
                  <a:ext cx="1" cy="1"/>
                </a:xfrm>
                <a:prstGeom prst="line">
                  <a:avLst/>
                </a:prstGeom>
                <a:noFill/>
                <a:ln w="0">
                  <a:solidFill>
                    <a:srgbClr val="000000"/>
                  </a:solidFill>
                  <a:round/>
                  <a:headEnd/>
                  <a:tailEnd/>
                </a:ln>
              </p:spPr>
              <p:txBody>
                <a:bodyPr/>
                <a:lstStyle/>
                <a:p>
                  <a:endParaRPr lang="en-US"/>
                </a:p>
              </p:txBody>
            </p:sp>
            <p:sp>
              <p:nvSpPr>
                <p:cNvPr id="136739" name="Line 198"/>
                <p:cNvSpPr>
                  <a:spLocks noChangeShapeType="1"/>
                </p:cNvSpPr>
                <p:nvPr/>
              </p:nvSpPr>
              <p:spPr bwMode="auto">
                <a:xfrm>
                  <a:off x="2291" y="3267"/>
                  <a:ext cx="1" cy="1"/>
                </a:xfrm>
                <a:prstGeom prst="line">
                  <a:avLst/>
                </a:prstGeom>
                <a:noFill/>
                <a:ln w="0">
                  <a:solidFill>
                    <a:srgbClr val="000000"/>
                  </a:solidFill>
                  <a:round/>
                  <a:headEnd/>
                  <a:tailEnd/>
                </a:ln>
              </p:spPr>
              <p:txBody>
                <a:bodyPr/>
                <a:lstStyle/>
                <a:p>
                  <a:endParaRPr lang="en-US"/>
                </a:p>
              </p:txBody>
            </p:sp>
            <p:sp>
              <p:nvSpPr>
                <p:cNvPr id="136740" name="Line 199"/>
                <p:cNvSpPr>
                  <a:spLocks noChangeShapeType="1"/>
                </p:cNvSpPr>
                <p:nvPr/>
              </p:nvSpPr>
              <p:spPr bwMode="auto">
                <a:xfrm>
                  <a:off x="2288" y="3275"/>
                  <a:ext cx="1" cy="1"/>
                </a:xfrm>
                <a:prstGeom prst="line">
                  <a:avLst/>
                </a:prstGeom>
                <a:noFill/>
                <a:ln w="0">
                  <a:solidFill>
                    <a:srgbClr val="000000"/>
                  </a:solidFill>
                  <a:round/>
                  <a:headEnd/>
                  <a:tailEnd/>
                </a:ln>
              </p:spPr>
              <p:txBody>
                <a:bodyPr/>
                <a:lstStyle/>
                <a:p>
                  <a:endParaRPr lang="en-US"/>
                </a:p>
              </p:txBody>
            </p:sp>
            <p:sp>
              <p:nvSpPr>
                <p:cNvPr id="136741" name="Line 200"/>
                <p:cNvSpPr>
                  <a:spLocks noChangeShapeType="1"/>
                </p:cNvSpPr>
                <p:nvPr/>
              </p:nvSpPr>
              <p:spPr bwMode="auto">
                <a:xfrm>
                  <a:off x="2285" y="3257"/>
                  <a:ext cx="1" cy="1"/>
                </a:xfrm>
                <a:prstGeom prst="line">
                  <a:avLst/>
                </a:prstGeom>
                <a:noFill/>
                <a:ln w="0">
                  <a:solidFill>
                    <a:srgbClr val="000000"/>
                  </a:solidFill>
                  <a:round/>
                  <a:headEnd/>
                  <a:tailEnd/>
                </a:ln>
              </p:spPr>
              <p:txBody>
                <a:bodyPr/>
                <a:lstStyle/>
                <a:p>
                  <a:endParaRPr lang="en-US"/>
                </a:p>
              </p:txBody>
            </p:sp>
            <p:sp>
              <p:nvSpPr>
                <p:cNvPr id="136742" name="Line 201"/>
                <p:cNvSpPr>
                  <a:spLocks noChangeShapeType="1"/>
                </p:cNvSpPr>
                <p:nvPr/>
              </p:nvSpPr>
              <p:spPr bwMode="auto">
                <a:xfrm>
                  <a:off x="2284" y="3262"/>
                  <a:ext cx="1" cy="1"/>
                </a:xfrm>
                <a:prstGeom prst="line">
                  <a:avLst/>
                </a:prstGeom>
                <a:noFill/>
                <a:ln w="0">
                  <a:solidFill>
                    <a:srgbClr val="000000"/>
                  </a:solidFill>
                  <a:round/>
                  <a:headEnd/>
                  <a:tailEnd/>
                </a:ln>
              </p:spPr>
              <p:txBody>
                <a:bodyPr/>
                <a:lstStyle/>
                <a:p>
                  <a:endParaRPr lang="en-US"/>
                </a:p>
              </p:txBody>
            </p:sp>
            <p:sp>
              <p:nvSpPr>
                <p:cNvPr id="136743" name="Line 202"/>
                <p:cNvSpPr>
                  <a:spLocks noChangeShapeType="1"/>
                </p:cNvSpPr>
                <p:nvPr/>
              </p:nvSpPr>
              <p:spPr bwMode="auto">
                <a:xfrm>
                  <a:off x="2281" y="3274"/>
                  <a:ext cx="1" cy="1"/>
                </a:xfrm>
                <a:prstGeom prst="line">
                  <a:avLst/>
                </a:prstGeom>
                <a:noFill/>
                <a:ln w="0">
                  <a:solidFill>
                    <a:srgbClr val="000000"/>
                  </a:solidFill>
                  <a:round/>
                  <a:headEnd/>
                  <a:tailEnd/>
                </a:ln>
              </p:spPr>
              <p:txBody>
                <a:bodyPr/>
                <a:lstStyle/>
                <a:p>
                  <a:endParaRPr lang="en-US"/>
                </a:p>
              </p:txBody>
            </p:sp>
            <p:sp>
              <p:nvSpPr>
                <p:cNvPr id="136744" name="Line 203"/>
                <p:cNvSpPr>
                  <a:spLocks noChangeShapeType="1"/>
                </p:cNvSpPr>
                <p:nvPr/>
              </p:nvSpPr>
              <p:spPr bwMode="auto">
                <a:xfrm>
                  <a:off x="2279" y="3281"/>
                  <a:ext cx="1" cy="1"/>
                </a:xfrm>
                <a:prstGeom prst="line">
                  <a:avLst/>
                </a:prstGeom>
                <a:noFill/>
                <a:ln w="0">
                  <a:solidFill>
                    <a:srgbClr val="000000"/>
                  </a:solidFill>
                  <a:round/>
                  <a:headEnd/>
                  <a:tailEnd/>
                </a:ln>
              </p:spPr>
              <p:txBody>
                <a:bodyPr/>
                <a:lstStyle/>
                <a:p>
                  <a:endParaRPr lang="en-US"/>
                </a:p>
              </p:txBody>
            </p:sp>
            <p:sp>
              <p:nvSpPr>
                <p:cNvPr id="136745" name="Line 204"/>
                <p:cNvSpPr>
                  <a:spLocks noChangeShapeType="1"/>
                </p:cNvSpPr>
                <p:nvPr/>
              </p:nvSpPr>
              <p:spPr bwMode="auto">
                <a:xfrm>
                  <a:off x="2276" y="3257"/>
                  <a:ext cx="1" cy="1"/>
                </a:xfrm>
                <a:prstGeom prst="line">
                  <a:avLst/>
                </a:prstGeom>
                <a:noFill/>
                <a:ln w="0">
                  <a:solidFill>
                    <a:srgbClr val="000000"/>
                  </a:solidFill>
                  <a:round/>
                  <a:headEnd/>
                  <a:tailEnd/>
                </a:ln>
              </p:spPr>
              <p:txBody>
                <a:bodyPr/>
                <a:lstStyle/>
                <a:p>
                  <a:endParaRPr lang="en-US"/>
                </a:p>
              </p:txBody>
            </p:sp>
            <p:sp>
              <p:nvSpPr>
                <p:cNvPr id="136746" name="Line 205"/>
                <p:cNvSpPr>
                  <a:spLocks noChangeShapeType="1"/>
                </p:cNvSpPr>
                <p:nvPr/>
              </p:nvSpPr>
              <p:spPr bwMode="auto">
                <a:xfrm>
                  <a:off x="2275" y="3268"/>
                  <a:ext cx="1" cy="1"/>
                </a:xfrm>
                <a:prstGeom prst="line">
                  <a:avLst/>
                </a:prstGeom>
                <a:noFill/>
                <a:ln w="0">
                  <a:solidFill>
                    <a:srgbClr val="000000"/>
                  </a:solidFill>
                  <a:round/>
                  <a:headEnd/>
                  <a:tailEnd/>
                </a:ln>
              </p:spPr>
              <p:txBody>
                <a:bodyPr/>
                <a:lstStyle/>
                <a:p>
                  <a:endParaRPr lang="en-US"/>
                </a:p>
              </p:txBody>
            </p:sp>
            <p:sp>
              <p:nvSpPr>
                <p:cNvPr id="136747" name="Line 206"/>
                <p:cNvSpPr>
                  <a:spLocks noChangeShapeType="1"/>
                </p:cNvSpPr>
                <p:nvPr/>
              </p:nvSpPr>
              <p:spPr bwMode="auto">
                <a:xfrm>
                  <a:off x="2272" y="3267"/>
                  <a:ext cx="1" cy="1"/>
                </a:xfrm>
                <a:prstGeom prst="line">
                  <a:avLst/>
                </a:prstGeom>
                <a:noFill/>
                <a:ln w="0">
                  <a:solidFill>
                    <a:srgbClr val="000000"/>
                  </a:solidFill>
                  <a:round/>
                  <a:headEnd/>
                  <a:tailEnd/>
                </a:ln>
              </p:spPr>
              <p:txBody>
                <a:bodyPr/>
                <a:lstStyle/>
                <a:p>
                  <a:endParaRPr lang="en-US"/>
                </a:p>
              </p:txBody>
            </p:sp>
            <p:sp>
              <p:nvSpPr>
                <p:cNvPr id="136748" name="Line 207"/>
                <p:cNvSpPr>
                  <a:spLocks noChangeShapeType="1"/>
                </p:cNvSpPr>
                <p:nvPr/>
              </p:nvSpPr>
              <p:spPr bwMode="auto">
                <a:xfrm>
                  <a:off x="2270" y="3268"/>
                  <a:ext cx="1" cy="1"/>
                </a:xfrm>
                <a:prstGeom prst="line">
                  <a:avLst/>
                </a:prstGeom>
                <a:noFill/>
                <a:ln w="0">
                  <a:solidFill>
                    <a:srgbClr val="000000"/>
                  </a:solidFill>
                  <a:round/>
                  <a:headEnd/>
                  <a:tailEnd/>
                </a:ln>
              </p:spPr>
              <p:txBody>
                <a:bodyPr/>
                <a:lstStyle/>
                <a:p>
                  <a:endParaRPr lang="en-US"/>
                </a:p>
              </p:txBody>
            </p:sp>
            <p:sp>
              <p:nvSpPr>
                <p:cNvPr id="136749" name="Line 208"/>
                <p:cNvSpPr>
                  <a:spLocks noChangeShapeType="1"/>
                </p:cNvSpPr>
                <p:nvPr/>
              </p:nvSpPr>
              <p:spPr bwMode="auto">
                <a:xfrm>
                  <a:off x="2268" y="3275"/>
                  <a:ext cx="1" cy="1"/>
                </a:xfrm>
                <a:prstGeom prst="line">
                  <a:avLst/>
                </a:prstGeom>
                <a:noFill/>
                <a:ln w="0">
                  <a:solidFill>
                    <a:srgbClr val="000000"/>
                  </a:solidFill>
                  <a:round/>
                  <a:headEnd/>
                  <a:tailEnd/>
                </a:ln>
              </p:spPr>
              <p:txBody>
                <a:bodyPr/>
                <a:lstStyle/>
                <a:p>
                  <a:endParaRPr lang="en-US"/>
                </a:p>
              </p:txBody>
            </p:sp>
            <p:sp>
              <p:nvSpPr>
                <p:cNvPr id="136750" name="Line 209"/>
                <p:cNvSpPr>
                  <a:spLocks noChangeShapeType="1"/>
                </p:cNvSpPr>
                <p:nvPr/>
              </p:nvSpPr>
              <p:spPr bwMode="auto">
                <a:xfrm>
                  <a:off x="2266" y="3262"/>
                  <a:ext cx="1" cy="1"/>
                </a:xfrm>
                <a:prstGeom prst="line">
                  <a:avLst/>
                </a:prstGeom>
                <a:noFill/>
                <a:ln w="0">
                  <a:solidFill>
                    <a:srgbClr val="000000"/>
                  </a:solidFill>
                  <a:round/>
                  <a:headEnd/>
                  <a:tailEnd/>
                </a:ln>
              </p:spPr>
              <p:txBody>
                <a:bodyPr/>
                <a:lstStyle/>
                <a:p>
                  <a:endParaRPr lang="en-US"/>
                </a:p>
              </p:txBody>
            </p:sp>
            <p:sp>
              <p:nvSpPr>
                <p:cNvPr id="136751" name="Line 210"/>
                <p:cNvSpPr>
                  <a:spLocks noChangeShapeType="1"/>
                </p:cNvSpPr>
                <p:nvPr/>
              </p:nvSpPr>
              <p:spPr bwMode="auto">
                <a:xfrm>
                  <a:off x="2263" y="3260"/>
                  <a:ext cx="1" cy="1"/>
                </a:xfrm>
                <a:prstGeom prst="line">
                  <a:avLst/>
                </a:prstGeom>
                <a:noFill/>
                <a:ln w="0">
                  <a:solidFill>
                    <a:srgbClr val="000000"/>
                  </a:solidFill>
                  <a:round/>
                  <a:headEnd/>
                  <a:tailEnd/>
                </a:ln>
              </p:spPr>
              <p:txBody>
                <a:bodyPr/>
                <a:lstStyle/>
                <a:p>
                  <a:endParaRPr lang="en-US"/>
                </a:p>
              </p:txBody>
            </p:sp>
            <p:sp>
              <p:nvSpPr>
                <p:cNvPr id="136752" name="Line 211"/>
                <p:cNvSpPr>
                  <a:spLocks noChangeShapeType="1"/>
                </p:cNvSpPr>
                <p:nvPr/>
              </p:nvSpPr>
              <p:spPr bwMode="auto">
                <a:xfrm>
                  <a:off x="2260" y="3255"/>
                  <a:ext cx="1" cy="1"/>
                </a:xfrm>
                <a:prstGeom prst="line">
                  <a:avLst/>
                </a:prstGeom>
                <a:noFill/>
                <a:ln w="0">
                  <a:solidFill>
                    <a:srgbClr val="000000"/>
                  </a:solidFill>
                  <a:round/>
                  <a:headEnd/>
                  <a:tailEnd/>
                </a:ln>
              </p:spPr>
              <p:txBody>
                <a:bodyPr/>
                <a:lstStyle/>
                <a:p>
                  <a:endParaRPr lang="en-US"/>
                </a:p>
              </p:txBody>
            </p:sp>
            <p:sp>
              <p:nvSpPr>
                <p:cNvPr id="136753" name="Line 212"/>
                <p:cNvSpPr>
                  <a:spLocks noChangeShapeType="1"/>
                </p:cNvSpPr>
                <p:nvPr/>
              </p:nvSpPr>
              <p:spPr bwMode="auto">
                <a:xfrm>
                  <a:off x="2259" y="3269"/>
                  <a:ext cx="1" cy="1"/>
                </a:xfrm>
                <a:prstGeom prst="line">
                  <a:avLst/>
                </a:prstGeom>
                <a:noFill/>
                <a:ln w="0">
                  <a:solidFill>
                    <a:srgbClr val="000000"/>
                  </a:solidFill>
                  <a:round/>
                  <a:headEnd/>
                  <a:tailEnd/>
                </a:ln>
              </p:spPr>
              <p:txBody>
                <a:bodyPr/>
                <a:lstStyle/>
                <a:p>
                  <a:endParaRPr lang="en-US"/>
                </a:p>
              </p:txBody>
            </p:sp>
            <p:sp>
              <p:nvSpPr>
                <p:cNvPr id="136754" name="Line 213"/>
                <p:cNvSpPr>
                  <a:spLocks noChangeShapeType="1"/>
                </p:cNvSpPr>
                <p:nvPr/>
              </p:nvSpPr>
              <p:spPr bwMode="auto">
                <a:xfrm>
                  <a:off x="2257" y="3262"/>
                  <a:ext cx="1" cy="1"/>
                </a:xfrm>
                <a:prstGeom prst="line">
                  <a:avLst/>
                </a:prstGeom>
                <a:noFill/>
                <a:ln w="0">
                  <a:solidFill>
                    <a:srgbClr val="000000"/>
                  </a:solidFill>
                  <a:round/>
                  <a:headEnd/>
                  <a:tailEnd/>
                </a:ln>
              </p:spPr>
              <p:txBody>
                <a:bodyPr/>
                <a:lstStyle/>
                <a:p>
                  <a:endParaRPr lang="en-US"/>
                </a:p>
              </p:txBody>
            </p:sp>
            <p:sp>
              <p:nvSpPr>
                <p:cNvPr id="136755" name="Line 214"/>
                <p:cNvSpPr>
                  <a:spLocks noChangeShapeType="1"/>
                </p:cNvSpPr>
                <p:nvPr/>
              </p:nvSpPr>
              <p:spPr bwMode="auto">
                <a:xfrm>
                  <a:off x="2254" y="3268"/>
                  <a:ext cx="1" cy="1"/>
                </a:xfrm>
                <a:prstGeom prst="line">
                  <a:avLst/>
                </a:prstGeom>
                <a:noFill/>
                <a:ln w="0">
                  <a:solidFill>
                    <a:srgbClr val="000000"/>
                  </a:solidFill>
                  <a:round/>
                  <a:headEnd/>
                  <a:tailEnd/>
                </a:ln>
              </p:spPr>
              <p:txBody>
                <a:bodyPr/>
                <a:lstStyle/>
                <a:p>
                  <a:endParaRPr lang="en-US"/>
                </a:p>
              </p:txBody>
            </p:sp>
            <p:sp>
              <p:nvSpPr>
                <p:cNvPr id="136756" name="Line 215"/>
                <p:cNvSpPr>
                  <a:spLocks noChangeShapeType="1"/>
                </p:cNvSpPr>
                <p:nvPr/>
              </p:nvSpPr>
              <p:spPr bwMode="auto">
                <a:xfrm>
                  <a:off x="2251" y="3264"/>
                  <a:ext cx="1" cy="1"/>
                </a:xfrm>
                <a:prstGeom prst="line">
                  <a:avLst/>
                </a:prstGeom>
                <a:noFill/>
                <a:ln w="0">
                  <a:solidFill>
                    <a:srgbClr val="000000"/>
                  </a:solidFill>
                  <a:round/>
                  <a:headEnd/>
                  <a:tailEnd/>
                </a:ln>
              </p:spPr>
              <p:txBody>
                <a:bodyPr/>
                <a:lstStyle/>
                <a:p>
                  <a:endParaRPr lang="en-US"/>
                </a:p>
              </p:txBody>
            </p:sp>
            <p:sp>
              <p:nvSpPr>
                <p:cNvPr id="136757" name="Line 216"/>
                <p:cNvSpPr>
                  <a:spLocks noChangeShapeType="1"/>
                </p:cNvSpPr>
                <p:nvPr/>
              </p:nvSpPr>
              <p:spPr bwMode="auto">
                <a:xfrm>
                  <a:off x="2250" y="3268"/>
                  <a:ext cx="1" cy="1"/>
                </a:xfrm>
                <a:prstGeom prst="line">
                  <a:avLst/>
                </a:prstGeom>
                <a:noFill/>
                <a:ln w="0">
                  <a:solidFill>
                    <a:srgbClr val="000000"/>
                  </a:solidFill>
                  <a:round/>
                  <a:headEnd/>
                  <a:tailEnd/>
                </a:ln>
              </p:spPr>
              <p:txBody>
                <a:bodyPr/>
                <a:lstStyle/>
                <a:p>
                  <a:endParaRPr lang="en-US"/>
                </a:p>
              </p:txBody>
            </p:sp>
            <p:sp>
              <p:nvSpPr>
                <p:cNvPr id="136758" name="Line 217"/>
                <p:cNvSpPr>
                  <a:spLocks noChangeShapeType="1"/>
                </p:cNvSpPr>
                <p:nvPr/>
              </p:nvSpPr>
              <p:spPr bwMode="auto">
                <a:xfrm>
                  <a:off x="2248" y="3268"/>
                  <a:ext cx="1" cy="1"/>
                </a:xfrm>
                <a:prstGeom prst="line">
                  <a:avLst/>
                </a:prstGeom>
                <a:noFill/>
                <a:ln w="0">
                  <a:solidFill>
                    <a:srgbClr val="000000"/>
                  </a:solidFill>
                  <a:round/>
                  <a:headEnd/>
                  <a:tailEnd/>
                </a:ln>
              </p:spPr>
              <p:txBody>
                <a:bodyPr/>
                <a:lstStyle/>
                <a:p>
                  <a:endParaRPr lang="en-US"/>
                </a:p>
              </p:txBody>
            </p:sp>
          </p:grpSp>
          <p:grpSp>
            <p:nvGrpSpPr>
              <p:cNvPr id="6" name="Group 218"/>
              <p:cNvGrpSpPr>
                <a:grpSpLocks/>
              </p:cNvGrpSpPr>
              <p:nvPr/>
            </p:nvGrpSpPr>
            <p:grpSpPr bwMode="auto">
              <a:xfrm>
                <a:off x="2165" y="3237"/>
                <a:ext cx="378" cy="224"/>
                <a:chOff x="2165" y="3237"/>
                <a:chExt cx="378" cy="224"/>
              </a:xfrm>
            </p:grpSpPr>
            <p:sp>
              <p:nvSpPr>
                <p:cNvPr id="136359" name="Line 219"/>
                <p:cNvSpPr>
                  <a:spLocks noChangeShapeType="1"/>
                </p:cNvSpPr>
                <p:nvPr/>
              </p:nvSpPr>
              <p:spPr bwMode="auto">
                <a:xfrm>
                  <a:off x="2245" y="3275"/>
                  <a:ext cx="1" cy="1"/>
                </a:xfrm>
                <a:prstGeom prst="line">
                  <a:avLst/>
                </a:prstGeom>
                <a:noFill/>
                <a:ln w="0">
                  <a:solidFill>
                    <a:srgbClr val="000000"/>
                  </a:solidFill>
                  <a:round/>
                  <a:headEnd/>
                  <a:tailEnd/>
                </a:ln>
              </p:spPr>
              <p:txBody>
                <a:bodyPr/>
                <a:lstStyle/>
                <a:p>
                  <a:endParaRPr lang="en-US"/>
                </a:p>
              </p:txBody>
            </p:sp>
            <p:sp>
              <p:nvSpPr>
                <p:cNvPr id="136360" name="Line 220"/>
                <p:cNvSpPr>
                  <a:spLocks noChangeShapeType="1"/>
                </p:cNvSpPr>
                <p:nvPr/>
              </p:nvSpPr>
              <p:spPr bwMode="auto">
                <a:xfrm>
                  <a:off x="2244" y="3296"/>
                  <a:ext cx="1" cy="1"/>
                </a:xfrm>
                <a:prstGeom prst="line">
                  <a:avLst/>
                </a:prstGeom>
                <a:noFill/>
                <a:ln w="0">
                  <a:solidFill>
                    <a:srgbClr val="000000"/>
                  </a:solidFill>
                  <a:round/>
                  <a:headEnd/>
                  <a:tailEnd/>
                </a:ln>
              </p:spPr>
              <p:txBody>
                <a:bodyPr/>
                <a:lstStyle/>
                <a:p>
                  <a:endParaRPr lang="en-US"/>
                </a:p>
              </p:txBody>
            </p:sp>
            <p:sp>
              <p:nvSpPr>
                <p:cNvPr id="136361" name="Line 221"/>
                <p:cNvSpPr>
                  <a:spLocks noChangeShapeType="1"/>
                </p:cNvSpPr>
                <p:nvPr/>
              </p:nvSpPr>
              <p:spPr bwMode="auto">
                <a:xfrm>
                  <a:off x="2241" y="3287"/>
                  <a:ext cx="1" cy="1"/>
                </a:xfrm>
                <a:prstGeom prst="line">
                  <a:avLst/>
                </a:prstGeom>
                <a:noFill/>
                <a:ln w="0">
                  <a:solidFill>
                    <a:srgbClr val="000000"/>
                  </a:solidFill>
                  <a:round/>
                  <a:headEnd/>
                  <a:tailEnd/>
                </a:ln>
              </p:spPr>
              <p:txBody>
                <a:bodyPr/>
                <a:lstStyle/>
                <a:p>
                  <a:endParaRPr lang="en-US"/>
                </a:p>
              </p:txBody>
            </p:sp>
            <p:sp>
              <p:nvSpPr>
                <p:cNvPr id="136362" name="Line 222"/>
                <p:cNvSpPr>
                  <a:spLocks noChangeShapeType="1"/>
                </p:cNvSpPr>
                <p:nvPr/>
              </p:nvSpPr>
              <p:spPr bwMode="auto">
                <a:xfrm>
                  <a:off x="2239" y="3289"/>
                  <a:ext cx="1" cy="1"/>
                </a:xfrm>
                <a:prstGeom prst="line">
                  <a:avLst/>
                </a:prstGeom>
                <a:noFill/>
                <a:ln w="0">
                  <a:solidFill>
                    <a:srgbClr val="000000"/>
                  </a:solidFill>
                  <a:round/>
                  <a:headEnd/>
                  <a:tailEnd/>
                </a:ln>
              </p:spPr>
              <p:txBody>
                <a:bodyPr/>
                <a:lstStyle/>
                <a:p>
                  <a:endParaRPr lang="en-US"/>
                </a:p>
              </p:txBody>
            </p:sp>
            <p:sp>
              <p:nvSpPr>
                <p:cNvPr id="136363" name="Line 223"/>
                <p:cNvSpPr>
                  <a:spLocks noChangeShapeType="1"/>
                </p:cNvSpPr>
                <p:nvPr/>
              </p:nvSpPr>
              <p:spPr bwMode="auto">
                <a:xfrm>
                  <a:off x="2236" y="3268"/>
                  <a:ext cx="1" cy="1"/>
                </a:xfrm>
                <a:prstGeom prst="line">
                  <a:avLst/>
                </a:prstGeom>
                <a:noFill/>
                <a:ln w="0">
                  <a:solidFill>
                    <a:srgbClr val="000000"/>
                  </a:solidFill>
                  <a:round/>
                  <a:headEnd/>
                  <a:tailEnd/>
                </a:ln>
              </p:spPr>
              <p:txBody>
                <a:bodyPr/>
                <a:lstStyle/>
                <a:p>
                  <a:endParaRPr lang="en-US"/>
                </a:p>
              </p:txBody>
            </p:sp>
            <p:sp>
              <p:nvSpPr>
                <p:cNvPr id="136364" name="Line 224"/>
                <p:cNvSpPr>
                  <a:spLocks noChangeShapeType="1"/>
                </p:cNvSpPr>
                <p:nvPr/>
              </p:nvSpPr>
              <p:spPr bwMode="auto">
                <a:xfrm>
                  <a:off x="2235" y="3282"/>
                  <a:ext cx="1" cy="1"/>
                </a:xfrm>
                <a:prstGeom prst="line">
                  <a:avLst/>
                </a:prstGeom>
                <a:noFill/>
                <a:ln w="0">
                  <a:solidFill>
                    <a:srgbClr val="000000"/>
                  </a:solidFill>
                  <a:round/>
                  <a:headEnd/>
                  <a:tailEnd/>
                </a:ln>
              </p:spPr>
              <p:txBody>
                <a:bodyPr/>
                <a:lstStyle/>
                <a:p>
                  <a:endParaRPr lang="en-US"/>
                </a:p>
              </p:txBody>
            </p:sp>
            <p:sp>
              <p:nvSpPr>
                <p:cNvPr id="136365" name="Line 225"/>
                <p:cNvSpPr>
                  <a:spLocks noChangeShapeType="1"/>
                </p:cNvSpPr>
                <p:nvPr/>
              </p:nvSpPr>
              <p:spPr bwMode="auto">
                <a:xfrm>
                  <a:off x="2232" y="3276"/>
                  <a:ext cx="1" cy="1"/>
                </a:xfrm>
                <a:prstGeom prst="line">
                  <a:avLst/>
                </a:prstGeom>
                <a:noFill/>
                <a:ln w="0">
                  <a:solidFill>
                    <a:srgbClr val="000000"/>
                  </a:solidFill>
                  <a:round/>
                  <a:headEnd/>
                  <a:tailEnd/>
                </a:ln>
              </p:spPr>
              <p:txBody>
                <a:bodyPr/>
                <a:lstStyle/>
                <a:p>
                  <a:endParaRPr lang="en-US"/>
                </a:p>
              </p:txBody>
            </p:sp>
            <p:sp>
              <p:nvSpPr>
                <p:cNvPr id="136366" name="Line 226"/>
                <p:cNvSpPr>
                  <a:spLocks noChangeShapeType="1"/>
                </p:cNvSpPr>
                <p:nvPr/>
              </p:nvSpPr>
              <p:spPr bwMode="auto">
                <a:xfrm>
                  <a:off x="2229" y="3278"/>
                  <a:ext cx="1" cy="1"/>
                </a:xfrm>
                <a:prstGeom prst="line">
                  <a:avLst/>
                </a:prstGeom>
                <a:noFill/>
                <a:ln w="0">
                  <a:solidFill>
                    <a:srgbClr val="000000"/>
                  </a:solidFill>
                  <a:round/>
                  <a:headEnd/>
                  <a:tailEnd/>
                </a:ln>
              </p:spPr>
              <p:txBody>
                <a:bodyPr/>
                <a:lstStyle/>
                <a:p>
                  <a:endParaRPr lang="en-US"/>
                </a:p>
              </p:txBody>
            </p:sp>
            <p:sp>
              <p:nvSpPr>
                <p:cNvPr id="136367" name="Line 227"/>
                <p:cNvSpPr>
                  <a:spLocks noChangeShapeType="1"/>
                </p:cNvSpPr>
                <p:nvPr/>
              </p:nvSpPr>
              <p:spPr bwMode="auto">
                <a:xfrm>
                  <a:off x="2228" y="3274"/>
                  <a:ext cx="1" cy="1"/>
                </a:xfrm>
                <a:prstGeom prst="line">
                  <a:avLst/>
                </a:prstGeom>
                <a:noFill/>
                <a:ln w="0">
                  <a:solidFill>
                    <a:srgbClr val="000000"/>
                  </a:solidFill>
                  <a:round/>
                  <a:headEnd/>
                  <a:tailEnd/>
                </a:ln>
              </p:spPr>
              <p:txBody>
                <a:bodyPr/>
                <a:lstStyle/>
                <a:p>
                  <a:endParaRPr lang="en-US"/>
                </a:p>
              </p:txBody>
            </p:sp>
            <p:sp>
              <p:nvSpPr>
                <p:cNvPr id="136368" name="Line 228"/>
                <p:cNvSpPr>
                  <a:spLocks noChangeShapeType="1"/>
                </p:cNvSpPr>
                <p:nvPr/>
              </p:nvSpPr>
              <p:spPr bwMode="auto">
                <a:xfrm>
                  <a:off x="2226" y="3278"/>
                  <a:ext cx="1" cy="1"/>
                </a:xfrm>
                <a:prstGeom prst="line">
                  <a:avLst/>
                </a:prstGeom>
                <a:noFill/>
                <a:ln w="0">
                  <a:solidFill>
                    <a:srgbClr val="000000"/>
                  </a:solidFill>
                  <a:round/>
                  <a:headEnd/>
                  <a:tailEnd/>
                </a:ln>
              </p:spPr>
              <p:txBody>
                <a:bodyPr/>
                <a:lstStyle/>
                <a:p>
                  <a:endParaRPr lang="en-US"/>
                </a:p>
              </p:txBody>
            </p:sp>
            <p:sp>
              <p:nvSpPr>
                <p:cNvPr id="136369" name="Line 229"/>
                <p:cNvSpPr>
                  <a:spLocks noChangeShapeType="1"/>
                </p:cNvSpPr>
                <p:nvPr/>
              </p:nvSpPr>
              <p:spPr bwMode="auto">
                <a:xfrm>
                  <a:off x="2223" y="3273"/>
                  <a:ext cx="1" cy="1"/>
                </a:xfrm>
                <a:prstGeom prst="line">
                  <a:avLst/>
                </a:prstGeom>
                <a:noFill/>
                <a:ln w="0">
                  <a:solidFill>
                    <a:srgbClr val="000000"/>
                  </a:solidFill>
                  <a:round/>
                  <a:headEnd/>
                  <a:tailEnd/>
                </a:ln>
              </p:spPr>
              <p:txBody>
                <a:bodyPr/>
                <a:lstStyle/>
                <a:p>
                  <a:endParaRPr lang="en-US"/>
                </a:p>
              </p:txBody>
            </p:sp>
            <p:sp>
              <p:nvSpPr>
                <p:cNvPr id="136370" name="Line 230"/>
                <p:cNvSpPr>
                  <a:spLocks noChangeShapeType="1"/>
                </p:cNvSpPr>
                <p:nvPr/>
              </p:nvSpPr>
              <p:spPr bwMode="auto">
                <a:xfrm>
                  <a:off x="2220" y="3284"/>
                  <a:ext cx="1" cy="1"/>
                </a:xfrm>
                <a:prstGeom prst="line">
                  <a:avLst/>
                </a:prstGeom>
                <a:noFill/>
                <a:ln w="0">
                  <a:solidFill>
                    <a:srgbClr val="000000"/>
                  </a:solidFill>
                  <a:round/>
                  <a:headEnd/>
                  <a:tailEnd/>
                </a:ln>
              </p:spPr>
              <p:txBody>
                <a:bodyPr/>
                <a:lstStyle/>
                <a:p>
                  <a:endParaRPr lang="en-US"/>
                </a:p>
              </p:txBody>
            </p:sp>
            <p:sp>
              <p:nvSpPr>
                <p:cNvPr id="136371" name="Line 231"/>
                <p:cNvSpPr>
                  <a:spLocks noChangeShapeType="1"/>
                </p:cNvSpPr>
                <p:nvPr/>
              </p:nvSpPr>
              <p:spPr bwMode="auto">
                <a:xfrm>
                  <a:off x="2219" y="3264"/>
                  <a:ext cx="1" cy="1"/>
                </a:xfrm>
                <a:prstGeom prst="line">
                  <a:avLst/>
                </a:prstGeom>
                <a:noFill/>
                <a:ln w="0">
                  <a:solidFill>
                    <a:srgbClr val="000000"/>
                  </a:solidFill>
                  <a:round/>
                  <a:headEnd/>
                  <a:tailEnd/>
                </a:ln>
              </p:spPr>
              <p:txBody>
                <a:bodyPr/>
                <a:lstStyle/>
                <a:p>
                  <a:endParaRPr lang="en-US"/>
                </a:p>
              </p:txBody>
            </p:sp>
            <p:sp>
              <p:nvSpPr>
                <p:cNvPr id="136372" name="Line 232"/>
                <p:cNvSpPr>
                  <a:spLocks noChangeShapeType="1"/>
                </p:cNvSpPr>
                <p:nvPr/>
              </p:nvSpPr>
              <p:spPr bwMode="auto">
                <a:xfrm>
                  <a:off x="2217" y="3249"/>
                  <a:ext cx="1" cy="1"/>
                </a:xfrm>
                <a:prstGeom prst="line">
                  <a:avLst/>
                </a:prstGeom>
                <a:noFill/>
                <a:ln w="0">
                  <a:solidFill>
                    <a:srgbClr val="000000"/>
                  </a:solidFill>
                  <a:round/>
                  <a:headEnd/>
                  <a:tailEnd/>
                </a:ln>
              </p:spPr>
              <p:txBody>
                <a:bodyPr/>
                <a:lstStyle/>
                <a:p>
                  <a:endParaRPr lang="en-US"/>
                </a:p>
              </p:txBody>
            </p:sp>
            <p:sp>
              <p:nvSpPr>
                <p:cNvPr id="136373" name="Line 233"/>
                <p:cNvSpPr>
                  <a:spLocks noChangeShapeType="1"/>
                </p:cNvSpPr>
                <p:nvPr/>
              </p:nvSpPr>
              <p:spPr bwMode="auto">
                <a:xfrm>
                  <a:off x="2214" y="3249"/>
                  <a:ext cx="1" cy="1"/>
                </a:xfrm>
                <a:prstGeom prst="line">
                  <a:avLst/>
                </a:prstGeom>
                <a:noFill/>
                <a:ln w="0">
                  <a:solidFill>
                    <a:srgbClr val="000000"/>
                  </a:solidFill>
                  <a:round/>
                  <a:headEnd/>
                  <a:tailEnd/>
                </a:ln>
              </p:spPr>
              <p:txBody>
                <a:bodyPr/>
                <a:lstStyle/>
                <a:p>
                  <a:endParaRPr lang="en-US"/>
                </a:p>
              </p:txBody>
            </p:sp>
            <p:sp>
              <p:nvSpPr>
                <p:cNvPr id="136374" name="Line 234"/>
                <p:cNvSpPr>
                  <a:spLocks noChangeShapeType="1"/>
                </p:cNvSpPr>
                <p:nvPr/>
              </p:nvSpPr>
              <p:spPr bwMode="auto">
                <a:xfrm>
                  <a:off x="2211" y="3249"/>
                  <a:ext cx="1" cy="1"/>
                </a:xfrm>
                <a:prstGeom prst="line">
                  <a:avLst/>
                </a:prstGeom>
                <a:noFill/>
                <a:ln w="0">
                  <a:solidFill>
                    <a:srgbClr val="000000"/>
                  </a:solidFill>
                  <a:round/>
                  <a:headEnd/>
                  <a:tailEnd/>
                </a:ln>
              </p:spPr>
              <p:txBody>
                <a:bodyPr/>
                <a:lstStyle/>
                <a:p>
                  <a:endParaRPr lang="en-US"/>
                </a:p>
              </p:txBody>
            </p:sp>
            <p:sp>
              <p:nvSpPr>
                <p:cNvPr id="136375" name="Line 235"/>
                <p:cNvSpPr>
                  <a:spLocks noChangeShapeType="1"/>
                </p:cNvSpPr>
                <p:nvPr/>
              </p:nvSpPr>
              <p:spPr bwMode="auto">
                <a:xfrm>
                  <a:off x="2210" y="3255"/>
                  <a:ext cx="1" cy="1"/>
                </a:xfrm>
                <a:prstGeom prst="line">
                  <a:avLst/>
                </a:prstGeom>
                <a:noFill/>
                <a:ln w="0">
                  <a:solidFill>
                    <a:srgbClr val="000000"/>
                  </a:solidFill>
                  <a:round/>
                  <a:headEnd/>
                  <a:tailEnd/>
                </a:ln>
              </p:spPr>
              <p:txBody>
                <a:bodyPr/>
                <a:lstStyle/>
                <a:p>
                  <a:endParaRPr lang="en-US"/>
                </a:p>
              </p:txBody>
            </p:sp>
            <p:sp>
              <p:nvSpPr>
                <p:cNvPr id="136376" name="Line 236"/>
                <p:cNvSpPr>
                  <a:spLocks noChangeShapeType="1"/>
                </p:cNvSpPr>
                <p:nvPr/>
              </p:nvSpPr>
              <p:spPr bwMode="auto">
                <a:xfrm>
                  <a:off x="2207" y="3251"/>
                  <a:ext cx="1" cy="1"/>
                </a:xfrm>
                <a:prstGeom prst="line">
                  <a:avLst/>
                </a:prstGeom>
                <a:noFill/>
                <a:ln w="0">
                  <a:solidFill>
                    <a:srgbClr val="000000"/>
                  </a:solidFill>
                  <a:round/>
                  <a:headEnd/>
                  <a:tailEnd/>
                </a:ln>
              </p:spPr>
              <p:txBody>
                <a:bodyPr/>
                <a:lstStyle/>
                <a:p>
                  <a:endParaRPr lang="en-US"/>
                </a:p>
              </p:txBody>
            </p:sp>
            <p:sp>
              <p:nvSpPr>
                <p:cNvPr id="136377" name="Line 237"/>
                <p:cNvSpPr>
                  <a:spLocks noChangeShapeType="1"/>
                </p:cNvSpPr>
                <p:nvPr/>
              </p:nvSpPr>
              <p:spPr bwMode="auto">
                <a:xfrm>
                  <a:off x="2205" y="3250"/>
                  <a:ext cx="1" cy="1"/>
                </a:xfrm>
                <a:prstGeom prst="line">
                  <a:avLst/>
                </a:prstGeom>
                <a:noFill/>
                <a:ln w="0">
                  <a:solidFill>
                    <a:srgbClr val="000000"/>
                  </a:solidFill>
                  <a:round/>
                  <a:headEnd/>
                  <a:tailEnd/>
                </a:ln>
              </p:spPr>
              <p:txBody>
                <a:bodyPr/>
                <a:lstStyle/>
                <a:p>
                  <a:endParaRPr lang="en-US"/>
                </a:p>
              </p:txBody>
            </p:sp>
            <p:sp>
              <p:nvSpPr>
                <p:cNvPr id="136378" name="Line 238"/>
                <p:cNvSpPr>
                  <a:spLocks noChangeShapeType="1"/>
                </p:cNvSpPr>
                <p:nvPr/>
              </p:nvSpPr>
              <p:spPr bwMode="auto">
                <a:xfrm>
                  <a:off x="2204" y="3258"/>
                  <a:ext cx="1" cy="1"/>
                </a:xfrm>
                <a:prstGeom prst="line">
                  <a:avLst/>
                </a:prstGeom>
                <a:noFill/>
                <a:ln w="0">
                  <a:solidFill>
                    <a:srgbClr val="000000"/>
                  </a:solidFill>
                  <a:round/>
                  <a:headEnd/>
                  <a:tailEnd/>
                </a:ln>
              </p:spPr>
              <p:txBody>
                <a:bodyPr/>
                <a:lstStyle/>
                <a:p>
                  <a:endParaRPr lang="en-US"/>
                </a:p>
              </p:txBody>
            </p:sp>
            <p:sp>
              <p:nvSpPr>
                <p:cNvPr id="136379" name="Line 239"/>
                <p:cNvSpPr>
                  <a:spLocks noChangeShapeType="1"/>
                </p:cNvSpPr>
                <p:nvPr/>
              </p:nvSpPr>
              <p:spPr bwMode="auto">
                <a:xfrm>
                  <a:off x="2201" y="3253"/>
                  <a:ext cx="1" cy="1"/>
                </a:xfrm>
                <a:prstGeom prst="line">
                  <a:avLst/>
                </a:prstGeom>
                <a:noFill/>
                <a:ln w="0">
                  <a:solidFill>
                    <a:srgbClr val="000000"/>
                  </a:solidFill>
                  <a:round/>
                  <a:headEnd/>
                  <a:tailEnd/>
                </a:ln>
              </p:spPr>
              <p:txBody>
                <a:bodyPr/>
                <a:lstStyle/>
                <a:p>
                  <a:endParaRPr lang="en-US"/>
                </a:p>
              </p:txBody>
            </p:sp>
            <p:sp>
              <p:nvSpPr>
                <p:cNvPr id="136380" name="Line 240"/>
                <p:cNvSpPr>
                  <a:spLocks noChangeShapeType="1"/>
                </p:cNvSpPr>
                <p:nvPr/>
              </p:nvSpPr>
              <p:spPr bwMode="auto">
                <a:xfrm>
                  <a:off x="2198" y="3268"/>
                  <a:ext cx="1" cy="1"/>
                </a:xfrm>
                <a:prstGeom prst="line">
                  <a:avLst/>
                </a:prstGeom>
                <a:noFill/>
                <a:ln w="0">
                  <a:solidFill>
                    <a:srgbClr val="000000"/>
                  </a:solidFill>
                  <a:round/>
                  <a:headEnd/>
                  <a:tailEnd/>
                </a:ln>
              </p:spPr>
              <p:txBody>
                <a:bodyPr/>
                <a:lstStyle/>
                <a:p>
                  <a:endParaRPr lang="en-US"/>
                </a:p>
              </p:txBody>
            </p:sp>
            <p:sp>
              <p:nvSpPr>
                <p:cNvPr id="136381" name="Line 241"/>
                <p:cNvSpPr>
                  <a:spLocks noChangeShapeType="1"/>
                </p:cNvSpPr>
                <p:nvPr/>
              </p:nvSpPr>
              <p:spPr bwMode="auto">
                <a:xfrm>
                  <a:off x="2196" y="3273"/>
                  <a:ext cx="1" cy="1"/>
                </a:xfrm>
                <a:prstGeom prst="line">
                  <a:avLst/>
                </a:prstGeom>
                <a:noFill/>
                <a:ln w="0">
                  <a:solidFill>
                    <a:srgbClr val="000000"/>
                  </a:solidFill>
                  <a:round/>
                  <a:headEnd/>
                  <a:tailEnd/>
                </a:ln>
              </p:spPr>
              <p:txBody>
                <a:bodyPr/>
                <a:lstStyle/>
                <a:p>
                  <a:endParaRPr lang="en-US"/>
                </a:p>
              </p:txBody>
            </p:sp>
            <p:sp>
              <p:nvSpPr>
                <p:cNvPr id="136382" name="Line 242"/>
                <p:cNvSpPr>
                  <a:spLocks noChangeShapeType="1"/>
                </p:cNvSpPr>
                <p:nvPr/>
              </p:nvSpPr>
              <p:spPr bwMode="auto">
                <a:xfrm>
                  <a:off x="2194" y="3270"/>
                  <a:ext cx="1" cy="1"/>
                </a:xfrm>
                <a:prstGeom prst="line">
                  <a:avLst/>
                </a:prstGeom>
                <a:noFill/>
                <a:ln w="0">
                  <a:solidFill>
                    <a:srgbClr val="000000"/>
                  </a:solidFill>
                  <a:round/>
                  <a:headEnd/>
                  <a:tailEnd/>
                </a:ln>
              </p:spPr>
              <p:txBody>
                <a:bodyPr/>
                <a:lstStyle/>
                <a:p>
                  <a:endParaRPr lang="en-US"/>
                </a:p>
              </p:txBody>
            </p:sp>
            <p:sp>
              <p:nvSpPr>
                <p:cNvPr id="136383" name="Line 243"/>
                <p:cNvSpPr>
                  <a:spLocks noChangeShapeType="1"/>
                </p:cNvSpPr>
                <p:nvPr/>
              </p:nvSpPr>
              <p:spPr bwMode="auto">
                <a:xfrm>
                  <a:off x="2192" y="3269"/>
                  <a:ext cx="1" cy="1"/>
                </a:xfrm>
                <a:prstGeom prst="line">
                  <a:avLst/>
                </a:prstGeom>
                <a:noFill/>
                <a:ln w="0">
                  <a:solidFill>
                    <a:srgbClr val="000000"/>
                  </a:solidFill>
                  <a:round/>
                  <a:headEnd/>
                  <a:tailEnd/>
                </a:ln>
              </p:spPr>
              <p:txBody>
                <a:bodyPr/>
                <a:lstStyle/>
                <a:p>
                  <a:endParaRPr lang="en-US"/>
                </a:p>
              </p:txBody>
            </p:sp>
            <p:sp>
              <p:nvSpPr>
                <p:cNvPr id="136384" name="Line 244"/>
                <p:cNvSpPr>
                  <a:spLocks noChangeShapeType="1"/>
                </p:cNvSpPr>
                <p:nvPr/>
              </p:nvSpPr>
              <p:spPr bwMode="auto">
                <a:xfrm>
                  <a:off x="2189" y="3273"/>
                  <a:ext cx="1" cy="1"/>
                </a:xfrm>
                <a:prstGeom prst="line">
                  <a:avLst/>
                </a:prstGeom>
                <a:noFill/>
                <a:ln w="0">
                  <a:solidFill>
                    <a:srgbClr val="000000"/>
                  </a:solidFill>
                  <a:round/>
                  <a:headEnd/>
                  <a:tailEnd/>
                </a:ln>
              </p:spPr>
              <p:txBody>
                <a:bodyPr/>
                <a:lstStyle/>
                <a:p>
                  <a:endParaRPr lang="en-US"/>
                </a:p>
              </p:txBody>
            </p:sp>
            <p:sp>
              <p:nvSpPr>
                <p:cNvPr id="136385" name="Line 245"/>
                <p:cNvSpPr>
                  <a:spLocks noChangeShapeType="1"/>
                </p:cNvSpPr>
                <p:nvPr/>
              </p:nvSpPr>
              <p:spPr bwMode="auto">
                <a:xfrm>
                  <a:off x="2188" y="3264"/>
                  <a:ext cx="1" cy="1"/>
                </a:xfrm>
                <a:prstGeom prst="line">
                  <a:avLst/>
                </a:prstGeom>
                <a:noFill/>
                <a:ln w="0">
                  <a:solidFill>
                    <a:srgbClr val="000000"/>
                  </a:solidFill>
                  <a:round/>
                  <a:headEnd/>
                  <a:tailEnd/>
                </a:ln>
              </p:spPr>
              <p:txBody>
                <a:bodyPr/>
                <a:lstStyle/>
                <a:p>
                  <a:endParaRPr lang="en-US"/>
                </a:p>
              </p:txBody>
            </p:sp>
            <p:sp>
              <p:nvSpPr>
                <p:cNvPr id="136386" name="Line 246"/>
                <p:cNvSpPr>
                  <a:spLocks noChangeShapeType="1"/>
                </p:cNvSpPr>
                <p:nvPr/>
              </p:nvSpPr>
              <p:spPr bwMode="auto">
                <a:xfrm>
                  <a:off x="2185" y="3275"/>
                  <a:ext cx="1" cy="1"/>
                </a:xfrm>
                <a:prstGeom prst="line">
                  <a:avLst/>
                </a:prstGeom>
                <a:noFill/>
                <a:ln w="0">
                  <a:solidFill>
                    <a:srgbClr val="000000"/>
                  </a:solidFill>
                  <a:round/>
                  <a:headEnd/>
                  <a:tailEnd/>
                </a:ln>
              </p:spPr>
              <p:txBody>
                <a:bodyPr/>
                <a:lstStyle/>
                <a:p>
                  <a:endParaRPr lang="en-US"/>
                </a:p>
              </p:txBody>
            </p:sp>
            <p:sp>
              <p:nvSpPr>
                <p:cNvPr id="136387" name="Line 247"/>
                <p:cNvSpPr>
                  <a:spLocks noChangeShapeType="1"/>
                </p:cNvSpPr>
                <p:nvPr/>
              </p:nvSpPr>
              <p:spPr bwMode="auto">
                <a:xfrm>
                  <a:off x="2183" y="3296"/>
                  <a:ext cx="1" cy="1"/>
                </a:xfrm>
                <a:prstGeom prst="line">
                  <a:avLst/>
                </a:prstGeom>
                <a:noFill/>
                <a:ln w="0">
                  <a:solidFill>
                    <a:srgbClr val="000000"/>
                  </a:solidFill>
                  <a:round/>
                  <a:headEnd/>
                  <a:tailEnd/>
                </a:ln>
              </p:spPr>
              <p:txBody>
                <a:bodyPr/>
                <a:lstStyle/>
                <a:p>
                  <a:endParaRPr lang="en-US"/>
                </a:p>
              </p:txBody>
            </p:sp>
            <p:sp>
              <p:nvSpPr>
                <p:cNvPr id="136388" name="Line 248"/>
                <p:cNvSpPr>
                  <a:spLocks noChangeShapeType="1"/>
                </p:cNvSpPr>
                <p:nvPr/>
              </p:nvSpPr>
              <p:spPr bwMode="auto">
                <a:xfrm>
                  <a:off x="2180" y="3278"/>
                  <a:ext cx="1" cy="1"/>
                </a:xfrm>
                <a:prstGeom prst="line">
                  <a:avLst/>
                </a:prstGeom>
                <a:noFill/>
                <a:ln w="0">
                  <a:solidFill>
                    <a:srgbClr val="000000"/>
                  </a:solidFill>
                  <a:round/>
                  <a:headEnd/>
                  <a:tailEnd/>
                </a:ln>
              </p:spPr>
              <p:txBody>
                <a:bodyPr/>
                <a:lstStyle/>
                <a:p>
                  <a:endParaRPr lang="en-US"/>
                </a:p>
              </p:txBody>
            </p:sp>
            <p:sp>
              <p:nvSpPr>
                <p:cNvPr id="136389" name="Line 249"/>
                <p:cNvSpPr>
                  <a:spLocks noChangeShapeType="1"/>
                </p:cNvSpPr>
                <p:nvPr/>
              </p:nvSpPr>
              <p:spPr bwMode="auto">
                <a:xfrm>
                  <a:off x="2179" y="3281"/>
                  <a:ext cx="1" cy="1"/>
                </a:xfrm>
                <a:prstGeom prst="line">
                  <a:avLst/>
                </a:prstGeom>
                <a:noFill/>
                <a:ln w="0">
                  <a:solidFill>
                    <a:srgbClr val="000000"/>
                  </a:solidFill>
                  <a:round/>
                  <a:headEnd/>
                  <a:tailEnd/>
                </a:ln>
              </p:spPr>
              <p:txBody>
                <a:bodyPr/>
                <a:lstStyle/>
                <a:p>
                  <a:endParaRPr lang="en-US"/>
                </a:p>
              </p:txBody>
            </p:sp>
            <p:sp>
              <p:nvSpPr>
                <p:cNvPr id="136390" name="Line 250"/>
                <p:cNvSpPr>
                  <a:spLocks noChangeShapeType="1"/>
                </p:cNvSpPr>
                <p:nvPr/>
              </p:nvSpPr>
              <p:spPr bwMode="auto">
                <a:xfrm>
                  <a:off x="2176" y="3273"/>
                  <a:ext cx="1" cy="1"/>
                </a:xfrm>
                <a:prstGeom prst="line">
                  <a:avLst/>
                </a:prstGeom>
                <a:noFill/>
                <a:ln w="0">
                  <a:solidFill>
                    <a:srgbClr val="000000"/>
                  </a:solidFill>
                  <a:round/>
                  <a:headEnd/>
                  <a:tailEnd/>
                </a:ln>
              </p:spPr>
              <p:txBody>
                <a:bodyPr/>
                <a:lstStyle/>
                <a:p>
                  <a:endParaRPr lang="en-US"/>
                </a:p>
              </p:txBody>
            </p:sp>
            <p:sp>
              <p:nvSpPr>
                <p:cNvPr id="136391" name="Line 251"/>
                <p:cNvSpPr>
                  <a:spLocks noChangeShapeType="1"/>
                </p:cNvSpPr>
                <p:nvPr/>
              </p:nvSpPr>
              <p:spPr bwMode="auto">
                <a:xfrm>
                  <a:off x="2174" y="3267"/>
                  <a:ext cx="1" cy="1"/>
                </a:xfrm>
                <a:prstGeom prst="line">
                  <a:avLst/>
                </a:prstGeom>
                <a:noFill/>
                <a:ln w="0">
                  <a:solidFill>
                    <a:srgbClr val="000000"/>
                  </a:solidFill>
                  <a:round/>
                  <a:headEnd/>
                  <a:tailEnd/>
                </a:ln>
              </p:spPr>
              <p:txBody>
                <a:bodyPr/>
                <a:lstStyle/>
                <a:p>
                  <a:endParaRPr lang="en-US"/>
                </a:p>
              </p:txBody>
            </p:sp>
            <p:sp>
              <p:nvSpPr>
                <p:cNvPr id="136392" name="Line 252"/>
                <p:cNvSpPr>
                  <a:spLocks noChangeShapeType="1"/>
                </p:cNvSpPr>
                <p:nvPr/>
              </p:nvSpPr>
              <p:spPr bwMode="auto">
                <a:xfrm>
                  <a:off x="2172" y="3282"/>
                  <a:ext cx="1" cy="1"/>
                </a:xfrm>
                <a:prstGeom prst="line">
                  <a:avLst/>
                </a:prstGeom>
                <a:noFill/>
                <a:ln w="0">
                  <a:solidFill>
                    <a:srgbClr val="000000"/>
                  </a:solidFill>
                  <a:round/>
                  <a:headEnd/>
                  <a:tailEnd/>
                </a:ln>
              </p:spPr>
              <p:txBody>
                <a:bodyPr/>
                <a:lstStyle/>
                <a:p>
                  <a:endParaRPr lang="en-US"/>
                </a:p>
              </p:txBody>
            </p:sp>
            <p:sp>
              <p:nvSpPr>
                <p:cNvPr id="136393" name="Line 253"/>
                <p:cNvSpPr>
                  <a:spLocks noChangeShapeType="1"/>
                </p:cNvSpPr>
                <p:nvPr/>
              </p:nvSpPr>
              <p:spPr bwMode="auto">
                <a:xfrm>
                  <a:off x="2170" y="3287"/>
                  <a:ext cx="1" cy="1"/>
                </a:xfrm>
                <a:prstGeom prst="line">
                  <a:avLst/>
                </a:prstGeom>
                <a:noFill/>
                <a:ln w="0">
                  <a:solidFill>
                    <a:srgbClr val="000000"/>
                  </a:solidFill>
                  <a:round/>
                  <a:headEnd/>
                  <a:tailEnd/>
                </a:ln>
              </p:spPr>
              <p:txBody>
                <a:bodyPr/>
                <a:lstStyle/>
                <a:p>
                  <a:endParaRPr lang="en-US"/>
                </a:p>
              </p:txBody>
            </p:sp>
            <p:sp>
              <p:nvSpPr>
                <p:cNvPr id="136394" name="Line 254"/>
                <p:cNvSpPr>
                  <a:spLocks noChangeShapeType="1"/>
                </p:cNvSpPr>
                <p:nvPr/>
              </p:nvSpPr>
              <p:spPr bwMode="auto">
                <a:xfrm>
                  <a:off x="2167" y="3265"/>
                  <a:ext cx="1" cy="1"/>
                </a:xfrm>
                <a:prstGeom prst="line">
                  <a:avLst/>
                </a:prstGeom>
                <a:noFill/>
                <a:ln w="0">
                  <a:solidFill>
                    <a:srgbClr val="000000"/>
                  </a:solidFill>
                  <a:round/>
                  <a:headEnd/>
                  <a:tailEnd/>
                </a:ln>
              </p:spPr>
              <p:txBody>
                <a:bodyPr/>
                <a:lstStyle/>
                <a:p>
                  <a:endParaRPr lang="en-US"/>
                </a:p>
              </p:txBody>
            </p:sp>
            <p:sp>
              <p:nvSpPr>
                <p:cNvPr id="136395" name="Line 255"/>
                <p:cNvSpPr>
                  <a:spLocks noChangeShapeType="1"/>
                </p:cNvSpPr>
                <p:nvPr/>
              </p:nvSpPr>
              <p:spPr bwMode="auto">
                <a:xfrm>
                  <a:off x="2165" y="3277"/>
                  <a:ext cx="1" cy="1"/>
                </a:xfrm>
                <a:prstGeom prst="line">
                  <a:avLst/>
                </a:prstGeom>
                <a:noFill/>
                <a:ln w="0">
                  <a:solidFill>
                    <a:srgbClr val="000000"/>
                  </a:solidFill>
                  <a:round/>
                  <a:headEnd/>
                  <a:tailEnd/>
                </a:ln>
              </p:spPr>
              <p:txBody>
                <a:bodyPr/>
                <a:lstStyle/>
                <a:p>
                  <a:endParaRPr lang="en-US"/>
                </a:p>
              </p:txBody>
            </p:sp>
            <p:sp>
              <p:nvSpPr>
                <p:cNvPr id="136396" name="Freeform 256"/>
                <p:cNvSpPr>
                  <a:spLocks/>
                </p:cNvSpPr>
                <p:nvPr/>
              </p:nvSpPr>
              <p:spPr bwMode="auto">
                <a:xfrm>
                  <a:off x="2165" y="3249"/>
                  <a:ext cx="297" cy="69"/>
                </a:xfrm>
                <a:custGeom>
                  <a:avLst/>
                  <a:gdLst>
                    <a:gd name="T0" fmla="*/ 0 w 1486"/>
                    <a:gd name="T1" fmla="*/ 0 h 413"/>
                    <a:gd name="T2" fmla="*/ 0 w 1486"/>
                    <a:gd name="T3" fmla="*/ 0 h 413"/>
                    <a:gd name="T4" fmla="*/ 0 w 1486"/>
                    <a:gd name="T5" fmla="*/ 0 h 413"/>
                    <a:gd name="T6" fmla="*/ 0 w 1486"/>
                    <a:gd name="T7" fmla="*/ 0 h 413"/>
                    <a:gd name="T8" fmla="*/ 0 w 1486"/>
                    <a:gd name="T9" fmla="*/ 0 h 413"/>
                    <a:gd name="T10" fmla="*/ 0 w 1486"/>
                    <a:gd name="T11" fmla="*/ 0 h 413"/>
                    <a:gd name="T12" fmla="*/ 0 w 1486"/>
                    <a:gd name="T13" fmla="*/ 0 h 413"/>
                    <a:gd name="T14" fmla="*/ 0 w 1486"/>
                    <a:gd name="T15" fmla="*/ 0 h 413"/>
                    <a:gd name="T16" fmla="*/ 0 w 1486"/>
                    <a:gd name="T17" fmla="*/ 0 h 413"/>
                    <a:gd name="T18" fmla="*/ 0 w 1486"/>
                    <a:gd name="T19" fmla="*/ 0 h 413"/>
                    <a:gd name="T20" fmla="*/ 0 w 1486"/>
                    <a:gd name="T21" fmla="*/ 0 h 413"/>
                    <a:gd name="T22" fmla="*/ 0 w 1486"/>
                    <a:gd name="T23" fmla="*/ 0 h 413"/>
                    <a:gd name="T24" fmla="*/ 0 w 1486"/>
                    <a:gd name="T25" fmla="*/ 0 h 413"/>
                    <a:gd name="T26" fmla="*/ 0 w 1486"/>
                    <a:gd name="T27" fmla="*/ 0 h 413"/>
                    <a:gd name="T28" fmla="*/ 0 w 1486"/>
                    <a:gd name="T29" fmla="*/ 0 h 413"/>
                    <a:gd name="T30" fmla="*/ 0 w 1486"/>
                    <a:gd name="T31" fmla="*/ 0 h 413"/>
                    <a:gd name="T32" fmla="*/ 0 w 1486"/>
                    <a:gd name="T33" fmla="*/ 0 h 413"/>
                    <a:gd name="T34" fmla="*/ 0 w 1486"/>
                    <a:gd name="T35" fmla="*/ 0 h 413"/>
                    <a:gd name="T36" fmla="*/ 0 w 1486"/>
                    <a:gd name="T37" fmla="*/ 0 h 413"/>
                    <a:gd name="T38" fmla="*/ 0 w 1486"/>
                    <a:gd name="T39" fmla="*/ 0 h 413"/>
                    <a:gd name="T40" fmla="*/ 0 w 1486"/>
                    <a:gd name="T41" fmla="*/ 0 h 413"/>
                    <a:gd name="T42" fmla="*/ 0 w 1486"/>
                    <a:gd name="T43" fmla="*/ 0 h 413"/>
                    <a:gd name="T44" fmla="*/ 0 w 1486"/>
                    <a:gd name="T45" fmla="*/ 0 h 413"/>
                    <a:gd name="T46" fmla="*/ 0 w 1486"/>
                    <a:gd name="T47" fmla="*/ 0 h 413"/>
                    <a:gd name="T48" fmla="*/ 0 w 1486"/>
                    <a:gd name="T49" fmla="*/ 0 h 413"/>
                    <a:gd name="T50" fmla="*/ 0 w 1486"/>
                    <a:gd name="T51" fmla="*/ 0 h 413"/>
                    <a:gd name="T52" fmla="*/ 0 w 1486"/>
                    <a:gd name="T53" fmla="*/ 0 h 413"/>
                    <a:gd name="T54" fmla="*/ 0 w 1486"/>
                    <a:gd name="T55" fmla="*/ 0 h 413"/>
                    <a:gd name="T56" fmla="*/ 0 w 1486"/>
                    <a:gd name="T57" fmla="*/ 0 h 413"/>
                    <a:gd name="T58" fmla="*/ 0 w 1486"/>
                    <a:gd name="T59" fmla="*/ 0 h 413"/>
                    <a:gd name="T60" fmla="*/ 0 w 1486"/>
                    <a:gd name="T61" fmla="*/ 0 h 413"/>
                    <a:gd name="T62" fmla="*/ 0 w 1486"/>
                    <a:gd name="T63" fmla="*/ 0 h 413"/>
                    <a:gd name="T64" fmla="*/ 0 w 1486"/>
                    <a:gd name="T65" fmla="*/ 0 h 413"/>
                    <a:gd name="T66" fmla="*/ 0 w 1486"/>
                    <a:gd name="T67" fmla="*/ 0 h 413"/>
                    <a:gd name="T68" fmla="*/ 0 w 1486"/>
                    <a:gd name="T69" fmla="*/ 0 h 413"/>
                    <a:gd name="T70" fmla="*/ 0 w 1486"/>
                    <a:gd name="T71" fmla="*/ 0 h 413"/>
                    <a:gd name="T72" fmla="*/ 0 w 1486"/>
                    <a:gd name="T73" fmla="*/ 0 h 413"/>
                    <a:gd name="T74" fmla="*/ 0 w 1486"/>
                    <a:gd name="T75" fmla="*/ 0 h 413"/>
                    <a:gd name="T76" fmla="*/ 0 w 1486"/>
                    <a:gd name="T77" fmla="*/ 0 h 413"/>
                    <a:gd name="T78" fmla="*/ 0 w 1486"/>
                    <a:gd name="T79" fmla="*/ 0 h 413"/>
                    <a:gd name="T80" fmla="*/ 0 w 1486"/>
                    <a:gd name="T81" fmla="*/ 0 h 413"/>
                    <a:gd name="T82" fmla="*/ 0 w 1486"/>
                    <a:gd name="T83" fmla="*/ 0 h 413"/>
                    <a:gd name="T84" fmla="*/ 0 w 1486"/>
                    <a:gd name="T85" fmla="*/ 0 h 413"/>
                    <a:gd name="T86" fmla="*/ 0 w 1486"/>
                    <a:gd name="T87" fmla="*/ 0 h 41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486"/>
                    <a:gd name="T133" fmla="*/ 0 h 413"/>
                    <a:gd name="T134" fmla="*/ 1486 w 1486"/>
                    <a:gd name="T135" fmla="*/ 413 h 413"/>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486" h="413">
                      <a:moveTo>
                        <a:pt x="0" y="167"/>
                      </a:moveTo>
                      <a:lnTo>
                        <a:pt x="13" y="98"/>
                      </a:lnTo>
                      <a:lnTo>
                        <a:pt x="27" y="223"/>
                      </a:lnTo>
                      <a:lnTo>
                        <a:pt x="40" y="196"/>
                      </a:lnTo>
                      <a:lnTo>
                        <a:pt x="46" y="104"/>
                      </a:lnTo>
                      <a:lnTo>
                        <a:pt x="59" y="139"/>
                      </a:lnTo>
                      <a:lnTo>
                        <a:pt x="72" y="189"/>
                      </a:lnTo>
                      <a:lnTo>
                        <a:pt x="78" y="175"/>
                      </a:lnTo>
                      <a:lnTo>
                        <a:pt x="91" y="279"/>
                      </a:lnTo>
                      <a:lnTo>
                        <a:pt x="104" y="154"/>
                      </a:lnTo>
                      <a:lnTo>
                        <a:pt x="118" y="91"/>
                      </a:lnTo>
                      <a:lnTo>
                        <a:pt x="124" y="139"/>
                      </a:lnTo>
                      <a:lnTo>
                        <a:pt x="137" y="119"/>
                      </a:lnTo>
                      <a:lnTo>
                        <a:pt x="150" y="126"/>
                      </a:lnTo>
                      <a:lnTo>
                        <a:pt x="156" y="139"/>
                      </a:lnTo>
                      <a:lnTo>
                        <a:pt x="169" y="112"/>
                      </a:lnTo>
                      <a:lnTo>
                        <a:pt x="182" y="20"/>
                      </a:lnTo>
                      <a:lnTo>
                        <a:pt x="195" y="55"/>
                      </a:lnTo>
                      <a:lnTo>
                        <a:pt x="201" y="6"/>
                      </a:lnTo>
                      <a:lnTo>
                        <a:pt x="215" y="14"/>
                      </a:lnTo>
                      <a:lnTo>
                        <a:pt x="228" y="35"/>
                      </a:lnTo>
                      <a:lnTo>
                        <a:pt x="234" y="0"/>
                      </a:lnTo>
                      <a:lnTo>
                        <a:pt x="247" y="0"/>
                      </a:lnTo>
                      <a:lnTo>
                        <a:pt x="260" y="0"/>
                      </a:lnTo>
                      <a:lnTo>
                        <a:pt x="273" y="91"/>
                      </a:lnTo>
                      <a:lnTo>
                        <a:pt x="279" y="210"/>
                      </a:lnTo>
                      <a:lnTo>
                        <a:pt x="292" y="139"/>
                      </a:lnTo>
                      <a:lnTo>
                        <a:pt x="306" y="175"/>
                      </a:lnTo>
                      <a:lnTo>
                        <a:pt x="319" y="146"/>
                      </a:lnTo>
                      <a:lnTo>
                        <a:pt x="325" y="175"/>
                      </a:lnTo>
                      <a:lnTo>
                        <a:pt x="338" y="160"/>
                      </a:lnTo>
                      <a:lnTo>
                        <a:pt x="352" y="196"/>
                      </a:lnTo>
                      <a:lnTo>
                        <a:pt x="357" y="112"/>
                      </a:lnTo>
                      <a:lnTo>
                        <a:pt x="370" y="237"/>
                      </a:lnTo>
                      <a:lnTo>
                        <a:pt x="383" y="223"/>
                      </a:lnTo>
                      <a:lnTo>
                        <a:pt x="397" y="279"/>
                      </a:lnTo>
                      <a:lnTo>
                        <a:pt x="403" y="154"/>
                      </a:lnTo>
                      <a:lnTo>
                        <a:pt x="416" y="112"/>
                      </a:lnTo>
                      <a:lnTo>
                        <a:pt x="429" y="112"/>
                      </a:lnTo>
                      <a:lnTo>
                        <a:pt x="435" y="91"/>
                      </a:lnTo>
                      <a:lnTo>
                        <a:pt x="448" y="112"/>
                      </a:lnTo>
                      <a:lnTo>
                        <a:pt x="461" y="77"/>
                      </a:lnTo>
                      <a:lnTo>
                        <a:pt x="474" y="119"/>
                      </a:lnTo>
                      <a:lnTo>
                        <a:pt x="480" y="35"/>
                      </a:lnTo>
                      <a:lnTo>
                        <a:pt x="494" y="62"/>
                      </a:lnTo>
                      <a:lnTo>
                        <a:pt x="507" y="77"/>
                      </a:lnTo>
                      <a:lnTo>
                        <a:pt x="520" y="154"/>
                      </a:lnTo>
                      <a:lnTo>
                        <a:pt x="526" y="112"/>
                      </a:lnTo>
                      <a:lnTo>
                        <a:pt x="540" y="104"/>
                      </a:lnTo>
                      <a:lnTo>
                        <a:pt x="552" y="112"/>
                      </a:lnTo>
                      <a:lnTo>
                        <a:pt x="558" y="48"/>
                      </a:lnTo>
                      <a:lnTo>
                        <a:pt x="571" y="189"/>
                      </a:lnTo>
                      <a:lnTo>
                        <a:pt x="585" y="146"/>
                      </a:lnTo>
                      <a:lnTo>
                        <a:pt x="598" y="77"/>
                      </a:lnTo>
                      <a:lnTo>
                        <a:pt x="604" y="48"/>
                      </a:lnTo>
                      <a:lnTo>
                        <a:pt x="617" y="154"/>
                      </a:lnTo>
                      <a:lnTo>
                        <a:pt x="631" y="104"/>
                      </a:lnTo>
                      <a:lnTo>
                        <a:pt x="636" y="154"/>
                      </a:lnTo>
                      <a:lnTo>
                        <a:pt x="649" y="237"/>
                      </a:lnTo>
                      <a:lnTo>
                        <a:pt x="662" y="230"/>
                      </a:lnTo>
                      <a:lnTo>
                        <a:pt x="676" y="189"/>
                      </a:lnTo>
                      <a:lnTo>
                        <a:pt x="682" y="181"/>
                      </a:lnTo>
                      <a:lnTo>
                        <a:pt x="695" y="252"/>
                      </a:lnTo>
                      <a:lnTo>
                        <a:pt x="708" y="196"/>
                      </a:lnTo>
                      <a:lnTo>
                        <a:pt x="715" y="48"/>
                      </a:lnTo>
                      <a:lnTo>
                        <a:pt x="728" y="48"/>
                      </a:lnTo>
                      <a:lnTo>
                        <a:pt x="740" y="181"/>
                      </a:lnTo>
                      <a:lnTo>
                        <a:pt x="753" y="210"/>
                      </a:lnTo>
                      <a:lnTo>
                        <a:pt x="760" y="91"/>
                      </a:lnTo>
                      <a:lnTo>
                        <a:pt x="773" y="48"/>
                      </a:lnTo>
                      <a:lnTo>
                        <a:pt x="786" y="215"/>
                      </a:lnTo>
                      <a:lnTo>
                        <a:pt x="799" y="252"/>
                      </a:lnTo>
                      <a:lnTo>
                        <a:pt x="806" y="160"/>
                      </a:lnTo>
                      <a:lnTo>
                        <a:pt x="819" y="210"/>
                      </a:lnTo>
                      <a:lnTo>
                        <a:pt x="831" y="91"/>
                      </a:lnTo>
                      <a:lnTo>
                        <a:pt x="837" y="0"/>
                      </a:lnTo>
                      <a:lnTo>
                        <a:pt x="851" y="175"/>
                      </a:lnTo>
                      <a:lnTo>
                        <a:pt x="864" y="28"/>
                      </a:lnTo>
                      <a:lnTo>
                        <a:pt x="877" y="83"/>
                      </a:lnTo>
                      <a:lnTo>
                        <a:pt x="883" y="104"/>
                      </a:lnTo>
                      <a:lnTo>
                        <a:pt x="897" y="154"/>
                      </a:lnTo>
                      <a:lnTo>
                        <a:pt x="910" y="154"/>
                      </a:lnTo>
                      <a:lnTo>
                        <a:pt x="915" y="230"/>
                      </a:lnTo>
                      <a:lnTo>
                        <a:pt x="928" y="146"/>
                      </a:lnTo>
                      <a:lnTo>
                        <a:pt x="941" y="371"/>
                      </a:lnTo>
                      <a:lnTo>
                        <a:pt x="955" y="112"/>
                      </a:lnTo>
                      <a:lnTo>
                        <a:pt x="961" y="244"/>
                      </a:lnTo>
                      <a:lnTo>
                        <a:pt x="974" y="265"/>
                      </a:lnTo>
                      <a:lnTo>
                        <a:pt x="987" y="413"/>
                      </a:lnTo>
                      <a:lnTo>
                        <a:pt x="994" y="189"/>
                      </a:lnTo>
                      <a:lnTo>
                        <a:pt x="1007" y="223"/>
                      </a:lnTo>
                      <a:lnTo>
                        <a:pt x="1019" y="328"/>
                      </a:lnTo>
                      <a:lnTo>
                        <a:pt x="1032" y="189"/>
                      </a:lnTo>
                      <a:lnTo>
                        <a:pt x="1039" y="210"/>
                      </a:lnTo>
                      <a:lnTo>
                        <a:pt x="1052" y="62"/>
                      </a:lnTo>
                      <a:lnTo>
                        <a:pt x="1065" y="20"/>
                      </a:lnTo>
                      <a:lnTo>
                        <a:pt x="1078" y="0"/>
                      </a:lnTo>
                      <a:lnTo>
                        <a:pt x="1085" y="62"/>
                      </a:lnTo>
                      <a:lnTo>
                        <a:pt x="1098" y="210"/>
                      </a:lnTo>
                      <a:lnTo>
                        <a:pt x="1111" y="104"/>
                      </a:lnTo>
                      <a:lnTo>
                        <a:pt x="1116" y="43"/>
                      </a:lnTo>
                      <a:lnTo>
                        <a:pt x="1130" y="28"/>
                      </a:lnTo>
                      <a:lnTo>
                        <a:pt x="1143" y="160"/>
                      </a:lnTo>
                      <a:lnTo>
                        <a:pt x="1156" y="189"/>
                      </a:lnTo>
                      <a:lnTo>
                        <a:pt x="1162" y="35"/>
                      </a:lnTo>
                      <a:lnTo>
                        <a:pt x="1176" y="119"/>
                      </a:lnTo>
                      <a:lnTo>
                        <a:pt x="1189" y="146"/>
                      </a:lnTo>
                      <a:lnTo>
                        <a:pt x="1196" y="112"/>
                      </a:lnTo>
                      <a:lnTo>
                        <a:pt x="1207" y="55"/>
                      </a:lnTo>
                      <a:lnTo>
                        <a:pt x="1221" y="175"/>
                      </a:lnTo>
                      <a:lnTo>
                        <a:pt x="1234" y="104"/>
                      </a:lnTo>
                      <a:lnTo>
                        <a:pt x="1240" y="189"/>
                      </a:lnTo>
                      <a:lnTo>
                        <a:pt x="1253" y="321"/>
                      </a:lnTo>
                      <a:lnTo>
                        <a:pt x="1267" y="167"/>
                      </a:lnTo>
                      <a:lnTo>
                        <a:pt x="1274" y="215"/>
                      </a:lnTo>
                      <a:lnTo>
                        <a:pt x="1286" y="139"/>
                      </a:lnTo>
                      <a:lnTo>
                        <a:pt x="1298" y="6"/>
                      </a:lnTo>
                      <a:lnTo>
                        <a:pt x="1312" y="119"/>
                      </a:lnTo>
                      <a:lnTo>
                        <a:pt x="1319" y="356"/>
                      </a:lnTo>
                      <a:lnTo>
                        <a:pt x="1331" y="265"/>
                      </a:lnTo>
                      <a:lnTo>
                        <a:pt x="1344" y="307"/>
                      </a:lnTo>
                      <a:lnTo>
                        <a:pt x="1358" y="237"/>
                      </a:lnTo>
                      <a:lnTo>
                        <a:pt x="1364" y="210"/>
                      </a:lnTo>
                      <a:lnTo>
                        <a:pt x="1377" y="196"/>
                      </a:lnTo>
                      <a:lnTo>
                        <a:pt x="1390" y="160"/>
                      </a:lnTo>
                      <a:lnTo>
                        <a:pt x="1397" y="279"/>
                      </a:lnTo>
                      <a:lnTo>
                        <a:pt x="1409" y="342"/>
                      </a:lnTo>
                      <a:lnTo>
                        <a:pt x="1422" y="119"/>
                      </a:lnTo>
                      <a:lnTo>
                        <a:pt x="1435" y="91"/>
                      </a:lnTo>
                      <a:lnTo>
                        <a:pt x="1442" y="104"/>
                      </a:lnTo>
                      <a:lnTo>
                        <a:pt x="1455" y="119"/>
                      </a:lnTo>
                      <a:lnTo>
                        <a:pt x="1468" y="175"/>
                      </a:lnTo>
                      <a:lnTo>
                        <a:pt x="1475" y="175"/>
                      </a:lnTo>
                      <a:lnTo>
                        <a:pt x="1486" y="146"/>
                      </a:lnTo>
                    </a:path>
                  </a:pathLst>
                </a:custGeom>
                <a:noFill/>
                <a:ln w="1588">
                  <a:solidFill>
                    <a:srgbClr val="000000"/>
                  </a:solidFill>
                  <a:round/>
                  <a:headEnd/>
                  <a:tailEnd/>
                </a:ln>
              </p:spPr>
              <p:txBody>
                <a:bodyPr/>
                <a:lstStyle/>
                <a:p>
                  <a:endParaRPr lang="en-US"/>
                </a:p>
              </p:txBody>
            </p:sp>
            <p:sp>
              <p:nvSpPr>
                <p:cNvPr id="136397" name="Freeform 257"/>
                <p:cNvSpPr>
                  <a:spLocks/>
                </p:cNvSpPr>
                <p:nvPr/>
              </p:nvSpPr>
              <p:spPr bwMode="auto">
                <a:xfrm>
                  <a:off x="2165" y="3274"/>
                  <a:ext cx="223" cy="1"/>
                </a:xfrm>
                <a:custGeom>
                  <a:avLst/>
                  <a:gdLst>
                    <a:gd name="T0" fmla="*/ 0 w 1116"/>
                    <a:gd name="T1" fmla="*/ 0 h 1"/>
                    <a:gd name="T2" fmla="*/ 0 w 1116"/>
                    <a:gd name="T3" fmla="*/ 0 h 1"/>
                    <a:gd name="T4" fmla="*/ 0 w 1116"/>
                    <a:gd name="T5" fmla="*/ 0 h 1"/>
                    <a:gd name="T6" fmla="*/ 0 w 1116"/>
                    <a:gd name="T7" fmla="*/ 0 h 1"/>
                    <a:gd name="T8" fmla="*/ 0 w 1116"/>
                    <a:gd name="T9" fmla="*/ 0 h 1"/>
                    <a:gd name="T10" fmla="*/ 0 w 1116"/>
                    <a:gd name="T11" fmla="*/ 0 h 1"/>
                    <a:gd name="T12" fmla="*/ 0 w 1116"/>
                    <a:gd name="T13" fmla="*/ 0 h 1"/>
                    <a:gd name="T14" fmla="*/ 0 w 1116"/>
                    <a:gd name="T15" fmla="*/ 0 h 1"/>
                    <a:gd name="T16" fmla="*/ 0 w 1116"/>
                    <a:gd name="T17" fmla="*/ 0 h 1"/>
                    <a:gd name="T18" fmla="*/ 0 w 1116"/>
                    <a:gd name="T19" fmla="*/ 0 h 1"/>
                    <a:gd name="T20" fmla="*/ 0 w 1116"/>
                    <a:gd name="T21" fmla="*/ 0 h 1"/>
                    <a:gd name="T22" fmla="*/ 0 w 1116"/>
                    <a:gd name="T23" fmla="*/ 0 h 1"/>
                    <a:gd name="T24" fmla="*/ 0 w 1116"/>
                    <a:gd name="T25" fmla="*/ 0 h 1"/>
                    <a:gd name="T26" fmla="*/ 0 w 1116"/>
                    <a:gd name="T27" fmla="*/ 0 h 1"/>
                    <a:gd name="T28" fmla="*/ 0 w 1116"/>
                    <a:gd name="T29" fmla="*/ 0 h 1"/>
                    <a:gd name="T30" fmla="*/ 0 w 1116"/>
                    <a:gd name="T31" fmla="*/ 0 h 1"/>
                    <a:gd name="T32" fmla="*/ 0 w 1116"/>
                    <a:gd name="T33" fmla="*/ 0 h 1"/>
                    <a:gd name="T34" fmla="*/ 0 w 1116"/>
                    <a:gd name="T35" fmla="*/ 0 h 1"/>
                    <a:gd name="T36" fmla="*/ 0 w 1116"/>
                    <a:gd name="T37" fmla="*/ 0 h 1"/>
                    <a:gd name="T38" fmla="*/ 0 w 1116"/>
                    <a:gd name="T39" fmla="*/ 0 h 1"/>
                    <a:gd name="T40" fmla="*/ 0 w 1116"/>
                    <a:gd name="T41" fmla="*/ 0 h 1"/>
                    <a:gd name="T42" fmla="*/ 0 w 1116"/>
                    <a:gd name="T43" fmla="*/ 0 h 1"/>
                    <a:gd name="T44" fmla="*/ 0 w 1116"/>
                    <a:gd name="T45" fmla="*/ 0 h 1"/>
                    <a:gd name="T46" fmla="*/ 0 w 1116"/>
                    <a:gd name="T47" fmla="*/ 0 h 1"/>
                    <a:gd name="T48" fmla="*/ 0 w 1116"/>
                    <a:gd name="T49" fmla="*/ 0 h 1"/>
                    <a:gd name="T50" fmla="*/ 0 w 1116"/>
                    <a:gd name="T51" fmla="*/ 0 h 1"/>
                    <a:gd name="T52" fmla="*/ 0 w 1116"/>
                    <a:gd name="T53" fmla="*/ 0 h 1"/>
                    <a:gd name="T54" fmla="*/ 0 w 1116"/>
                    <a:gd name="T55" fmla="*/ 0 h 1"/>
                    <a:gd name="T56" fmla="*/ 0 w 1116"/>
                    <a:gd name="T57" fmla="*/ 0 h 1"/>
                    <a:gd name="T58" fmla="*/ 0 w 1116"/>
                    <a:gd name="T59" fmla="*/ 0 h 1"/>
                    <a:gd name="T60" fmla="*/ 0 w 1116"/>
                    <a:gd name="T61" fmla="*/ 0 h 1"/>
                    <a:gd name="T62" fmla="*/ 0 w 1116"/>
                    <a:gd name="T63" fmla="*/ 0 h 1"/>
                    <a:gd name="T64" fmla="*/ 0 w 1116"/>
                    <a:gd name="T65" fmla="*/ 0 h 1"/>
                    <a:gd name="T66" fmla="*/ 0 w 1116"/>
                    <a:gd name="T67" fmla="*/ 0 h 1"/>
                    <a:gd name="T68" fmla="*/ 0 w 1116"/>
                    <a:gd name="T69" fmla="*/ 0 h 1"/>
                    <a:gd name="T70" fmla="*/ 0 w 1116"/>
                    <a:gd name="T71" fmla="*/ 0 h 1"/>
                    <a:gd name="T72" fmla="*/ 0 w 1116"/>
                    <a:gd name="T73" fmla="*/ 0 h 1"/>
                    <a:gd name="T74" fmla="*/ 0 w 1116"/>
                    <a:gd name="T75" fmla="*/ 0 h 1"/>
                    <a:gd name="T76" fmla="*/ 0 w 1116"/>
                    <a:gd name="T77" fmla="*/ 0 h 1"/>
                    <a:gd name="T78" fmla="*/ 0 w 1116"/>
                    <a:gd name="T79" fmla="*/ 0 h 1"/>
                    <a:gd name="T80" fmla="*/ 0 w 1116"/>
                    <a:gd name="T81" fmla="*/ 0 h 1"/>
                    <a:gd name="T82" fmla="*/ 0 w 1116"/>
                    <a:gd name="T83" fmla="*/ 0 h 1"/>
                    <a:gd name="T84" fmla="*/ 0 w 1116"/>
                    <a:gd name="T85" fmla="*/ 0 h 1"/>
                    <a:gd name="T86" fmla="*/ 0 w 1116"/>
                    <a:gd name="T87" fmla="*/ 0 h 1"/>
                    <a:gd name="T88" fmla="*/ 0 w 1116"/>
                    <a:gd name="T89" fmla="*/ 0 h 1"/>
                    <a:gd name="T90" fmla="*/ 0 w 1116"/>
                    <a:gd name="T91" fmla="*/ 0 h 1"/>
                    <a:gd name="T92" fmla="*/ 0 w 1116"/>
                    <a:gd name="T93" fmla="*/ 0 h 1"/>
                    <a:gd name="T94" fmla="*/ 0 w 1116"/>
                    <a:gd name="T95" fmla="*/ 0 h 1"/>
                    <a:gd name="T96" fmla="*/ 0 w 1116"/>
                    <a:gd name="T97" fmla="*/ 0 h 1"/>
                    <a:gd name="T98" fmla="*/ 0 w 1116"/>
                    <a:gd name="T99" fmla="*/ 0 h 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16"/>
                    <a:gd name="T151" fmla="*/ 0 h 1"/>
                    <a:gd name="T152" fmla="*/ 1116 w 1116"/>
                    <a:gd name="T153" fmla="*/ 1 h 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16" h="1">
                      <a:moveTo>
                        <a:pt x="0" y="0"/>
                      </a:moveTo>
                      <a:lnTo>
                        <a:pt x="6" y="0"/>
                      </a:lnTo>
                      <a:lnTo>
                        <a:pt x="19" y="0"/>
                      </a:lnTo>
                      <a:lnTo>
                        <a:pt x="33" y="0"/>
                      </a:lnTo>
                      <a:lnTo>
                        <a:pt x="40" y="0"/>
                      </a:lnTo>
                      <a:lnTo>
                        <a:pt x="52" y="0"/>
                      </a:lnTo>
                      <a:lnTo>
                        <a:pt x="64" y="0"/>
                      </a:lnTo>
                      <a:lnTo>
                        <a:pt x="78" y="0"/>
                      </a:lnTo>
                      <a:lnTo>
                        <a:pt x="84" y="0"/>
                      </a:lnTo>
                      <a:lnTo>
                        <a:pt x="97" y="0"/>
                      </a:lnTo>
                      <a:lnTo>
                        <a:pt x="110" y="0"/>
                      </a:lnTo>
                      <a:lnTo>
                        <a:pt x="118" y="0"/>
                      </a:lnTo>
                      <a:lnTo>
                        <a:pt x="130" y="0"/>
                      </a:lnTo>
                      <a:lnTo>
                        <a:pt x="143" y="0"/>
                      </a:lnTo>
                      <a:lnTo>
                        <a:pt x="156" y="0"/>
                      </a:lnTo>
                      <a:lnTo>
                        <a:pt x="164" y="0"/>
                      </a:lnTo>
                      <a:lnTo>
                        <a:pt x="175" y="0"/>
                      </a:lnTo>
                      <a:lnTo>
                        <a:pt x="188" y="0"/>
                      </a:lnTo>
                      <a:lnTo>
                        <a:pt x="195" y="0"/>
                      </a:lnTo>
                      <a:lnTo>
                        <a:pt x="208" y="0"/>
                      </a:lnTo>
                      <a:lnTo>
                        <a:pt x="221" y="0"/>
                      </a:lnTo>
                      <a:lnTo>
                        <a:pt x="234" y="0"/>
                      </a:lnTo>
                      <a:lnTo>
                        <a:pt x="241" y="0"/>
                      </a:lnTo>
                      <a:lnTo>
                        <a:pt x="253" y="0"/>
                      </a:lnTo>
                      <a:lnTo>
                        <a:pt x="266" y="0"/>
                      </a:lnTo>
                      <a:lnTo>
                        <a:pt x="279" y="0"/>
                      </a:lnTo>
                      <a:lnTo>
                        <a:pt x="286" y="0"/>
                      </a:lnTo>
                      <a:lnTo>
                        <a:pt x="299" y="0"/>
                      </a:lnTo>
                      <a:lnTo>
                        <a:pt x="312" y="0"/>
                      </a:lnTo>
                      <a:lnTo>
                        <a:pt x="319" y="0"/>
                      </a:lnTo>
                      <a:lnTo>
                        <a:pt x="331" y="0"/>
                      </a:lnTo>
                      <a:lnTo>
                        <a:pt x="345" y="0"/>
                      </a:lnTo>
                      <a:lnTo>
                        <a:pt x="357" y="0"/>
                      </a:lnTo>
                      <a:lnTo>
                        <a:pt x="364" y="0"/>
                      </a:lnTo>
                      <a:lnTo>
                        <a:pt x="376" y="0"/>
                      </a:lnTo>
                      <a:lnTo>
                        <a:pt x="389" y="0"/>
                      </a:lnTo>
                      <a:lnTo>
                        <a:pt x="397" y="0"/>
                      </a:lnTo>
                      <a:lnTo>
                        <a:pt x="410" y="0"/>
                      </a:lnTo>
                      <a:lnTo>
                        <a:pt x="422" y="0"/>
                      </a:lnTo>
                      <a:lnTo>
                        <a:pt x="435" y="0"/>
                      </a:lnTo>
                      <a:lnTo>
                        <a:pt x="443" y="0"/>
                      </a:lnTo>
                      <a:lnTo>
                        <a:pt x="454" y="0"/>
                      </a:lnTo>
                      <a:lnTo>
                        <a:pt x="467" y="0"/>
                      </a:lnTo>
                      <a:lnTo>
                        <a:pt x="474" y="0"/>
                      </a:lnTo>
                      <a:lnTo>
                        <a:pt x="488" y="0"/>
                      </a:lnTo>
                      <a:lnTo>
                        <a:pt x="500" y="0"/>
                      </a:lnTo>
                      <a:lnTo>
                        <a:pt x="513" y="0"/>
                      </a:lnTo>
                      <a:lnTo>
                        <a:pt x="520" y="0"/>
                      </a:lnTo>
                      <a:lnTo>
                        <a:pt x="534" y="0"/>
                      </a:lnTo>
                      <a:lnTo>
                        <a:pt x="545" y="0"/>
                      </a:lnTo>
                      <a:lnTo>
                        <a:pt x="558" y="0"/>
                      </a:lnTo>
                      <a:lnTo>
                        <a:pt x="565" y="0"/>
                      </a:lnTo>
                      <a:lnTo>
                        <a:pt x="578" y="0"/>
                      </a:lnTo>
                      <a:lnTo>
                        <a:pt x="591" y="0"/>
                      </a:lnTo>
                      <a:lnTo>
                        <a:pt x="598" y="0"/>
                      </a:lnTo>
                      <a:lnTo>
                        <a:pt x="611" y="0"/>
                      </a:lnTo>
                      <a:lnTo>
                        <a:pt x="624" y="0"/>
                      </a:lnTo>
                      <a:lnTo>
                        <a:pt x="636" y="0"/>
                      </a:lnTo>
                      <a:lnTo>
                        <a:pt x="643" y="0"/>
                      </a:lnTo>
                      <a:lnTo>
                        <a:pt x="656" y="0"/>
                      </a:lnTo>
                      <a:lnTo>
                        <a:pt x="669" y="0"/>
                      </a:lnTo>
                      <a:lnTo>
                        <a:pt x="676" y="0"/>
                      </a:lnTo>
                      <a:lnTo>
                        <a:pt x="689" y="0"/>
                      </a:lnTo>
                      <a:lnTo>
                        <a:pt x="701" y="0"/>
                      </a:lnTo>
                      <a:lnTo>
                        <a:pt x="715" y="0"/>
                      </a:lnTo>
                      <a:lnTo>
                        <a:pt x="722" y="0"/>
                      </a:lnTo>
                      <a:lnTo>
                        <a:pt x="735" y="0"/>
                      </a:lnTo>
                      <a:lnTo>
                        <a:pt x="746" y="0"/>
                      </a:lnTo>
                      <a:lnTo>
                        <a:pt x="753" y="0"/>
                      </a:lnTo>
                      <a:lnTo>
                        <a:pt x="767" y="0"/>
                      </a:lnTo>
                      <a:lnTo>
                        <a:pt x="780" y="0"/>
                      </a:lnTo>
                      <a:lnTo>
                        <a:pt x="792" y="0"/>
                      </a:lnTo>
                      <a:lnTo>
                        <a:pt x="799" y="0"/>
                      </a:lnTo>
                      <a:lnTo>
                        <a:pt x="813" y="0"/>
                      </a:lnTo>
                      <a:lnTo>
                        <a:pt x="826" y="0"/>
                      </a:lnTo>
                      <a:lnTo>
                        <a:pt x="837" y="0"/>
                      </a:lnTo>
                      <a:lnTo>
                        <a:pt x="844" y="0"/>
                      </a:lnTo>
                      <a:lnTo>
                        <a:pt x="858" y="0"/>
                      </a:lnTo>
                      <a:lnTo>
                        <a:pt x="870" y="0"/>
                      </a:lnTo>
                      <a:lnTo>
                        <a:pt x="877" y="0"/>
                      </a:lnTo>
                      <a:lnTo>
                        <a:pt x="890" y="0"/>
                      </a:lnTo>
                      <a:lnTo>
                        <a:pt x="904" y="0"/>
                      </a:lnTo>
                      <a:lnTo>
                        <a:pt x="915" y="0"/>
                      </a:lnTo>
                      <a:lnTo>
                        <a:pt x="923" y="0"/>
                      </a:lnTo>
                      <a:lnTo>
                        <a:pt x="935" y="0"/>
                      </a:lnTo>
                      <a:lnTo>
                        <a:pt x="949" y="0"/>
                      </a:lnTo>
                      <a:lnTo>
                        <a:pt x="955" y="0"/>
                      </a:lnTo>
                      <a:lnTo>
                        <a:pt x="968" y="0"/>
                      </a:lnTo>
                      <a:lnTo>
                        <a:pt x="981" y="0"/>
                      </a:lnTo>
                      <a:lnTo>
                        <a:pt x="994" y="0"/>
                      </a:lnTo>
                      <a:lnTo>
                        <a:pt x="1001" y="0"/>
                      </a:lnTo>
                      <a:lnTo>
                        <a:pt x="1014" y="0"/>
                      </a:lnTo>
                      <a:lnTo>
                        <a:pt x="1026" y="0"/>
                      </a:lnTo>
                      <a:lnTo>
                        <a:pt x="1039" y="0"/>
                      </a:lnTo>
                      <a:lnTo>
                        <a:pt x="1046" y="0"/>
                      </a:lnTo>
                      <a:lnTo>
                        <a:pt x="1059" y="0"/>
                      </a:lnTo>
                      <a:lnTo>
                        <a:pt x="1072" y="0"/>
                      </a:lnTo>
                      <a:lnTo>
                        <a:pt x="1078" y="0"/>
                      </a:lnTo>
                      <a:lnTo>
                        <a:pt x="1092" y="0"/>
                      </a:lnTo>
                      <a:lnTo>
                        <a:pt x="1105" y="0"/>
                      </a:lnTo>
                      <a:lnTo>
                        <a:pt x="1116" y="0"/>
                      </a:lnTo>
                    </a:path>
                  </a:pathLst>
                </a:custGeom>
                <a:noFill/>
                <a:ln w="1588">
                  <a:solidFill>
                    <a:srgbClr val="00FF00"/>
                  </a:solidFill>
                  <a:round/>
                  <a:headEnd/>
                  <a:tailEnd/>
                </a:ln>
              </p:spPr>
              <p:txBody>
                <a:bodyPr/>
                <a:lstStyle/>
                <a:p>
                  <a:endParaRPr lang="en-US"/>
                </a:p>
              </p:txBody>
            </p:sp>
            <p:sp>
              <p:nvSpPr>
                <p:cNvPr id="136398" name="Freeform 258"/>
                <p:cNvSpPr>
                  <a:spLocks/>
                </p:cNvSpPr>
                <p:nvPr/>
              </p:nvSpPr>
              <p:spPr bwMode="auto">
                <a:xfrm>
                  <a:off x="2388" y="3274"/>
                  <a:ext cx="76" cy="1"/>
                </a:xfrm>
                <a:custGeom>
                  <a:avLst/>
                  <a:gdLst>
                    <a:gd name="T0" fmla="*/ 0 w 379"/>
                    <a:gd name="T1" fmla="*/ 0 h 1"/>
                    <a:gd name="T2" fmla="*/ 0 w 379"/>
                    <a:gd name="T3" fmla="*/ 0 h 1"/>
                    <a:gd name="T4" fmla="*/ 0 w 379"/>
                    <a:gd name="T5" fmla="*/ 0 h 1"/>
                    <a:gd name="T6" fmla="*/ 0 w 379"/>
                    <a:gd name="T7" fmla="*/ 0 h 1"/>
                    <a:gd name="T8" fmla="*/ 0 w 379"/>
                    <a:gd name="T9" fmla="*/ 0 h 1"/>
                    <a:gd name="T10" fmla="*/ 0 w 379"/>
                    <a:gd name="T11" fmla="*/ 0 h 1"/>
                    <a:gd name="T12" fmla="*/ 0 w 379"/>
                    <a:gd name="T13" fmla="*/ 0 h 1"/>
                    <a:gd name="T14" fmla="*/ 0 w 379"/>
                    <a:gd name="T15" fmla="*/ 0 h 1"/>
                    <a:gd name="T16" fmla="*/ 0 w 379"/>
                    <a:gd name="T17" fmla="*/ 0 h 1"/>
                    <a:gd name="T18" fmla="*/ 0 w 379"/>
                    <a:gd name="T19" fmla="*/ 0 h 1"/>
                    <a:gd name="T20" fmla="*/ 0 w 379"/>
                    <a:gd name="T21" fmla="*/ 0 h 1"/>
                    <a:gd name="T22" fmla="*/ 0 w 379"/>
                    <a:gd name="T23" fmla="*/ 0 h 1"/>
                    <a:gd name="T24" fmla="*/ 0 w 379"/>
                    <a:gd name="T25" fmla="*/ 0 h 1"/>
                    <a:gd name="T26" fmla="*/ 0 w 379"/>
                    <a:gd name="T27" fmla="*/ 0 h 1"/>
                    <a:gd name="T28" fmla="*/ 0 w 379"/>
                    <a:gd name="T29" fmla="*/ 0 h 1"/>
                    <a:gd name="T30" fmla="*/ 0 w 379"/>
                    <a:gd name="T31" fmla="*/ 0 h 1"/>
                    <a:gd name="T32" fmla="*/ 0 w 379"/>
                    <a:gd name="T33" fmla="*/ 0 h 1"/>
                    <a:gd name="T34" fmla="*/ 0 w 379"/>
                    <a:gd name="T35" fmla="*/ 0 h 1"/>
                    <a:gd name="T36" fmla="*/ 0 w 379"/>
                    <a:gd name="T37" fmla="*/ 0 h 1"/>
                    <a:gd name="T38" fmla="*/ 0 w 379"/>
                    <a:gd name="T39" fmla="*/ 0 h 1"/>
                    <a:gd name="T40" fmla="*/ 0 w 379"/>
                    <a:gd name="T41" fmla="*/ 0 h 1"/>
                    <a:gd name="T42" fmla="*/ 0 w 379"/>
                    <a:gd name="T43" fmla="*/ 0 h 1"/>
                    <a:gd name="T44" fmla="*/ 0 w 379"/>
                    <a:gd name="T45" fmla="*/ 0 h 1"/>
                    <a:gd name="T46" fmla="*/ 0 w 379"/>
                    <a:gd name="T47" fmla="*/ 0 h 1"/>
                    <a:gd name="T48" fmla="*/ 0 w 379"/>
                    <a:gd name="T49" fmla="*/ 0 h 1"/>
                    <a:gd name="T50" fmla="*/ 0 w 379"/>
                    <a:gd name="T51" fmla="*/ 0 h 1"/>
                    <a:gd name="T52" fmla="*/ 0 w 379"/>
                    <a:gd name="T53" fmla="*/ 0 h 1"/>
                    <a:gd name="T54" fmla="*/ 0 w 379"/>
                    <a:gd name="T55" fmla="*/ 0 h 1"/>
                    <a:gd name="T56" fmla="*/ 0 w 379"/>
                    <a:gd name="T57" fmla="*/ 0 h 1"/>
                    <a:gd name="T58" fmla="*/ 0 w 379"/>
                    <a:gd name="T59" fmla="*/ 0 h 1"/>
                    <a:gd name="T60" fmla="*/ 0 w 379"/>
                    <a:gd name="T61" fmla="*/ 0 h 1"/>
                    <a:gd name="T62" fmla="*/ 0 w 379"/>
                    <a:gd name="T63" fmla="*/ 0 h 1"/>
                    <a:gd name="T64" fmla="*/ 0 w 379"/>
                    <a:gd name="T65" fmla="*/ 0 h 1"/>
                    <a:gd name="T66" fmla="*/ 0 w 379"/>
                    <a:gd name="T67" fmla="*/ 0 h 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79"/>
                    <a:gd name="T103" fmla="*/ 0 h 1"/>
                    <a:gd name="T104" fmla="*/ 379 w 379"/>
                    <a:gd name="T105" fmla="*/ 1 h 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79" h="1">
                      <a:moveTo>
                        <a:pt x="0" y="0"/>
                      </a:moveTo>
                      <a:lnTo>
                        <a:pt x="0" y="0"/>
                      </a:lnTo>
                      <a:lnTo>
                        <a:pt x="7" y="0"/>
                      </a:lnTo>
                      <a:lnTo>
                        <a:pt x="21" y="0"/>
                      </a:lnTo>
                      <a:lnTo>
                        <a:pt x="34" y="0"/>
                      </a:lnTo>
                      <a:lnTo>
                        <a:pt x="40" y="0"/>
                      </a:lnTo>
                      <a:lnTo>
                        <a:pt x="53" y="0"/>
                      </a:lnTo>
                      <a:lnTo>
                        <a:pt x="67" y="0"/>
                      </a:lnTo>
                      <a:lnTo>
                        <a:pt x="80" y="0"/>
                      </a:lnTo>
                      <a:lnTo>
                        <a:pt x="86" y="0"/>
                      </a:lnTo>
                      <a:lnTo>
                        <a:pt x="98" y="0"/>
                      </a:lnTo>
                      <a:lnTo>
                        <a:pt x="112" y="0"/>
                      </a:lnTo>
                      <a:lnTo>
                        <a:pt x="118" y="0"/>
                      </a:lnTo>
                      <a:lnTo>
                        <a:pt x="131" y="0"/>
                      </a:lnTo>
                      <a:lnTo>
                        <a:pt x="144" y="0"/>
                      </a:lnTo>
                      <a:lnTo>
                        <a:pt x="158" y="0"/>
                      </a:lnTo>
                      <a:lnTo>
                        <a:pt x="164" y="0"/>
                      </a:lnTo>
                      <a:lnTo>
                        <a:pt x="177" y="0"/>
                      </a:lnTo>
                      <a:lnTo>
                        <a:pt x="190" y="0"/>
                      </a:lnTo>
                      <a:lnTo>
                        <a:pt x="203" y="0"/>
                      </a:lnTo>
                      <a:lnTo>
                        <a:pt x="209" y="0"/>
                      </a:lnTo>
                      <a:lnTo>
                        <a:pt x="222" y="0"/>
                      </a:lnTo>
                      <a:lnTo>
                        <a:pt x="235" y="0"/>
                      </a:lnTo>
                      <a:lnTo>
                        <a:pt x="242" y="0"/>
                      </a:lnTo>
                      <a:lnTo>
                        <a:pt x="255" y="0"/>
                      </a:lnTo>
                      <a:lnTo>
                        <a:pt x="268" y="0"/>
                      </a:lnTo>
                      <a:lnTo>
                        <a:pt x="281" y="0"/>
                      </a:lnTo>
                      <a:lnTo>
                        <a:pt x="287" y="0"/>
                      </a:lnTo>
                      <a:lnTo>
                        <a:pt x="300" y="0"/>
                      </a:lnTo>
                      <a:lnTo>
                        <a:pt x="313" y="0"/>
                      </a:lnTo>
                      <a:lnTo>
                        <a:pt x="319" y="0"/>
                      </a:lnTo>
                      <a:lnTo>
                        <a:pt x="333" y="0"/>
                      </a:lnTo>
                      <a:lnTo>
                        <a:pt x="346" y="0"/>
                      </a:lnTo>
                      <a:lnTo>
                        <a:pt x="359" y="0"/>
                      </a:lnTo>
                      <a:lnTo>
                        <a:pt x="365" y="0"/>
                      </a:lnTo>
                      <a:lnTo>
                        <a:pt x="379" y="0"/>
                      </a:lnTo>
                    </a:path>
                  </a:pathLst>
                </a:custGeom>
                <a:noFill/>
                <a:ln w="1588">
                  <a:solidFill>
                    <a:srgbClr val="00FF00"/>
                  </a:solidFill>
                  <a:round/>
                  <a:headEnd/>
                  <a:tailEnd/>
                </a:ln>
              </p:spPr>
              <p:txBody>
                <a:bodyPr/>
                <a:lstStyle/>
                <a:p>
                  <a:endParaRPr lang="en-US"/>
                </a:p>
              </p:txBody>
            </p:sp>
            <p:sp>
              <p:nvSpPr>
                <p:cNvPr id="136399" name="Freeform 259"/>
                <p:cNvSpPr>
                  <a:spLocks/>
                </p:cNvSpPr>
                <p:nvPr/>
              </p:nvSpPr>
              <p:spPr bwMode="auto">
                <a:xfrm>
                  <a:off x="2165" y="3243"/>
                  <a:ext cx="223" cy="1"/>
                </a:xfrm>
                <a:custGeom>
                  <a:avLst/>
                  <a:gdLst>
                    <a:gd name="T0" fmla="*/ 0 w 1116"/>
                    <a:gd name="T1" fmla="*/ 0 h 1"/>
                    <a:gd name="T2" fmla="*/ 0 w 1116"/>
                    <a:gd name="T3" fmla="*/ 0 h 1"/>
                    <a:gd name="T4" fmla="*/ 0 w 1116"/>
                    <a:gd name="T5" fmla="*/ 0 h 1"/>
                    <a:gd name="T6" fmla="*/ 0 w 1116"/>
                    <a:gd name="T7" fmla="*/ 0 h 1"/>
                    <a:gd name="T8" fmla="*/ 0 w 1116"/>
                    <a:gd name="T9" fmla="*/ 0 h 1"/>
                    <a:gd name="T10" fmla="*/ 0 w 1116"/>
                    <a:gd name="T11" fmla="*/ 0 h 1"/>
                    <a:gd name="T12" fmla="*/ 0 w 1116"/>
                    <a:gd name="T13" fmla="*/ 0 h 1"/>
                    <a:gd name="T14" fmla="*/ 0 w 1116"/>
                    <a:gd name="T15" fmla="*/ 0 h 1"/>
                    <a:gd name="T16" fmla="*/ 0 w 1116"/>
                    <a:gd name="T17" fmla="*/ 0 h 1"/>
                    <a:gd name="T18" fmla="*/ 0 w 1116"/>
                    <a:gd name="T19" fmla="*/ 0 h 1"/>
                    <a:gd name="T20" fmla="*/ 0 w 1116"/>
                    <a:gd name="T21" fmla="*/ 0 h 1"/>
                    <a:gd name="T22" fmla="*/ 0 w 1116"/>
                    <a:gd name="T23" fmla="*/ 0 h 1"/>
                    <a:gd name="T24" fmla="*/ 0 w 1116"/>
                    <a:gd name="T25" fmla="*/ 0 h 1"/>
                    <a:gd name="T26" fmla="*/ 0 w 1116"/>
                    <a:gd name="T27" fmla="*/ 0 h 1"/>
                    <a:gd name="T28" fmla="*/ 0 w 1116"/>
                    <a:gd name="T29" fmla="*/ 0 h 1"/>
                    <a:gd name="T30" fmla="*/ 0 w 1116"/>
                    <a:gd name="T31" fmla="*/ 0 h 1"/>
                    <a:gd name="T32" fmla="*/ 0 w 1116"/>
                    <a:gd name="T33" fmla="*/ 0 h 1"/>
                    <a:gd name="T34" fmla="*/ 0 w 1116"/>
                    <a:gd name="T35" fmla="*/ 0 h 1"/>
                    <a:gd name="T36" fmla="*/ 0 w 1116"/>
                    <a:gd name="T37" fmla="*/ 0 h 1"/>
                    <a:gd name="T38" fmla="*/ 0 w 1116"/>
                    <a:gd name="T39" fmla="*/ 0 h 1"/>
                    <a:gd name="T40" fmla="*/ 0 w 1116"/>
                    <a:gd name="T41" fmla="*/ 0 h 1"/>
                    <a:gd name="T42" fmla="*/ 0 w 1116"/>
                    <a:gd name="T43" fmla="*/ 0 h 1"/>
                    <a:gd name="T44" fmla="*/ 0 w 1116"/>
                    <a:gd name="T45" fmla="*/ 0 h 1"/>
                    <a:gd name="T46" fmla="*/ 0 w 1116"/>
                    <a:gd name="T47" fmla="*/ 0 h 1"/>
                    <a:gd name="T48" fmla="*/ 0 w 1116"/>
                    <a:gd name="T49" fmla="*/ 0 h 1"/>
                    <a:gd name="T50" fmla="*/ 0 w 1116"/>
                    <a:gd name="T51" fmla="*/ 0 h 1"/>
                    <a:gd name="T52" fmla="*/ 0 w 1116"/>
                    <a:gd name="T53" fmla="*/ 0 h 1"/>
                    <a:gd name="T54" fmla="*/ 0 w 1116"/>
                    <a:gd name="T55" fmla="*/ 0 h 1"/>
                    <a:gd name="T56" fmla="*/ 0 w 1116"/>
                    <a:gd name="T57" fmla="*/ 0 h 1"/>
                    <a:gd name="T58" fmla="*/ 0 w 1116"/>
                    <a:gd name="T59" fmla="*/ 0 h 1"/>
                    <a:gd name="T60" fmla="*/ 0 w 1116"/>
                    <a:gd name="T61" fmla="*/ 0 h 1"/>
                    <a:gd name="T62" fmla="*/ 0 w 1116"/>
                    <a:gd name="T63" fmla="*/ 0 h 1"/>
                    <a:gd name="T64" fmla="*/ 0 w 1116"/>
                    <a:gd name="T65" fmla="*/ 0 h 1"/>
                    <a:gd name="T66" fmla="*/ 0 w 1116"/>
                    <a:gd name="T67" fmla="*/ 0 h 1"/>
                    <a:gd name="T68" fmla="*/ 0 w 1116"/>
                    <a:gd name="T69" fmla="*/ 0 h 1"/>
                    <a:gd name="T70" fmla="*/ 0 w 1116"/>
                    <a:gd name="T71" fmla="*/ 0 h 1"/>
                    <a:gd name="T72" fmla="*/ 0 w 1116"/>
                    <a:gd name="T73" fmla="*/ 0 h 1"/>
                    <a:gd name="T74" fmla="*/ 0 w 1116"/>
                    <a:gd name="T75" fmla="*/ 0 h 1"/>
                    <a:gd name="T76" fmla="*/ 0 w 1116"/>
                    <a:gd name="T77" fmla="*/ 0 h 1"/>
                    <a:gd name="T78" fmla="*/ 0 w 1116"/>
                    <a:gd name="T79" fmla="*/ 0 h 1"/>
                    <a:gd name="T80" fmla="*/ 0 w 1116"/>
                    <a:gd name="T81" fmla="*/ 0 h 1"/>
                    <a:gd name="T82" fmla="*/ 0 w 1116"/>
                    <a:gd name="T83" fmla="*/ 0 h 1"/>
                    <a:gd name="T84" fmla="*/ 0 w 1116"/>
                    <a:gd name="T85" fmla="*/ 0 h 1"/>
                    <a:gd name="T86" fmla="*/ 0 w 1116"/>
                    <a:gd name="T87" fmla="*/ 0 h 1"/>
                    <a:gd name="T88" fmla="*/ 0 w 1116"/>
                    <a:gd name="T89" fmla="*/ 0 h 1"/>
                    <a:gd name="T90" fmla="*/ 0 w 1116"/>
                    <a:gd name="T91" fmla="*/ 0 h 1"/>
                    <a:gd name="T92" fmla="*/ 0 w 1116"/>
                    <a:gd name="T93" fmla="*/ 0 h 1"/>
                    <a:gd name="T94" fmla="*/ 0 w 1116"/>
                    <a:gd name="T95" fmla="*/ 0 h 1"/>
                    <a:gd name="T96" fmla="*/ 0 w 1116"/>
                    <a:gd name="T97" fmla="*/ 0 h 1"/>
                    <a:gd name="T98" fmla="*/ 0 w 1116"/>
                    <a:gd name="T99" fmla="*/ 0 h 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16"/>
                    <a:gd name="T151" fmla="*/ 0 h 1"/>
                    <a:gd name="T152" fmla="*/ 1116 w 1116"/>
                    <a:gd name="T153" fmla="*/ 1 h 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16" h="1">
                      <a:moveTo>
                        <a:pt x="0" y="0"/>
                      </a:moveTo>
                      <a:lnTo>
                        <a:pt x="6" y="0"/>
                      </a:lnTo>
                      <a:lnTo>
                        <a:pt x="19" y="0"/>
                      </a:lnTo>
                      <a:lnTo>
                        <a:pt x="33" y="0"/>
                      </a:lnTo>
                      <a:lnTo>
                        <a:pt x="40" y="0"/>
                      </a:lnTo>
                      <a:lnTo>
                        <a:pt x="52" y="0"/>
                      </a:lnTo>
                      <a:lnTo>
                        <a:pt x="64" y="0"/>
                      </a:lnTo>
                      <a:lnTo>
                        <a:pt x="78" y="0"/>
                      </a:lnTo>
                      <a:lnTo>
                        <a:pt x="84" y="0"/>
                      </a:lnTo>
                      <a:lnTo>
                        <a:pt x="97" y="0"/>
                      </a:lnTo>
                      <a:lnTo>
                        <a:pt x="110" y="0"/>
                      </a:lnTo>
                      <a:lnTo>
                        <a:pt x="118" y="0"/>
                      </a:lnTo>
                      <a:lnTo>
                        <a:pt x="130" y="0"/>
                      </a:lnTo>
                      <a:lnTo>
                        <a:pt x="143" y="0"/>
                      </a:lnTo>
                      <a:lnTo>
                        <a:pt x="156" y="0"/>
                      </a:lnTo>
                      <a:lnTo>
                        <a:pt x="164" y="0"/>
                      </a:lnTo>
                      <a:lnTo>
                        <a:pt x="175" y="0"/>
                      </a:lnTo>
                      <a:lnTo>
                        <a:pt x="188" y="0"/>
                      </a:lnTo>
                      <a:lnTo>
                        <a:pt x="195" y="0"/>
                      </a:lnTo>
                      <a:lnTo>
                        <a:pt x="208" y="0"/>
                      </a:lnTo>
                      <a:lnTo>
                        <a:pt x="221" y="0"/>
                      </a:lnTo>
                      <a:lnTo>
                        <a:pt x="234" y="0"/>
                      </a:lnTo>
                      <a:lnTo>
                        <a:pt x="241" y="0"/>
                      </a:lnTo>
                      <a:lnTo>
                        <a:pt x="253" y="0"/>
                      </a:lnTo>
                      <a:lnTo>
                        <a:pt x="266" y="0"/>
                      </a:lnTo>
                      <a:lnTo>
                        <a:pt x="279" y="0"/>
                      </a:lnTo>
                      <a:lnTo>
                        <a:pt x="286" y="0"/>
                      </a:lnTo>
                      <a:lnTo>
                        <a:pt x="299" y="0"/>
                      </a:lnTo>
                      <a:lnTo>
                        <a:pt x="312" y="0"/>
                      </a:lnTo>
                      <a:lnTo>
                        <a:pt x="319" y="0"/>
                      </a:lnTo>
                      <a:lnTo>
                        <a:pt x="331" y="0"/>
                      </a:lnTo>
                      <a:lnTo>
                        <a:pt x="345" y="0"/>
                      </a:lnTo>
                      <a:lnTo>
                        <a:pt x="357" y="0"/>
                      </a:lnTo>
                      <a:lnTo>
                        <a:pt x="364" y="0"/>
                      </a:lnTo>
                      <a:lnTo>
                        <a:pt x="376" y="0"/>
                      </a:lnTo>
                      <a:lnTo>
                        <a:pt x="389" y="0"/>
                      </a:lnTo>
                      <a:lnTo>
                        <a:pt x="397" y="0"/>
                      </a:lnTo>
                      <a:lnTo>
                        <a:pt x="410" y="0"/>
                      </a:lnTo>
                      <a:lnTo>
                        <a:pt x="422" y="0"/>
                      </a:lnTo>
                      <a:lnTo>
                        <a:pt x="435" y="0"/>
                      </a:lnTo>
                      <a:lnTo>
                        <a:pt x="443" y="0"/>
                      </a:lnTo>
                      <a:lnTo>
                        <a:pt x="454" y="0"/>
                      </a:lnTo>
                      <a:lnTo>
                        <a:pt x="467" y="0"/>
                      </a:lnTo>
                      <a:lnTo>
                        <a:pt x="474" y="0"/>
                      </a:lnTo>
                      <a:lnTo>
                        <a:pt x="488" y="0"/>
                      </a:lnTo>
                      <a:lnTo>
                        <a:pt x="500" y="0"/>
                      </a:lnTo>
                      <a:lnTo>
                        <a:pt x="513" y="0"/>
                      </a:lnTo>
                      <a:lnTo>
                        <a:pt x="520" y="0"/>
                      </a:lnTo>
                      <a:lnTo>
                        <a:pt x="534" y="0"/>
                      </a:lnTo>
                      <a:lnTo>
                        <a:pt x="545" y="0"/>
                      </a:lnTo>
                      <a:lnTo>
                        <a:pt x="558" y="0"/>
                      </a:lnTo>
                      <a:lnTo>
                        <a:pt x="565" y="0"/>
                      </a:lnTo>
                      <a:lnTo>
                        <a:pt x="578" y="0"/>
                      </a:lnTo>
                      <a:lnTo>
                        <a:pt x="591" y="0"/>
                      </a:lnTo>
                      <a:lnTo>
                        <a:pt x="598" y="0"/>
                      </a:lnTo>
                      <a:lnTo>
                        <a:pt x="611" y="0"/>
                      </a:lnTo>
                      <a:lnTo>
                        <a:pt x="624" y="0"/>
                      </a:lnTo>
                      <a:lnTo>
                        <a:pt x="636" y="0"/>
                      </a:lnTo>
                      <a:lnTo>
                        <a:pt x="643" y="0"/>
                      </a:lnTo>
                      <a:lnTo>
                        <a:pt x="656" y="0"/>
                      </a:lnTo>
                      <a:lnTo>
                        <a:pt x="669" y="0"/>
                      </a:lnTo>
                      <a:lnTo>
                        <a:pt x="676" y="0"/>
                      </a:lnTo>
                      <a:lnTo>
                        <a:pt x="689" y="0"/>
                      </a:lnTo>
                      <a:lnTo>
                        <a:pt x="701" y="0"/>
                      </a:lnTo>
                      <a:lnTo>
                        <a:pt x="715" y="0"/>
                      </a:lnTo>
                      <a:lnTo>
                        <a:pt x="722" y="0"/>
                      </a:lnTo>
                      <a:lnTo>
                        <a:pt x="735" y="0"/>
                      </a:lnTo>
                      <a:lnTo>
                        <a:pt x="746" y="0"/>
                      </a:lnTo>
                      <a:lnTo>
                        <a:pt x="753" y="0"/>
                      </a:lnTo>
                      <a:lnTo>
                        <a:pt x="767" y="0"/>
                      </a:lnTo>
                      <a:lnTo>
                        <a:pt x="780" y="0"/>
                      </a:lnTo>
                      <a:lnTo>
                        <a:pt x="792" y="0"/>
                      </a:lnTo>
                      <a:lnTo>
                        <a:pt x="799" y="0"/>
                      </a:lnTo>
                      <a:lnTo>
                        <a:pt x="813" y="0"/>
                      </a:lnTo>
                      <a:lnTo>
                        <a:pt x="826" y="0"/>
                      </a:lnTo>
                      <a:lnTo>
                        <a:pt x="837" y="0"/>
                      </a:lnTo>
                      <a:lnTo>
                        <a:pt x="844" y="0"/>
                      </a:lnTo>
                      <a:lnTo>
                        <a:pt x="858" y="0"/>
                      </a:lnTo>
                      <a:lnTo>
                        <a:pt x="870" y="0"/>
                      </a:lnTo>
                      <a:lnTo>
                        <a:pt x="877" y="0"/>
                      </a:lnTo>
                      <a:lnTo>
                        <a:pt x="890" y="0"/>
                      </a:lnTo>
                      <a:lnTo>
                        <a:pt x="904" y="0"/>
                      </a:lnTo>
                      <a:lnTo>
                        <a:pt x="915" y="0"/>
                      </a:lnTo>
                      <a:lnTo>
                        <a:pt x="923" y="0"/>
                      </a:lnTo>
                      <a:lnTo>
                        <a:pt x="935" y="0"/>
                      </a:lnTo>
                      <a:lnTo>
                        <a:pt x="949" y="0"/>
                      </a:lnTo>
                      <a:lnTo>
                        <a:pt x="955" y="0"/>
                      </a:lnTo>
                      <a:lnTo>
                        <a:pt x="968" y="0"/>
                      </a:lnTo>
                      <a:lnTo>
                        <a:pt x="981" y="0"/>
                      </a:lnTo>
                      <a:lnTo>
                        <a:pt x="994" y="0"/>
                      </a:lnTo>
                      <a:lnTo>
                        <a:pt x="1001" y="0"/>
                      </a:lnTo>
                      <a:lnTo>
                        <a:pt x="1014" y="0"/>
                      </a:lnTo>
                      <a:lnTo>
                        <a:pt x="1026" y="0"/>
                      </a:lnTo>
                      <a:lnTo>
                        <a:pt x="1039" y="0"/>
                      </a:lnTo>
                      <a:lnTo>
                        <a:pt x="1046" y="0"/>
                      </a:lnTo>
                      <a:lnTo>
                        <a:pt x="1059" y="0"/>
                      </a:lnTo>
                      <a:lnTo>
                        <a:pt x="1072" y="0"/>
                      </a:lnTo>
                      <a:lnTo>
                        <a:pt x="1078" y="0"/>
                      </a:lnTo>
                      <a:lnTo>
                        <a:pt x="1092" y="0"/>
                      </a:lnTo>
                      <a:lnTo>
                        <a:pt x="1105" y="0"/>
                      </a:lnTo>
                      <a:lnTo>
                        <a:pt x="1116" y="0"/>
                      </a:lnTo>
                    </a:path>
                  </a:pathLst>
                </a:custGeom>
                <a:noFill/>
                <a:ln w="1588">
                  <a:solidFill>
                    <a:srgbClr val="FF0000"/>
                  </a:solidFill>
                  <a:round/>
                  <a:headEnd/>
                  <a:tailEnd/>
                </a:ln>
              </p:spPr>
              <p:txBody>
                <a:bodyPr/>
                <a:lstStyle/>
                <a:p>
                  <a:endParaRPr lang="en-US"/>
                </a:p>
              </p:txBody>
            </p:sp>
            <p:sp>
              <p:nvSpPr>
                <p:cNvPr id="136400" name="Freeform 260"/>
                <p:cNvSpPr>
                  <a:spLocks/>
                </p:cNvSpPr>
                <p:nvPr/>
              </p:nvSpPr>
              <p:spPr bwMode="auto">
                <a:xfrm>
                  <a:off x="2388" y="3243"/>
                  <a:ext cx="76" cy="1"/>
                </a:xfrm>
                <a:custGeom>
                  <a:avLst/>
                  <a:gdLst>
                    <a:gd name="T0" fmla="*/ 0 w 379"/>
                    <a:gd name="T1" fmla="*/ 0 h 1"/>
                    <a:gd name="T2" fmla="*/ 0 w 379"/>
                    <a:gd name="T3" fmla="*/ 0 h 1"/>
                    <a:gd name="T4" fmla="*/ 0 w 379"/>
                    <a:gd name="T5" fmla="*/ 0 h 1"/>
                    <a:gd name="T6" fmla="*/ 0 w 379"/>
                    <a:gd name="T7" fmla="*/ 0 h 1"/>
                    <a:gd name="T8" fmla="*/ 0 w 379"/>
                    <a:gd name="T9" fmla="*/ 0 h 1"/>
                    <a:gd name="T10" fmla="*/ 0 w 379"/>
                    <a:gd name="T11" fmla="*/ 0 h 1"/>
                    <a:gd name="T12" fmla="*/ 0 w 379"/>
                    <a:gd name="T13" fmla="*/ 0 h 1"/>
                    <a:gd name="T14" fmla="*/ 0 w 379"/>
                    <a:gd name="T15" fmla="*/ 0 h 1"/>
                    <a:gd name="T16" fmla="*/ 0 w 379"/>
                    <a:gd name="T17" fmla="*/ 0 h 1"/>
                    <a:gd name="T18" fmla="*/ 0 w 379"/>
                    <a:gd name="T19" fmla="*/ 0 h 1"/>
                    <a:gd name="T20" fmla="*/ 0 w 379"/>
                    <a:gd name="T21" fmla="*/ 0 h 1"/>
                    <a:gd name="T22" fmla="*/ 0 w 379"/>
                    <a:gd name="T23" fmla="*/ 0 h 1"/>
                    <a:gd name="T24" fmla="*/ 0 w 379"/>
                    <a:gd name="T25" fmla="*/ 0 h 1"/>
                    <a:gd name="T26" fmla="*/ 0 w 379"/>
                    <a:gd name="T27" fmla="*/ 0 h 1"/>
                    <a:gd name="T28" fmla="*/ 0 w 379"/>
                    <a:gd name="T29" fmla="*/ 0 h 1"/>
                    <a:gd name="T30" fmla="*/ 0 w 379"/>
                    <a:gd name="T31" fmla="*/ 0 h 1"/>
                    <a:gd name="T32" fmla="*/ 0 w 379"/>
                    <a:gd name="T33" fmla="*/ 0 h 1"/>
                    <a:gd name="T34" fmla="*/ 0 w 379"/>
                    <a:gd name="T35" fmla="*/ 0 h 1"/>
                    <a:gd name="T36" fmla="*/ 0 w 379"/>
                    <a:gd name="T37" fmla="*/ 0 h 1"/>
                    <a:gd name="T38" fmla="*/ 0 w 379"/>
                    <a:gd name="T39" fmla="*/ 0 h 1"/>
                    <a:gd name="T40" fmla="*/ 0 w 379"/>
                    <a:gd name="T41" fmla="*/ 0 h 1"/>
                    <a:gd name="T42" fmla="*/ 0 w 379"/>
                    <a:gd name="T43" fmla="*/ 0 h 1"/>
                    <a:gd name="T44" fmla="*/ 0 w 379"/>
                    <a:gd name="T45" fmla="*/ 0 h 1"/>
                    <a:gd name="T46" fmla="*/ 0 w 379"/>
                    <a:gd name="T47" fmla="*/ 0 h 1"/>
                    <a:gd name="T48" fmla="*/ 0 w 379"/>
                    <a:gd name="T49" fmla="*/ 0 h 1"/>
                    <a:gd name="T50" fmla="*/ 0 w 379"/>
                    <a:gd name="T51" fmla="*/ 0 h 1"/>
                    <a:gd name="T52" fmla="*/ 0 w 379"/>
                    <a:gd name="T53" fmla="*/ 0 h 1"/>
                    <a:gd name="T54" fmla="*/ 0 w 379"/>
                    <a:gd name="T55" fmla="*/ 0 h 1"/>
                    <a:gd name="T56" fmla="*/ 0 w 379"/>
                    <a:gd name="T57" fmla="*/ 0 h 1"/>
                    <a:gd name="T58" fmla="*/ 0 w 379"/>
                    <a:gd name="T59" fmla="*/ 0 h 1"/>
                    <a:gd name="T60" fmla="*/ 0 w 379"/>
                    <a:gd name="T61" fmla="*/ 0 h 1"/>
                    <a:gd name="T62" fmla="*/ 0 w 379"/>
                    <a:gd name="T63" fmla="*/ 0 h 1"/>
                    <a:gd name="T64" fmla="*/ 0 w 379"/>
                    <a:gd name="T65" fmla="*/ 0 h 1"/>
                    <a:gd name="T66" fmla="*/ 0 w 379"/>
                    <a:gd name="T67" fmla="*/ 0 h 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79"/>
                    <a:gd name="T103" fmla="*/ 0 h 1"/>
                    <a:gd name="T104" fmla="*/ 379 w 379"/>
                    <a:gd name="T105" fmla="*/ 1 h 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79" h="1">
                      <a:moveTo>
                        <a:pt x="0" y="0"/>
                      </a:moveTo>
                      <a:lnTo>
                        <a:pt x="0" y="0"/>
                      </a:lnTo>
                      <a:lnTo>
                        <a:pt x="7" y="0"/>
                      </a:lnTo>
                      <a:lnTo>
                        <a:pt x="21" y="0"/>
                      </a:lnTo>
                      <a:lnTo>
                        <a:pt x="34" y="0"/>
                      </a:lnTo>
                      <a:lnTo>
                        <a:pt x="40" y="0"/>
                      </a:lnTo>
                      <a:lnTo>
                        <a:pt x="53" y="0"/>
                      </a:lnTo>
                      <a:lnTo>
                        <a:pt x="67" y="0"/>
                      </a:lnTo>
                      <a:lnTo>
                        <a:pt x="80" y="0"/>
                      </a:lnTo>
                      <a:lnTo>
                        <a:pt x="86" y="0"/>
                      </a:lnTo>
                      <a:lnTo>
                        <a:pt x="98" y="0"/>
                      </a:lnTo>
                      <a:lnTo>
                        <a:pt x="112" y="0"/>
                      </a:lnTo>
                      <a:lnTo>
                        <a:pt x="118" y="0"/>
                      </a:lnTo>
                      <a:lnTo>
                        <a:pt x="131" y="0"/>
                      </a:lnTo>
                      <a:lnTo>
                        <a:pt x="144" y="0"/>
                      </a:lnTo>
                      <a:lnTo>
                        <a:pt x="158" y="0"/>
                      </a:lnTo>
                      <a:lnTo>
                        <a:pt x="164" y="0"/>
                      </a:lnTo>
                      <a:lnTo>
                        <a:pt x="177" y="0"/>
                      </a:lnTo>
                      <a:lnTo>
                        <a:pt x="190" y="0"/>
                      </a:lnTo>
                      <a:lnTo>
                        <a:pt x="203" y="0"/>
                      </a:lnTo>
                      <a:lnTo>
                        <a:pt x="209" y="0"/>
                      </a:lnTo>
                      <a:lnTo>
                        <a:pt x="222" y="0"/>
                      </a:lnTo>
                      <a:lnTo>
                        <a:pt x="235" y="0"/>
                      </a:lnTo>
                      <a:lnTo>
                        <a:pt x="242" y="0"/>
                      </a:lnTo>
                      <a:lnTo>
                        <a:pt x="255" y="0"/>
                      </a:lnTo>
                      <a:lnTo>
                        <a:pt x="268" y="0"/>
                      </a:lnTo>
                      <a:lnTo>
                        <a:pt x="281" y="0"/>
                      </a:lnTo>
                      <a:lnTo>
                        <a:pt x="287" y="0"/>
                      </a:lnTo>
                      <a:lnTo>
                        <a:pt x="300" y="0"/>
                      </a:lnTo>
                      <a:lnTo>
                        <a:pt x="313" y="0"/>
                      </a:lnTo>
                      <a:lnTo>
                        <a:pt x="319" y="0"/>
                      </a:lnTo>
                      <a:lnTo>
                        <a:pt x="333" y="0"/>
                      </a:lnTo>
                      <a:lnTo>
                        <a:pt x="346" y="0"/>
                      </a:lnTo>
                      <a:lnTo>
                        <a:pt x="359" y="0"/>
                      </a:lnTo>
                      <a:lnTo>
                        <a:pt x="365" y="0"/>
                      </a:lnTo>
                      <a:lnTo>
                        <a:pt x="379" y="0"/>
                      </a:lnTo>
                    </a:path>
                  </a:pathLst>
                </a:custGeom>
                <a:noFill/>
                <a:ln w="1588">
                  <a:solidFill>
                    <a:srgbClr val="FF0000"/>
                  </a:solidFill>
                  <a:round/>
                  <a:headEnd/>
                  <a:tailEnd/>
                </a:ln>
              </p:spPr>
              <p:txBody>
                <a:bodyPr/>
                <a:lstStyle/>
                <a:p>
                  <a:endParaRPr lang="en-US"/>
                </a:p>
              </p:txBody>
            </p:sp>
            <p:sp>
              <p:nvSpPr>
                <p:cNvPr id="136401" name="Freeform 261"/>
                <p:cNvSpPr>
                  <a:spLocks/>
                </p:cNvSpPr>
                <p:nvPr/>
              </p:nvSpPr>
              <p:spPr bwMode="auto">
                <a:xfrm>
                  <a:off x="2165" y="3304"/>
                  <a:ext cx="223" cy="1"/>
                </a:xfrm>
                <a:custGeom>
                  <a:avLst/>
                  <a:gdLst>
                    <a:gd name="T0" fmla="*/ 0 w 1116"/>
                    <a:gd name="T1" fmla="*/ 0 h 1"/>
                    <a:gd name="T2" fmla="*/ 0 w 1116"/>
                    <a:gd name="T3" fmla="*/ 0 h 1"/>
                    <a:gd name="T4" fmla="*/ 0 w 1116"/>
                    <a:gd name="T5" fmla="*/ 0 h 1"/>
                    <a:gd name="T6" fmla="*/ 0 w 1116"/>
                    <a:gd name="T7" fmla="*/ 0 h 1"/>
                    <a:gd name="T8" fmla="*/ 0 w 1116"/>
                    <a:gd name="T9" fmla="*/ 0 h 1"/>
                    <a:gd name="T10" fmla="*/ 0 w 1116"/>
                    <a:gd name="T11" fmla="*/ 0 h 1"/>
                    <a:gd name="T12" fmla="*/ 0 w 1116"/>
                    <a:gd name="T13" fmla="*/ 0 h 1"/>
                    <a:gd name="T14" fmla="*/ 0 w 1116"/>
                    <a:gd name="T15" fmla="*/ 0 h 1"/>
                    <a:gd name="T16" fmla="*/ 0 w 1116"/>
                    <a:gd name="T17" fmla="*/ 0 h 1"/>
                    <a:gd name="T18" fmla="*/ 0 w 1116"/>
                    <a:gd name="T19" fmla="*/ 0 h 1"/>
                    <a:gd name="T20" fmla="*/ 0 w 1116"/>
                    <a:gd name="T21" fmla="*/ 0 h 1"/>
                    <a:gd name="T22" fmla="*/ 0 w 1116"/>
                    <a:gd name="T23" fmla="*/ 0 h 1"/>
                    <a:gd name="T24" fmla="*/ 0 w 1116"/>
                    <a:gd name="T25" fmla="*/ 0 h 1"/>
                    <a:gd name="T26" fmla="*/ 0 w 1116"/>
                    <a:gd name="T27" fmla="*/ 0 h 1"/>
                    <a:gd name="T28" fmla="*/ 0 w 1116"/>
                    <a:gd name="T29" fmla="*/ 0 h 1"/>
                    <a:gd name="T30" fmla="*/ 0 w 1116"/>
                    <a:gd name="T31" fmla="*/ 0 h 1"/>
                    <a:gd name="T32" fmla="*/ 0 w 1116"/>
                    <a:gd name="T33" fmla="*/ 0 h 1"/>
                    <a:gd name="T34" fmla="*/ 0 w 1116"/>
                    <a:gd name="T35" fmla="*/ 0 h 1"/>
                    <a:gd name="T36" fmla="*/ 0 w 1116"/>
                    <a:gd name="T37" fmla="*/ 0 h 1"/>
                    <a:gd name="T38" fmla="*/ 0 w 1116"/>
                    <a:gd name="T39" fmla="*/ 0 h 1"/>
                    <a:gd name="T40" fmla="*/ 0 w 1116"/>
                    <a:gd name="T41" fmla="*/ 0 h 1"/>
                    <a:gd name="T42" fmla="*/ 0 w 1116"/>
                    <a:gd name="T43" fmla="*/ 0 h 1"/>
                    <a:gd name="T44" fmla="*/ 0 w 1116"/>
                    <a:gd name="T45" fmla="*/ 0 h 1"/>
                    <a:gd name="T46" fmla="*/ 0 w 1116"/>
                    <a:gd name="T47" fmla="*/ 0 h 1"/>
                    <a:gd name="T48" fmla="*/ 0 w 1116"/>
                    <a:gd name="T49" fmla="*/ 0 h 1"/>
                    <a:gd name="T50" fmla="*/ 0 w 1116"/>
                    <a:gd name="T51" fmla="*/ 0 h 1"/>
                    <a:gd name="T52" fmla="*/ 0 w 1116"/>
                    <a:gd name="T53" fmla="*/ 0 h 1"/>
                    <a:gd name="T54" fmla="*/ 0 w 1116"/>
                    <a:gd name="T55" fmla="*/ 0 h 1"/>
                    <a:gd name="T56" fmla="*/ 0 w 1116"/>
                    <a:gd name="T57" fmla="*/ 0 h 1"/>
                    <a:gd name="T58" fmla="*/ 0 w 1116"/>
                    <a:gd name="T59" fmla="*/ 0 h 1"/>
                    <a:gd name="T60" fmla="*/ 0 w 1116"/>
                    <a:gd name="T61" fmla="*/ 0 h 1"/>
                    <a:gd name="T62" fmla="*/ 0 w 1116"/>
                    <a:gd name="T63" fmla="*/ 0 h 1"/>
                    <a:gd name="T64" fmla="*/ 0 w 1116"/>
                    <a:gd name="T65" fmla="*/ 0 h 1"/>
                    <a:gd name="T66" fmla="*/ 0 w 1116"/>
                    <a:gd name="T67" fmla="*/ 0 h 1"/>
                    <a:gd name="T68" fmla="*/ 0 w 1116"/>
                    <a:gd name="T69" fmla="*/ 0 h 1"/>
                    <a:gd name="T70" fmla="*/ 0 w 1116"/>
                    <a:gd name="T71" fmla="*/ 0 h 1"/>
                    <a:gd name="T72" fmla="*/ 0 w 1116"/>
                    <a:gd name="T73" fmla="*/ 0 h 1"/>
                    <a:gd name="T74" fmla="*/ 0 w 1116"/>
                    <a:gd name="T75" fmla="*/ 0 h 1"/>
                    <a:gd name="T76" fmla="*/ 0 w 1116"/>
                    <a:gd name="T77" fmla="*/ 0 h 1"/>
                    <a:gd name="T78" fmla="*/ 0 w 1116"/>
                    <a:gd name="T79" fmla="*/ 0 h 1"/>
                    <a:gd name="T80" fmla="*/ 0 w 1116"/>
                    <a:gd name="T81" fmla="*/ 0 h 1"/>
                    <a:gd name="T82" fmla="*/ 0 w 1116"/>
                    <a:gd name="T83" fmla="*/ 0 h 1"/>
                    <a:gd name="T84" fmla="*/ 0 w 1116"/>
                    <a:gd name="T85" fmla="*/ 0 h 1"/>
                    <a:gd name="T86" fmla="*/ 0 w 1116"/>
                    <a:gd name="T87" fmla="*/ 0 h 1"/>
                    <a:gd name="T88" fmla="*/ 0 w 1116"/>
                    <a:gd name="T89" fmla="*/ 0 h 1"/>
                    <a:gd name="T90" fmla="*/ 0 w 1116"/>
                    <a:gd name="T91" fmla="*/ 0 h 1"/>
                    <a:gd name="T92" fmla="*/ 0 w 1116"/>
                    <a:gd name="T93" fmla="*/ 0 h 1"/>
                    <a:gd name="T94" fmla="*/ 0 w 1116"/>
                    <a:gd name="T95" fmla="*/ 0 h 1"/>
                    <a:gd name="T96" fmla="*/ 0 w 1116"/>
                    <a:gd name="T97" fmla="*/ 0 h 1"/>
                    <a:gd name="T98" fmla="*/ 0 w 1116"/>
                    <a:gd name="T99" fmla="*/ 0 h 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16"/>
                    <a:gd name="T151" fmla="*/ 0 h 1"/>
                    <a:gd name="T152" fmla="*/ 1116 w 1116"/>
                    <a:gd name="T153" fmla="*/ 1 h 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16" h="1">
                      <a:moveTo>
                        <a:pt x="0" y="0"/>
                      </a:moveTo>
                      <a:lnTo>
                        <a:pt x="6" y="0"/>
                      </a:lnTo>
                      <a:lnTo>
                        <a:pt x="19" y="0"/>
                      </a:lnTo>
                      <a:lnTo>
                        <a:pt x="33" y="0"/>
                      </a:lnTo>
                      <a:lnTo>
                        <a:pt x="40" y="0"/>
                      </a:lnTo>
                      <a:lnTo>
                        <a:pt x="52" y="0"/>
                      </a:lnTo>
                      <a:lnTo>
                        <a:pt x="64" y="0"/>
                      </a:lnTo>
                      <a:lnTo>
                        <a:pt x="78" y="0"/>
                      </a:lnTo>
                      <a:lnTo>
                        <a:pt x="84" y="0"/>
                      </a:lnTo>
                      <a:lnTo>
                        <a:pt x="97" y="0"/>
                      </a:lnTo>
                      <a:lnTo>
                        <a:pt x="110" y="0"/>
                      </a:lnTo>
                      <a:lnTo>
                        <a:pt x="118" y="0"/>
                      </a:lnTo>
                      <a:lnTo>
                        <a:pt x="130" y="0"/>
                      </a:lnTo>
                      <a:lnTo>
                        <a:pt x="143" y="0"/>
                      </a:lnTo>
                      <a:lnTo>
                        <a:pt x="156" y="0"/>
                      </a:lnTo>
                      <a:lnTo>
                        <a:pt x="164" y="0"/>
                      </a:lnTo>
                      <a:lnTo>
                        <a:pt x="175" y="0"/>
                      </a:lnTo>
                      <a:lnTo>
                        <a:pt x="188" y="0"/>
                      </a:lnTo>
                      <a:lnTo>
                        <a:pt x="195" y="0"/>
                      </a:lnTo>
                      <a:lnTo>
                        <a:pt x="208" y="0"/>
                      </a:lnTo>
                      <a:lnTo>
                        <a:pt x="221" y="0"/>
                      </a:lnTo>
                      <a:lnTo>
                        <a:pt x="234" y="0"/>
                      </a:lnTo>
                      <a:lnTo>
                        <a:pt x="241" y="0"/>
                      </a:lnTo>
                      <a:lnTo>
                        <a:pt x="253" y="0"/>
                      </a:lnTo>
                      <a:lnTo>
                        <a:pt x="266" y="0"/>
                      </a:lnTo>
                      <a:lnTo>
                        <a:pt x="279" y="0"/>
                      </a:lnTo>
                      <a:lnTo>
                        <a:pt x="286" y="0"/>
                      </a:lnTo>
                      <a:lnTo>
                        <a:pt x="299" y="0"/>
                      </a:lnTo>
                      <a:lnTo>
                        <a:pt x="312" y="0"/>
                      </a:lnTo>
                      <a:lnTo>
                        <a:pt x="319" y="0"/>
                      </a:lnTo>
                      <a:lnTo>
                        <a:pt x="331" y="0"/>
                      </a:lnTo>
                      <a:lnTo>
                        <a:pt x="345" y="0"/>
                      </a:lnTo>
                      <a:lnTo>
                        <a:pt x="357" y="0"/>
                      </a:lnTo>
                      <a:lnTo>
                        <a:pt x="364" y="0"/>
                      </a:lnTo>
                      <a:lnTo>
                        <a:pt x="376" y="0"/>
                      </a:lnTo>
                      <a:lnTo>
                        <a:pt x="389" y="0"/>
                      </a:lnTo>
                      <a:lnTo>
                        <a:pt x="397" y="0"/>
                      </a:lnTo>
                      <a:lnTo>
                        <a:pt x="410" y="0"/>
                      </a:lnTo>
                      <a:lnTo>
                        <a:pt x="422" y="0"/>
                      </a:lnTo>
                      <a:lnTo>
                        <a:pt x="435" y="0"/>
                      </a:lnTo>
                      <a:lnTo>
                        <a:pt x="443" y="0"/>
                      </a:lnTo>
                      <a:lnTo>
                        <a:pt x="454" y="0"/>
                      </a:lnTo>
                      <a:lnTo>
                        <a:pt x="467" y="0"/>
                      </a:lnTo>
                      <a:lnTo>
                        <a:pt x="474" y="0"/>
                      </a:lnTo>
                      <a:lnTo>
                        <a:pt x="488" y="0"/>
                      </a:lnTo>
                      <a:lnTo>
                        <a:pt x="500" y="0"/>
                      </a:lnTo>
                      <a:lnTo>
                        <a:pt x="513" y="0"/>
                      </a:lnTo>
                      <a:lnTo>
                        <a:pt x="520" y="0"/>
                      </a:lnTo>
                      <a:lnTo>
                        <a:pt x="534" y="0"/>
                      </a:lnTo>
                      <a:lnTo>
                        <a:pt x="545" y="0"/>
                      </a:lnTo>
                      <a:lnTo>
                        <a:pt x="558" y="0"/>
                      </a:lnTo>
                      <a:lnTo>
                        <a:pt x="565" y="0"/>
                      </a:lnTo>
                      <a:lnTo>
                        <a:pt x="578" y="0"/>
                      </a:lnTo>
                      <a:lnTo>
                        <a:pt x="591" y="0"/>
                      </a:lnTo>
                      <a:lnTo>
                        <a:pt x="598" y="0"/>
                      </a:lnTo>
                      <a:lnTo>
                        <a:pt x="611" y="0"/>
                      </a:lnTo>
                      <a:lnTo>
                        <a:pt x="624" y="0"/>
                      </a:lnTo>
                      <a:lnTo>
                        <a:pt x="636" y="0"/>
                      </a:lnTo>
                      <a:lnTo>
                        <a:pt x="643" y="0"/>
                      </a:lnTo>
                      <a:lnTo>
                        <a:pt x="656" y="0"/>
                      </a:lnTo>
                      <a:lnTo>
                        <a:pt x="669" y="0"/>
                      </a:lnTo>
                      <a:lnTo>
                        <a:pt x="676" y="0"/>
                      </a:lnTo>
                      <a:lnTo>
                        <a:pt x="689" y="0"/>
                      </a:lnTo>
                      <a:lnTo>
                        <a:pt x="701" y="0"/>
                      </a:lnTo>
                      <a:lnTo>
                        <a:pt x="715" y="0"/>
                      </a:lnTo>
                      <a:lnTo>
                        <a:pt x="722" y="0"/>
                      </a:lnTo>
                      <a:lnTo>
                        <a:pt x="735" y="0"/>
                      </a:lnTo>
                      <a:lnTo>
                        <a:pt x="746" y="0"/>
                      </a:lnTo>
                      <a:lnTo>
                        <a:pt x="753" y="0"/>
                      </a:lnTo>
                      <a:lnTo>
                        <a:pt x="767" y="0"/>
                      </a:lnTo>
                      <a:lnTo>
                        <a:pt x="780" y="0"/>
                      </a:lnTo>
                      <a:lnTo>
                        <a:pt x="792" y="0"/>
                      </a:lnTo>
                      <a:lnTo>
                        <a:pt x="799" y="0"/>
                      </a:lnTo>
                      <a:lnTo>
                        <a:pt x="813" y="0"/>
                      </a:lnTo>
                      <a:lnTo>
                        <a:pt x="826" y="0"/>
                      </a:lnTo>
                      <a:lnTo>
                        <a:pt x="837" y="0"/>
                      </a:lnTo>
                      <a:lnTo>
                        <a:pt x="844" y="0"/>
                      </a:lnTo>
                      <a:lnTo>
                        <a:pt x="858" y="0"/>
                      </a:lnTo>
                      <a:lnTo>
                        <a:pt x="870" y="0"/>
                      </a:lnTo>
                      <a:lnTo>
                        <a:pt x="877" y="0"/>
                      </a:lnTo>
                      <a:lnTo>
                        <a:pt x="890" y="0"/>
                      </a:lnTo>
                      <a:lnTo>
                        <a:pt x="904" y="0"/>
                      </a:lnTo>
                      <a:lnTo>
                        <a:pt x="915" y="0"/>
                      </a:lnTo>
                      <a:lnTo>
                        <a:pt x="923" y="0"/>
                      </a:lnTo>
                      <a:lnTo>
                        <a:pt x="935" y="0"/>
                      </a:lnTo>
                      <a:lnTo>
                        <a:pt x="949" y="0"/>
                      </a:lnTo>
                      <a:lnTo>
                        <a:pt x="955" y="0"/>
                      </a:lnTo>
                      <a:lnTo>
                        <a:pt x="968" y="0"/>
                      </a:lnTo>
                      <a:lnTo>
                        <a:pt x="981" y="0"/>
                      </a:lnTo>
                      <a:lnTo>
                        <a:pt x="994" y="0"/>
                      </a:lnTo>
                      <a:lnTo>
                        <a:pt x="1001" y="0"/>
                      </a:lnTo>
                      <a:lnTo>
                        <a:pt x="1014" y="0"/>
                      </a:lnTo>
                      <a:lnTo>
                        <a:pt x="1026" y="0"/>
                      </a:lnTo>
                      <a:lnTo>
                        <a:pt x="1039" y="0"/>
                      </a:lnTo>
                      <a:lnTo>
                        <a:pt x="1046" y="0"/>
                      </a:lnTo>
                      <a:lnTo>
                        <a:pt x="1059" y="0"/>
                      </a:lnTo>
                      <a:lnTo>
                        <a:pt x="1072" y="0"/>
                      </a:lnTo>
                      <a:lnTo>
                        <a:pt x="1078" y="0"/>
                      </a:lnTo>
                      <a:lnTo>
                        <a:pt x="1092" y="0"/>
                      </a:lnTo>
                      <a:lnTo>
                        <a:pt x="1105" y="0"/>
                      </a:lnTo>
                      <a:lnTo>
                        <a:pt x="1116" y="0"/>
                      </a:lnTo>
                    </a:path>
                  </a:pathLst>
                </a:custGeom>
                <a:noFill/>
                <a:ln w="1588">
                  <a:solidFill>
                    <a:srgbClr val="FF0000"/>
                  </a:solidFill>
                  <a:round/>
                  <a:headEnd/>
                  <a:tailEnd/>
                </a:ln>
              </p:spPr>
              <p:txBody>
                <a:bodyPr/>
                <a:lstStyle/>
                <a:p>
                  <a:endParaRPr lang="en-US"/>
                </a:p>
              </p:txBody>
            </p:sp>
            <p:sp>
              <p:nvSpPr>
                <p:cNvPr id="136402" name="Freeform 262"/>
                <p:cNvSpPr>
                  <a:spLocks/>
                </p:cNvSpPr>
                <p:nvPr/>
              </p:nvSpPr>
              <p:spPr bwMode="auto">
                <a:xfrm>
                  <a:off x="2388" y="3304"/>
                  <a:ext cx="76" cy="1"/>
                </a:xfrm>
                <a:custGeom>
                  <a:avLst/>
                  <a:gdLst>
                    <a:gd name="T0" fmla="*/ 0 w 379"/>
                    <a:gd name="T1" fmla="*/ 0 h 1"/>
                    <a:gd name="T2" fmla="*/ 0 w 379"/>
                    <a:gd name="T3" fmla="*/ 0 h 1"/>
                    <a:gd name="T4" fmla="*/ 0 w 379"/>
                    <a:gd name="T5" fmla="*/ 0 h 1"/>
                    <a:gd name="T6" fmla="*/ 0 w 379"/>
                    <a:gd name="T7" fmla="*/ 0 h 1"/>
                    <a:gd name="T8" fmla="*/ 0 w 379"/>
                    <a:gd name="T9" fmla="*/ 0 h 1"/>
                    <a:gd name="T10" fmla="*/ 0 w 379"/>
                    <a:gd name="T11" fmla="*/ 0 h 1"/>
                    <a:gd name="T12" fmla="*/ 0 w 379"/>
                    <a:gd name="T13" fmla="*/ 0 h 1"/>
                    <a:gd name="T14" fmla="*/ 0 w 379"/>
                    <a:gd name="T15" fmla="*/ 0 h 1"/>
                    <a:gd name="T16" fmla="*/ 0 w 379"/>
                    <a:gd name="T17" fmla="*/ 0 h 1"/>
                    <a:gd name="T18" fmla="*/ 0 w 379"/>
                    <a:gd name="T19" fmla="*/ 0 h 1"/>
                    <a:gd name="T20" fmla="*/ 0 w 379"/>
                    <a:gd name="T21" fmla="*/ 0 h 1"/>
                    <a:gd name="T22" fmla="*/ 0 w 379"/>
                    <a:gd name="T23" fmla="*/ 0 h 1"/>
                    <a:gd name="T24" fmla="*/ 0 w 379"/>
                    <a:gd name="T25" fmla="*/ 0 h 1"/>
                    <a:gd name="T26" fmla="*/ 0 w 379"/>
                    <a:gd name="T27" fmla="*/ 0 h 1"/>
                    <a:gd name="T28" fmla="*/ 0 w 379"/>
                    <a:gd name="T29" fmla="*/ 0 h 1"/>
                    <a:gd name="T30" fmla="*/ 0 w 379"/>
                    <a:gd name="T31" fmla="*/ 0 h 1"/>
                    <a:gd name="T32" fmla="*/ 0 w 379"/>
                    <a:gd name="T33" fmla="*/ 0 h 1"/>
                    <a:gd name="T34" fmla="*/ 0 w 379"/>
                    <a:gd name="T35" fmla="*/ 0 h 1"/>
                    <a:gd name="T36" fmla="*/ 0 w 379"/>
                    <a:gd name="T37" fmla="*/ 0 h 1"/>
                    <a:gd name="T38" fmla="*/ 0 w 379"/>
                    <a:gd name="T39" fmla="*/ 0 h 1"/>
                    <a:gd name="T40" fmla="*/ 0 w 379"/>
                    <a:gd name="T41" fmla="*/ 0 h 1"/>
                    <a:gd name="T42" fmla="*/ 0 w 379"/>
                    <a:gd name="T43" fmla="*/ 0 h 1"/>
                    <a:gd name="T44" fmla="*/ 0 w 379"/>
                    <a:gd name="T45" fmla="*/ 0 h 1"/>
                    <a:gd name="T46" fmla="*/ 0 w 379"/>
                    <a:gd name="T47" fmla="*/ 0 h 1"/>
                    <a:gd name="T48" fmla="*/ 0 w 379"/>
                    <a:gd name="T49" fmla="*/ 0 h 1"/>
                    <a:gd name="T50" fmla="*/ 0 w 379"/>
                    <a:gd name="T51" fmla="*/ 0 h 1"/>
                    <a:gd name="T52" fmla="*/ 0 w 379"/>
                    <a:gd name="T53" fmla="*/ 0 h 1"/>
                    <a:gd name="T54" fmla="*/ 0 w 379"/>
                    <a:gd name="T55" fmla="*/ 0 h 1"/>
                    <a:gd name="T56" fmla="*/ 0 w 379"/>
                    <a:gd name="T57" fmla="*/ 0 h 1"/>
                    <a:gd name="T58" fmla="*/ 0 w 379"/>
                    <a:gd name="T59" fmla="*/ 0 h 1"/>
                    <a:gd name="T60" fmla="*/ 0 w 379"/>
                    <a:gd name="T61" fmla="*/ 0 h 1"/>
                    <a:gd name="T62" fmla="*/ 0 w 379"/>
                    <a:gd name="T63" fmla="*/ 0 h 1"/>
                    <a:gd name="T64" fmla="*/ 0 w 379"/>
                    <a:gd name="T65" fmla="*/ 0 h 1"/>
                    <a:gd name="T66" fmla="*/ 0 w 379"/>
                    <a:gd name="T67" fmla="*/ 0 h 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79"/>
                    <a:gd name="T103" fmla="*/ 0 h 1"/>
                    <a:gd name="T104" fmla="*/ 379 w 379"/>
                    <a:gd name="T105" fmla="*/ 1 h 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79" h="1">
                      <a:moveTo>
                        <a:pt x="0" y="0"/>
                      </a:moveTo>
                      <a:lnTo>
                        <a:pt x="0" y="0"/>
                      </a:lnTo>
                      <a:lnTo>
                        <a:pt x="7" y="0"/>
                      </a:lnTo>
                      <a:lnTo>
                        <a:pt x="21" y="0"/>
                      </a:lnTo>
                      <a:lnTo>
                        <a:pt x="34" y="0"/>
                      </a:lnTo>
                      <a:lnTo>
                        <a:pt x="40" y="0"/>
                      </a:lnTo>
                      <a:lnTo>
                        <a:pt x="53" y="0"/>
                      </a:lnTo>
                      <a:lnTo>
                        <a:pt x="67" y="0"/>
                      </a:lnTo>
                      <a:lnTo>
                        <a:pt x="80" y="0"/>
                      </a:lnTo>
                      <a:lnTo>
                        <a:pt x="86" y="0"/>
                      </a:lnTo>
                      <a:lnTo>
                        <a:pt x="98" y="0"/>
                      </a:lnTo>
                      <a:lnTo>
                        <a:pt x="112" y="0"/>
                      </a:lnTo>
                      <a:lnTo>
                        <a:pt x="118" y="0"/>
                      </a:lnTo>
                      <a:lnTo>
                        <a:pt x="131" y="0"/>
                      </a:lnTo>
                      <a:lnTo>
                        <a:pt x="144" y="0"/>
                      </a:lnTo>
                      <a:lnTo>
                        <a:pt x="158" y="0"/>
                      </a:lnTo>
                      <a:lnTo>
                        <a:pt x="164" y="0"/>
                      </a:lnTo>
                      <a:lnTo>
                        <a:pt x="177" y="0"/>
                      </a:lnTo>
                      <a:lnTo>
                        <a:pt x="190" y="0"/>
                      </a:lnTo>
                      <a:lnTo>
                        <a:pt x="203" y="0"/>
                      </a:lnTo>
                      <a:lnTo>
                        <a:pt x="209" y="0"/>
                      </a:lnTo>
                      <a:lnTo>
                        <a:pt x="222" y="0"/>
                      </a:lnTo>
                      <a:lnTo>
                        <a:pt x="235" y="0"/>
                      </a:lnTo>
                      <a:lnTo>
                        <a:pt x="242" y="0"/>
                      </a:lnTo>
                      <a:lnTo>
                        <a:pt x="255" y="0"/>
                      </a:lnTo>
                      <a:lnTo>
                        <a:pt x="268" y="0"/>
                      </a:lnTo>
                      <a:lnTo>
                        <a:pt x="281" y="0"/>
                      </a:lnTo>
                      <a:lnTo>
                        <a:pt x="287" y="0"/>
                      </a:lnTo>
                      <a:lnTo>
                        <a:pt x="300" y="0"/>
                      </a:lnTo>
                      <a:lnTo>
                        <a:pt x="313" y="0"/>
                      </a:lnTo>
                      <a:lnTo>
                        <a:pt x="319" y="0"/>
                      </a:lnTo>
                      <a:lnTo>
                        <a:pt x="333" y="0"/>
                      </a:lnTo>
                      <a:lnTo>
                        <a:pt x="346" y="0"/>
                      </a:lnTo>
                      <a:lnTo>
                        <a:pt x="359" y="0"/>
                      </a:lnTo>
                      <a:lnTo>
                        <a:pt x="365" y="0"/>
                      </a:lnTo>
                      <a:lnTo>
                        <a:pt x="379" y="0"/>
                      </a:lnTo>
                    </a:path>
                  </a:pathLst>
                </a:custGeom>
                <a:noFill/>
                <a:ln w="1588">
                  <a:solidFill>
                    <a:srgbClr val="FF0000"/>
                  </a:solidFill>
                  <a:round/>
                  <a:headEnd/>
                  <a:tailEnd/>
                </a:ln>
              </p:spPr>
              <p:txBody>
                <a:bodyPr/>
                <a:lstStyle/>
                <a:p>
                  <a:endParaRPr lang="en-US"/>
                </a:p>
              </p:txBody>
            </p:sp>
            <p:sp>
              <p:nvSpPr>
                <p:cNvPr id="136403" name="Rectangle 263"/>
                <p:cNvSpPr>
                  <a:spLocks noChangeArrowheads="1"/>
                </p:cNvSpPr>
                <p:nvPr/>
              </p:nvSpPr>
              <p:spPr bwMode="auto">
                <a:xfrm>
                  <a:off x="2489" y="3268"/>
                  <a:ext cx="6"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M</a:t>
                  </a:r>
                  <a:endParaRPr lang="fr-FR" sz="1600" noProof="1">
                    <a:latin typeface="Calibri" pitchFamily="34" charset="0"/>
                  </a:endParaRPr>
                </a:p>
              </p:txBody>
            </p:sp>
            <p:sp>
              <p:nvSpPr>
                <p:cNvPr id="136404" name="Rectangle 264"/>
                <p:cNvSpPr>
                  <a:spLocks noChangeArrowheads="1"/>
                </p:cNvSpPr>
                <p:nvPr/>
              </p:nvSpPr>
              <p:spPr bwMode="auto">
                <a:xfrm>
                  <a:off x="2501" y="3268"/>
                  <a:ext cx="4"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U</a:t>
                  </a:r>
                  <a:endParaRPr lang="fr-FR" sz="1600" noProof="1">
                    <a:latin typeface="Calibri" pitchFamily="34" charset="0"/>
                  </a:endParaRPr>
                </a:p>
              </p:txBody>
            </p:sp>
            <p:sp>
              <p:nvSpPr>
                <p:cNvPr id="136405" name="Rectangle 265"/>
                <p:cNvSpPr>
                  <a:spLocks noChangeArrowheads="1"/>
                </p:cNvSpPr>
                <p:nvPr/>
              </p:nvSpPr>
              <p:spPr bwMode="auto">
                <a:xfrm>
                  <a:off x="2509" y="3268"/>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a:t>
                  </a:r>
                  <a:endParaRPr lang="fr-FR" sz="1600" noProof="1">
                    <a:latin typeface="Calibri" pitchFamily="34" charset="0"/>
                  </a:endParaRPr>
                </a:p>
              </p:txBody>
            </p:sp>
            <p:sp>
              <p:nvSpPr>
                <p:cNvPr id="136406" name="Rectangle 266"/>
                <p:cNvSpPr>
                  <a:spLocks noChangeArrowheads="1"/>
                </p:cNvSpPr>
                <p:nvPr/>
              </p:nvSpPr>
              <p:spPr bwMode="auto">
                <a:xfrm>
                  <a:off x="2515" y="3268"/>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2</a:t>
                  </a:r>
                  <a:endParaRPr lang="fr-FR" sz="1600" noProof="1">
                    <a:latin typeface="Calibri" pitchFamily="34" charset="0"/>
                  </a:endParaRPr>
                </a:p>
              </p:txBody>
            </p:sp>
            <p:sp>
              <p:nvSpPr>
                <p:cNvPr id="136407" name="Rectangle 267"/>
                <p:cNvSpPr>
                  <a:spLocks noChangeArrowheads="1"/>
                </p:cNvSpPr>
                <p:nvPr/>
              </p:nvSpPr>
              <p:spPr bwMode="auto">
                <a:xfrm>
                  <a:off x="2522" y="3268"/>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9</a:t>
                  </a:r>
                  <a:endParaRPr lang="fr-FR" sz="1600" noProof="1">
                    <a:latin typeface="Calibri" pitchFamily="34" charset="0"/>
                  </a:endParaRPr>
                </a:p>
              </p:txBody>
            </p:sp>
            <p:sp>
              <p:nvSpPr>
                <p:cNvPr id="136408" name="Rectangle 268"/>
                <p:cNvSpPr>
                  <a:spLocks noChangeArrowheads="1"/>
                </p:cNvSpPr>
                <p:nvPr/>
              </p:nvSpPr>
              <p:spPr bwMode="auto">
                <a:xfrm>
                  <a:off x="2528" y="3268"/>
                  <a:ext cx="2"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a:t>
                  </a:r>
                  <a:endParaRPr lang="fr-FR" sz="1600" noProof="1">
                    <a:latin typeface="Calibri" pitchFamily="34" charset="0"/>
                  </a:endParaRPr>
                </a:p>
              </p:txBody>
            </p:sp>
            <p:sp>
              <p:nvSpPr>
                <p:cNvPr id="136409" name="Rectangle 269"/>
                <p:cNvSpPr>
                  <a:spLocks noChangeArrowheads="1"/>
                </p:cNvSpPr>
                <p:nvPr/>
              </p:nvSpPr>
              <p:spPr bwMode="auto">
                <a:xfrm>
                  <a:off x="2531" y="3268"/>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8</a:t>
                  </a:r>
                  <a:endParaRPr lang="fr-FR" sz="1600" noProof="1">
                    <a:latin typeface="Calibri" pitchFamily="34" charset="0"/>
                  </a:endParaRPr>
                </a:p>
              </p:txBody>
            </p:sp>
            <p:sp>
              <p:nvSpPr>
                <p:cNvPr id="136410" name="Rectangle 270"/>
                <p:cNvSpPr>
                  <a:spLocks noChangeArrowheads="1"/>
                </p:cNvSpPr>
                <p:nvPr/>
              </p:nvSpPr>
              <p:spPr bwMode="auto">
                <a:xfrm>
                  <a:off x="2537" y="3268"/>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5</a:t>
                  </a:r>
                  <a:endParaRPr lang="fr-FR" sz="1600" noProof="1">
                    <a:latin typeface="Calibri" pitchFamily="34" charset="0"/>
                  </a:endParaRPr>
                </a:p>
              </p:txBody>
            </p:sp>
            <p:sp>
              <p:nvSpPr>
                <p:cNvPr id="136411" name="Rectangle 271"/>
                <p:cNvSpPr>
                  <a:spLocks noChangeArrowheads="1"/>
                </p:cNvSpPr>
                <p:nvPr/>
              </p:nvSpPr>
              <p:spPr bwMode="auto">
                <a:xfrm>
                  <a:off x="2489" y="3237"/>
                  <a:ext cx="4"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U</a:t>
                  </a:r>
                  <a:endParaRPr lang="fr-FR" sz="1600" noProof="1">
                    <a:latin typeface="Calibri" pitchFamily="34" charset="0"/>
                  </a:endParaRPr>
                </a:p>
              </p:txBody>
            </p:sp>
            <p:sp>
              <p:nvSpPr>
                <p:cNvPr id="136412" name="Rectangle 272"/>
                <p:cNvSpPr>
                  <a:spLocks noChangeArrowheads="1"/>
                </p:cNvSpPr>
                <p:nvPr/>
              </p:nvSpPr>
              <p:spPr bwMode="auto">
                <a:xfrm>
                  <a:off x="2497" y="3237"/>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C</a:t>
                  </a:r>
                  <a:endParaRPr lang="fr-FR" sz="1600" noProof="1">
                    <a:latin typeface="Calibri" pitchFamily="34" charset="0"/>
                  </a:endParaRPr>
                </a:p>
              </p:txBody>
            </p:sp>
            <p:sp>
              <p:nvSpPr>
                <p:cNvPr id="136413" name="Rectangle 273"/>
                <p:cNvSpPr>
                  <a:spLocks noChangeArrowheads="1"/>
                </p:cNvSpPr>
                <p:nvPr/>
              </p:nvSpPr>
              <p:spPr bwMode="auto">
                <a:xfrm>
                  <a:off x="2505" y="3237"/>
                  <a:ext cx="2"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L</a:t>
                  </a:r>
                  <a:endParaRPr lang="fr-FR" sz="1600" noProof="1">
                    <a:latin typeface="Calibri" pitchFamily="34" charset="0"/>
                  </a:endParaRPr>
                </a:p>
              </p:txBody>
            </p:sp>
            <p:sp>
              <p:nvSpPr>
                <p:cNvPr id="136414" name="Rectangle 274"/>
                <p:cNvSpPr>
                  <a:spLocks noChangeArrowheads="1"/>
                </p:cNvSpPr>
                <p:nvPr/>
              </p:nvSpPr>
              <p:spPr bwMode="auto">
                <a:xfrm>
                  <a:off x="2511" y="3237"/>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a:t>
                  </a:r>
                  <a:endParaRPr lang="fr-FR" sz="1600" noProof="1">
                    <a:latin typeface="Calibri" pitchFamily="34" charset="0"/>
                  </a:endParaRPr>
                </a:p>
              </p:txBody>
            </p:sp>
            <p:sp>
              <p:nvSpPr>
                <p:cNvPr id="136415" name="Rectangle 275"/>
                <p:cNvSpPr>
                  <a:spLocks noChangeArrowheads="1"/>
                </p:cNvSpPr>
                <p:nvPr/>
              </p:nvSpPr>
              <p:spPr bwMode="auto">
                <a:xfrm>
                  <a:off x="2517" y="3237"/>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3</a:t>
                  </a:r>
                  <a:endParaRPr lang="fr-FR" sz="1600" noProof="1">
                    <a:latin typeface="Calibri" pitchFamily="34" charset="0"/>
                  </a:endParaRPr>
                </a:p>
              </p:txBody>
            </p:sp>
            <p:sp>
              <p:nvSpPr>
                <p:cNvPr id="136416" name="Rectangle 276"/>
                <p:cNvSpPr>
                  <a:spLocks noChangeArrowheads="1"/>
                </p:cNvSpPr>
                <p:nvPr/>
              </p:nvSpPr>
              <p:spPr bwMode="auto">
                <a:xfrm>
                  <a:off x="2524" y="3237"/>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4</a:t>
                  </a:r>
                  <a:endParaRPr lang="fr-FR" sz="1600" noProof="1">
                    <a:latin typeface="Calibri" pitchFamily="34" charset="0"/>
                  </a:endParaRPr>
                </a:p>
              </p:txBody>
            </p:sp>
            <p:sp>
              <p:nvSpPr>
                <p:cNvPr id="136417" name="Rectangle 277"/>
                <p:cNvSpPr>
                  <a:spLocks noChangeArrowheads="1"/>
                </p:cNvSpPr>
                <p:nvPr/>
              </p:nvSpPr>
              <p:spPr bwMode="auto">
                <a:xfrm>
                  <a:off x="2531" y="3237"/>
                  <a:ext cx="2"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a:t>
                  </a:r>
                  <a:endParaRPr lang="fr-FR" sz="1600" noProof="1">
                    <a:latin typeface="Calibri" pitchFamily="34" charset="0"/>
                  </a:endParaRPr>
                </a:p>
              </p:txBody>
            </p:sp>
            <p:sp>
              <p:nvSpPr>
                <p:cNvPr id="136418" name="Rectangle 278"/>
                <p:cNvSpPr>
                  <a:spLocks noChangeArrowheads="1"/>
                </p:cNvSpPr>
                <p:nvPr/>
              </p:nvSpPr>
              <p:spPr bwMode="auto">
                <a:xfrm>
                  <a:off x="2533" y="3237"/>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2</a:t>
                  </a:r>
                  <a:endParaRPr lang="fr-FR" sz="1600" noProof="1">
                    <a:latin typeface="Calibri" pitchFamily="34" charset="0"/>
                  </a:endParaRPr>
                </a:p>
              </p:txBody>
            </p:sp>
            <p:sp>
              <p:nvSpPr>
                <p:cNvPr id="136419" name="Rectangle 279"/>
                <p:cNvSpPr>
                  <a:spLocks noChangeArrowheads="1"/>
                </p:cNvSpPr>
                <p:nvPr/>
              </p:nvSpPr>
              <p:spPr bwMode="auto">
                <a:xfrm>
                  <a:off x="2540" y="3237"/>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1</a:t>
                  </a:r>
                  <a:endParaRPr lang="fr-FR" sz="1600" noProof="1">
                    <a:latin typeface="Calibri" pitchFamily="34" charset="0"/>
                  </a:endParaRPr>
                </a:p>
              </p:txBody>
            </p:sp>
            <p:sp>
              <p:nvSpPr>
                <p:cNvPr id="136420" name="Rectangle 280"/>
                <p:cNvSpPr>
                  <a:spLocks noChangeArrowheads="1"/>
                </p:cNvSpPr>
                <p:nvPr/>
              </p:nvSpPr>
              <p:spPr bwMode="auto">
                <a:xfrm>
                  <a:off x="2489" y="3299"/>
                  <a:ext cx="2"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L</a:t>
                  </a:r>
                  <a:endParaRPr lang="fr-FR" sz="1600" noProof="1">
                    <a:latin typeface="Calibri" pitchFamily="34" charset="0"/>
                  </a:endParaRPr>
                </a:p>
              </p:txBody>
            </p:sp>
            <p:sp>
              <p:nvSpPr>
                <p:cNvPr id="136421" name="Rectangle 281"/>
                <p:cNvSpPr>
                  <a:spLocks noChangeArrowheads="1"/>
                </p:cNvSpPr>
                <p:nvPr/>
              </p:nvSpPr>
              <p:spPr bwMode="auto">
                <a:xfrm>
                  <a:off x="2496" y="3299"/>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C</a:t>
                  </a:r>
                  <a:endParaRPr lang="fr-FR" sz="1600" noProof="1">
                    <a:latin typeface="Calibri" pitchFamily="34" charset="0"/>
                  </a:endParaRPr>
                </a:p>
              </p:txBody>
            </p:sp>
            <p:sp>
              <p:nvSpPr>
                <p:cNvPr id="136422" name="Rectangle 282"/>
                <p:cNvSpPr>
                  <a:spLocks noChangeArrowheads="1"/>
                </p:cNvSpPr>
                <p:nvPr/>
              </p:nvSpPr>
              <p:spPr bwMode="auto">
                <a:xfrm>
                  <a:off x="2503" y="3299"/>
                  <a:ext cx="2"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L</a:t>
                  </a:r>
                  <a:endParaRPr lang="fr-FR" sz="1600" noProof="1">
                    <a:latin typeface="Calibri" pitchFamily="34" charset="0"/>
                  </a:endParaRPr>
                </a:p>
              </p:txBody>
            </p:sp>
            <p:sp>
              <p:nvSpPr>
                <p:cNvPr id="136423" name="Rectangle 283"/>
                <p:cNvSpPr>
                  <a:spLocks noChangeArrowheads="1"/>
                </p:cNvSpPr>
                <p:nvPr/>
              </p:nvSpPr>
              <p:spPr bwMode="auto">
                <a:xfrm>
                  <a:off x="2510" y="3299"/>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a:t>
                  </a:r>
                  <a:endParaRPr lang="fr-FR" sz="1600" noProof="1">
                    <a:latin typeface="Calibri" pitchFamily="34" charset="0"/>
                  </a:endParaRPr>
                </a:p>
              </p:txBody>
            </p:sp>
            <p:sp>
              <p:nvSpPr>
                <p:cNvPr id="136424" name="Rectangle 284"/>
                <p:cNvSpPr>
                  <a:spLocks noChangeArrowheads="1"/>
                </p:cNvSpPr>
                <p:nvPr/>
              </p:nvSpPr>
              <p:spPr bwMode="auto">
                <a:xfrm>
                  <a:off x="2516" y="3299"/>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2</a:t>
                  </a:r>
                  <a:endParaRPr lang="fr-FR" sz="1600" noProof="1">
                    <a:latin typeface="Calibri" pitchFamily="34" charset="0"/>
                  </a:endParaRPr>
                </a:p>
              </p:txBody>
            </p:sp>
            <p:sp>
              <p:nvSpPr>
                <p:cNvPr id="136425" name="Rectangle 285"/>
                <p:cNvSpPr>
                  <a:spLocks noChangeArrowheads="1"/>
                </p:cNvSpPr>
                <p:nvPr/>
              </p:nvSpPr>
              <p:spPr bwMode="auto">
                <a:xfrm>
                  <a:off x="2523" y="3299"/>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5</a:t>
                  </a:r>
                  <a:endParaRPr lang="fr-FR" sz="1600" noProof="1">
                    <a:latin typeface="Calibri" pitchFamily="34" charset="0"/>
                  </a:endParaRPr>
                </a:p>
              </p:txBody>
            </p:sp>
            <p:sp>
              <p:nvSpPr>
                <p:cNvPr id="136426" name="Rectangle 286"/>
                <p:cNvSpPr>
                  <a:spLocks noChangeArrowheads="1"/>
                </p:cNvSpPr>
                <p:nvPr/>
              </p:nvSpPr>
              <p:spPr bwMode="auto">
                <a:xfrm>
                  <a:off x="2529" y="3299"/>
                  <a:ext cx="2"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a:t>
                  </a:r>
                  <a:endParaRPr lang="fr-FR" sz="1600" noProof="1">
                    <a:latin typeface="Calibri" pitchFamily="34" charset="0"/>
                  </a:endParaRPr>
                </a:p>
              </p:txBody>
            </p:sp>
            <p:sp>
              <p:nvSpPr>
                <p:cNvPr id="136427" name="Rectangle 287"/>
                <p:cNvSpPr>
                  <a:spLocks noChangeArrowheads="1"/>
                </p:cNvSpPr>
                <p:nvPr/>
              </p:nvSpPr>
              <p:spPr bwMode="auto">
                <a:xfrm>
                  <a:off x="2531" y="3299"/>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4</a:t>
                  </a:r>
                  <a:endParaRPr lang="fr-FR" sz="1600" noProof="1">
                    <a:latin typeface="Calibri" pitchFamily="34" charset="0"/>
                  </a:endParaRPr>
                </a:p>
              </p:txBody>
            </p:sp>
            <p:sp>
              <p:nvSpPr>
                <p:cNvPr id="136428" name="Rectangle 288"/>
                <p:cNvSpPr>
                  <a:spLocks noChangeArrowheads="1"/>
                </p:cNvSpPr>
                <p:nvPr/>
              </p:nvSpPr>
              <p:spPr bwMode="auto">
                <a:xfrm>
                  <a:off x="2539" y="3299"/>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9</a:t>
                  </a:r>
                  <a:endParaRPr lang="fr-FR" sz="1600" noProof="1">
                    <a:latin typeface="Calibri" pitchFamily="34" charset="0"/>
                  </a:endParaRPr>
                </a:p>
              </p:txBody>
            </p:sp>
            <p:sp>
              <p:nvSpPr>
                <p:cNvPr id="136429" name="Line 289"/>
                <p:cNvSpPr>
                  <a:spLocks noChangeShapeType="1"/>
                </p:cNvSpPr>
                <p:nvPr/>
              </p:nvSpPr>
              <p:spPr bwMode="auto">
                <a:xfrm>
                  <a:off x="2462" y="3450"/>
                  <a:ext cx="1" cy="1"/>
                </a:xfrm>
                <a:prstGeom prst="line">
                  <a:avLst/>
                </a:prstGeom>
                <a:noFill/>
                <a:ln w="0">
                  <a:solidFill>
                    <a:srgbClr val="000000"/>
                  </a:solidFill>
                  <a:round/>
                  <a:headEnd/>
                  <a:tailEnd/>
                </a:ln>
              </p:spPr>
              <p:txBody>
                <a:bodyPr/>
                <a:lstStyle/>
                <a:p>
                  <a:endParaRPr lang="en-US"/>
                </a:p>
              </p:txBody>
            </p:sp>
            <p:sp>
              <p:nvSpPr>
                <p:cNvPr id="136430" name="Line 290"/>
                <p:cNvSpPr>
                  <a:spLocks noChangeShapeType="1"/>
                </p:cNvSpPr>
                <p:nvPr/>
              </p:nvSpPr>
              <p:spPr bwMode="auto">
                <a:xfrm>
                  <a:off x="2459" y="3460"/>
                  <a:ext cx="1" cy="1"/>
                </a:xfrm>
                <a:prstGeom prst="line">
                  <a:avLst/>
                </a:prstGeom>
                <a:noFill/>
                <a:ln w="0">
                  <a:solidFill>
                    <a:srgbClr val="000000"/>
                  </a:solidFill>
                  <a:round/>
                  <a:headEnd/>
                  <a:tailEnd/>
                </a:ln>
              </p:spPr>
              <p:txBody>
                <a:bodyPr/>
                <a:lstStyle/>
                <a:p>
                  <a:endParaRPr lang="en-US"/>
                </a:p>
              </p:txBody>
            </p:sp>
            <p:sp>
              <p:nvSpPr>
                <p:cNvPr id="136431" name="Line 291"/>
                <p:cNvSpPr>
                  <a:spLocks noChangeShapeType="1"/>
                </p:cNvSpPr>
                <p:nvPr/>
              </p:nvSpPr>
              <p:spPr bwMode="auto">
                <a:xfrm>
                  <a:off x="2458" y="3442"/>
                  <a:ext cx="1" cy="1"/>
                </a:xfrm>
                <a:prstGeom prst="line">
                  <a:avLst/>
                </a:prstGeom>
                <a:noFill/>
                <a:ln w="0">
                  <a:solidFill>
                    <a:srgbClr val="000000"/>
                  </a:solidFill>
                  <a:round/>
                  <a:headEnd/>
                  <a:tailEnd/>
                </a:ln>
              </p:spPr>
              <p:txBody>
                <a:bodyPr/>
                <a:lstStyle/>
                <a:p>
                  <a:endParaRPr lang="en-US"/>
                </a:p>
              </p:txBody>
            </p:sp>
            <p:sp>
              <p:nvSpPr>
                <p:cNvPr id="136432" name="Line 292"/>
                <p:cNvSpPr>
                  <a:spLocks noChangeShapeType="1"/>
                </p:cNvSpPr>
                <p:nvPr/>
              </p:nvSpPr>
              <p:spPr bwMode="auto">
                <a:xfrm>
                  <a:off x="2455" y="3456"/>
                  <a:ext cx="1" cy="1"/>
                </a:xfrm>
                <a:prstGeom prst="line">
                  <a:avLst/>
                </a:prstGeom>
                <a:noFill/>
                <a:ln w="0">
                  <a:solidFill>
                    <a:srgbClr val="000000"/>
                  </a:solidFill>
                  <a:round/>
                  <a:headEnd/>
                  <a:tailEnd/>
                </a:ln>
              </p:spPr>
              <p:txBody>
                <a:bodyPr/>
                <a:lstStyle/>
                <a:p>
                  <a:endParaRPr lang="en-US"/>
                </a:p>
              </p:txBody>
            </p:sp>
            <p:sp>
              <p:nvSpPr>
                <p:cNvPr id="136433" name="Line 293"/>
                <p:cNvSpPr>
                  <a:spLocks noChangeShapeType="1"/>
                </p:cNvSpPr>
                <p:nvPr/>
              </p:nvSpPr>
              <p:spPr bwMode="auto">
                <a:xfrm>
                  <a:off x="2453" y="3456"/>
                  <a:ext cx="1" cy="1"/>
                </a:xfrm>
                <a:prstGeom prst="line">
                  <a:avLst/>
                </a:prstGeom>
                <a:noFill/>
                <a:ln w="0">
                  <a:solidFill>
                    <a:srgbClr val="000000"/>
                  </a:solidFill>
                  <a:round/>
                  <a:headEnd/>
                  <a:tailEnd/>
                </a:ln>
              </p:spPr>
              <p:txBody>
                <a:bodyPr/>
                <a:lstStyle/>
                <a:p>
                  <a:endParaRPr lang="en-US"/>
                </a:p>
              </p:txBody>
            </p:sp>
            <p:sp>
              <p:nvSpPr>
                <p:cNvPr id="136434" name="Line 294"/>
                <p:cNvSpPr>
                  <a:spLocks noChangeShapeType="1"/>
                </p:cNvSpPr>
                <p:nvPr/>
              </p:nvSpPr>
              <p:spPr bwMode="auto">
                <a:xfrm>
                  <a:off x="2451" y="3451"/>
                  <a:ext cx="1" cy="1"/>
                </a:xfrm>
                <a:prstGeom prst="line">
                  <a:avLst/>
                </a:prstGeom>
                <a:noFill/>
                <a:ln w="0">
                  <a:solidFill>
                    <a:srgbClr val="000000"/>
                  </a:solidFill>
                  <a:round/>
                  <a:headEnd/>
                  <a:tailEnd/>
                </a:ln>
              </p:spPr>
              <p:txBody>
                <a:bodyPr/>
                <a:lstStyle/>
                <a:p>
                  <a:endParaRPr lang="en-US"/>
                </a:p>
              </p:txBody>
            </p:sp>
            <p:sp>
              <p:nvSpPr>
                <p:cNvPr id="136435" name="Line 295"/>
                <p:cNvSpPr>
                  <a:spLocks noChangeShapeType="1"/>
                </p:cNvSpPr>
                <p:nvPr/>
              </p:nvSpPr>
              <p:spPr bwMode="auto">
                <a:xfrm>
                  <a:off x="2449" y="3386"/>
                  <a:ext cx="1" cy="1"/>
                </a:xfrm>
                <a:prstGeom prst="line">
                  <a:avLst/>
                </a:prstGeom>
                <a:noFill/>
                <a:ln w="0">
                  <a:solidFill>
                    <a:srgbClr val="000000"/>
                  </a:solidFill>
                  <a:round/>
                  <a:headEnd/>
                  <a:tailEnd/>
                </a:ln>
              </p:spPr>
              <p:txBody>
                <a:bodyPr/>
                <a:lstStyle/>
                <a:p>
                  <a:endParaRPr lang="en-US"/>
                </a:p>
              </p:txBody>
            </p:sp>
            <p:sp>
              <p:nvSpPr>
                <p:cNvPr id="136436" name="Line 296"/>
                <p:cNvSpPr>
                  <a:spLocks noChangeShapeType="1"/>
                </p:cNvSpPr>
                <p:nvPr/>
              </p:nvSpPr>
              <p:spPr bwMode="auto">
                <a:xfrm>
                  <a:off x="2446" y="3441"/>
                  <a:ext cx="1" cy="1"/>
                </a:xfrm>
                <a:prstGeom prst="line">
                  <a:avLst/>
                </a:prstGeom>
                <a:noFill/>
                <a:ln w="0">
                  <a:solidFill>
                    <a:srgbClr val="000000"/>
                  </a:solidFill>
                  <a:round/>
                  <a:headEnd/>
                  <a:tailEnd/>
                </a:ln>
              </p:spPr>
              <p:txBody>
                <a:bodyPr/>
                <a:lstStyle/>
                <a:p>
                  <a:endParaRPr lang="en-US"/>
                </a:p>
              </p:txBody>
            </p:sp>
            <p:sp>
              <p:nvSpPr>
                <p:cNvPr id="136437" name="Line 297"/>
                <p:cNvSpPr>
                  <a:spLocks noChangeShapeType="1"/>
                </p:cNvSpPr>
                <p:nvPr/>
              </p:nvSpPr>
              <p:spPr bwMode="auto">
                <a:xfrm>
                  <a:off x="2444" y="3420"/>
                  <a:ext cx="1" cy="1"/>
                </a:xfrm>
                <a:prstGeom prst="line">
                  <a:avLst/>
                </a:prstGeom>
                <a:noFill/>
                <a:ln w="0">
                  <a:solidFill>
                    <a:srgbClr val="000000"/>
                  </a:solidFill>
                  <a:round/>
                  <a:headEnd/>
                  <a:tailEnd/>
                </a:ln>
              </p:spPr>
              <p:txBody>
                <a:bodyPr/>
                <a:lstStyle/>
                <a:p>
                  <a:endParaRPr lang="en-US"/>
                </a:p>
              </p:txBody>
            </p:sp>
            <p:sp>
              <p:nvSpPr>
                <p:cNvPr id="136438" name="Line 298"/>
                <p:cNvSpPr>
                  <a:spLocks noChangeShapeType="1"/>
                </p:cNvSpPr>
                <p:nvPr/>
              </p:nvSpPr>
              <p:spPr bwMode="auto">
                <a:xfrm>
                  <a:off x="2442" y="3450"/>
                  <a:ext cx="1" cy="1"/>
                </a:xfrm>
                <a:prstGeom prst="line">
                  <a:avLst/>
                </a:prstGeom>
                <a:noFill/>
                <a:ln w="0">
                  <a:solidFill>
                    <a:srgbClr val="000000"/>
                  </a:solidFill>
                  <a:round/>
                  <a:headEnd/>
                  <a:tailEnd/>
                </a:ln>
              </p:spPr>
              <p:txBody>
                <a:bodyPr/>
                <a:lstStyle/>
                <a:p>
                  <a:endParaRPr lang="en-US"/>
                </a:p>
              </p:txBody>
            </p:sp>
            <p:sp>
              <p:nvSpPr>
                <p:cNvPr id="136439" name="Line 299"/>
                <p:cNvSpPr>
                  <a:spLocks noChangeShapeType="1"/>
                </p:cNvSpPr>
                <p:nvPr/>
              </p:nvSpPr>
              <p:spPr bwMode="auto">
                <a:xfrm>
                  <a:off x="2440" y="3454"/>
                  <a:ext cx="1" cy="1"/>
                </a:xfrm>
                <a:prstGeom prst="line">
                  <a:avLst/>
                </a:prstGeom>
                <a:noFill/>
                <a:ln w="0">
                  <a:solidFill>
                    <a:srgbClr val="000000"/>
                  </a:solidFill>
                  <a:round/>
                  <a:headEnd/>
                  <a:tailEnd/>
                </a:ln>
              </p:spPr>
              <p:txBody>
                <a:bodyPr/>
                <a:lstStyle/>
                <a:p>
                  <a:endParaRPr lang="en-US"/>
                </a:p>
              </p:txBody>
            </p:sp>
            <p:sp>
              <p:nvSpPr>
                <p:cNvPr id="136440" name="Line 300"/>
                <p:cNvSpPr>
                  <a:spLocks noChangeShapeType="1"/>
                </p:cNvSpPr>
                <p:nvPr/>
              </p:nvSpPr>
              <p:spPr bwMode="auto">
                <a:xfrm>
                  <a:off x="2437" y="3451"/>
                  <a:ext cx="1" cy="1"/>
                </a:xfrm>
                <a:prstGeom prst="line">
                  <a:avLst/>
                </a:prstGeom>
                <a:noFill/>
                <a:ln w="0">
                  <a:solidFill>
                    <a:srgbClr val="000000"/>
                  </a:solidFill>
                  <a:round/>
                  <a:headEnd/>
                  <a:tailEnd/>
                </a:ln>
              </p:spPr>
              <p:txBody>
                <a:bodyPr/>
                <a:lstStyle/>
                <a:p>
                  <a:endParaRPr lang="en-US"/>
                </a:p>
              </p:txBody>
            </p:sp>
            <p:sp>
              <p:nvSpPr>
                <p:cNvPr id="136441" name="Line 301"/>
                <p:cNvSpPr>
                  <a:spLocks noChangeShapeType="1"/>
                </p:cNvSpPr>
                <p:nvPr/>
              </p:nvSpPr>
              <p:spPr bwMode="auto">
                <a:xfrm>
                  <a:off x="2436" y="3438"/>
                  <a:ext cx="1" cy="1"/>
                </a:xfrm>
                <a:prstGeom prst="line">
                  <a:avLst/>
                </a:prstGeom>
                <a:noFill/>
                <a:ln w="0">
                  <a:solidFill>
                    <a:srgbClr val="000000"/>
                  </a:solidFill>
                  <a:round/>
                  <a:headEnd/>
                  <a:tailEnd/>
                </a:ln>
              </p:spPr>
              <p:txBody>
                <a:bodyPr/>
                <a:lstStyle/>
                <a:p>
                  <a:endParaRPr lang="en-US"/>
                </a:p>
              </p:txBody>
            </p:sp>
            <p:sp>
              <p:nvSpPr>
                <p:cNvPr id="136442" name="Line 302"/>
                <p:cNvSpPr>
                  <a:spLocks noChangeShapeType="1"/>
                </p:cNvSpPr>
                <p:nvPr/>
              </p:nvSpPr>
              <p:spPr bwMode="auto">
                <a:xfrm>
                  <a:off x="2433" y="3448"/>
                  <a:ext cx="1" cy="1"/>
                </a:xfrm>
                <a:prstGeom prst="line">
                  <a:avLst/>
                </a:prstGeom>
                <a:noFill/>
                <a:ln w="0">
                  <a:solidFill>
                    <a:srgbClr val="000000"/>
                  </a:solidFill>
                  <a:round/>
                  <a:headEnd/>
                  <a:tailEnd/>
                </a:ln>
              </p:spPr>
              <p:txBody>
                <a:bodyPr/>
                <a:lstStyle/>
                <a:p>
                  <a:endParaRPr lang="en-US"/>
                </a:p>
              </p:txBody>
            </p:sp>
            <p:sp>
              <p:nvSpPr>
                <p:cNvPr id="136443" name="Line 303"/>
                <p:cNvSpPr>
                  <a:spLocks noChangeShapeType="1"/>
                </p:cNvSpPr>
                <p:nvPr/>
              </p:nvSpPr>
              <p:spPr bwMode="auto">
                <a:xfrm>
                  <a:off x="2431" y="3432"/>
                  <a:ext cx="1" cy="1"/>
                </a:xfrm>
                <a:prstGeom prst="line">
                  <a:avLst/>
                </a:prstGeom>
                <a:noFill/>
                <a:ln w="0">
                  <a:solidFill>
                    <a:srgbClr val="000000"/>
                  </a:solidFill>
                  <a:round/>
                  <a:headEnd/>
                  <a:tailEnd/>
                </a:ln>
              </p:spPr>
              <p:txBody>
                <a:bodyPr/>
                <a:lstStyle/>
                <a:p>
                  <a:endParaRPr lang="en-US"/>
                </a:p>
              </p:txBody>
            </p:sp>
            <p:sp>
              <p:nvSpPr>
                <p:cNvPr id="136444" name="Line 304"/>
                <p:cNvSpPr>
                  <a:spLocks noChangeShapeType="1"/>
                </p:cNvSpPr>
                <p:nvPr/>
              </p:nvSpPr>
              <p:spPr bwMode="auto">
                <a:xfrm>
                  <a:off x="2428" y="3382"/>
                  <a:ext cx="1" cy="1"/>
                </a:xfrm>
                <a:prstGeom prst="line">
                  <a:avLst/>
                </a:prstGeom>
                <a:noFill/>
                <a:ln w="0">
                  <a:solidFill>
                    <a:srgbClr val="000000"/>
                  </a:solidFill>
                  <a:round/>
                  <a:headEnd/>
                  <a:tailEnd/>
                </a:ln>
              </p:spPr>
              <p:txBody>
                <a:bodyPr/>
                <a:lstStyle/>
                <a:p>
                  <a:endParaRPr lang="en-US"/>
                </a:p>
              </p:txBody>
            </p:sp>
            <p:sp>
              <p:nvSpPr>
                <p:cNvPr id="136445" name="Line 305"/>
                <p:cNvSpPr>
                  <a:spLocks noChangeShapeType="1"/>
                </p:cNvSpPr>
                <p:nvPr/>
              </p:nvSpPr>
              <p:spPr bwMode="auto">
                <a:xfrm>
                  <a:off x="2427" y="3424"/>
                  <a:ext cx="1" cy="1"/>
                </a:xfrm>
                <a:prstGeom prst="line">
                  <a:avLst/>
                </a:prstGeom>
                <a:noFill/>
                <a:ln w="0">
                  <a:solidFill>
                    <a:srgbClr val="000000"/>
                  </a:solidFill>
                  <a:round/>
                  <a:headEnd/>
                  <a:tailEnd/>
                </a:ln>
              </p:spPr>
              <p:txBody>
                <a:bodyPr/>
                <a:lstStyle/>
                <a:p>
                  <a:endParaRPr lang="en-US"/>
                </a:p>
              </p:txBody>
            </p:sp>
            <p:sp>
              <p:nvSpPr>
                <p:cNvPr id="136446" name="Line 306"/>
                <p:cNvSpPr>
                  <a:spLocks noChangeShapeType="1"/>
                </p:cNvSpPr>
                <p:nvPr/>
              </p:nvSpPr>
              <p:spPr bwMode="auto">
                <a:xfrm>
                  <a:off x="2424" y="3417"/>
                  <a:ext cx="1" cy="1"/>
                </a:xfrm>
                <a:prstGeom prst="line">
                  <a:avLst/>
                </a:prstGeom>
                <a:noFill/>
                <a:ln w="0">
                  <a:solidFill>
                    <a:srgbClr val="000000"/>
                  </a:solidFill>
                  <a:round/>
                  <a:headEnd/>
                  <a:tailEnd/>
                </a:ln>
              </p:spPr>
              <p:txBody>
                <a:bodyPr/>
                <a:lstStyle/>
                <a:p>
                  <a:endParaRPr lang="en-US"/>
                </a:p>
              </p:txBody>
            </p:sp>
            <p:sp>
              <p:nvSpPr>
                <p:cNvPr id="136447" name="Line 307"/>
                <p:cNvSpPr>
                  <a:spLocks noChangeShapeType="1"/>
                </p:cNvSpPr>
                <p:nvPr/>
              </p:nvSpPr>
              <p:spPr bwMode="auto">
                <a:xfrm>
                  <a:off x="2422" y="3435"/>
                  <a:ext cx="1" cy="1"/>
                </a:xfrm>
                <a:prstGeom prst="line">
                  <a:avLst/>
                </a:prstGeom>
                <a:noFill/>
                <a:ln w="0">
                  <a:solidFill>
                    <a:srgbClr val="000000"/>
                  </a:solidFill>
                  <a:round/>
                  <a:headEnd/>
                  <a:tailEnd/>
                </a:ln>
              </p:spPr>
              <p:txBody>
                <a:bodyPr/>
                <a:lstStyle/>
                <a:p>
                  <a:endParaRPr lang="en-US"/>
                </a:p>
              </p:txBody>
            </p:sp>
            <p:sp>
              <p:nvSpPr>
                <p:cNvPr id="136448" name="Line 308"/>
                <p:cNvSpPr>
                  <a:spLocks noChangeShapeType="1"/>
                </p:cNvSpPr>
                <p:nvPr/>
              </p:nvSpPr>
              <p:spPr bwMode="auto">
                <a:xfrm>
                  <a:off x="2419" y="3444"/>
                  <a:ext cx="1" cy="1"/>
                </a:xfrm>
                <a:prstGeom prst="line">
                  <a:avLst/>
                </a:prstGeom>
                <a:noFill/>
                <a:ln w="0">
                  <a:solidFill>
                    <a:srgbClr val="000000"/>
                  </a:solidFill>
                  <a:round/>
                  <a:headEnd/>
                  <a:tailEnd/>
                </a:ln>
              </p:spPr>
              <p:txBody>
                <a:bodyPr/>
                <a:lstStyle/>
                <a:p>
                  <a:endParaRPr lang="en-US"/>
                </a:p>
              </p:txBody>
            </p:sp>
            <p:sp>
              <p:nvSpPr>
                <p:cNvPr id="136449" name="Line 309"/>
                <p:cNvSpPr>
                  <a:spLocks noChangeShapeType="1"/>
                </p:cNvSpPr>
                <p:nvPr/>
              </p:nvSpPr>
              <p:spPr bwMode="auto">
                <a:xfrm>
                  <a:off x="2418" y="3409"/>
                  <a:ext cx="1" cy="1"/>
                </a:xfrm>
                <a:prstGeom prst="line">
                  <a:avLst/>
                </a:prstGeom>
                <a:noFill/>
                <a:ln w="0">
                  <a:solidFill>
                    <a:srgbClr val="000000"/>
                  </a:solidFill>
                  <a:round/>
                  <a:headEnd/>
                  <a:tailEnd/>
                </a:ln>
              </p:spPr>
              <p:txBody>
                <a:bodyPr/>
                <a:lstStyle/>
                <a:p>
                  <a:endParaRPr lang="en-US"/>
                </a:p>
              </p:txBody>
            </p:sp>
            <p:sp>
              <p:nvSpPr>
                <p:cNvPr id="136450" name="Line 310"/>
                <p:cNvSpPr>
                  <a:spLocks noChangeShapeType="1"/>
                </p:cNvSpPr>
                <p:nvPr/>
              </p:nvSpPr>
              <p:spPr bwMode="auto">
                <a:xfrm>
                  <a:off x="2415" y="3415"/>
                  <a:ext cx="1" cy="1"/>
                </a:xfrm>
                <a:prstGeom prst="line">
                  <a:avLst/>
                </a:prstGeom>
                <a:noFill/>
                <a:ln w="0">
                  <a:solidFill>
                    <a:srgbClr val="000000"/>
                  </a:solidFill>
                  <a:round/>
                  <a:headEnd/>
                  <a:tailEnd/>
                </a:ln>
              </p:spPr>
              <p:txBody>
                <a:bodyPr/>
                <a:lstStyle/>
                <a:p>
                  <a:endParaRPr lang="en-US"/>
                </a:p>
              </p:txBody>
            </p:sp>
            <p:sp>
              <p:nvSpPr>
                <p:cNvPr id="136451" name="Line 311"/>
                <p:cNvSpPr>
                  <a:spLocks noChangeShapeType="1"/>
                </p:cNvSpPr>
                <p:nvPr/>
              </p:nvSpPr>
              <p:spPr bwMode="auto">
                <a:xfrm>
                  <a:off x="2412" y="3435"/>
                  <a:ext cx="1" cy="1"/>
                </a:xfrm>
                <a:prstGeom prst="line">
                  <a:avLst/>
                </a:prstGeom>
                <a:noFill/>
                <a:ln w="0">
                  <a:solidFill>
                    <a:srgbClr val="000000"/>
                  </a:solidFill>
                  <a:round/>
                  <a:headEnd/>
                  <a:tailEnd/>
                </a:ln>
              </p:spPr>
              <p:txBody>
                <a:bodyPr/>
                <a:lstStyle/>
                <a:p>
                  <a:endParaRPr lang="en-US"/>
                </a:p>
              </p:txBody>
            </p:sp>
            <p:sp>
              <p:nvSpPr>
                <p:cNvPr id="136452" name="Line 312"/>
                <p:cNvSpPr>
                  <a:spLocks noChangeShapeType="1"/>
                </p:cNvSpPr>
                <p:nvPr/>
              </p:nvSpPr>
              <p:spPr bwMode="auto">
                <a:xfrm>
                  <a:off x="2411" y="3439"/>
                  <a:ext cx="1" cy="1"/>
                </a:xfrm>
                <a:prstGeom prst="line">
                  <a:avLst/>
                </a:prstGeom>
                <a:noFill/>
                <a:ln w="0">
                  <a:solidFill>
                    <a:srgbClr val="000000"/>
                  </a:solidFill>
                  <a:round/>
                  <a:headEnd/>
                  <a:tailEnd/>
                </a:ln>
              </p:spPr>
              <p:txBody>
                <a:bodyPr/>
                <a:lstStyle/>
                <a:p>
                  <a:endParaRPr lang="en-US"/>
                </a:p>
              </p:txBody>
            </p:sp>
            <p:sp>
              <p:nvSpPr>
                <p:cNvPr id="136453" name="Line 313"/>
                <p:cNvSpPr>
                  <a:spLocks noChangeShapeType="1"/>
                </p:cNvSpPr>
                <p:nvPr/>
              </p:nvSpPr>
              <p:spPr bwMode="auto">
                <a:xfrm>
                  <a:off x="2409" y="3423"/>
                  <a:ext cx="1" cy="1"/>
                </a:xfrm>
                <a:prstGeom prst="line">
                  <a:avLst/>
                </a:prstGeom>
                <a:noFill/>
                <a:ln w="0">
                  <a:solidFill>
                    <a:srgbClr val="000000"/>
                  </a:solidFill>
                  <a:round/>
                  <a:headEnd/>
                  <a:tailEnd/>
                </a:ln>
              </p:spPr>
              <p:txBody>
                <a:bodyPr/>
                <a:lstStyle/>
                <a:p>
                  <a:endParaRPr lang="en-US"/>
                </a:p>
              </p:txBody>
            </p:sp>
            <p:sp>
              <p:nvSpPr>
                <p:cNvPr id="136454" name="Line 314"/>
                <p:cNvSpPr>
                  <a:spLocks noChangeShapeType="1"/>
                </p:cNvSpPr>
                <p:nvPr/>
              </p:nvSpPr>
              <p:spPr bwMode="auto">
                <a:xfrm>
                  <a:off x="2406" y="3442"/>
                  <a:ext cx="1" cy="1"/>
                </a:xfrm>
                <a:prstGeom prst="line">
                  <a:avLst/>
                </a:prstGeom>
                <a:noFill/>
                <a:ln w="0">
                  <a:solidFill>
                    <a:srgbClr val="000000"/>
                  </a:solidFill>
                  <a:round/>
                  <a:headEnd/>
                  <a:tailEnd/>
                </a:ln>
              </p:spPr>
              <p:txBody>
                <a:bodyPr/>
                <a:lstStyle/>
                <a:p>
                  <a:endParaRPr lang="en-US"/>
                </a:p>
              </p:txBody>
            </p:sp>
            <p:sp>
              <p:nvSpPr>
                <p:cNvPr id="136455" name="Line 315"/>
                <p:cNvSpPr>
                  <a:spLocks noChangeShapeType="1"/>
                </p:cNvSpPr>
                <p:nvPr/>
              </p:nvSpPr>
              <p:spPr bwMode="auto">
                <a:xfrm>
                  <a:off x="2404" y="3449"/>
                  <a:ext cx="1" cy="1"/>
                </a:xfrm>
                <a:prstGeom prst="line">
                  <a:avLst/>
                </a:prstGeom>
                <a:noFill/>
                <a:ln w="0">
                  <a:solidFill>
                    <a:srgbClr val="000000"/>
                  </a:solidFill>
                  <a:round/>
                  <a:headEnd/>
                  <a:tailEnd/>
                </a:ln>
              </p:spPr>
              <p:txBody>
                <a:bodyPr/>
                <a:lstStyle/>
                <a:p>
                  <a:endParaRPr lang="en-US"/>
                </a:p>
              </p:txBody>
            </p:sp>
            <p:sp>
              <p:nvSpPr>
                <p:cNvPr id="136456" name="Line 316"/>
                <p:cNvSpPr>
                  <a:spLocks noChangeShapeType="1"/>
                </p:cNvSpPr>
                <p:nvPr/>
              </p:nvSpPr>
              <p:spPr bwMode="auto">
                <a:xfrm>
                  <a:off x="2402" y="3450"/>
                  <a:ext cx="1" cy="1"/>
                </a:xfrm>
                <a:prstGeom prst="line">
                  <a:avLst/>
                </a:prstGeom>
                <a:noFill/>
                <a:ln w="0">
                  <a:solidFill>
                    <a:srgbClr val="000000"/>
                  </a:solidFill>
                  <a:round/>
                  <a:headEnd/>
                  <a:tailEnd/>
                </a:ln>
              </p:spPr>
              <p:txBody>
                <a:bodyPr/>
                <a:lstStyle/>
                <a:p>
                  <a:endParaRPr lang="en-US"/>
                </a:p>
              </p:txBody>
            </p:sp>
            <p:sp>
              <p:nvSpPr>
                <p:cNvPr id="136457" name="Line 317"/>
                <p:cNvSpPr>
                  <a:spLocks noChangeShapeType="1"/>
                </p:cNvSpPr>
                <p:nvPr/>
              </p:nvSpPr>
              <p:spPr bwMode="auto">
                <a:xfrm>
                  <a:off x="2400" y="3434"/>
                  <a:ext cx="1" cy="1"/>
                </a:xfrm>
                <a:prstGeom prst="line">
                  <a:avLst/>
                </a:prstGeom>
                <a:noFill/>
                <a:ln w="0">
                  <a:solidFill>
                    <a:srgbClr val="000000"/>
                  </a:solidFill>
                  <a:round/>
                  <a:headEnd/>
                  <a:tailEnd/>
                </a:ln>
              </p:spPr>
              <p:txBody>
                <a:bodyPr/>
                <a:lstStyle/>
                <a:p>
                  <a:endParaRPr lang="en-US"/>
                </a:p>
              </p:txBody>
            </p:sp>
            <p:sp>
              <p:nvSpPr>
                <p:cNvPr id="136458" name="Line 318"/>
                <p:cNvSpPr>
                  <a:spLocks noChangeShapeType="1"/>
                </p:cNvSpPr>
                <p:nvPr/>
              </p:nvSpPr>
              <p:spPr bwMode="auto">
                <a:xfrm>
                  <a:off x="2397" y="3410"/>
                  <a:ext cx="1" cy="1"/>
                </a:xfrm>
                <a:prstGeom prst="line">
                  <a:avLst/>
                </a:prstGeom>
                <a:noFill/>
                <a:ln w="0">
                  <a:solidFill>
                    <a:srgbClr val="000000"/>
                  </a:solidFill>
                  <a:round/>
                  <a:headEnd/>
                  <a:tailEnd/>
                </a:ln>
              </p:spPr>
              <p:txBody>
                <a:bodyPr/>
                <a:lstStyle/>
                <a:p>
                  <a:endParaRPr lang="en-US"/>
                </a:p>
              </p:txBody>
            </p:sp>
            <p:sp>
              <p:nvSpPr>
                <p:cNvPr id="136459" name="Line 319"/>
                <p:cNvSpPr>
                  <a:spLocks noChangeShapeType="1"/>
                </p:cNvSpPr>
                <p:nvPr/>
              </p:nvSpPr>
              <p:spPr bwMode="auto">
                <a:xfrm>
                  <a:off x="2396" y="3450"/>
                  <a:ext cx="1" cy="1"/>
                </a:xfrm>
                <a:prstGeom prst="line">
                  <a:avLst/>
                </a:prstGeom>
                <a:noFill/>
                <a:ln w="0">
                  <a:solidFill>
                    <a:srgbClr val="000000"/>
                  </a:solidFill>
                  <a:round/>
                  <a:headEnd/>
                  <a:tailEnd/>
                </a:ln>
              </p:spPr>
              <p:txBody>
                <a:bodyPr/>
                <a:lstStyle/>
                <a:p>
                  <a:endParaRPr lang="en-US"/>
                </a:p>
              </p:txBody>
            </p:sp>
            <p:sp>
              <p:nvSpPr>
                <p:cNvPr id="136460" name="Line 320"/>
                <p:cNvSpPr>
                  <a:spLocks noChangeShapeType="1"/>
                </p:cNvSpPr>
                <p:nvPr/>
              </p:nvSpPr>
              <p:spPr bwMode="auto">
                <a:xfrm>
                  <a:off x="2393" y="3418"/>
                  <a:ext cx="1" cy="1"/>
                </a:xfrm>
                <a:prstGeom prst="line">
                  <a:avLst/>
                </a:prstGeom>
                <a:noFill/>
                <a:ln w="0">
                  <a:solidFill>
                    <a:srgbClr val="000000"/>
                  </a:solidFill>
                  <a:round/>
                  <a:headEnd/>
                  <a:tailEnd/>
                </a:ln>
              </p:spPr>
              <p:txBody>
                <a:bodyPr/>
                <a:lstStyle/>
                <a:p>
                  <a:endParaRPr lang="en-US"/>
                </a:p>
              </p:txBody>
            </p:sp>
            <p:sp>
              <p:nvSpPr>
                <p:cNvPr id="136461" name="Line 321"/>
                <p:cNvSpPr>
                  <a:spLocks noChangeShapeType="1"/>
                </p:cNvSpPr>
                <p:nvPr/>
              </p:nvSpPr>
              <p:spPr bwMode="auto">
                <a:xfrm>
                  <a:off x="2391" y="3458"/>
                  <a:ext cx="1" cy="1"/>
                </a:xfrm>
                <a:prstGeom prst="line">
                  <a:avLst/>
                </a:prstGeom>
                <a:noFill/>
                <a:ln w="0">
                  <a:solidFill>
                    <a:srgbClr val="000000"/>
                  </a:solidFill>
                  <a:round/>
                  <a:headEnd/>
                  <a:tailEnd/>
                </a:ln>
              </p:spPr>
              <p:txBody>
                <a:bodyPr/>
                <a:lstStyle/>
                <a:p>
                  <a:endParaRPr lang="en-US"/>
                </a:p>
              </p:txBody>
            </p:sp>
            <p:sp>
              <p:nvSpPr>
                <p:cNvPr id="136462" name="Line 322"/>
                <p:cNvSpPr>
                  <a:spLocks noChangeShapeType="1"/>
                </p:cNvSpPr>
                <p:nvPr/>
              </p:nvSpPr>
              <p:spPr bwMode="auto">
                <a:xfrm>
                  <a:off x="2388" y="3439"/>
                  <a:ext cx="1" cy="1"/>
                </a:xfrm>
                <a:prstGeom prst="line">
                  <a:avLst/>
                </a:prstGeom>
                <a:noFill/>
                <a:ln w="0">
                  <a:solidFill>
                    <a:srgbClr val="000000"/>
                  </a:solidFill>
                  <a:round/>
                  <a:headEnd/>
                  <a:tailEnd/>
                </a:ln>
              </p:spPr>
              <p:txBody>
                <a:bodyPr/>
                <a:lstStyle/>
                <a:p>
                  <a:endParaRPr lang="en-US"/>
                </a:p>
              </p:txBody>
            </p:sp>
            <p:sp>
              <p:nvSpPr>
                <p:cNvPr id="136463" name="Line 323"/>
                <p:cNvSpPr>
                  <a:spLocks noChangeShapeType="1"/>
                </p:cNvSpPr>
                <p:nvPr/>
              </p:nvSpPr>
              <p:spPr bwMode="auto">
                <a:xfrm>
                  <a:off x="2387" y="3426"/>
                  <a:ext cx="1" cy="1"/>
                </a:xfrm>
                <a:prstGeom prst="line">
                  <a:avLst/>
                </a:prstGeom>
                <a:noFill/>
                <a:ln w="0">
                  <a:solidFill>
                    <a:srgbClr val="000000"/>
                  </a:solidFill>
                  <a:round/>
                  <a:headEnd/>
                  <a:tailEnd/>
                </a:ln>
              </p:spPr>
              <p:txBody>
                <a:bodyPr/>
                <a:lstStyle/>
                <a:p>
                  <a:endParaRPr lang="en-US"/>
                </a:p>
              </p:txBody>
            </p:sp>
            <p:sp>
              <p:nvSpPr>
                <p:cNvPr id="136464" name="Line 324"/>
                <p:cNvSpPr>
                  <a:spLocks noChangeShapeType="1"/>
                </p:cNvSpPr>
                <p:nvPr/>
              </p:nvSpPr>
              <p:spPr bwMode="auto">
                <a:xfrm>
                  <a:off x="2384" y="3412"/>
                  <a:ext cx="1" cy="1"/>
                </a:xfrm>
                <a:prstGeom prst="line">
                  <a:avLst/>
                </a:prstGeom>
                <a:noFill/>
                <a:ln w="0">
                  <a:solidFill>
                    <a:srgbClr val="000000"/>
                  </a:solidFill>
                  <a:round/>
                  <a:headEnd/>
                  <a:tailEnd/>
                </a:ln>
              </p:spPr>
              <p:txBody>
                <a:bodyPr/>
                <a:lstStyle/>
                <a:p>
                  <a:endParaRPr lang="en-US"/>
                </a:p>
              </p:txBody>
            </p:sp>
            <p:sp>
              <p:nvSpPr>
                <p:cNvPr id="136465" name="Line 325"/>
                <p:cNvSpPr>
                  <a:spLocks noChangeShapeType="1"/>
                </p:cNvSpPr>
                <p:nvPr/>
              </p:nvSpPr>
              <p:spPr bwMode="auto">
                <a:xfrm>
                  <a:off x="2381" y="3441"/>
                  <a:ext cx="1" cy="1"/>
                </a:xfrm>
                <a:prstGeom prst="line">
                  <a:avLst/>
                </a:prstGeom>
                <a:noFill/>
                <a:ln w="0">
                  <a:solidFill>
                    <a:srgbClr val="000000"/>
                  </a:solidFill>
                  <a:round/>
                  <a:headEnd/>
                  <a:tailEnd/>
                </a:ln>
              </p:spPr>
              <p:txBody>
                <a:bodyPr/>
                <a:lstStyle/>
                <a:p>
                  <a:endParaRPr lang="en-US"/>
                </a:p>
              </p:txBody>
            </p:sp>
            <p:sp>
              <p:nvSpPr>
                <p:cNvPr id="136466" name="Line 326"/>
                <p:cNvSpPr>
                  <a:spLocks noChangeShapeType="1"/>
                </p:cNvSpPr>
                <p:nvPr/>
              </p:nvSpPr>
              <p:spPr bwMode="auto">
                <a:xfrm>
                  <a:off x="2380" y="3453"/>
                  <a:ext cx="1" cy="1"/>
                </a:xfrm>
                <a:prstGeom prst="line">
                  <a:avLst/>
                </a:prstGeom>
                <a:noFill/>
                <a:ln w="0">
                  <a:solidFill>
                    <a:srgbClr val="000000"/>
                  </a:solidFill>
                  <a:round/>
                  <a:headEnd/>
                  <a:tailEnd/>
                </a:ln>
              </p:spPr>
              <p:txBody>
                <a:bodyPr/>
                <a:lstStyle/>
                <a:p>
                  <a:endParaRPr lang="en-US"/>
                </a:p>
              </p:txBody>
            </p:sp>
            <p:sp>
              <p:nvSpPr>
                <p:cNvPr id="136467" name="Line 327"/>
                <p:cNvSpPr>
                  <a:spLocks noChangeShapeType="1"/>
                </p:cNvSpPr>
                <p:nvPr/>
              </p:nvSpPr>
              <p:spPr bwMode="auto">
                <a:xfrm>
                  <a:off x="2377" y="3446"/>
                  <a:ext cx="1" cy="1"/>
                </a:xfrm>
                <a:prstGeom prst="line">
                  <a:avLst/>
                </a:prstGeom>
                <a:noFill/>
                <a:ln w="0">
                  <a:solidFill>
                    <a:srgbClr val="000000"/>
                  </a:solidFill>
                  <a:round/>
                  <a:headEnd/>
                  <a:tailEnd/>
                </a:ln>
              </p:spPr>
              <p:txBody>
                <a:bodyPr/>
                <a:lstStyle/>
                <a:p>
                  <a:endParaRPr lang="en-US"/>
                </a:p>
              </p:txBody>
            </p:sp>
            <p:sp>
              <p:nvSpPr>
                <p:cNvPr id="136468" name="Line 328"/>
                <p:cNvSpPr>
                  <a:spLocks noChangeShapeType="1"/>
                </p:cNvSpPr>
                <p:nvPr/>
              </p:nvSpPr>
              <p:spPr bwMode="auto">
                <a:xfrm>
                  <a:off x="2375" y="3410"/>
                  <a:ext cx="1" cy="1"/>
                </a:xfrm>
                <a:prstGeom prst="line">
                  <a:avLst/>
                </a:prstGeom>
                <a:noFill/>
                <a:ln w="0">
                  <a:solidFill>
                    <a:srgbClr val="000000"/>
                  </a:solidFill>
                  <a:round/>
                  <a:headEnd/>
                  <a:tailEnd/>
                </a:ln>
              </p:spPr>
              <p:txBody>
                <a:bodyPr/>
                <a:lstStyle/>
                <a:p>
                  <a:endParaRPr lang="en-US"/>
                </a:p>
              </p:txBody>
            </p:sp>
            <p:sp>
              <p:nvSpPr>
                <p:cNvPr id="136469" name="Line 329"/>
                <p:cNvSpPr>
                  <a:spLocks noChangeShapeType="1"/>
                </p:cNvSpPr>
                <p:nvPr/>
              </p:nvSpPr>
              <p:spPr bwMode="auto">
                <a:xfrm>
                  <a:off x="2372" y="3453"/>
                  <a:ext cx="1" cy="1"/>
                </a:xfrm>
                <a:prstGeom prst="line">
                  <a:avLst/>
                </a:prstGeom>
                <a:noFill/>
                <a:ln w="0">
                  <a:solidFill>
                    <a:srgbClr val="000000"/>
                  </a:solidFill>
                  <a:round/>
                  <a:headEnd/>
                  <a:tailEnd/>
                </a:ln>
              </p:spPr>
              <p:txBody>
                <a:bodyPr/>
                <a:lstStyle/>
                <a:p>
                  <a:endParaRPr lang="en-US"/>
                </a:p>
              </p:txBody>
            </p:sp>
            <p:sp>
              <p:nvSpPr>
                <p:cNvPr id="136470" name="Line 330"/>
                <p:cNvSpPr>
                  <a:spLocks noChangeShapeType="1"/>
                </p:cNvSpPr>
                <p:nvPr/>
              </p:nvSpPr>
              <p:spPr bwMode="auto">
                <a:xfrm>
                  <a:off x="2371" y="3415"/>
                  <a:ext cx="1" cy="1"/>
                </a:xfrm>
                <a:prstGeom prst="line">
                  <a:avLst/>
                </a:prstGeom>
                <a:noFill/>
                <a:ln w="0">
                  <a:solidFill>
                    <a:srgbClr val="000000"/>
                  </a:solidFill>
                  <a:round/>
                  <a:headEnd/>
                  <a:tailEnd/>
                </a:ln>
              </p:spPr>
              <p:txBody>
                <a:bodyPr/>
                <a:lstStyle/>
                <a:p>
                  <a:endParaRPr lang="en-US"/>
                </a:p>
              </p:txBody>
            </p:sp>
            <p:sp>
              <p:nvSpPr>
                <p:cNvPr id="136471" name="Line 331"/>
                <p:cNvSpPr>
                  <a:spLocks noChangeShapeType="1"/>
                </p:cNvSpPr>
                <p:nvPr/>
              </p:nvSpPr>
              <p:spPr bwMode="auto">
                <a:xfrm>
                  <a:off x="2368" y="3425"/>
                  <a:ext cx="1" cy="1"/>
                </a:xfrm>
                <a:prstGeom prst="line">
                  <a:avLst/>
                </a:prstGeom>
                <a:noFill/>
                <a:ln w="0">
                  <a:solidFill>
                    <a:srgbClr val="000000"/>
                  </a:solidFill>
                  <a:round/>
                  <a:headEnd/>
                  <a:tailEnd/>
                </a:ln>
              </p:spPr>
              <p:txBody>
                <a:bodyPr/>
                <a:lstStyle/>
                <a:p>
                  <a:endParaRPr lang="en-US"/>
                </a:p>
              </p:txBody>
            </p:sp>
            <p:sp>
              <p:nvSpPr>
                <p:cNvPr id="136472" name="Line 332"/>
                <p:cNvSpPr>
                  <a:spLocks noChangeShapeType="1"/>
                </p:cNvSpPr>
                <p:nvPr/>
              </p:nvSpPr>
              <p:spPr bwMode="auto">
                <a:xfrm>
                  <a:off x="2366" y="3450"/>
                  <a:ext cx="1" cy="1"/>
                </a:xfrm>
                <a:prstGeom prst="line">
                  <a:avLst/>
                </a:prstGeom>
                <a:noFill/>
                <a:ln w="0">
                  <a:solidFill>
                    <a:srgbClr val="000000"/>
                  </a:solidFill>
                  <a:round/>
                  <a:headEnd/>
                  <a:tailEnd/>
                </a:ln>
              </p:spPr>
              <p:txBody>
                <a:bodyPr/>
                <a:lstStyle/>
                <a:p>
                  <a:endParaRPr lang="en-US"/>
                </a:p>
              </p:txBody>
            </p:sp>
            <p:sp>
              <p:nvSpPr>
                <p:cNvPr id="136473" name="Line 333"/>
                <p:cNvSpPr>
                  <a:spLocks noChangeShapeType="1"/>
                </p:cNvSpPr>
                <p:nvPr/>
              </p:nvSpPr>
              <p:spPr bwMode="auto">
                <a:xfrm>
                  <a:off x="2363" y="3387"/>
                  <a:ext cx="1" cy="1"/>
                </a:xfrm>
                <a:prstGeom prst="line">
                  <a:avLst/>
                </a:prstGeom>
                <a:noFill/>
                <a:ln w="0">
                  <a:solidFill>
                    <a:srgbClr val="000000"/>
                  </a:solidFill>
                  <a:round/>
                  <a:headEnd/>
                  <a:tailEnd/>
                </a:ln>
              </p:spPr>
              <p:txBody>
                <a:bodyPr/>
                <a:lstStyle/>
                <a:p>
                  <a:endParaRPr lang="en-US"/>
                </a:p>
              </p:txBody>
            </p:sp>
            <p:sp>
              <p:nvSpPr>
                <p:cNvPr id="136474" name="Line 334"/>
                <p:cNvSpPr>
                  <a:spLocks noChangeShapeType="1"/>
                </p:cNvSpPr>
                <p:nvPr/>
              </p:nvSpPr>
              <p:spPr bwMode="auto">
                <a:xfrm>
                  <a:off x="2362" y="3411"/>
                  <a:ext cx="1" cy="1"/>
                </a:xfrm>
                <a:prstGeom prst="line">
                  <a:avLst/>
                </a:prstGeom>
                <a:noFill/>
                <a:ln w="0">
                  <a:solidFill>
                    <a:srgbClr val="000000"/>
                  </a:solidFill>
                  <a:round/>
                  <a:headEnd/>
                  <a:tailEnd/>
                </a:ln>
              </p:spPr>
              <p:txBody>
                <a:bodyPr/>
                <a:lstStyle/>
                <a:p>
                  <a:endParaRPr lang="en-US"/>
                </a:p>
              </p:txBody>
            </p:sp>
            <p:sp>
              <p:nvSpPr>
                <p:cNvPr id="136475" name="Line 335"/>
                <p:cNvSpPr>
                  <a:spLocks noChangeShapeType="1"/>
                </p:cNvSpPr>
                <p:nvPr/>
              </p:nvSpPr>
              <p:spPr bwMode="auto">
                <a:xfrm>
                  <a:off x="2359" y="3454"/>
                  <a:ext cx="1" cy="1"/>
                </a:xfrm>
                <a:prstGeom prst="line">
                  <a:avLst/>
                </a:prstGeom>
                <a:noFill/>
                <a:ln w="0">
                  <a:solidFill>
                    <a:srgbClr val="000000"/>
                  </a:solidFill>
                  <a:round/>
                  <a:headEnd/>
                  <a:tailEnd/>
                </a:ln>
              </p:spPr>
              <p:txBody>
                <a:bodyPr/>
                <a:lstStyle/>
                <a:p>
                  <a:endParaRPr lang="en-US"/>
                </a:p>
              </p:txBody>
            </p:sp>
            <p:sp>
              <p:nvSpPr>
                <p:cNvPr id="136476" name="Line 336"/>
                <p:cNvSpPr>
                  <a:spLocks noChangeShapeType="1"/>
                </p:cNvSpPr>
                <p:nvPr/>
              </p:nvSpPr>
              <p:spPr bwMode="auto">
                <a:xfrm>
                  <a:off x="2357" y="3416"/>
                  <a:ext cx="1" cy="1"/>
                </a:xfrm>
                <a:prstGeom prst="line">
                  <a:avLst/>
                </a:prstGeom>
                <a:noFill/>
                <a:ln w="0">
                  <a:solidFill>
                    <a:srgbClr val="000000"/>
                  </a:solidFill>
                  <a:round/>
                  <a:headEnd/>
                  <a:tailEnd/>
                </a:ln>
              </p:spPr>
              <p:txBody>
                <a:bodyPr/>
                <a:lstStyle/>
                <a:p>
                  <a:endParaRPr lang="en-US"/>
                </a:p>
              </p:txBody>
            </p:sp>
            <p:sp>
              <p:nvSpPr>
                <p:cNvPr id="136477" name="Line 337"/>
                <p:cNvSpPr>
                  <a:spLocks noChangeShapeType="1"/>
                </p:cNvSpPr>
                <p:nvPr/>
              </p:nvSpPr>
              <p:spPr bwMode="auto">
                <a:xfrm>
                  <a:off x="2356" y="3375"/>
                  <a:ext cx="1" cy="1"/>
                </a:xfrm>
                <a:prstGeom prst="line">
                  <a:avLst/>
                </a:prstGeom>
                <a:noFill/>
                <a:ln w="0">
                  <a:solidFill>
                    <a:srgbClr val="000000"/>
                  </a:solidFill>
                  <a:round/>
                  <a:headEnd/>
                  <a:tailEnd/>
                </a:ln>
              </p:spPr>
              <p:txBody>
                <a:bodyPr/>
                <a:lstStyle/>
                <a:p>
                  <a:endParaRPr lang="en-US"/>
                </a:p>
              </p:txBody>
            </p:sp>
            <p:sp>
              <p:nvSpPr>
                <p:cNvPr id="136478" name="Line 338"/>
                <p:cNvSpPr>
                  <a:spLocks noChangeShapeType="1"/>
                </p:cNvSpPr>
                <p:nvPr/>
              </p:nvSpPr>
              <p:spPr bwMode="auto">
                <a:xfrm>
                  <a:off x="2353" y="3387"/>
                  <a:ext cx="1" cy="1"/>
                </a:xfrm>
                <a:prstGeom prst="line">
                  <a:avLst/>
                </a:prstGeom>
                <a:noFill/>
                <a:ln w="0">
                  <a:solidFill>
                    <a:srgbClr val="000000"/>
                  </a:solidFill>
                  <a:round/>
                  <a:headEnd/>
                  <a:tailEnd/>
                </a:ln>
              </p:spPr>
              <p:txBody>
                <a:bodyPr/>
                <a:lstStyle/>
                <a:p>
                  <a:endParaRPr lang="en-US"/>
                </a:p>
              </p:txBody>
            </p:sp>
            <p:sp>
              <p:nvSpPr>
                <p:cNvPr id="136479" name="Line 339"/>
                <p:cNvSpPr>
                  <a:spLocks noChangeShapeType="1"/>
                </p:cNvSpPr>
                <p:nvPr/>
              </p:nvSpPr>
              <p:spPr bwMode="auto">
                <a:xfrm>
                  <a:off x="2350" y="3434"/>
                  <a:ext cx="1" cy="1"/>
                </a:xfrm>
                <a:prstGeom prst="line">
                  <a:avLst/>
                </a:prstGeom>
                <a:noFill/>
                <a:ln w="0">
                  <a:solidFill>
                    <a:srgbClr val="000000"/>
                  </a:solidFill>
                  <a:round/>
                  <a:headEnd/>
                  <a:tailEnd/>
                </a:ln>
              </p:spPr>
              <p:txBody>
                <a:bodyPr/>
                <a:lstStyle/>
                <a:p>
                  <a:endParaRPr lang="en-US"/>
                </a:p>
              </p:txBody>
            </p:sp>
            <p:sp>
              <p:nvSpPr>
                <p:cNvPr id="136480" name="Line 340"/>
                <p:cNvSpPr>
                  <a:spLocks noChangeShapeType="1"/>
                </p:cNvSpPr>
                <p:nvPr/>
              </p:nvSpPr>
              <p:spPr bwMode="auto">
                <a:xfrm>
                  <a:off x="2348" y="3437"/>
                  <a:ext cx="1" cy="1"/>
                </a:xfrm>
                <a:prstGeom prst="line">
                  <a:avLst/>
                </a:prstGeom>
                <a:noFill/>
                <a:ln w="0">
                  <a:solidFill>
                    <a:srgbClr val="000000"/>
                  </a:solidFill>
                  <a:round/>
                  <a:headEnd/>
                  <a:tailEnd/>
                </a:ln>
              </p:spPr>
              <p:txBody>
                <a:bodyPr/>
                <a:lstStyle/>
                <a:p>
                  <a:endParaRPr lang="en-US"/>
                </a:p>
              </p:txBody>
            </p:sp>
            <p:sp>
              <p:nvSpPr>
                <p:cNvPr id="136481" name="Line 341"/>
                <p:cNvSpPr>
                  <a:spLocks noChangeShapeType="1"/>
                </p:cNvSpPr>
                <p:nvPr/>
              </p:nvSpPr>
              <p:spPr bwMode="auto">
                <a:xfrm>
                  <a:off x="2346" y="3460"/>
                  <a:ext cx="1" cy="1"/>
                </a:xfrm>
                <a:prstGeom prst="line">
                  <a:avLst/>
                </a:prstGeom>
                <a:noFill/>
                <a:ln w="0">
                  <a:solidFill>
                    <a:srgbClr val="000000"/>
                  </a:solidFill>
                  <a:round/>
                  <a:headEnd/>
                  <a:tailEnd/>
                </a:ln>
              </p:spPr>
              <p:txBody>
                <a:bodyPr/>
                <a:lstStyle/>
                <a:p>
                  <a:endParaRPr lang="en-US"/>
                </a:p>
              </p:txBody>
            </p:sp>
            <p:sp>
              <p:nvSpPr>
                <p:cNvPr id="136482" name="Line 342"/>
                <p:cNvSpPr>
                  <a:spLocks noChangeShapeType="1"/>
                </p:cNvSpPr>
                <p:nvPr/>
              </p:nvSpPr>
              <p:spPr bwMode="auto">
                <a:xfrm>
                  <a:off x="2344" y="3443"/>
                  <a:ext cx="1" cy="1"/>
                </a:xfrm>
                <a:prstGeom prst="line">
                  <a:avLst/>
                </a:prstGeom>
                <a:noFill/>
                <a:ln w="0">
                  <a:solidFill>
                    <a:srgbClr val="000000"/>
                  </a:solidFill>
                  <a:round/>
                  <a:headEnd/>
                  <a:tailEnd/>
                </a:ln>
              </p:spPr>
              <p:txBody>
                <a:bodyPr/>
                <a:lstStyle/>
                <a:p>
                  <a:endParaRPr lang="en-US"/>
                </a:p>
              </p:txBody>
            </p:sp>
            <p:sp>
              <p:nvSpPr>
                <p:cNvPr id="136483" name="Line 343"/>
                <p:cNvSpPr>
                  <a:spLocks noChangeShapeType="1"/>
                </p:cNvSpPr>
                <p:nvPr/>
              </p:nvSpPr>
              <p:spPr bwMode="auto">
                <a:xfrm>
                  <a:off x="2341" y="3454"/>
                  <a:ext cx="1" cy="1"/>
                </a:xfrm>
                <a:prstGeom prst="line">
                  <a:avLst/>
                </a:prstGeom>
                <a:noFill/>
                <a:ln w="0">
                  <a:solidFill>
                    <a:srgbClr val="000000"/>
                  </a:solidFill>
                  <a:round/>
                  <a:headEnd/>
                  <a:tailEnd/>
                </a:ln>
              </p:spPr>
              <p:txBody>
                <a:bodyPr/>
                <a:lstStyle/>
                <a:p>
                  <a:endParaRPr lang="en-US"/>
                </a:p>
              </p:txBody>
            </p:sp>
            <p:sp>
              <p:nvSpPr>
                <p:cNvPr id="136484" name="Line 344"/>
                <p:cNvSpPr>
                  <a:spLocks noChangeShapeType="1"/>
                </p:cNvSpPr>
                <p:nvPr/>
              </p:nvSpPr>
              <p:spPr bwMode="auto">
                <a:xfrm>
                  <a:off x="2340" y="3443"/>
                  <a:ext cx="1" cy="1"/>
                </a:xfrm>
                <a:prstGeom prst="line">
                  <a:avLst/>
                </a:prstGeom>
                <a:noFill/>
                <a:ln w="0">
                  <a:solidFill>
                    <a:srgbClr val="000000"/>
                  </a:solidFill>
                  <a:round/>
                  <a:headEnd/>
                  <a:tailEnd/>
                </a:ln>
              </p:spPr>
              <p:txBody>
                <a:bodyPr/>
                <a:lstStyle/>
                <a:p>
                  <a:endParaRPr lang="en-US"/>
                </a:p>
              </p:txBody>
            </p:sp>
            <p:sp>
              <p:nvSpPr>
                <p:cNvPr id="136485" name="Line 345"/>
                <p:cNvSpPr>
                  <a:spLocks noChangeShapeType="1"/>
                </p:cNvSpPr>
                <p:nvPr/>
              </p:nvSpPr>
              <p:spPr bwMode="auto">
                <a:xfrm>
                  <a:off x="2337" y="3411"/>
                  <a:ext cx="1" cy="1"/>
                </a:xfrm>
                <a:prstGeom prst="line">
                  <a:avLst/>
                </a:prstGeom>
                <a:noFill/>
                <a:ln w="0">
                  <a:solidFill>
                    <a:srgbClr val="000000"/>
                  </a:solidFill>
                  <a:round/>
                  <a:headEnd/>
                  <a:tailEnd/>
                </a:ln>
              </p:spPr>
              <p:txBody>
                <a:bodyPr/>
                <a:lstStyle/>
                <a:p>
                  <a:endParaRPr lang="en-US"/>
                </a:p>
              </p:txBody>
            </p:sp>
            <p:sp>
              <p:nvSpPr>
                <p:cNvPr id="136486" name="Line 346"/>
                <p:cNvSpPr>
                  <a:spLocks noChangeShapeType="1"/>
                </p:cNvSpPr>
                <p:nvPr/>
              </p:nvSpPr>
              <p:spPr bwMode="auto">
                <a:xfrm>
                  <a:off x="2335" y="3402"/>
                  <a:ext cx="1" cy="1"/>
                </a:xfrm>
                <a:prstGeom prst="line">
                  <a:avLst/>
                </a:prstGeom>
                <a:noFill/>
                <a:ln w="0">
                  <a:solidFill>
                    <a:srgbClr val="000000"/>
                  </a:solidFill>
                  <a:round/>
                  <a:headEnd/>
                  <a:tailEnd/>
                </a:ln>
              </p:spPr>
              <p:txBody>
                <a:bodyPr/>
                <a:lstStyle/>
                <a:p>
                  <a:endParaRPr lang="en-US"/>
                </a:p>
              </p:txBody>
            </p:sp>
            <p:sp>
              <p:nvSpPr>
                <p:cNvPr id="136487" name="Line 347"/>
                <p:cNvSpPr>
                  <a:spLocks noChangeShapeType="1"/>
                </p:cNvSpPr>
                <p:nvPr/>
              </p:nvSpPr>
              <p:spPr bwMode="auto">
                <a:xfrm>
                  <a:off x="2332" y="3431"/>
                  <a:ext cx="1" cy="1"/>
                </a:xfrm>
                <a:prstGeom prst="line">
                  <a:avLst/>
                </a:prstGeom>
                <a:noFill/>
                <a:ln w="0">
                  <a:solidFill>
                    <a:srgbClr val="000000"/>
                  </a:solidFill>
                  <a:round/>
                  <a:headEnd/>
                  <a:tailEnd/>
                </a:ln>
              </p:spPr>
              <p:txBody>
                <a:bodyPr/>
                <a:lstStyle/>
                <a:p>
                  <a:endParaRPr lang="en-US"/>
                </a:p>
              </p:txBody>
            </p:sp>
            <p:sp>
              <p:nvSpPr>
                <p:cNvPr id="136488" name="Line 348"/>
                <p:cNvSpPr>
                  <a:spLocks noChangeShapeType="1"/>
                </p:cNvSpPr>
                <p:nvPr/>
              </p:nvSpPr>
              <p:spPr bwMode="auto">
                <a:xfrm>
                  <a:off x="2331" y="3422"/>
                  <a:ext cx="1" cy="1"/>
                </a:xfrm>
                <a:prstGeom prst="line">
                  <a:avLst/>
                </a:prstGeom>
                <a:noFill/>
                <a:ln w="0">
                  <a:solidFill>
                    <a:srgbClr val="000000"/>
                  </a:solidFill>
                  <a:round/>
                  <a:headEnd/>
                  <a:tailEnd/>
                </a:ln>
              </p:spPr>
              <p:txBody>
                <a:bodyPr/>
                <a:lstStyle/>
                <a:p>
                  <a:endParaRPr lang="en-US"/>
                </a:p>
              </p:txBody>
            </p:sp>
            <p:sp>
              <p:nvSpPr>
                <p:cNvPr id="136489" name="Line 349"/>
                <p:cNvSpPr>
                  <a:spLocks noChangeShapeType="1"/>
                </p:cNvSpPr>
                <p:nvPr/>
              </p:nvSpPr>
              <p:spPr bwMode="auto">
                <a:xfrm>
                  <a:off x="2328" y="3446"/>
                  <a:ext cx="1" cy="1"/>
                </a:xfrm>
                <a:prstGeom prst="line">
                  <a:avLst/>
                </a:prstGeom>
                <a:noFill/>
                <a:ln w="0">
                  <a:solidFill>
                    <a:srgbClr val="000000"/>
                  </a:solidFill>
                  <a:round/>
                  <a:headEnd/>
                  <a:tailEnd/>
                </a:ln>
              </p:spPr>
              <p:txBody>
                <a:bodyPr/>
                <a:lstStyle/>
                <a:p>
                  <a:endParaRPr lang="en-US"/>
                </a:p>
              </p:txBody>
            </p:sp>
            <p:sp>
              <p:nvSpPr>
                <p:cNvPr id="136490" name="Line 350"/>
                <p:cNvSpPr>
                  <a:spLocks noChangeShapeType="1"/>
                </p:cNvSpPr>
                <p:nvPr/>
              </p:nvSpPr>
              <p:spPr bwMode="auto">
                <a:xfrm>
                  <a:off x="2326" y="3431"/>
                  <a:ext cx="1" cy="1"/>
                </a:xfrm>
                <a:prstGeom prst="line">
                  <a:avLst/>
                </a:prstGeom>
                <a:noFill/>
                <a:ln w="0">
                  <a:solidFill>
                    <a:srgbClr val="000000"/>
                  </a:solidFill>
                  <a:round/>
                  <a:headEnd/>
                  <a:tailEnd/>
                </a:ln>
              </p:spPr>
              <p:txBody>
                <a:bodyPr/>
                <a:lstStyle/>
                <a:p>
                  <a:endParaRPr lang="en-US"/>
                </a:p>
              </p:txBody>
            </p:sp>
            <p:sp>
              <p:nvSpPr>
                <p:cNvPr id="136491" name="Line 351"/>
                <p:cNvSpPr>
                  <a:spLocks noChangeShapeType="1"/>
                </p:cNvSpPr>
                <p:nvPr/>
              </p:nvSpPr>
              <p:spPr bwMode="auto">
                <a:xfrm>
                  <a:off x="2324" y="3450"/>
                  <a:ext cx="1" cy="1"/>
                </a:xfrm>
                <a:prstGeom prst="line">
                  <a:avLst/>
                </a:prstGeom>
                <a:noFill/>
                <a:ln w="0">
                  <a:solidFill>
                    <a:srgbClr val="000000"/>
                  </a:solidFill>
                  <a:round/>
                  <a:headEnd/>
                  <a:tailEnd/>
                </a:ln>
              </p:spPr>
              <p:txBody>
                <a:bodyPr/>
                <a:lstStyle/>
                <a:p>
                  <a:endParaRPr lang="en-US"/>
                </a:p>
              </p:txBody>
            </p:sp>
            <p:sp>
              <p:nvSpPr>
                <p:cNvPr id="136492" name="Line 352"/>
                <p:cNvSpPr>
                  <a:spLocks noChangeShapeType="1"/>
                </p:cNvSpPr>
                <p:nvPr/>
              </p:nvSpPr>
              <p:spPr bwMode="auto">
                <a:xfrm>
                  <a:off x="2322" y="3404"/>
                  <a:ext cx="1" cy="1"/>
                </a:xfrm>
                <a:prstGeom prst="line">
                  <a:avLst/>
                </a:prstGeom>
                <a:noFill/>
                <a:ln w="0">
                  <a:solidFill>
                    <a:srgbClr val="000000"/>
                  </a:solidFill>
                  <a:round/>
                  <a:headEnd/>
                  <a:tailEnd/>
                </a:ln>
              </p:spPr>
              <p:txBody>
                <a:bodyPr/>
                <a:lstStyle/>
                <a:p>
                  <a:endParaRPr lang="en-US"/>
                </a:p>
              </p:txBody>
            </p:sp>
            <p:sp>
              <p:nvSpPr>
                <p:cNvPr id="136493" name="Line 353"/>
                <p:cNvSpPr>
                  <a:spLocks noChangeShapeType="1"/>
                </p:cNvSpPr>
                <p:nvPr/>
              </p:nvSpPr>
              <p:spPr bwMode="auto">
                <a:xfrm>
                  <a:off x="2319" y="3446"/>
                  <a:ext cx="1" cy="1"/>
                </a:xfrm>
                <a:prstGeom prst="line">
                  <a:avLst/>
                </a:prstGeom>
                <a:noFill/>
                <a:ln w="0">
                  <a:solidFill>
                    <a:srgbClr val="000000"/>
                  </a:solidFill>
                  <a:round/>
                  <a:headEnd/>
                  <a:tailEnd/>
                </a:ln>
              </p:spPr>
              <p:txBody>
                <a:bodyPr/>
                <a:lstStyle/>
                <a:p>
                  <a:endParaRPr lang="en-US"/>
                </a:p>
              </p:txBody>
            </p:sp>
            <p:sp>
              <p:nvSpPr>
                <p:cNvPr id="136494" name="Line 354"/>
                <p:cNvSpPr>
                  <a:spLocks noChangeShapeType="1"/>
                </p:cNvSpPr>
                <p:nvPr/>
              </p:nvSpPr>
              <p:spPr bwMode="auto">
                <a:xfrm>
                  <a:off x="2316" y="3423"/>
                  <a:ext cx="1" cy="1"/>
                </a:xfrm>
                <a:prstGeom prst="line">
                  <a:avLst/>
                </a:prstGeom>
                <a:noFill/>
                <a:ln w="0">
                  <a:solidFill>
                    <a:srgbClr val="000000"/>
                  </a:solidFill>
                  <a:round/>
                  <a:headEnd/>
                  <a:tailEnd/>
                </a:ln>
              </p:spPr>
              <p:txBody>
                <a:bodyPr/>
                <a:lstStyle/>
                <a:p>
                  <a:endParaRPr lang="en-US"/>
                </a:p>
              </p:txBody>
            </p:sp>
            <p:sp>
              <p:nvSpPr>
                <p:cNvPr id="136495" name="Line 355"/>
                <p:cNvSpPr>
                  <a:spLocks noChangeShapeType="1"/>
                </p:cNvSpPr>
                <p:nvPr/>
              </p:nvSpPr>
              <p:spPr bwMode="auto">
                <a:xfrm>
                  <a:off x="2315" y="3451"/>
                  <a:ext cx="1" cy="1"/>
                </a:xfrm>
                <a:prstGeom prst="line">
                  <a:avLst/>
                </a:prstGeom>
                <a:noFill/>
                <a:ln w="0">
                  <a:solidFill>
                    <a:srgbClr val="000000"/>
                  </a:solidFill>
                  <a:round/>
                  <a:headEnd/>
                  <a:tailEnd/>
                </a:ln>
              </p:spPr>
              <p:txBody>
                <a:bodyPr/>
                <a:lstStyle/>
                <a:p>
                  <a:endParaRPr lang="en-US"/>
                </a:p>
              </p:txBody>
            </p:sp>
            <p:sp>
              <p:nvSpPr>
                <p:cNvPr id="136496" name="Line 356"/>
                <p:cNvSpPr>
                  <a:spLocks noChangeShapeType="1"/>
                </p:cNvSpPr>
                <p:nvPr/>
              </p:nvSpPr>
              <p:spPr bwMode="auto">
                <a:xfrm>
                  <a:off x="2313" y="3417"/>
                  <a:ext cx="1" cy="1"/>
                </a:xfrm>
                <a:prstGeom prst="line">
                  <a:avLst/>
                </a:prstGeom>
                <a:noFill/>
                <a:ln w="0">
                  <a:solidFill>
                    <a:srgbClr val="000000"/>
                  </a:solidFill>
                  <a:round/>
                  <a:headEnd/>
                  <a:tailEnd/>
                </a:ln>
              </p:spPr>
              <p:txBody>
                <a:bodyPr/>
                <a:lstStyle/>
                <a:p>
                  <a:endParaRPr lang="en-US"/>
                </a:p>
              </p:txBody>
            </p:sp>
            <p:sp>
              <p:nvSpPr>
                <p:cNvPr id="136497" name="Line 357"/>
                <p:cNvSpPr>
                  <a:spLocks noChangeShapeType="1"/>
                </p:cNvSpPr>
                <p:nvPr/>
              </p:nvSpPr>
              <p:spPr bwMode="auto">
                <a:xfrm>
                  <a:off x="2310" y="3459"/>
                  <a:ext cx="1" cy="1"/>
                </a:xfrm>
                <a:prstGeom prst="line">
                  <a:avLst/>
                </a:prstGeom>
                <a:noFill/>
                <a:ln w="0">
                  <a:solidFill>
                    <a:srgbClr val="000000"/>
                  </a:solidFill>
                  <a:round/>
                  <a:headEnd/>
                  <a:tailEnd/>
                </a:ln>
              </p:spPr>
              <p:txBody>
                <a:bodyPr/>
                <a:lstStyle/>
                <a:p>
                  <a:endParaRPr lang="en-US"/>
                </a:p>
              </p:txBody>
            </p:sp>
            <p:sp>
              <p:nvSpPr>
                <p:cNvPr id="136498" name="Line 358"/>
                <p:cNvSpPr>
                  <a:spLocks noChangeShapeType="1"/>
                </p:cNvSpPr>
                <p:nvPr/>
              </p:nvSpPr>
              <p:spPr bwMode="auto">
                <a:xfrm>
                  <a:off x="2307" y="3411"/>
                  <a:ext cx="1" cy="1"/>
                </a:xfrm>
                <a:prstGeom prst="line">
                  <a:avLst/>
                </a:prstGeom>
                <a:noFill/>
                <a:ln w="0">
                  <a:solidFill>
                    <a:srgbClr val="000000"/>
                  </a:solidFill>
                  <a:round/>
                  <a:headEnd/>
                  <a:tailEnd/>
                </a:ln>
              </p:spPr>
              <p:txBody>
                <a:bodyPr/>
                <a:lstStyle/>
                <a:p>
                  <a:endParaRPr lang="en-US"/>
                </a:p>
              </p:txBody>
            </p:sp>
            <p:sp>
              <p:nvSpPr>
                <p:cNvPr id="136499" name="Line 359"/>
                <p:cNvSpPr>
                  <a:spLocks noChangeShapeType="1"/>
                </p:cNvSpPr>
                <p:nvPr/>
              </p:nvSpPr>
              <p:spPr bwMode="auto">
                <a:xfrm>
                  <a:off x="2306" y="3444"/>
                  <a:ext cx="1" cy="1"/>
                </a:xfrm>
                <a:prstGeom prst="line">
                  <a:avLst/>
                </a:prstGeom>
                <a:noFill/>
                <a:ln w="0">
                  <a:solidFill>
                    <a:srgbClr val="000000"/>
                  </a:solidFill>
                  <a:round/>
                  <a:headEnd/>
                  <a:tailEnd/>
                </a:ln>
              </p:spPr>
              <p:txBody>
                <a:bodyPr/>
                <a:lstStyle/>
                <a:p>
                  <a:endParaRPr lang="en-US"/>
                </a:p>
              </p:txBody>
            </p:sp>
            <p:sp>
              <p:nvSpPr>
                <p:cNvPr id="136500" name="Line 360"/>
                <p:cNvSpPr>
                  <a:spLocks noChangeShapeType="1"/>
                </p:cNvSpPr>
                <p:nvPr/>
              </p:nvSpPr>
              <p:spPr bwMode="auto">
                <a:xfrm>
                  <a:off x="2303" y="3438"/>
                  <a:ext cx="1" cy="1"/>
                </a:xfrm>
                <a:prstGeom prst="line">
                  <a:avLst/>
                </a:prstGeom>
                <a:noFill/>
                <a:ln w="0">
                  <a:solidFill>
                    <a:srgbClr val="000000"/>
                  </a:solidFill>
                  <a:round/>
                  <a:headEnd/>
                  <a:tailEnd/>
                </a:ln>
              </p:spPr>
              <p:txBody>
                <a:bodyPr/>
                <a:lstStyle/>
                <a:p>
                  <a:endParaRPr lang="en-US"/>
                </a:p>
              </p:txBody>
            </p:sp>
            <p:sp>
              <p:nvSpPr>
                <p:cNvPr id="136501" name="Line 361"/>
                <p:cNvSpPr>
                  <a:spLocks noChangeShapeType="1"/>
                </p:cNvSpPr>
                <p:nvPr/>
              </p:nvSpPr>
              <p:spPr bwMode="auto">
                <a:xfrm>
                  <a:off x="2301" y="3458"/>
                  <a:ext cx="1" cy="1"/>
                </a:xfrm>
                <a:prstGeom prst="line">
                  <a:avLst/>
                </a:prstGeom>
                <a:noFill/>
                <a:ln w="0">
                  <a:solidFill>
                    <a:srgbClr val="000000"/>
                  </a:solidFill>
                  <a:round/>
                  <a:headEnd/>
                  <a:tailEnd/>
                </a:ln>
              </p:spPr>
              <p:txBody>
                <a:bodyPr/>
                <a:lstStyle/>
                <a:p>
                  <a:endParaRPr lang="en-US"/>
                </a:p>
              </p:txBody>
            </p:sp>
            <p:sp>
              <p:nvSpPr>
                <p:cNvPr id="136502" name="Line 362"/>
                <p:cNvSpPr>
                  <a:spLocks noChangeShapeType="1"/>
                </p:cNvSpPr>
                <p:nvPr/>
              </p:nvSpPr>
              <p:spPr bwMode="auto">
                <a:xfrm>
                  <a:off x="2300" y="3448"/>
                  <a:ext cx="1" cy="1"/>
                </a:xfrm>
                <a:prstGeom prst="line">
                  <a:avLst/>
                </a:prstGeom>
                <a:noFill/>
                <a:ln w="0">
                  <a:solidFill>
                    <a:srgbClr val="000000"/>
                  </a:solidFill>
                  <a:round/>
                  <a:headEnd/>
                  <a:tailEnd/>
                </a:ln>
              </p:spPr>
              <p:txBody>
                <a:bodyPr/>
                <a:lstStyle/>
                <a:p>
                  <a:endParaRPr lang="en-US"/>
                </a:p>
              </p:txBody>
            </p:sp>
            <p:sp>
              <p:nvSpPr>
                <p:cNvPr id="136503" name="Line 363"/>
                <p:cNvSpPr>
                  <a:spLocks noChangeShapeType="1"/>
                </p:cNvSpPr>
                <p:nvPr/>
              </p:nvSpPr>
              <p:spPr bwMode="auto">
                <a:xfrm>
                  <a:off x="2297" y="3458"/>
                  <a:ext cx="1" cy="1"/>
                </a:xfrm>
                <a:prstGeom prst="line">
                  <a:avLst/>
                </a:prstGeom>
                <a:noFill/>
                <a:ln w="0">
                  <a:solidFill>
                    <a:srgbClr val="000000"/>
                  </a:solidFill>
                  <a:round/>
                  <a:headEnd/>
                  <a:tailEnd/>
                </a:ln>
              </p:spPr>
              <p:txBody>
                <a:bodyPr/>
                <a:lstStyle/>
                <a:p>
                  <a:endParaRPr lang="en-US"/>
                </a:p>
              </p:txBody>
            </p:sp>
            <p:sp>
              <p:nvSpPr>
                <p:cNvPr id="136504" name="Line 364"/>
                <p:cNvSpPr>
                  <a:spLocks noChangeShapeType="1"/>
                </p:cNvSpPr>
                <p:nvPr/>
              </p:nvSpPr>
              <p:spPr bwMode="auto">
                <a:xfrm>
                  <a:off x="2294" y="3431"/>
                  <a:ext cx="1" cy="1"/>
                </a:xfrm>
                <a:prstGeom prst="line">
                  <a:avLst/>
                </a:prstGeom>
                <a:noFill/>
                <a:ln w="0">
                  <a:solidFill>
                    <a:srgbClr val="000000"/>
                  </a:solidFill>
                  <a:round/>
                  <a:headEnd/>
                  <a:tailEnd/>
                </a:ln>
              </p:spPr>
              <p:txBody>
                <a:bodyPr/>
                <a:lstStyle/>
                <a:p>
                  <a:endParaRPr lang="en-US"/>
                </a:p>
              </p:txBody>
            </p:sp>
            <p:sp>
              <p:nvSpPr>
                <p:cNvPr id="136505" name="Line 365"/>
                <p:cNvSpPr>
                  <a:spLocks noChangeShapeType="1"/>
                </p:cNvSpPr>
                <p:nvPr/>
              </p:nvSpPr>
              <p:spPr bwMode="auto">
                <a:xfrm>
                  <a:off x="2292" y="3444"/>
                  <a:ext cx="1" cy="1"/>
                </a:xfrm>
                <a:prstGeom prst="line">
                  <a:avLst/>
                </a:prstGeom>
                <a:noFill/>
                <a:ln w="0">
                  <a:solidFill>
                    <a:srgbClr val="000000"/>
                  </a:solidFill>
                  <a:round/>
                  <a:headEnd/>
                  <a:tailEnd/>
                </a:ln>
              </p:spPr>
              <p:txBody>
                <a:bodyPr/>
                <a:lstStyle/>
                <a:p>
                  <a:endParaRPr lang="en-US"/>
                </a:p>
              </p:txBody>
            </p:sp>
            <p:sp>
              <p:nvSpPr>
                <p:cNvPr id="136506" name="Line 366"/>
                <p:cNvSpPr>
                  <a:spLocks noChangeShapeType="1"/>
                </p:cNvSpPr>
                <p:nvPr/>
              </p:nvSpPr>
              <p:spPr bwMode="auto">
                <a:xfrm>
                  <a:off x="2291" y="3444"/>
                  <a:ext cx="1" cy="1"/>
                </a:xfrm>
                <a:prstGeom prst="line">
                  <a:avLst/>
                </a:prstGeom>
                <a:noFill/>
                <a:ln w="0">
                  <a:solidFill>
                    <a:srgbClr val="000000"/>
                  </a:solidFill>
                  <a:round/>
                  <a:headEnd/>
                  <a:tailEnd/>
                </a:ln>
              </p:spPr>
              <p:txBody>
                <a:bodyPr/>
                <a:lstStyle/>
                <a:p>
                  <a:endParaRPr lang="en-US"/>
                </a:p>
              </p:txBody>
            </p:sp>
            <p:sp>
              <p:nvSpPr>
                <p:cNvPr id="136507" name="Line 367"/>
                <p:cNvSpPr>
                  <a:spLocks noChangeShapeType="1"/>
                </p:cNvSpPr>
                <p:nvPr/>
              </p:nvSpPr>
              <p:spPr bwMode="auto">
                <a:xfrm>
                  <a:off x="2288" y="3426"/>
                  <a:ext cx="1" cy="1"/>
                </a:xfrm>
                <a:prstGeom prst="line">
                  <a:avLst/>
                </a:prstGeom>
                <a:noFill/>
                <a:ln w="0">
                  <a:solidFill>
                    <a:srgbClr val="000000"/>
                  </a:solidFill>
                  <a:round/>
                  <a:headEnd/>
                  <a:tailEnd/>
                </a:ln>
              </p:spPr>
              <p:txBody>
                <a:bodyPr/>
                <a:lstStyle/>
                <a:p>
                  <a:endParaRPr lang="en-US"/>
                </a:p>
              </p:txBody>
            </p:sp>
            <p:sp>
              <p:nvSpPr>
                <p:cNvPr id="136508" name="Line 368"/>
                <p:cNvSpPr>
                  <a:spLocks noChangeShapeType="1"/>
                </p:cNvSpPr>
                <p:nvPr/>
              </p:nvSpPr>
              <p:spPr bwMode="auto">
                <a:xfrm>
                  <a:off x="2285" y="3453"/>
                  <a:ext cx="1" cy="1"/>
                </a:xfrm>
                <a:prstGeom prst="line">
                  <a:avLst/>
                </a:prstGeom>
                <a:noFill/>
                <a:ln w="0">
                  <a:solidFill>
                    <a:srgbClr val="000000"/>
                  </a:solidFill>
                  <a:round/>
                  <a:headEnd/>
                  <a:tailEnd/>
                </a:ln>
              </p:spPr>
              <p:txBody>
                <a:bodyPr/>
                <a:lstStyle/>
                <a:p>
                  <a:endParaRPr lang="en-US"/>
                </a:p>
              </p:txBody>
            </p:sp>
            <p:sp>
              <p:nvSpPr>
                <p:cNvPr id="136509" name="Line 369"/>
                <p:cNvSpPr>
                  <a:spLocks noChangeShapeType="1"/>
                </p:cNvSpPr>
                <p:nvPr/>
              </p:nvSpPr>
              <p:spPr bwMode="auto">
                <a:xfrm>
                  <a:off x="2284" y="3437"/>
                  <a:ext cx="1" cy="1"/>
                </a:xfrm>
                <a:prstGeom prst="line">
                  <a:avLst/>
                </a:prstGeom>
                <a:noFill/>
                <a:ln w="0">
                  <a:solidFill>
                    <a:srgbClr val="000000"/>
                  </a:solidFill>
                  <a:round/>
                  <a:headEnd/>
                  <a:tailEnd/>
                </a:ln>
              </p:spPr>
              <p:txBody>
                <a:bodyPr/>
                <a:lstStyle/>
                <a:p>
                  <a:endParaRPr lang="en-US"/>
                </a:p>
              </p:txBody>
            </p:sp>
            <p:sp>
              <p:nvSpPr>
                <p:cNvPr id="136510" name="Line 370"/>
                <p:cNvSpPr>
                  <a:spLocks noChangeShapeType="1"/>
                </p:cNvSpPr>
                <p:nvPr/>
              </p:nvSpPr>
              <p:spPr bwMode="auto">
                <a:xfrm>
                  <a:off x="2281" y="3446"/>
                  <a:ext cx="1" cy="1"/>
                </a:xfrm>
                <a:prstGeom prst="line">
                  <a:avLst/>
                </a:prstGeom>
                <a:noFill/>
                <a:ln w="0">
                  <a:solidFill>
                    <a:srgbClr val="000000"/>
                  </a:solidFill>
                  <a:round/>
                  <a:headEnd/>
                  <a:tailEnd/>
                </a:ln>
              </p:spPr>
              <p:txBody>
                <a:bodyPr/>
                <a:lstStyle/>
                <a:p>
                  <a:endParaRPr lang="en-US"/>
                </a:p>
              </p:txBody>
            </p:sp>
            <p:sp>
              <p:nvSpPr>
                <p:cNvPr id="136511" name="Line 371"/>
                <p:cNvSpPr>
                  <a:spLocks noChangeShapeType="1"/>
                </p:cNvSpPr>
                <p:nvPr/>
              </p:nvSpPr>
              <p:spPr bwMode="auto">
                <a:xfrm>
                  <a:off x="2279" y="3412"/>
                  <a:ext cx="1" cy="1"/>
                </a:xfrm>
                <a:prstGeom prst="line">
                  <a:avLst/>
                </a:prstGeom>
                <a:noFill/>
                <a:ln w="0">
                  <a:solidFill>
                    <a:srgbClr val="000000"/>
                  </a:solidFill>
                  <a:round/>
                  <a:headEnd/>
                  <a:tailEnd/>
                </a:ln>
              </p:spPr>
              <p:txBody>
                <a:bodyPr/>
                <a:lstStyle/>
                <a:p>
                  <a:endParaRPr lang="en-US"/>
                </a:p>
              </p:txBody>
            </p:sp>
            <p:sp>
              <p:nvSpPr>
                <p:cNvPr id="136512" name="Line 372"/>
                <p:cNvSpPr>
                  <a:spLocks noChangeShapeType="1"/>
                </p:cNvSpPr>
                <p:nvPr/>
              </p:nvSpPr>
              <p:spPr bwMode="auto">
                <a:xfrm>
                  <a:off x="2276" y="3439"/>
                  <a:ext cx="1" cy="1"/>
                </a:xfrm>
                <a:prstGeom prst="line">
                  <a:avLst/>
                </a:prstGeom>
                <a:noFill/>
                <a:ln w="0">
                  <a:solidFill>
                    <a:srgbClr val="000000"/>
                  </a:solidFill>
                  <a:round/>
                  <a:headEnd/>
                  <a:tailEnd/>
                </a:ln>
              </p:spPr>
              <p:txBody>
                <a:bodyPr/>
                <a:lstStyle/>
                <a:p>
                  <a:endParaRPr lang="en-US"/>
                </a:p>
              </p:txBody>
            </p:sp>
            <p:sp>
              <p:nvSpPr>
                <p:cNvPr id="136513" name="Line 373"/>
                <p:cNvSpPr>
                  <a:spLocks noChangeShapeType="1"/>
                </p:cNvSpPr>
                <p:nvPr/>
              </p:nvSpPr>
              <p:spPr bwMode="auto">
                <a:xfrm>
                  <a:off x="2275" y="3458"/>
                  <a:ext cx="1" cy="1"/>
                </a:xfrm>
                <a:prstGeom prst="line">
                  <a:avLst/>
                </a:prstGeom>
                <a:noFill/>
                <a:ln w="0">
                  <a:solidFill>
                    <a:srgbClr val="000000"/>
                  </a:solidFill>
                  <a:round/>
                  <a:headEnd/>
                  <a:tailEnd/>
                </a:ln>
              </p:spPr>
              <p:txBody>
                <a:bodyPr/>
                <a:lstStyle/>
                <a:p>
                  <a:endParaRPr lang="en-US"/>
                </a:p>
              </p:txBody>
            </p:sp>
            <p:sp>
              <p:nvSpPr>
                <p:cNvPr id="136514" name="Line 374"/>
                <p:cNvSpPr>
                  <a:spLocks noChangeShapeType="1"/>
                </p:cNvSpPr>
                <p:nvPr/>
              </p:nvSpPr>
              <p:spPr bwMode="auto">
                <a:xfrm>
                  <a:off x="2272" y="3458"/>
                  <a:ext cx="1" cy="1"/>
                </a:xfrm>
                <a:prstGeom prst="line">
                  <a:avLst/>
                </a:prstGeom>
                <a:noFill/>
                <a:ln w="0">
                  <a:solidFill>
                    <a:srgbClr val="000000"/>
                  </a:solidFill>
                  <a:round/>
                  <a:headEnd/>
                  <a:tailEnd/>
                </a:ln>
              </p:spPr>
              <p:txBody>
                <a:bodyPr/>
                <a:lstStyle/>
                <a:p>
                  <a:endParaRPr lang="en-US"/>
                </a:p>
              </p:txBody>
            </p:sp>
            <p:sp>
              <p:nvSpPr>
                <p:cNvPr id="136515" name="Line 375"/>
                <p:cNvSpPr>
                  <a:spLocks noChangeShapeType="1"/>
                </p:cNvSpPr>
                <p:nvPr/>
              </p:nvSpPr>
              <p:spPr bwMode="auto">
                <a:xfrm>
                  <a:off x="2270" y="3445"/>
                  <a:ext cx="1" cy="1"/>
                </a:xfrm>
                <a:prstGeom prst="line">
                  <a:avLst/>
                </a:prstGeom>
                <a:noFill/>
                <a:ln w="0">
                  <a:solidFill>
                    <a:srgbClr val="000000"/>
                  </a:solidFill>
                  <a:round/>
                  <a:headEnd/>
                  <a:tailEnd/>
                </a:ln>
              </p:spPr>
              <p:txBody>
                <a:bodyPr/>
                <a:lstStyle/>
                <a:p>
                  <a:endParaRPr lang="en-US"/>
                </a:p>
              </p:txBody>
            </p:sp>
            <p:sp>
              <p:nvSpPr>
                <p:cNvPr id="136516" name="Line 376"/>
                <p:cNvSpPr>
                  <a:spLocks noChangeShapeType="1"/>
                </p:cNvSpPr>
                <p:nvPr/>
              </p:nvSpPr>
              <p:spPr bwMode="auto">
                <a:xfrm>
                  <a:off x="2268" y="3435"/>
                  <a:ext cx="1" cy="1"/>
                </a:xfrm>
                <a:prstGeom prst="line">
                  <a:avLst/>
                </a:prstGeom>
                <a:noFill/>
                <a:ln w="0">
                  <a:solidFill>
                    <a:srgbClr val="000000"/>
                  </a:solidFill>
                  <a:round/>
                  <a:headEnd/>
                  <a:tailEnd/>
                </a:ln>
              </p:spPr>
              <p:txBody>
                <a:bodyPr/>
                <a:lstStyle/>
                <a:p>
                  <a:endParaRPr lang="en-US"/>
                </a:p>
              </p:txBody>
            </p:sp>
            <p:sp>
              <p:nvSpPr>
                <p:cNvPr id="136517" name="Line 377"/>
                <p:cNvSpPr>
                  <a:spLocks noChangeShapeType="1"/>
                </p:cNvSpPr>
                <p:nvPr/>
              </p:nvSpPr>
              <p:spPr bwMode="auto">
                <a:xfrm>
                  <a:off x="2266" y="3457"/>
                  <a:ext cx="1" cy="1"/>
                </a:xfrm>
                <a:prstGeom prst="line">
                  <a:avLst/>
                </a:prstGeom>
                <a:noFill/>
                <a:ln w="0">
                  <a:solidFill>
                    <a:srgbClr val="000000"/>
                  </a:solidFill>
                  <a:round/>
                  <a:headEnd/>
                  <a:tailEnd/>
                </a:ln>
              </p:spPr>
              <p:txBody>
                <a:bodyPr/>
                <a:lstStyle/>
                <a:p>
                  <a:endParaRPr lang="en-US"/>
                </a:p>
              </p:txBody>
            </p:sp>
            <p:sp>
              <p:nvSpPr>
                <p:cNvPr id="136518" name="Line 378"/>
                <p:cNvSpPr>
                  <a:spLocks noChangeShapeType="1"/>
                </p:cNvSpPr>
                <p:nvPr/>
              </p:nvSpPr>
              <p:spPr bwMode="auto">
                <a:xfrm>
                  <a:off x="2263" y="3451"/>
                  <a:ext cx="1" cy="1"/>
                </a:xfrm>
                <a:prstGeom prst="line">
                  <a:avLst/>
                </a:prstGeom>
                <a:noFill/>
                <a:ln w="0">
                  <a:solidFill>
                    <a:srgbClr val="000000"/>
                  </a:solidFill>
                  <a:round/>
                  <a:headEnd/>
                  <a:tailEnd/>
                </a:ln>
              </p:spPr>
              <p:txBody>
                <a:bodyPr/>
                <a:lstStyle/>
                <a:p>
                  <a:endParaRPr lang="en-US"/>
                </a:p>
              </p:txBody>
            </p:sp>
            <p:sp>
              <p:nvSpPr>
                <p:cNvPr id="136519" name="Line 379"/>
                <p:cNvSpPr>
                  <a:spLocks noChangeShapeType="1"/>
                </p:cNvSpPr>
                <p:nvPr/>
              </p:nvSpPr>
              <p:spPr bwMode="auto">
                <a:xfrm>
                  <a:off x="2260" y="3434"/>
                  <a:ext cx="1" cy="1"/>
                </a:xfrm>
                <a:prstGeom prst="line">
                  <a:avLst/>
                </a:prstGeom>
                <a:noFill/>
                <a:ln w="0">
                  <a:solidFill>
                    <a:srgbClr val="000000"/>
                  </a:solidFill>
                  <a:round/>
                  <a:headEnd/>
                  <a:tailEnd/>
                </a:ln>
              </p:spPr>
              <p:txBody>
                <a:bodyPr/>
                <a:lstStyle/>
                <a:p>
                  <a:endParaRPr lang="en-US"/>
                </a:p>
              </p:txBody>
            </p:sp>
            <p:sp>
              <p:nvSpPr>
                <p:cNvPr id="136520" name="Line 380"/>
                <p:cNvSpPr>
                  <a:spLocks noChangeShapeType="1"/>
                </p:cNvSpPr>
                <p:nvPr/>
              </p:nvSpPr>
              <p:spPr bwMode="auto">
                <a:xfrm>
                  <a:off x="2259" y="3448"/>
                  <a:ext cx="1" cy="1"/>
                </a:xfrm>
                <a:prstGeom prst="line">
                  <a:avLst/>
                </a:prstGeom>
                <a:noFill/>
                <a:ln w="0">
                  <a:solidFill>
                    <a:srgbClr val="000000"/>
                  </a:solidFill>
                  <a:round/>
                  <a:headEnd/>
                  <a:tailEnd/>
                </a:ln>
              </p:spPr>
              <p:txBody>
                <a:bodyPr/>
                <a:lstStyle/>
                <a:p>
                  <a:endParaRPr lang="en-US"/>
                </a:p>
              </p:txBody>
            </p:sp>
            <p:sp>
              <p:nvSpPr>
                <p:cNvPr id="136521" name="Line 381"/>
                <p:cNvSpPr>
                  <a:spLocks noChangeShapeType="1"/>
                </p:cNvSpPr>
                <p:nvPr/>
              </p:nvSpPr>
              <p:spPr bwMode="auto">
                <a:xfrm>
                  <a:off x="2257" y="3450"/>
                  <a:ext cx="1" cy="1"/>
                </a:xfrm>
                <a:prstGeom prst="line">
                  <a:avLst/>
                </a:prstGeom>
                <a:noFill/>
                <a:ln w="0">
                  <a:solidFill>
                    <a:srgbClr val="000000"/>
                  </a:solidFill>
                  <a:round/>
                  <a:headEnd/>
                  <a:tailEnd/>
                </a:ln>
              </p:spPr>
              <p:txBody>
                <a:bodyPr/>
                <a:lstStyle/>
                <a:p>
                  <a:endParaRPr lang="en-US"/>
                </a:p>
              </p:txBody>
            </p:sp>
            <p:sp>
              <p:nvSpPr>
                <p:cNvPr id="136522" name="Line 382"/>
                <p:cNvSpPr>
                  <a:spLocks noChangeShapeType="1"/>
                </p:cNvSpPr>
                <p:nvPr/>
              </p:nvSpPr>
              <p:spPr bwMode="auto">
                <a:xfrm>
                  <a:off x="2254" y="3453"/>
                  <a:ext cx="1" cy="1"/>
                </a:xfrm>
                <a:prstGeom prst="line">
                  <a:avLst/>
                </a:prstGeom>
                <a:noFill/>
                <a:ln w="0">
                  <a:solidFill>
                    <a:srgbClr val="000000"/>
                  </a:solidFill>
                  <a:round/>
                  <a:headEnd/>
                  <a:tailEnd/>
                </a:ln>
              </p:spPr>
              <p:txBody>
                <a:bodyPr/>
                <a:lstStyle/>
                <a:p>
                  <a:endParaRPr lang="en-US"/>
                </a:p>
              </p:txBody>
            </p:sp>
            <p:sp>
              <p:nvSpPr>
                <p:cNvPr id="136523" name="Line 383"/>
                <p:cNvSpPr>
                  <a:spLocks noChangeShapeType="1"/>
                </p:cNvSpPr>
                <p:nvPr/>
              </p:nvSpPr>
              <p:spPr bwMode="auto">
                <a:xfrm>
                  <a:off x="2251" y="3454"/>
                  <a:ext cx="1" cy="1"/>
                </a:xfrm>
                <a:prstGeom prst="line">
                  <a:avLst/>
                </a:prstGeom>
                <a:noFill/>
                <a:ln w="0">
                  <a:solidFill>
                    <a:srgbClr val="000000"/>
                  </a:solidFill>
                  <a:round/>
                  <a:headEnd/>
                  <a:tailEnd/>
                </a:ln>
              </p:spPr>
              <p:txBody>
                <a:bodyPr/>
                <a:lstStyle/>
                <a:p>
                  <a:endParaRPr lang="en-US"/>
                </a:p>
              </p:txBody>
            </p:sp>
            <p:sp>
              <p:nvSpPr>
                <p:cNvPr id="136524" name="Line 384"/>
                <p:cNvSpPr>
                  <a:spLocks noChangeShapeType="1"/>
                </p:cNvSpPr>
                <p:nvPr/>
              </p:nvSpPr>
              <p:spPr bwMode="auto">
                <a:xfrm>
                  <a:off x="2250" y="3459"/>
                  <a:ext cx="1" cy="1"/>
                </a:xfrm>
                <a:prstGeom prst="line">
                  <a:avLst/>
                </a:prstGeom>
                <a:noFill/>
                <a:ln w="0">
                  <a:solidFill>
                    <a:srgbClr val="000000"/>
                  </a:solidFill>
                  <a:round/>
                  <a:headEnd/>
                  <a:tailEnd/>
                </a:ln>
              </p:spPr>
              <p:txBody>
                <a:bodyPr/>
                <a:lstStyle/>
                <a:p>
                  <a:endParaRPr lang="en-US"/>
                </a:p>
              </p:txBody>
            </p:sp>
            <p:sp>
              <p:nvSpPr>
                <p:cNvPr id="136525" name="Line 385"/>
                <p:cNvSpPr>
                  <a:spLocks noChangeShapeType="1"/>
                </p:cNvSpPr>
                <p:nvPr/>
              </p:nvSpPr>
              <p:spPr bwMode="auto">
                <a:xfrm>
                  <a:off x="2248" y="3446"/>
                  <a:ext cx="1" cy="1"/>
                </a:xfrm>
                <a:prstGeom prst="line">
                  <a:avLst/>
                </a:prstGeom>
                <a:noFill/>
                <a:ln w="0">
                  <a:solidFill>
                    <a:srgbClr val="000000"/>
                  </a:solidFill>
                  <a:round/>
                  <a:headEnd/>
                  <a:tailEnd/>
                </a:ln>
              </p:spPr>
              <p:txBody>
                <a:bodyPr/>
                <a:lstStyle/>
                <a:p>
                  <a:endParaRPr lang="en-US"/>
                </a:p>
              </p:txBody>
            </p:sp>
            <p:sp>
              <p:nvSpPr>
                <p:cNvPr id="136526" name="Line 386"/>
                <p:cNvSpPr>
                  <a:spLocks noChangeShapeType="1"/>
                </p:cNvSpPr>
                <p:nvPr/>
              </p:nvSpPr>
              <p:spPr bwMode="auto">
                <a:xfrm>
                  <a:off x="2245" y="3421"/>
                  <a:ext cx="1" cy="1"/>
                </a:xfrm>
                <a:prstGeom prst="line">
                  <a:avLst/>
                </a:prstGeom>
                <a:noFill/>
                <a:ln w="0">
                  <a:solidFill>
                    <a:srgbClr val="000000"/>
                  </a:solidFill>
                  <a:round/>
                  <a:headEnd/>
                  <a:tailEnd/>
                </a:ln>
              </p:spPr>
              <p:txBody>
                <a:bodyPr/>
                <a:lstStyle/>
                <a:p>
                  <a:endParaRPr lang="en-US"/>
                </a:p>
              </p:txBody>
            </p:sp>
            <p:sp>
              <p:nvSpPr>
                <p:cNvPr id="136527" name="Line 387"/>
                <p:cNvSpPr>
                  <a:spLocks noChangeShapeType="1"/>
                </p:cNvSpPr>
                <p:nvPr/>
              </p:nvSpPr>
              <p:spPr bwMode="auto">
                <a:xfrm>
                  <a:off x="2244" y="3443"/>
                  <a:ext cx="1" cy="1"/>
                </a:xfrm>
                <a:prstGeom prst="line">
                  <a:avLst/>
                </a:prstGeom>
                <a:noFill/>
                <a:ln w="0">
                  <a:solidFill>
                    <a:srgbClr val="000000"/>
                  </a:solidFill>
                  <a:round/>
                  <a:headEnd/>
                  <a:tailEnd/>
                </a:ln>
              </p:spPr>
              <p:txBody>
                <a:bodyPr/>
                <a:lstStyle/>
                <a:p>
                  <a:endParaRPr lang="en-US"/>
                </a:p>
              </p:txBody>
            </p:sp>
            <p:sp>
              <p:nvSpPr>
                <p:cNvPr id="136528" name="Line 388"/>
                <p:cNvSpPr>
                  <a:spLocks noChangeShapeType="1"/>
                </p:cNvSpPr>
                <p:nvPr/>
              </p:nvSpPr>
              <p:spPr bwMode="auto">
                <a:xfrm>
                  <a:off x="2241" y="3456"/>
                  <a:ext cx="1" cy="1"/>
                </a:xfrm>
                <a:prstGeom prst="line">
                  <a:avLst/>
                </a:prstGeom>
                <a:noFill/>
                <a:ln w="0">
                  <a:solidFill>
                    <a:srgbClr val="000000"/>
                  </a:solidFill>
                  <a:round/>
                  <a:headEnd/>
                  <a:tailEnd/>
                </a:ln>
              </p:spPr>
              <p:txBody>
                <a:bodyPr/>
                <a:lstStyle/>
                <a:p>
                  <a:endParaRPr lang="en-US"/>
                </a:p>
              </p:txBody>
            </p:sp>
            <p:sp>
              <p:nvSpPr>
                <p:cNvPr id="136529" name="Line 389"/>
                <p:cNvSpPr>
                  <a:spLocks noChangeShapeType="1"/>
                </p:cNvSpPr>
                <p:nvPr/>
              </p:nvSpPr>
              <p:spPr bwMode="auto">
                <a:xfrm>
                  <a:off x="2239" y="3418"/>
                  <a:ext cx="1" cy="1"/>
                </a:xfrm>
                <a:prstGeom prst="line">
                  <a:avLst/>
                </a:prstGeom>
                <a:noFill/>
                <a:ln w="0">
                  <a:solidFill>
                    <a:srgbClr val="000000"/>
                  </a:solidFill>
                  <a:round/>
                  <a:headEnd/>
                  <a:tailEnd/>
                </a:ln>
              </p:spPr>
              <p:txBody>
                <a:bodyPr/>
                <a:lstStyle/>
                <a:p>
                  <a:endParaRPr lang="en-US"/>
                </a:p>
              </p:txBody>
            </p:sp>
            <p:sp>
              <p:nvSpPr>
                <p:cNvPr id="136530" name="Line 390"/>
                <p:cNvSpPr>
                  <a:spLocks noChangeShapeType="1"/>
                </p:cNvSpPr>
                <p:nvPr/>
              </p:nvSpPr>
              <p:spPr bwMode="auto">
                <a:xfrm>
                  <a:off x="2236" y="3434"/>
                  <a:ext cx="1" cy="1"/>
                </a:xfrm>
                <a:prstGeom prst="line">
                  <a:avLst/>
                </a:prstGeom>
                <a:noFill/>
                <a:ln w="0">
                  <a:solidFill>
                    <a:srgbClr val="000000"/>
                  </a:solidFill>
                  <a:round/>
                  <a:headEnd/>
                  <a:tailEnd/>
                </a:ln>
              </p:spPr>
              <p:txBody>
                <a:bodyPr/>
                <a:lstStyle/>
                <a:p>
                  <a:endParaRPr lang="en-US"/>
                </a:p>
              </p:txBody>
            </p:sp>
            <p:sp>
              <p:nvSpPr>
                <p:cNvPr id="136531" name="Line 391"/>
                <p:cNvSpPr>
                  <a:spLocks noChangeShapeType="1"/>
                </p:cNvSpPr>
                <p:nvPr/>
              </p:nvSpPr>
              <p:spPr bwMode="auto">
                <a:xfrm>
                  <a:off x="2235" y="3449"/>
                  <a:ext cx="1" cy="1"/>
                </a:xfrm>
                <a:prstGeom prst="line">
                  <a:avLst/>
                </a:prstGeom>
                <a:noFill/>
                <a:ln w="0">
                  <a:solidFill>
                    <a:srgbClr val="000000"/>
                  </a:solidFill>
                  <a:round/>
                  <a:headEnd/>
                  <a:tailEnd/>
                </a:ln>
              </p:spPr>
              <p:txBody>
                <a:bodyPr/>
                <a:lstStyle/>
                <a:p>
                  <a:endParaRPr lang="en-US"/>
                </a:p>
              </p:txBody>
            </p:sp>
            <p:sp>
              <p:nvSpPr>
                <p:cNvPr id="136532" name="Line 392"/>
                <p:cNvSpPr>
                  <a:spLocks noChangeShapeType="1"/>
                </p:cNvSpPr>
                <p:nvPr/>
              </p:nvSpPr>
              <p:spPr bwMode="auto">
                <a:xfrm>
                  <a:off x="2232" y="3456"/>
                  <a:ext cx="1" cy="1"/>
                </a:xfrm>
                <a:prstGeom prst="line">
                  <a:avLst/>
                </a:prstGeom>
                <a:noFill/>
                <a:ln w="0">
                  <a:solidFill>
                    <a:srgbClr val="000000"/>
                  </a:solidFill>
                  <a:round/>
                  <a:headEnd/>
                  <a:tailEnd/>
                </a:ln>
              </p:spPr>
              <p:txBody>
                <a:bodyPr/>
                <a:lstStyle/>
                <a:p>
                  <a:endParaRPr lang="en-US"/>
                </a:p>
              </p:txBody>
            </p:sp>
            <p:sp>
              <p:nvSpPr>
                <p:cNvPr id="136533" name="Line 393"/>
                <p:cNvSpPr>
                  <a:spLocks noChangeShapeType="1"/>
                </p:cNvSpPr>
                <p:nvPr/>
              </p:nvSpPr>
              <p:spPr bwMode="auto">
                <a:xfrm>
                  <a:off x="2229" y="3451"/>
                  <a:ext cx="1" cy="1"/>
                </a:xfrm>
                <a:prstGeom prst="line">
                  <a:avLst/>
                </a:prstGeom>
                <a:noFill/>
                <a:ln w="0">
                  <a:solidFill>
                    <a:srgbClr val="000000"/>
                  </a:solidFill>
                  <a:round/>
                  <a:headEnd/>
                  <a:tailEnd/>
                </a:ln>
              </p:spPr>
              <p:txBody>
                <a:bodyPr/>
                <a:lstStyle/>
                <a:p>
                  <a:endParaRPr lang="en-US"/>
                </a:p>
              </p:txBody>
            </p:sp>
            <p:sp>
              <p:nvSpPr>
                <p:cNvPr id="136534" name="Line 394"/>
                <p:cNvSpPr>
                  <a:spLocks noChangeShapeType="1"/>
                </p:cNvSpPr>
                <p:nvPr/>
              </p:nvSpPr>
              <p:spPr bwMode="auto">
                <a:xfrm>
                  <a:off x="2228" y="3451"/>
                  <a:ext cx="1" cy="1"/>
                </a:xfrm>
                <a:prstGeom prst="line">
                  <a:avLst/>
                </a:prstGeom>
                <a:noFill/>
                <a:ln w="0">
                  <a:solidFill>
                    <a:srgbClr val="000000"/>
                  </a:solidFill>
                  <a:round/>
                  <a:headEnd/>
                  <a:tailEnd/>
                </a:ln>
              </p:spPr>
              <p:txBody>
                <a:bodyPr/>
                <a:lstStyle/>
                <a:p>
                  <a:endParaRPr lang="en-US"/>
                </a:p>
              </p:txBody>
            </p:sp>
            <p:sp>
              <p:nvSpPr>
                <p:cNvPr id="136535" name="Line 395"/>
                <p:cNvSpPr>
                  <a:spLocks noChangeShapeType="1"/>
                </p:cNvSpPr>
                <p:nvPr/>
              </p:nvSpPr>
              <p:spPr bwMode="auto">
                <a:xfrm>
                  <a:off x="2226" y="3450"/>
                  <a:ext cx="1" cy="1"/>
                </a:xfrm>
                <a:prstGeom prst="line">
                  <a:avLst/>
                </a:prstGeom>
                <a:noFill/>
                <a:ln w="0">
                  <a:solidFill>
                    <a:srgbClr val="000000"/>
                  </a:solidFill>
                  <a:round/>
                  <a:headEnd/>
                  <a:tailEnd/>
                </a:ln>
              </p:spPr>
              <p:txBody>
                <a:bodyPr/>
                <a:lstStyle/>
                <a:p>
                  <a:endParaRPr lang="en-US"/>
                </a:p>
              </p:txBody>
            </p:sp>
            <p:sp>
              <p:nvSpPr>
                <p:cNvPr id="136536" name="Line 396"/>
                <p:cNvSpPr>
                  <a:spLocks noChangeShapeType="1"/>
                </p:cNvSpPr>
                <p:nvPr/>
              </p:nvSpPr>
              <p:spPr bwMode="auto">
                <a:xfrm>
                  <a:off x="2223" y="3438"/>
                  <a:ext cx="1" cy="1"/>
                </a:xfrm>
                <a:prstGeom prst="line">
                  <a:avLst/>
                </a:prstGeom>
                <a:noFill/>
                <a:ln w="0">
                  <a:solidFill>
                    <a:srgbClr val="000000"/>
                  </a:solidFill>
                  <a:round/>
                  <a:headEnd/>
                  <a:tailEnd/>
                </a:ln>
              </p:spPr>
              <p:txBody>
                <a:bodyPr/>
                <a:lstStyle/>
                <a:p>
                  <a:endParaRPr lang="en-US"/>
                </a:p>
              </p:txBody>
            </p:sp>
            <p:sp>
              <p:nvSpPr>
                <p:cNvPr id="136537" name="Line 397"/>
                <p:cNvSpPr>
                  <a:spLocks noChangeShapeType="1"/>
                </p:cNvSpPr>
                <p:nvPr/>
              </p:nvSpPr>
              <p:spPr bwMode="auto">
                <a:xfrm>
                  <a:off x="2220" y="3423"/>
                  <a:ext cx="1" cy="1"/>
                </a:xfrm>
                <a:prstGeom prst="line">
                  <a:avLst/>
                </a:prstGeom>
                <a:noFill/>
                <a:ln w="0">
                  <a:solidFill>
                    <a:srgbClr val="000000"/>
                  </a:solidFill>
                  <a:round/>
                  <a:headEnd/>
                  <a:tailEnd/>
                </a:ln>
              </p:spPr>
              <p:txBody>
                <a:bodyPr/>
                <a:lstStyle/>
                <a:p>
                  <a:endParaRPr lang="en-US"/>
                </a:p>
              </p:txBody>
            </p:sp>
            <p:sp>
              <p:nvSpPr>
                <p:cNvPr id="136538" name="Line 398"/>
                <p:cNvSpPr>
                  <a:spLocks noChangeShapeType="1"/>
                </p:cNvSpPr>
                <p:nvPr/>
              </p:nvSpPr>
              <p:spPr bwMode="auto">
                <a:xfrm>
                  <a:off x="2219" y="3430"/>
                  <a:ext cx="1" cy="1"/>
                </a:xfrm>
                <a:prstGeom prst="line">
                  <a:avLst/>
                </a:prstGeom>
                <a:noFill/>
                <a:ln w="0">
                  <a:solidFill>
                    <a:srgbClr val="000000"/>
                  </a:solidFill>
                  <a:round/>
                  <a:headEnd/>
                  <a:tailEnd/>
                </a:ln>
              </p:spPr>
              <p:txBody>
                <a:bodyPr/>
                <a:lstStyle/>
                <a:p>
                  <a:endParaRPr lang="en-US"/>
                </a:p>
              </p:txBody>
            </p:sp>
            <p:sp>
              <p:nvSpPr>
                <p:cNvPr id="136539" name="Line 399"/>
                <p:cNvSpPr>
                  <a:spLocks noChangeShapeType="1"/>
                </p:cNvSpPr>
                <p:nvPr/>
              </p:nvSpPr>
              <p:spPr bwMode="auto">
                <a:xfrm>
                  <a:off x="2217" y="3460"/>
                  <a:ext cx="1" cy="1"/>
                </a:xfrm>
                <a:prstGeom prst="line">
                  <a:avLst/>
                </a:prstGeom>
                <a:noFill/>
                <a:ln w="0">
                  <a:solidFill>
                    <a:srgbClr val="000000"/>
                  </a:solidFill>
                  <a:round/>
                  <a:headEnd/>
                  <a:tailEnd/>
                </a:ln>
              </p:spPr>
              <p:txBody>
                <a:bodyPr/>
                <a:lstStyle/>
                <a:p>
                  <a:endParaRPr lang="en-US"/>
                </a:p>
              </p:txBody>
            </p:sp>
            <p:sp>
              <p:nvSpPr>
                <p:cNvPr id="136540" name="Line 400"/>
                <p:cNvSpPr>
                  <a:spLocks noChangeShapeType="1"/>
                </p:cNvSpPr>
                <p:nvPr/>
              </p:nvSpPr>
              <p:spPr bwMode="auto">
                <a:xfrm>
                  <a:off x="2214" y="3460"/>
                  <a:ext cx="1" cy="1"/>
                </a:xfrm>
                <a:prstGeom prst="line">
                  <a:avLst/>
                </a:prstGeom>
                <a:noFill/>
                <a:ln w="0">
                  <a:solidFill>
                    <a:srgbClr val="000000"/>
                  </a:solidFill>
                  <a:round/>
                  <a:headEnd/>
                  <a:tailEnd/>
                </a:ln>
              </p:spPr>
              <p:txBody>
                <a:bodyPr/>
                <a:lstStyle/>
                <a:p>
                  <a:endParaRPr lang="en-US"/>
                </a:p>
              </p:txBody>
            </p:sp>
            <p:sp>
              <p:nvSpPr>
                <p:cNvPr id="136541" name="Line 401"/>
                <p:cNvSpPr>
                  <a:spLocks noChangeShapeType="1"/>
                </p:cNvSpPr>
                <p:nvPr/>
              </p:nvSpPr>
              <p:spPr bwMode="auto">
                <a:xfrm>
                  <a:off x="2211" y="3450"/>
                  <a:ext cx="1" cy="1"/>
                </a:xfrm>
                <a:prstGeom prst="line">
                  <a:avLst/>
                </a:prstGeom>
                <a:noFill/>
                <a:ln w="0">
                  <a:solidFill>
                    <a:srgbClr val="000000"/>
                  </a:solidFill>
                  <a:round/>
                  <a:headEnd/>
                  <a:tailEnd/>
                </a:ln>
              </p:spPr>
              <p:txBody>
                <a:bodyPr/>
                <a:lstStyle/>
                <a:p>
                  <a:endParaRPr lang="en-US"/>
                </a:p>
              </p:txBody>
            </p:sp>
            <p:sp>
              <p:nvSpPr>
                <p:cNvPr id="136542" name="Line 402"/>
                <p:cNvSpPr>
                  <a:spLocks noChangeShapeType="1"/>
                </p:cNvSpPr>
                <p:nvPr/>
              </p:nvSpPr>
              <p:spPr bwMode="auto">
                <a:xfrm>
                  <a:off x="2210" y="3454"/>
                  <a:ext cx="1" cy="1"/>
                </a:xfrm>
                <a:prstGeom prst="line">
                  <a:avLst/>
                </a:prstGeom>
                <a:noFill/>
                <a:ln w="0">
                  <a:solidFill>
                    <a:srgbClr val="000000"/>
                  </a:solidFill>
                  <a:round/>
                  <a:headEnd/>
                  <a:tailEnd/>
                </a:ln>
              </p:spPr>
              <p:txBody>
                <a:bodyPr/>
                <a:lstStyle/>
                <a:p>
                  <a:endParaRPr lang="en-US"/>
                </a:p>
              </p:txBody>
            </p:sp>
            <p:sp>
              <p:nvSpPr>
                <p:cNvPr id="136543" name="Line 403"/>
                <p:cNvSpPr>
                  <a:spLocks noChangeShapeType="1"/>
                </p:cNvSpPr>
                <p:nvPr/>
              </p:nvSpPr>
              <p:spPr bwMode="auto">
                <a:xfrm>
                  <a:off x="2207" y="3457"/>
                  <a:ext cx="1" cy="1"/>
                </a:xfrm>
                <a:prstGeom prst="line">
                  <a:avLst/>
                </a:prstGeom>
                <a:noFill/>
                <a:ln w="0">
                  <a:solidFill>
                    <a:srgbClr val="000000"/>
                  </a:solidFill>
                  <a:round/>
                  <a:headEnd/>
                  <a:tailEnd/>
                </a:ln>
              </p:spPr>
              <p:txBody>
                <a:bodyPr/>
                <a:lstStyle/>
                <a:p>
                  <a:endParaRPr lang="en-US"/>
                </a:p>
              </p:txBody>
            </p:sp>
            <p:sp>
              <p:nvSpPr>
                <p:cNvPr id="136544" name="Line 404"/>
                <p:cNvSpPr>
                  <a:spLocks noChangeShapeType="1"/>
                </p:cNvSpPr>
                <p:nvPr/>
              </p:nvSpPr>
              <p:spPr bwMode="auto">
                <a:xfrm>
                  <a:off x="2205" y="3444"/>
                  <a:ext cx="1" cy="1"/>
                </a:xfrm>
                <a:prstGeom prst="line">
                  <a:avLst/>
                </a:prstGeom>
                <a:noFill/>
                <a:ln w="0">
                  <a:solidFill>
                    <a:srgbClr val="000000"/>
                  </a:solidFill>
                  <a:round/>
                  <a:headEnd/>
                  <a:tailEnd/>
                </a:ln>
              </p:spPr>
              <p:txBody>
                <a:bodyPr/>
                <a:lstStyle/>
                <a:p>
                  <a:endParaRPr lang="en-US"/>
                </a:p>
              </p:txBody>
            </p:sp>
            <p:sp>
              <p:nvSpPr>
                <p:cNvPr id="136545" name="Line 405"/>
                <p:cNvSpPr>
                  <a:spLocks noChangeShapeType="1"/>
                </p:cNvSpPr>
                <p:nvPr/>
              </p:nvSpPr>
              <p:spPr bwMode="auto">
                <a:xfrm>
                  <a:off x="2204" y="3450"/>
                  <a:ext cx="1" cy="1"/>
                </a:xfrm>
                <a:prstGeom prst="line">
                  <a:avLst/>
                </a:prstGeom>
                <a:noFill/>
                <a:ln w="0">
                  <a:solidFill>
                    <a:srgbClr val="000000"/>
                  </a:solidFill>
                  <a:round/>
                  <a:headEnd/>
                  <a:tailEnd/>
                </a:ln>
              </p:spPr>
              <p:txBody>
                <a:bodyPr/>
                <a:lstStyle/>
                <a:p>
                  <a:endParaRPr lang="en-US"/>
                </a:p>
              </p:txBody>
            </p:sp>
            <p:sp>
              <p:nvSpPr>
                <p:cNvPr id="136546" name="Line 406"/>
                <p:cNvSpPr>
                  <a:spLocks noChangeShapeType="1"/>
                </p:cNvSpPr>
                <p:nvPr/>
              </p:nvSpPr>
              <p:spPr bwMode="auto">
                <a:xfrm>
                  <a:off x="2201" y="3431"/>
                  <a:ext cx="1" cy="1"/>
                </a:xfrm>
                <a:prstGeom prst="line">
                  <a:avLst/>
                </a:prstGeom>
                <a:noFill/>
                <a:ln w="0">
                  <a:solidFill>
                    <a:srgbClr val="000000"/>
                  </a:solidFill>
                  <a:round/>
                  <a:headEnd/>
                  <a:tailEnd/>
                </a:ln>
              </p:spPr>
              <p:txBody>
                <a:bodyPr/>
                <a:lstStyle/>
                <a:p>
                  <a:endParaRPr lang="en-US"/>
                </a:p>
              </p:txBody>
            </p:sp>
            <p:sp>
              <p:nvSpPr>
                <p:cNvPr id="136547" name="Line 407"/>
                <p:cNvSpPr>
                  <a:spLocks noChangeShapeType="1"/>
                </p:cNvSpPr>
                <p:nvPr/>
              </p:nvSpPr>
              <p:spPr bwMode="auto">
                <a:xfrm>
                  <a:off x="2198" y="3453"/>
                  <a:ext cx="1" cy="1"/>
                </a:xfrm>
                <a:prstGeom prst="line">
                  <a:avLst/>
                </a:prstGeom>
                <a:noFill/>
                <a:ln w="0">
                  <a:solidFill>
                    <a:srgbClr val="000000"/>
                  </a:solidFill>
                  <a:round/>
                  <a:headEnd/>
                  <a:tailEnd/>
                </a:ln>
              </p:spPr>
              <p:txBody>
                <a:bodyPr/>
                <a:lstStyle/>
                <a:p>
                  <a:endParaRPr lang="en-US"/>
                </a:p>
              </p:txBody>
            </p:sp>
            <p:sp>
              <p:nvSpPr>
                <p:cNvPr id="136548" name="Line 408"/>
                <p:cNvSpPr>
                  <a:spLocks noChangeShapeType="1"/>
                </p:cNvSpPr>
                <p:nvPr/>
              </p:nvSpPr>
              <p:spPr bwMode="auto">
                <a:xfrm>
                  <a:off x="2196" y="3457"/>
                  <a:ext cx="1" cy="1"/>
                </a:xfrm>
                <a:prstGeom prst="line">
                  <a:avLst/>
                </a:prstGeom>
                <a:noFill/>
                <a:ln w="0">
                  <a:solidFill>
                    <a:srgbClr val="000000"/>
                  </a:solidFill>
                  <a:round/>
                  <a:headEnd/>
                  <a:tailEnd/>
                </a:ln>
              </p:spPr>
              <p:txBody>
                <a:bodyPr/>
                <a:lstStyle/>
                <a:p>
                  <a:endParaRPr lang="en-US"/>
                </a:p>
              </p:txBody>
            </p:sp>
            <p:sp>
              <p:nvSpPr>
                <p:cNvPr id="136549" name="Line 409"/>
                <p:cNvSpPr>
                  <a:spLocks noChangeShapeType="1"/>
                </p:cNvSpPr>
                <p:nvPr/>
              </p:nvSpPr>
              <p:spPr bwMode="auto">
                <a:xfrm>
                  <a:off x="2194" y="3460"/>
                  <a:ext cx="1" cy="1"/>
                </a:xfrm>
                <a:prstGeom prst="line">
                  <a:avLst/>
                </a:prstGeom>
                <a:noFill/>
                <a:ln w="0">
                  <a:solidFill>
                    <a:srgbClr val="000000"/>
                  </a:solidFill>
                  <a:round/>
                  <a:headEnd/>
                  <a:tailEnd/>
                </a:ln>
              </p:spPr>
              <p:txBody>
                <a:bodyPr/>
                <a:lstStyle/>
                <a:p>
                  <a:endParaRPr lang="en-US"/>
                </a:p>
              </p:txBody>
            </p:sp>
            <p:sp>
              <p:nvSpPr>
                <p:cNvPr id="136550" name="Line 410"/>
                <p:cNvSpPr>
                  <a:spLocks noChangeShapeType="1"/>
                </p:cNvSpPr>
                <p:nvPr/>
              </p:nvSpPr>
              <p:spPr bwMode="auto">
                <a:xfrm>
                  <a:off x="2192" y="3453"/>
                  <a:ext cx="1" cy="1"/>
                </a:xfrm>
                <a:prstGeom prst="line">
                  <a:avLst/>
                </a:prstGeom>
                <a:noFill/>
                <a:ln w="0">
                  <a:solidFill>
                    <a:srgbClr val="000000"/>
                  </a:solidFill>
                  <a:round/>
                  <a:headEnd/>
                  <a:tailEnd/>
                </a:ln>
              </p:spPr>
              <p:txBody>
                <a:bodyPr/>
                <a:lstStyle/>
                <a:p>
                  <a:endParaRPr lang="en-US"/>
                </a:p>
              </p:txBody>
            </p:sp>
            <p:sp>
              <p:nvSpPr>
                <p:cNvPr id="136551" name="Line 411"/>
                <p:cNvSpPr>
                  <a:spLocks noChangeShapeType="1"/>
                </p:cNvSpPr>
                <p:nvPr/>
              </p:nvSpPr>
              <p:spPr bwMode="auto">
                <a:xfrm>
                  <a:off x="2189" y="3443"/>
                  <a:ext cx="1" cy="1"/>
                </a:xfrm>
                <a:prstGeom prst="line">
                  <a:avLst/>
                </a:prstGeom>
                <a:noFill/>
                <a:ln w="0">
                  <a:solidFill>
                    <a:srgbClr val="000000"/>
                  </a:solidFill>
                  <a:round/>
                  <a:headEnd/>
                  <a:tailEnd/>
                </a:ln>
              </p:spPr>
              <p:txBody>
                <a:bodyPr/>
                <a:lstStyle/>
                <a:p>
                  <a:endParaRPr lang="en-US"/>
                </a:p>
              </p:txBody>
            </p:sp>
            <p:sp>
              <p:nvSpPr>
                <p:cNvPr id="136552" name="Line 412"/>
                <p:cNvSpPr>
                  <a:spLocks noChangeShapeType="1"/>
                </p:cNvSpPr>
                <p:nvPr/>
              </p:nvSpPr>
              <p:spPr bwMode="auto">
                <a:xfrm>
                  <a:off x="2188" y="3439"/>
                  <a:ext cx="1" cy="1"/>
                </a:xfrm>
                <a:prstGeom prst="line">
                  <a:avLst/>
                </a:prstGeom>
                <a:noFill/>
                <a:ln w="0">
                  <a:solidFill>
                    <a:srgbClr val="000000"/>
                  </a:solidFill>
                  <a:round/>
                  <a:headEnd/>
                  <a:tailEnd/>
                </a:ln>
              </p:spPr>
              <p:txBody>
                <a:bodyPr/>
                <a:lstStyle/>
                <a:p>
                  <a:endParaRPr lang="en-US"/>
                </a:p>
              </p:txBody>
            </p:sp>
            <p:sp>
              <p:nvSpPr>
                <p:cNvPr id="136553" name="Line 413"/>
                <p:cNvSpPr>
                  <a:spLocks noChangeShapeType="1"/>
                </p:cNvSpPr>
                <p:nvPr/>
              </p:nvSpPr>
              <p:spPr bwMode="auto">
                <a:xfrm>
                  <a:off x="2185" y="3420"/>
                  <a:ext cx="1" cy="1"/>
                </a:xfrm>
                <a:prstGeom prst="line">
                  <a:avLst/>
                </a:prstGeom>
                <a:noFill/>
                <a:ln w="0">
                  <a:solidFill>
                    <a:srgbClr val="000000"/>
                  </a:solidFill>
                  <a:round/>
                  <a:headEnd/>
                  <a:tailEnd/>
                </a:ln>
              </p:spPr>
              <p:txBody>
                <a:bodyPr/>
                <a:lstStyle/>
                <a:p>
                  <a:endParaRPr lang="en-US"/>
                </a:p>
              </p:txBody>
            </p:sp>
            <p:sp>
              <p:nvSpPr>
                <p:cNvPr id="136554" name="Line 414"/>
                <p:cNvSpPr>
                  <a:spLocks noChangeShapeType="1"/>
                </p:cNvSpPr>
                <p:nvPr/>
              </p:nvSpPr>
              <p:spPr bwMode="auto">
                <a:xfrm>
                  <a:off x="2183" y="3426"/>
                  <a:ext cx="1" cy="1"/>
                </a:xfrm>
                <a:prstGeom prst="line">
                  <a:avLst/>
                </a:prstGeom>
                <a:noFill/>
                <a:ln w="0">
                  <a:solidFill>
                    <a:srgbClr val="000000"/>
                  </a:solidFill>
                  <a:round/>
                  <a:headEnd/>
                  <a:tailEnd/>
                </a:ln>
              </p:spPr>
              <p:txBody>
                <a:bodyPr/>
                <a:lstStyle/>
                <a:p>
                  <a:endParaRPr lang="en-US"/>
                </a:p>
              </p:txBody>
            </p:sp>
            <p:sp>
              <p:nvSpPr>
                <p:cNvPr id="136555" name="Line 415"/>
                <p:cNvSpPr>
                  <a:spLocks noChangeShapeType="1"/>
                </p:cNvSpPr>
                <p:nvPr/>
              </p:nvSpPr>
              <p:spPr bwMode="auto">
                <a:xfrm>
                  <a:off x="2180" y="3457"/>
                  <a:ext cx="1" cy="1"/>
                </a:xfrm>
                <a:prstGeom prst="line">
                  <a:avLst/>
                </a:prstGeom>
                <a:noFill/>
                <a:ln w="0">
                  <a:solidFill>
                    <a:srgbClr val="000000"/>
                  </a:solidFill>
                  <a:round/>
                  <a:headEnd/>
                  <a:tailEnd/>
                </a:ln>
              </p:spPr>
              <p:txBody>
                <a:bodyPr/>
                <a:lstStyle/>
                <a:p>
                  <a:endParaRPr lang="en-US"/>
                </a:p>
              </p:txBody>
            </p:sp>
            <p:sp>
              <p:nvSpPr>
                <p:cNvPr id="136556" name="Line 416"/>
                <p:cNvSpPr>
                  <a:spLocks noChangeShapeType="1"/>
                </p:cNvSpPr>
                <p:nvPr/>
              </p:nvSpPr>
              <p:spPr bwMode="auto">
                <a:xfrm>
                  <a:off x="2179" y="3446"/>
                  <a:ext cx="1" cy="1"/>
                </a:xfrm>
                <a:prstGeom prst="line">
                  <a:avLst/>
                </a:prstGeom>
                <a:noFill/>
                <a:ln w="0">
                  <a:solidFill>
                    <a:srgbClr val="000000"/>
                  </a:solidFill>
                  <a:round/>
                  <a:headEnd/>
                  <a:tailEnd/>
                </a:ln>
              </p:spPr>
              <p:txBody>
                <a:bodyPr/>
                <a:lstStyle/>
                <a:p>
                  <a:endParaRPr lang="en-US"/>
                </a:p>
              </p:txBody>
            </p:sp>
            <p:sp>
              <p:nvSpPr>
                <p:cNvPr id="136557" name="Line 417"/>
                <p:cNvSpPr>
                  <a:spLocks noChangeShapeType="1"/>
                </p:cNvSpPr>
                <p:nvPr/>
              </p:nvSpPr>
              <p:spPr bwMode="auto">
                <a:xfrm>
                  <a:off x="2176" y="3449"/>
                  <a:ext cx="1" cy="1"/>
                </a:xfrm>
                <a:prstGeom prst="line">
                  <a:avLst/>
                </a:prstGeom>
                <a:noFill/>
                <a:ln w="0">
                  <a:solidFill>
                    <a:srgbClr val="000000"/>
                  </a:solidFill>
                  <a:round/>
                  <a:headEnd/>
                  <a:tailEnd/>
                </a:ln>
              </p:spPr>
              <p:txBody>
                <a:bodyPr/>
                <a:lstStyle/>
                <a:p>
                  <a:endParaRPr lang="en-US"/>
                </a:p>
              </p:txBody>
            </p:sp>
            <p:sp>
              <p:nvSpPr>
                <p:cNvPr id="136558" name="Line 418"/>
                <p:cNvSpPr>
                  <a:spLocks noChangeShapeType="1"/>
                </p:cNvSpPr>
                <p:nvPr/>
              </p:nvSpPr>
              <p:spPr bwMode="auto">
                <a:xfrm>
                  <a:off x="2174" y="3430"/>
                  <a:ext cx="1" cy="1"/>
                </a:xfrm>
                <a:prstGeom prst="line">
                  <a:avLst/>
                </a:prstGeom>
                <a:noFill/>
                <a:ln w="0">
                  <a:solidFill>
                    <a:srgbClr val="000000"/>
                  </a:solidFill>
                  <a:round/>
                  <a:headEnd/>
                  <a:tailEnd/>
                </a:ln>
              </p:spPr>
              <p:txBody>
                <a:bodyPr/>
                <a:lstStyle/>
                <a:p>
                  <a:endParaRPr lang="en-US"/>
                </a:p>
              </p:txBody>
            </p:sp>
          </p:grpSp>
          <p:sp>
            <p:nvSpPr>
              <p:cNvPr id="136299" name="Line 419"/>
              <p:cNvSpPr>
                <a:spLocks noChangeShapeType="1"/>
              </p:cNvSpPr>
              <p:nvPr/>
            </p:nvSpPr>
            <p:spPr bwMode="auto">
              <a:xfrm>
                <a:off x="2172" y="3453"/>
                <a:ext cx="1" cy="1"/>
              </a:xfrm>
              <a:prstGeom prst="line">
                <a:avLst/>
              </a:prstGeom>
              <a:noFill/>
              <a:ln w="0">
                <a:solidFill>
                  <a:srgbClr val="000000"/>
                </a:solidFill>
                <a:round/>
                <a:headEnd/>
                <a:tailEnd/>
              </a:ln>
            </p:spPr>
            <p:txBody>
              <a:bodyPr/>
              <a:lstStyle/>
              <a:p>
                <a:endParaRPr lang="en-US"/>
              </a:p>
            </p:txBody>
          </p:sp>
          <p:sp>
            <p:nvSpPr>
              <p:cNvPr id="136300" name="Line 420"/>
              <p:cNvSpPr>
                <a:spLocks noChangeShapeType="1"/>
              </p:cNvSpPr>
              <p:nvPr/>
            </p:nvSpPr>
            <p:spPr bwMode="auto">
              <a:xfrm>
                <a:off x="2170" y="3420"/>
                <a:ext cx="1" cy="1"/>
              </a:xfrm>
              <a:prstGeom prst="line">
                <a:avLst/>
              </a:prstGeom>
              <a:noFill/>
              <a:ln w="0">
                <a:solidFill>
                  <a:srgbClr val="000000"/>
                </a:solidFill>
                <a:round/>
                <a:headEnd/>
                <a:tailEnd/>
              </a:ln>
            </p:spPr>
            <p:txBody>
              <a:bodyPr/>
              <a:lstStyle/>
              <a:p>
                <a:endParaRPr lang="en-US"/>
              </a:p>
            </p:txBody>
          </p:sp>
          <p:sp>
            <p:nvSpPr>
              <p:cNvPr id="136301" name="Line 421"/>
              <p:cNvSpPr>
                <a:spLocks noChangeShapeType="1"/>
              </p:cNvSpPr>
              <p:nvPr/>
            </p:nvSpPr>
            <p:spPr bwMode="auto">
              <a:xfrm>
                <a:off x="2167" y="3438"/>
                <a:ext cx="1" cy="1"/>
              </a:xfrm>
              <a:prstGeom prst="line">
                <a:avLst/>
              </a:prstGeom>
              <a:noFill/>
              <a:ln w="0">
                <a:solidFill>
                  <a:srgbClr val="000000"/>
                </a:solidFill>
                <a:round/>
                <a:headEnd/>
                <a:tailEnd/>
              </a:ln>
            </p:spPr>
            <p:txBody>
              <a:bodyPr/>
              <a:lstStyle/>
              <a:p>
                <a:endParaRPr lang="en-US"/>
              </a:p>
            </p:txBody>
          </p:sp>
          <p:sp>
            <p:nvSpPr>
              <p:cNvPr id="136302" name="Freeform 422"/>
              <p:cNvSpPr>
                <a:spLocks/>
              </p:cNvSpPr>
              <p:nvPr/>
            </p:nvSpPr>
            <p:spPr bwMode="auto">
              <a:xfrm>
                <a:off x="2167" y="3375"/>
                <a:ext cx="295" cy="86"/>
              </a:xfrm>
              <a:custGeom>
                <a:avLst/>
                <a:gdLst>
                  <a:gd name="T0" fmla="*/ 0 w 1473"/>
                  <a:gd name="T1" fmla="*/ 0 h 512"/>
                  <a:gd name="T2" fmla="*/ 0 w 1473"/>
                  <a:gd name="T3" fmla="*/ 0 h 512"/>
                  <a:gd name="T4" fmla="*/ 0 w 1473"/>
                  <a:gd name="T5" fmla="*/ 0 h 512"/>
                  <a:gd name="T6" fmla="*/ 0 w 1473"/>
                  <a:gd name="T7" fmla="*/ 0 h 512"/>
                  <a:gd name="T8" fmla="*/ 0 w 1473"/>
                  <a:gd name="T9" fmla="*/ 0 h 512"/>
                  <a:gd name="T10" fmla="*/ 0 w 1473"/>
                  <a:gd name="T11" fmla="*/ 0 h 512"/>
                  <a:gd name="T12" fmla="*/ 0 w 1473"/>
                  <a:gd name="T13" fmla="*/ 0 h 512"/>
                  <a:gd name="T14" fmla="*/ 0 w 1473"/>
                  <a:gd name="T15" fmla="*/ 0 h 512"/>
                  <a:gd name="T16" fmla="*/ 0 w 1473"/>
                  <a:gd name="T17" fmla="*/ 0 h 512"/>
                  <a:gd name="T18" fmla="*/ 0 w 1473"/>
                  <a:gd name="T19" fmla="*/ 0 h 512"/>
                  <a:gd name="T20" fmla="*/ 0 w 1473"/>
                  <a:gd name="T21" fmla="*/ 0 h 512"/>
                  <a:gd name="T22" fmla="*/ 0 w 1473"/>
                  <a:gd name="T23" fmla="*/ 0 h 512"/>
                  <a:gd name="T24" fmla="*/ 0 w 1473"/>
                  <a:gd name="T25" fmla="*/ 0 h 512"/>
                  <a:gd name="T26" fmla="*/ 0 w 1473"/>
                  <a:gd name="T27" fmla="*/ 0 h 512"/>
                  <a:gd name="T28" fmla="*/ 0 w 1473"/>
                  <a:gd name="T29" fmla="*/ 0 h 512"/>
                  <a:gd name="T30" fmla="*/ 0 w 1473"/>
                  <a:gd name="T31" fmla="*/ 0 h 512"/>
                  <a:gd name="T32" fmla="*/ 0 w 1473"/>
                  <a:gd name="T33" fmla="*/ 0 h 512"/>
                  <a:gd name="T34" fmla="*/ 0 w 1473"/>
                  <a:gd name="T35" fmla="*/ 0 h 512"/>
                  <a:gd name="T36" fmla="*/ 0 w 1473"/>
                  <a:gd name="T37" fmla="*/ 0 h 512"/>
                  <a:gd name="T38" fmla="*/ 0 w 1473"/>
                  <a:gd name="T39" fmla="*/ 0 h 512"/>
                  <a:gd name="T40" fmla="*/ 0 w 1473"/>
                  <a:gd name="T41" fmla="*/ 0 h 512"/>
                  <a:gd name="T42" fmla="*/ 0 w 1473"/>
                  <a:gd name="T43" fmla="*/ 0 h 512"/>
                  <a:gd name="T44" fmla="*/ 0 w 1473"/>
                  <a:gd name="T45" fmla="*/ 0 h 512"/>
                  <a:gd name="T46" fmla="*/ 0 w 1473"/>
                  <a:gd name="T47" fmla="*/ 0 h 512"/>
                  <a:gd name="T48" fmla="*/ 0 w 1473"/>
                  <a:gd name="T49" fmla="*/ 0 h 512"/>
                  <a:gd name="T50" fmla="*/ 0 w 1473"/>
                  <a:gd name="T51" fmla="*/ 0 h 512"/>
                  <a:gd name="T52" fmla="*/ 0 w 1473"/>
                  <a:gd name="T53" fmla="*/ 0 h 512"/>
                  <a:gd name="T54" fmla="*/ 0 w 1473"/>
                  <a:gd name="T55" fmla="*/ 0 h 512"/>
                  <a:gd name="T56" fmla="*/ 0 w 1473"/>
                  <a:gd name="T57" fmla="*/ 0 h 512"/>
                  <a:gd name="T58" fmla="*/ 0 w 1473"/>
                  <a:gd name="T59" fmla="*/ 0 h 512"/>
                  <a:gd name="T60" fmla="*/ 0 w 1473"/>
                  <a:gd name="T61" fmla="*/ 0 h 512"/>
                  <a:gd name="T62" fmla="*/ 0 w 1473"/>
                  <a:gd name="T63" fmla="*/ 0 h 512"/>
                  <a:gd name="T64" fmla="*/ 0 w 1473"/>
                  <a:gd name="T65" fmla="*/ 0 h 512"/>
                  <a:gd name="T66" fmla="*/ 0 w 1473"/>
                  <a:gd name="T67" fmla="*/ 0 h 512"/>
                  <a:gd name="T68" fmla="*/ 0 w 1473"/>
                  <a:gd name="T69" fmla="*/ 0 h 512"/>
                  <a:gd name="T70" fmla="*/ 0 w 1473"/>
                  <a:gd name="T71" fmla="*/ 0 h 512"/>
                  <a:gd name="T72" fmla="*/ 0 w 1473"/>
                  <a:gd name="T73" fmla="*/ 0 h 512"/>
                  <a:gd name="T74" fmla="*/ 0 w 1473"/>
                  <a:gd name="T75" fmla="*/ 0 h 512"/>
                  <a:gd name="T76" fmla="*/ 0 w 1473"/>
                  <a:gd name="T77" fmla="*/ 0 h 512"/>
                  <a:gd name="T78" fmla="*/ 0 w 1473"/>
                  <a:gd name="T79" fmla="*/ 0 h 512"/>
                  <a:gd name="T80" fmla="*/ 0 w 1473"/>
                  <a:gd name="T81" fmla="*/ 0 h 512"/>
                  <a:gd name="T82" fmla="*/ 0 w 1473"/>
                  <a:gd name="T83" fmla="*/ 0 h 512"/>
                  <a:gd name="T84" fmla="*/ 0 w 1473"/>
                  <a:gd name="T85" fmla="*/ 0 h 512"/>
                  <a:gd name="T86" fmla="*/ 0 w 1473"/>
                  <a:gd name="T87" fmla="*/ 0 h 51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1473"/>
                  <a:gd name="T133" fmla="*/ 0 h 512"/>
                  <a:gd name="T134" fmla="*/ 1473 w 1473"/>
                  <a:gd name="T135" fmla="*/ 512 h 51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1473" h="512">
                    <a:moveTo>
                      <a:pt x="0" y="379"/>
                    </a:moveTo>
                    <a:lnTo>
                      <a:pt x="14" y="268"/>
                    </a:lnTo>
                    <a:lnTo>
                      <a:pt x="27" y="469"/>
                    </a:lnTo>
                    <a:lnTo>
                      <a:pt x="33" y="330"/>
                    </a:lnTo>
                    <a:lnTo>
                      <a:pt x="46" y="443"/>
                    </a:lnTo>
                    <a:lnTo>
                      <a:pt x="59" y="428"/>
                    </a:lnTo>
                    <a:lnTo>
                      <a:pt x="65" y="491"/>
                    </a:lnTo>
                    <a:lnTo>
                      <a:pt x="78" y="308"/>
                    </a:lnTo>
                    <a:lnTo>
                      <a:pt x="91" y="268"/>
                    </a:lnTo>
                    <a:lnTo>
                      <a:pt x="105" y="386"/>
                    </a:lnTo>
                    <a:lnTo>
                      <a:pt x="111" y="406"/>
                    </a:lnTo>
                    <a:lnTo>
                      <a:pt x="124" y="469"/>
                    </a:lnTo>
                    <a:lnTo>
                      <a:pt x="137" y="512"/>
                    </a:lnTo>
                    <a:lnTo>
                      <a:pt x="143" y="491"/>
                    </a:lnTo>
                    <a:lnTo>
                      <a:pt x="156" y="469"/>
                    </a:lnTo>
                    <a:lnTo>
                      <a:pt x="169" y="337"/>
                    </a:lnTo>
                    <a:lnTo>
                      <a:pt x="182" y="448"/>
                    </a:lnTo>
                    <a:lnTo>
                      <a:pt x="188" y="414"/>
                    </a:lnTo>
                    <a:lnTo>
                      <a:pt x="202" y="491"/>
                    </a:lnTo>
                    <a:lnTo>
                      <a:pt x="215" y="477"/>
                    </a:lnTo>
                    <a:lnTo>
                      <a:pt x="221" y="448"/>
                    </a:lnTo>
                    <a:lnTo>
                      <a:pt x="234" y="512"/>
                    </a:lnTo>
                    <a:lnTo>
                      <a:pt x="247" y="512"/>
                    </a:lnTo>
                    <a:lnTo>
                      <a:pt x="260" y="330"/>
                    </a:lnTo>
                    <a:lnTo>
                      <a:pt x="266" y="288"/>
                    </a:lnTo>
                    <a:lnTo>
                      <a:pt x="279" y="379"/>
                    </a:lnTo>
                    <a:lnTo>
                      <a:pt x="293" y="448"/>
                    </a:lnTo>
                    <a:lnTo>
                      <a:pt x="306" y="455"/>
                    </a:lnTo>
                    <a:lnTo>
                      <a:pt x="312" y="455"/>
                    </a:lnTo>
                    <a:lnTo>
                      <a:pt x="325" y="484"/>
                    </a:lnTo>
                    <a:lnTo>
                      <a:pt x="339" y="443"/>
                    </a:lnTo>
                    <a:lnTo>
                      <a:pt x="344" y="351"/>
                    </a:lnTo>
                    <a:lnTo>
                      <a:pt x="357" y="260"/>
                    </a:lnTo>
                    <a:lnTo>
                      <a:pt x="370" y="484"/>
                    </a:lnTo>
                    <a:lnTo>
                      <a:pt x="384" y="406"/>
                    </a:lnTo>
                    <a:lnTo>
                      <a:pt x="390" y="273"/>
                    </a:lnTo>
                    <a:lnTo>
                      <a:pt x="403" y="428"/>
                    </a:lnTo>
                    <a:lnTo>
                      <a:pt x="416" y="506"/>
                    </a:lnTo>
                    <a:lnTo>
                      <a:pt x="422" y="477"/>
                    </a:lnTo>
                    <a:lnTo>
                      <a:pt x="435" y="469"/>
                    </a:lnTo>
                    <a:lnTo>
                      <a:pt x="448" y="448"/>
                    </a:lnTo>
                    <a:lnTo>
                      <a:pt x="461" y="435"/>
                    </a:lnTo>
                    <a:lnTo>
                      <a:pt x="467" y="351"/>
                    </a:lnTo>
                    <a:lnTo>
                      <a:pt x="481" y="455"/>
                    </a:lnTo>
                    <a:lnTo>
                      <a:pt x="494" y="491"/>
                    </a:lnTo>
                    <a:lnTo>
                      <a:pt x="507" y="357"/>
                    </a:lnTo>
                    <a:lnTo>
                      <a:pt x="513" y="421"/>
                    </a:lnTo>
                    <a:lnTo>
                      <a:pt x="527" y="498"/>
                    </a:lnTo>
                    <a:lnTo>
                      <a:pt x="539" y="498"/>
                    </a:lnTo>
                    <a:lnTo>
                      <a:pt x="545" y="386"/>
                    </a:lnTo>
                    <a:lnTo>
                      <a:pt x="558" y="225"/>
                    </a:lnTo>
                    <a:lnTo>
                      <a:pt x="572" y="428"/>
                    </a:lnTo>
                    <a:lnTo>
                      <a:pt x="585" y="371"/>
                    </a:lnTo>
                    <a:lnTo>
                      <a:pt x="591" y="469"/>
                    </a:lnTo>
                    <a:lnTo>
                      <a:pt x="604" y="308"/>
                    </a:lnTo>
                    <a:lnTo>
                      <a:pt x="618" y="414"/>
                    </a:lnTo>
                    <a:lnTo>
                      <a:pt x="623" y="414"/>
                    </a:lnTo>
                    <a:lnTo>
                      <a:pt x="636" y="337"/>
                    </a:lnTo>
                    <a:lnTo>
                      <a:pt x="649" y="498"/>
                    </a:lnTo>
                    <a:lnTo>
                      <a:pt x="663" y="435"/>
                    </a:lnTo>
                    <a:lnTo>
                      <a:pt x="669" y="498"/>
                    </a:lnTo>
                    <a:lnTo>
                      <a:pt x="682" y="379"/>
                    </a:lnTo>
                    <a:lnTo>
                      <a:pt x="695" y="414"/>
                    </a:lnTo>
                    <a:lnTo>
                      <a:pt x="702" y="218"/>
                    </a:lnTo>
                    <a:lnTo>
                      <a:pt x="715" y="506"/>
                    </a:lnTo>
                    <a:lnTo>
                      <a:pt x="727" y="253"/>
                    </a:lnTo>
                    <a:lnTo>
                      <a:pt x="740" y="455"/>
                    </a:lnTo>
                    <a:lnTo>
                      <a:pt x="747" y="288"/>
                    </a:lnTo>
                    <a:lnTo>
                      <a:pt x="760" y="428"/>
                    </a:lnTo>
                    <a:lnTo>
                      <a:pt x="773" y="175"/>
                    </a:lnTo>
                    <a:lnTo>
                      <a:pt x="786" y="448"/>
                    </a:lnTo>
                    <a:lnTo>
                      <a:pt x="793" y="337"/>
                    </a:lnTo>
                    <a:lnTo>
                      <a:pt x="806" y="428"/>
                    </a:lnTo>
                    <a:lnTo>
                      <a:pt x="818" y="281"/>
                    </a:lnTo>
                    <a:lnTo>
                      <a:pt x="824" y="337"/>
                    </a:lnTo>
                    <a:lnTo>
                      <a:pt x="838" y="162"/>
                    </a:lnTo>
                    <a:lnTo>
                      <a:pt x="851" y="218"/>
                    </a:lnTo>
                    <a:lnTo>
                      <a:pt x="864" y="406"/>
                    </a:lnTo>
                    <a:lnTo>
                      <a:pt x="870" y="477"/>
                    </a:lnTo>
                    <a:lnTo>
                      <a:pt x="884" y="406"/>
                    </a:lnTo>
                    <a:lnTo>
                      <a:pt x="897" y="512"/>
                    </a:lnTo>
                    <a:lnTo>
                      <a:pt x="902" y="371"/>
                    </a:lnTo>
                    <a:lnTo>
                      <a:pt x="915" y="351"/>
                    </a:lnTo>
                    <a:lnTo>
                      <a:pt x="928" y="71"/>
                    </a:lnTo>
                    <a:lnTo>
                      <a:pt x="942" y="0"/>
                    </a:lnTo>
                    <a:lnTo>
                      <a:pt x="948" y="246"/>
                    </a:lnTo>
                    <a:lnTo>
                      <a:pt x="961" y="477"/>
                    </a:lnTo>
                    <a:lnTo>
                      <a:pt x="974" y="218"/>
                    </a:lnTo>
                    <a:lnTo>
                      <a:pt x="981" y="71"/>
                    </a:lnTo>
                    <a:lnTo>
                      <a:pt x="994" y="448"/>
                    </a:lnTo>
                    <a:lnTo>
                      <a:pt x="1006" y="302"/>
                    </a:lnTo>
                    <a:lnTo>
                      <a:pt x="1019" y="239"/>
                    </a:lnTo>
                    <a:lnTo>
                      <a:pt x="1026" y="469"/>
                    </a:lnTo>
                    <a:lnTo>
                      <a:pt x="1039" y="210"/>
                    </a:lnTo>
                    <a:lnTo>
                      <a:pt x="1052" y="428"/>
                    </a:lnTo>
                    <a:lnTo>
                      <a:pt x="1065" y="469"/>
                    </a:lnTo>
                    <a:lnTo>
                      <a:pt x="1072" y="393"/>
                    </a:lnTo>
                    <a:lnTo>
                      <a:pt x="1085" y="225"/>
                    </a:lnTo>
                    <a:lnTo>
                      <a:pt x="1098" y="308"/>
                    </a:lnTo>
                    <a:lnTo>
                      <a:pt x="1103" y="386"/>
                    </a:lnTo>
                    <a:lnTo>
                      <a:pt x="1117" y="498"/>
                    </a:lnTo>
                    <a:lnTo>
                      <a:pt x="1130" y="260"/>
                    </a:lnTo>
                    <a:lnTo>
                      <a:pt x="1143" y="448"/>
                    </a:lnTo>
                    <a:lnTo>
                      <a:pt x="1149" y="210"/>
                    </a:lnTo>
                    <a:lnTo>
                      <a:pt x="1163" y="351"/>
                    </a:lnTo>
                    <a:lnTo>
                      <a:pt x="1176" y="448"/>
                    </a:lnTo>
                    <a:lnTo>
                      <a:pt x="1183" y="443"/>
                    </a:lnTo>
                    <a:lnTo>
                      <a:pt x="1194" y="400"/>
                    </a:lnTo>
                    <a:lnTo>
                      <a:pt x="1208" y="288"/>
                    </a:lnTo>
                    <a:lnTo>
                      <a:pt x="1221" y="386"/>
                    </a:lnTo>
                    <a:lnTo>
                      <a:pt x="1227" y="357"/>
                    </a:lnTo>
                    <a:lnTo>
                      <a:pt x="1240" y="239"/>
                    </a:lnTo>
                    <a:lnTo>
                      <a:pt x="1254" y="204"/>
                    </a:lnTo>
                    <a:lnTo>
                      <a:pt x="1261" y="414"/>
                    </a:lnTo>
                    <a:lnTo>
                      <a:pt x="1273" y="357"/>
                    </a:lnTo>
                    <a:lnTo>
                      <a:pt x="1285" y="253"/>
                    </a:lnTo>
                    <a:lnTo>
                      <a:pt x="1299" y="294"/>
                    </a:lnTo>
                    <a:lnTo>
                      <a:pt x="1306" y="43"/>
                    </a:lnTo>
                    <a:lnTo>
                      <a:pt x="1318" y="344"/>
                    </a:lnTo>
                    <a:lnTo>
                      <a:pt x="1331" y="435"/>
                    </a:lnTo>
                    <a:lnTo>
                      <a:pt x="1345" y="379"/>
                    </a:lnTo>
                    <a:lnTo>
                      <a:pt x="1351" y="455"/>
                    </a:lnTo>
                    <a:lnTo>
                      <a:pt x="1364" y="469"/>
                    </a:lnTo>
                    <a:lnTo>
                      <a:pt x="1377" y="448"/>
                    </a:lnTo>
                    <a:lnTo>
                      <a:pt x="1384" y="268"/>
                    </a:lnTo>
                    <a:lnTo>
                      <a:pt x="1396" y="393"/>
                    </a:lnTo>
                    <a:lnTo>
                      <a:pt x="1409" y="64"/>
                    </a:lnTo>
                    <a:lnTo>
                      <a:pt x="1422" y="455"/>
                    </a:lnTo>
                    <a:lnTo>
                      <a:pt x="1429" y="484"/>
                    </a:lnTo>
                    <a:lnTo>
                      <a:pt x="1442" y="484"/>
                    </a:lnTo>
                    <a:lnTo>
                      <a:pt x="1455" y="400"/>
                    </a:lnTo>
                    <a:lnTo>
                      <a:pt x="1462" y="512"/>
                    </a:lnTo>
                    <a:lnTo>
                      <a:pt x="1473" y="448"/>
                    </a:lnTo>
                  </a:path>
                </a:pathLst>
              </a:custGeom>
              <a:noFill/>
              <a:ln w="1588">
                <a:solidFill>
                  <a:srgbClr val="000000"/>
                </a:solidFill>
                <a:round/>
                <a:headEnd/>
                <a:tailEnd/>
              </a:ln>
            </p:spPr>
            <p:txBody>
              <a:bodyPr/>
              <a:lstStyle/>
              <a:p>
                <a:endParaRPr lang="en-US"/>
              </a:p>
            </p:txBody>
          </p:sp>
          <p:sp>
            <p:nvSpPr>
              <p:cNvPr id="136303" name="Freeform 423"/>
              <p:cNvSpPr>
                <a:spLocks/>
              </p:cNvSpPr>
              <p:nvPr/>
            </p:nvSpPr>
            <p:spPr bwMode="auto">
              <a:xfrm>
                <a:off x="2165" y="3438"/>
                <a:ext cx="223" cy="1"/>
              </a:xfrm>
              <a:custGeom>
                <a:avLst/>
                <a:gdLst>
                  <a:gd name="T0" fmla="*/ 0 w 1116"/>
                  <a:gd name="T1" fmla="*/ 0 h 1"/>
                  <a:gd name="T2" fmla="*/ 0 w 1116"/>
                  <a:gd name="T3" fmla="*/ 0 h 1"/>
                  <a:gd name="T4" fmla="*/ 0 w 1116"/>
                  <a:gd name="T5" fmla="*/ 0 h 1"/>
                  <a:gd name="T6" fmla="*/ 0 w 1116"/>
                  <a:gd name="T7" fmla="*/ 0 h 1"/>
                  <a:gd name="T8" fmla="*/ 0 w 1116"/>
                  <a:gd name="T9" fmla="*/ 0 h 1"/>
                  <a:gd name="T10" fmla="*/ 0 w 1116"/>
                  <a:gd name="T11" fmla="*/ 0 h 1"/>
                  <a:gd name="T12" fmla="*/ 0 w 1116"/>
                  <a:gd name="T13" fmla="*/ 0 h 1"/>
                  <a:gd name="T14" fmla="*/ 0 w 1116"/>
                  <a:gd name="T15" fmla="*/ 0 h 1"/>
                  <a:gd name="T16" fmla="*/ 0 w 1116"/>
                  <a:gd name="T17" fmla="*/ 0 h 1"/>
                  <a:gd name="T18" fmla="*/ 0 w 1116"/>
                  <a:gd name="T19" fmla="*/ 0 h 1"/>
                  <a:gd name="T20" fmla="*/ 0 w 1116"/>
                  <a:gd name="T21" fmla="*/ 0 h 1"/>
                  <a:gd name="T22" fmla="*/ 0 w 1116"/>
                  <a:gd name="T23" fmla="*/ 0 h 1"/>
                  <a:gd name="T24" fmla="*/ 0 w 1116"/>
                  <a:gd name="T25" fmla="*/ 0 h 1"/>
                  <a:gd name="T26" fmla="*/ 0 w 1116"/>
                  <a:gd name="T27" fmla="*/ 0 h 1"/>
                  <a:gd name="T28" fmla="*/ 0 w 1116"/>
                  <a:gd name="T29" fmla="*/ 0 h 1"/>
                  <a:gd name="T30" fmla="*/ 0 w 1116"/>
                  <a:gd name="T31" fmla="*/ 0 h 1"/>
                  <a:gd name="T32" fmla="*/ 0 w 1116"/>
                  <a:gd name="T33" fmla="*/ 0 h 1"/>
                  <a:gd name="T34" fmla="*/ 0 w 1116"/>
                  <a:gd name="T35" fmla="*/ 0 h 1"/>
                  <a:gd name="T36" fmla="*/ 0 w 1116"/>
                  <a:gd name="T37" fmla="*/ 0 h 1"/>
                  <a:gd name="T38" fmla="*/ 0 w 1116"/>
                  <a:gd name="T39" fmla="*/ 0 h 1"/>
                  <a:gd name="T40" fmla="*/ 0 w 1116"/>
                  <a:gd name="T41" fmla="*/ 0 h 1"/>
                  <a:gd name="T42" fmla="*/ 0 w 1116"/>
                  <a:gd name="T43" fmla="*/ 0 h 1"/>
                  <a:gd name="T44" fmla="*/ 0 w 1116"/>
                  <a:gd name="T45" fmla="*/ 0 h 1"/>
                  <a:gd name="T46" fmla="*/ 0 w 1116"/>
                  <a:gd name="T47" fmla="*/ 0 h 1"/>
                  <a:gd name="T48" fmla="*/ 0 w 1116"/>
                  <a:gd name="T49" fmla="*/ 0 h 1"/>
                  <a:gd name="T50" fmla="*/ 0 w 1116"/>
                  <a:gd name="T51" fmla="*/ 0 h 1"/>
                  <a:gd name="T52" fmla="*/ 0 w 1116"/>
                  <a:gd name="T53" fmla="*/ 0 h 1"/>
                  <a:gd name="T54" fmla="*/ 0 w 1116"/>
                  <a:gd name="T55" fmla="*/ 0 h 1"/>
                  <a:gd name="T56" fmla="*/ 0 w 1116"/>
                  <a:gd name="T57" fmla="*/ 0 h 1"/>
                  <a:gd name="T58" fmla="*/ 0 w 1116"/>
                  <a:gd name="T59" fmla="*/ 0 h 1"/>
                  <a:gd name="T60" fmla="*/ 0 w 1116"/>
                  <a:gd name="T61" fmla="*/ 0 h 1"/>
                  <a:gd name="T62" fmla="*/ 0 w 1116"/>
                  <a:gd name="T63" fmla="*/ 0 h 1"/>
                  <a:gd name="T64" fmla="*/ 0 w 1116"/>
                  <a:gd name="T65" fmla="*/ 0 h 1"/>
                  <a:gd name="T66" fmla="*/ 0 w 1116"/>
                  <a:gd name="T67" fmla="*/ 0 h 1"/>
                  <a:gd name="T68" fmla="*/ 0 w 1116"/>
                  <a:gd name="T69" fmla="*/ 0 h 1"/>
                  <a:gd name="T70" fmla="*/ 0 w 1116"/>
                  <a:gd name="T71" fmla="*/ 0 h 1"/>
                  <a:gd name="T72" fmla="*/ 0 w 1116"/>
                  <a:gd name="T73" fmla="*/ 0 h 1"/>
                  <a:gd name="T74" fmla="*/ 0 w 1116"/>
                  <a:gd name="T75" fmla="*/ 0 h 1"/>
                  <a:gd name="T76" fmla="*/ 0 w 1116"/>
                  <a:gd name="T77" fmla="*/ 0 h 1"/>
                  <a:gd name="T78" fmla="*/ 0 w 1116"/>
                  <a:gd name="T79" fmla="*/ 0 h 1"/>
                  <a:gd name="T80" fmla="*/ 0 w 1116"/>
                  <a:gd name="T81" fmla="*/ 0 h 1"/>
                  <a:gd name="T82" fmla="*/ 0 w 1116"/>
                  <a:gd name="T83" fmla="*/ 0 h 1"/>
                  <a:gd name="T84" fmla="*/ 0 w 1116"/>
                  <a:gd name="T85" fmla="*/ 0 h 1"/>
                  <a:gd name="T86" fmla="*/ 0 w 1116"/>
                  <a:gd name="T87" fmla="*/ 0 h 1"/>
                  <a:gd name="T88" fmla="*/ 0 w 1116"/>
                  <a:gd name="T89" fmla="*/ 0 h 1"/>
                  <a:gd name="T90" fmla="*/ 0 w 1116"/>
                  <a:gd name="T91" fmla="*/ 0 h 1"/>
                  <a:gd name="T92" fmla="*/ 0 w 1116"/>
                  <a:gd name="T93" fmla="*/ 0 h 1"/>
                  <a:gd name="T94" fmla="*/ 0 w 1116"/>
                  <a:gd name="T95" fmla="*/ 0 h 1"/>
                  <a:gd name="T96" fmla="*/ 0 w 1116"/>
                  <a:gd name="T97" fmla="*/ 0 h 1"/>
                  <a:gd name="T98" fmla="*/ 0 w 1116"/>
                  <a:gd name="T99" fmla="*/ 0 h 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16"/>
                  <a:gd name="T151" fmla="*/ 0 h 1"/>
                  <a:gd name="T152" fmla="*/ 1116 w 1116"/>
                  <a:gd name="T153" fmla="*/ 1 h 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16" h="1">
                    <a:moveTo>
                      <a:pt x="0" y="0"/>
                    </a:moveTo>
                    <a:lnTo>
                      <a:pt x="6" y="0"/>
                    </a:lnTo>
                    <a:lnTo>
                      <a:pt x="19" y="0"/>
                    </a:lnTo>
                    <a:lnTo>
                      <a:pt x="33" y="0"/>
                    </a:lnTo>
                    <a:lnTo>
                      <a:pt x="40" y="0"/>
                    </a:lnTo>
                    <a:lnTo>
                      <a:pt x="52" y="0"/>
                    </a:lnTo>
                    <a:lnTo>
                      <a:pt x="64" y="0"/>
                    </a:lnTo>
                    <a:lnTo>
                      <a:pt x="78" y="0"/>
                    </a:lnTo>
                    <a:lnTo>
                      <a:pt x="84" y="0"/>
                    </a:lnTo>
                    <a:lnTo>
                      <a:pt x="97" y="0"/>
                    </a:lnTo>
                    <a:lnTo>
                      <a:pt x="110" y="0"/>
                    </a:lnTo>
                    <a:lnTo>
                      <a:pt x="118" y="0"/>
                    </a:lnTo>
                    <a:lnTo>
                      <a:pt x="130" y="0"/>
                    </a:lnTo>
                    <a:lnTo>
                      <a:pt x="143" y="0"/>
                    </a:lnTo>
                    <a:lnTo>
                      <a:pt x="156" y="0"/>
                    </a:lnTo>
                    <a:lnTo>
                      <a:pt x="164" y="0"/>
                    </a:lnTo>
                    <a:lnTo>
                      <a:pt x="175" y="0"/>
                    </a:lnTo>
                    <a:lnTo>
                      <a:pt x="188" y="0"/>
                    </a:lnTo>
                    <a:lnTo>
                      <a:pt x="195" y="0"/>
                    </a:lnTo>
                    <a:lnTo>
                      <a:pt x="208" y="0"/>
                    </a:lnTo>
                    <a:lnTo>
                      <a:pt x="221" y="0"/>
                    </a:lnTo>
                    <a:lnTo>
                      <a:pt x="234" y="0"/>
                    </a:lnTo>
                    <a:lnTo>
                      <a:pt x="241" y="0"/>
                    </a:lnTo>
                    <a:lnTo>
                      <a:pt x="253" y="0"/>
                    </a:lnTo>
                    <a:lnTo>
                      <a:pt x="266" y="0"/>
                    </a:lnTo>
                    <a:lnTo>
                      <a:pt x="279" y="0"/>
                    </a:lnTo>
                    <a:lnTo>
                      <a:pt x="286" y="0"/>
                    </a:lnTo>
                    <a:lnTo>
                      <a:pt x="299" y="0"/>
                    </a:lnTo>
                    <a:lnTo>
                      <a:pt x="312" y="0"/>
                    </a:lnTo>
                    <a:lnTo>
                      <a:pt x="319" y="0"/>
                    </a:lnTo>
                    <a:lnTo>
                      <a:pt x="331" y="0"/>
                    </a:lnTo>
                    <a:lnTo>
                      <a:pt x="345" y="0"/>
                    </a:lnTo>
                    <a:lnTo>
                      <a:pt x="357" y="0"/>
                    </a:lnTo>
                    <a:lnTo>
                      <a:pt x="364" y="0"/>
                    </a:lnTo>
                    <a:lnTo>
                      <a:pt x="376" y="0"/>
                    </a:lnTo>
                    <a:lnTo>
                      <a:pt x="389" y="0"/>
                    </a:lnTo>
                    <a:lnTo>
                      <a:pt x="397" y="0"/>
                    </a:lnTo>
                    <a:lnTo>
                      <a:pt x="410" y="0"/>
                    </a:lnTo>
                    <a:lnTo>
                      <a:pt x="422" y="0"/>
                    </a:lnTo>
                    <a:lnTo>
                      <a:pt x="435" y="0"/>
                    </a:lnTo>
                    <a:lnTo>
                      <a:pt x="443" y="0"/>
                    </a:lnTo>
                    <a:lnTo>
                      <a:pt x="454" y="0"/>
                    </a:lnTo>
                    <a:lnTo>
                      <a:pt x="467" y="0"/>
                    </a:lnTo>
                    <a:lnTo>
                      <a:pt x="474" y="0"/>
                    </a:lnTo>
                    <a:lnTo>
                      <a:pt x="488" y="0"/>
                    </a:lnTo>
                    <a:lnTo>
                      <a:pt x="500" y="0"/>
                    </a:lnTo>
                    <a:lnTo>
                      <a:pt x="513" y="0"/>
                    </a:lnTo>
                    <a:lnTo>
                      <a:pt x="520" y="0"/>
                    </a:lnTo>
                    <a:lnTo>
                      <a:pt x="534" y="0"/>
                    </a:lnTo>
                    <a:lnTo>
                      <a:pt x="545" y="0"/>
                    </a:lnTo>
                    <a:lnTo>
                      <a:pt x="558" y="0"/>
                    </a:lnTo>
                    <a:lnTo>
                      <a:pt x="565" y="0"/>
                    </a:lnTo>
                    <a:lnTo>
                      <a:pt x="578" y="0"/>
                    </a:lnTo>
                    <a:lnTo>
                      <a:pt x="591" y="0"/>
                    </a:lnTo>
                    <a:lnTo>
                      <a:pt x="598" y="0"/>
                    </a:lnTo>
                    <a:lnTo>
                      <a:pt x="611" y="0"/>
                    </a:lnTo>
                    <a:lnTo>
                      <a:pt x="624" y="0"/>
                    </a:lnTo>
                    <a:lnTo>
                      <a:pt x="636" y="0"/>
                    </a:lnTo>
                    <a:lnTo>
                      <a:pt x="643" y="0"/>
                    </a:lnTo>
                    <a:lnTo>
                      <a:pt x="656" y="0"/>
                    </a:lnTo>
                    <a:lnTo>
                      <a:pt x="669" y="0"/>
                    </a:lnTo>
                    <a:lnTo>
                      <a:pt x="676" y="0"/>
                    </a:lnTo>
                    <a:lnTo>
                      <a:pt x="689" y="0"/>
                    </a:lnTo>
                    <a:lnTo>
                      <a:pt x="701" y="0"/>
                    </a:lnTo>
                    <a:lnTo>
                      <a:pt x="715" y="0"/>
                    </a:lnTo>
                    <a:lnTo>
                      <a:pt x="722" y="0"/>
                    </a:lnTo>
                    <a:lnTo>
                      <a:pt x="735" y="0"/>
                    </a:lnTo>
                    <a:lnTo>
                      <a:pt x="746" y="0"/>
                    </a:lnTo>
                    <a:lnTo>
                      <a:pt x="753" y="0"/>
                    </a:lnTo>
                    <a:lnTo>
                      <a:pt x="767" y="0"/>
                    </a:lnTo>
                    <a:lnTo>
                      <a:pt x="780" y="0"/>
                    </a:lnTo>
                    <a:lnTo>
                      <a:pt x="792" y="0"/>
                    </a:lnTo>
                    <a:lnTo>
                      <a:pt x="799" y="0"/>
                    </a:lnTo>
                    <a:lnTo>
                      <a:pt x="813" y="0"/>
                    </a:lnTo>
                    <a:lnTo>
                      <a:pt x="826" y="0"/>
                    </a:lnTo>
                    <a:lnTo>
                      <a:pt x="837" y="0"/>
                    </a:lnTo>
                    <a:lnTo>
                      <a:pt x="844" y="0"/>
                    </a:lnTo>
                    <a:lnTo>
                      <a:pt x="858" y="0"/>
                    </a:lnTo>
                    <a:lnTo>
                      <a:pt x="870" y="0"/>
                    </a:lnTo>
                    <a:lnTo>
                      <a:pt x="877" y="0"/>
                    </a:lnTo>
                    <a:lnTo>
                      <a:pt x="890" y="0"/>
                    </a:lnTo>
                    <a:lnTo>
                      <a:pt x="904" y="0"/>
                    </a:lnTo>
                    <a:lnTo>
                      <a:pt x="915" y="0"/>
                    </a:lnTo>
                    <a:lnTo>
                      <a:pt x="923" y="0"/>
                    </a:lnTo>
                    <a:lnTo>
                      <a:pt x="935" y="0"/>
                    </a:lnTo>
                    <a:lnTo>
                      <a:pt x="949" y="0"/>
                    </a:lnTo>
                    <a:lnTo>
                      <a:pt x="955" y="0"/>
                    </a:lnTo>
                    <a:lnTo>
                      <a:pt x="968" y="0"/>
                    </a:lnTo>
                    <a:lnTo>
                      <a:pt x="981" y="0"/>
                    </a:lnTo>
                    <a:lnTo>
                      <a:pt x="994" y="0"/>
                    </a:lnTo>
                    <a:lnTo>
                      <a:pt x="1001" y="0"/>
                    </a:lnTo>
                    <a:lnTo>
                      <a:pt x="1014" y="0"/>
                    </a:lnTo>
                    <a:lnTo>
                      <a:pt x="1026" y="0"/>
                    </a:lnTo>
                    <a:lnTo>
                      <a:pt x="1039" y="0"/>
                    </a:lnTo>
                    <a:lnTo>
                      <a:pt x="1046" y="0"/>
                    </a:lnTo>
                    <a:lnTo>
                      <a:pt x="1059" y="0"/>
                    </a:lnTo>
                    <a:lnTo>
                      <a:pt x="1072" y="0"/>
                    </a:lnTo>
                    <a:lnTo>
                      <a:pt x="1078" y="0"/>
                    </a:lnTo>
                    <a:lnTo>
                      <a:pt x="1092" y="0"/>
                    </a:lnTo>
                    <a:lnTo>
                      <a:pt x="1105" y="0"/>
                    </a:lnTo>
                    <a:lnTo>
                      <a:pt x="1116" y="0"/>
                    </a:lnTo>
                  </a:path>
                </a:pathLst>
              </a:custGeom>
              <a:noFill/>
              <a:ln w="1588">
                <a:solidFill>
                  <a:srgbClr val="00FF00"/>
                </a:solidFill>
                <a:round/>
                <a:headEnd/>
                <a:tailEnd/>
              </a:ln>
            </p:spPr>
            <p:txBody>
              <a:bodyPr/>
              <a:lstStyle/>
              <a:p>
                <a:endParaRPr lang="en-US"/>
              </a:p>
            </p:txBody>
          </p:sp>
          <p:sp>
            <p:nvSpPr>
              <p:cNvPr id="136304" name="Freeform 424"/>
              <p:cNvSpPr>
                <a:spLocks/>
              </p:cNvSpPr>
              <p:nvPr/>
            </p:nvSpPr>
            <p:spPr bwMode="auto">
              <a:xfrm>
                <a:off x="2388" y="3438"/>
                <a:ext cx="76" cy="1"/>
              </a:xfrm>
              <a:custGeom>
                <a:avLst/>
                <a:gdLst>
                  <a:gd name="T0" fmla="*/ 0 w 379"/>
                  <a:gd name="T1" fmla="*/ 0 h 1"/>
                  <a:gd name="T2" fmla="*/ 0 w 379"/>
                  <a:gd name="T3" fmla="*/ 0 h 1"/>
                  <a:gd name="T4" fmla="*/ 0 w 379"/>
                  <a:gd name="T5" fmla="*/ 0 h 1"/>
                  <a:gd name="T6" fmla="*/ 0 w 379"/>
                  <a:gd name="T7" fmla="*/ 0 h 1"/>
                  <a:gd name="T8" fmla="*/ 0 w 379"/>
                  <a:gd name="T9" fmla="*/ 0 h 1"/>
                  <a:gd name="T10" fmla="*/ 0 w 379"/>
                  <a:gd name="T11" fmla="*/ 0 h 1"/>
                  <a:gd name="T12" fmla="*/ 0 w 379"/>
                  <a:gd name="T13" fmla="*/ 0 h 1"/>
                  <a:gd name="T14" fmla="*/ 0 w 379"/>
                  <a:gd name="T15" fmla="*/ 0 h 1"/>
                  <a:gd name="T16" fmla="*/ 0 w 379"/>
                  <a:gd name="T17" fmla="*/ 0 h 1"/>
                  <a:gd name="T18" fmla="*/ 0 w 379"/>
                  <a:gd name="T19" fmla="*/ 0 h 1"/>
                  <a:gd name="T20" fmla="*/ 0 w 379"/>
                  <a:gd name="T21" fmla="*/ 0 h 1"/>
                  <a:gd name="T22" fmla="*/ 0 w 379"/>
                  <a:gd name="T23" fmla="*/ 0 h 1"/>
                  <a:gd name="T24" fmla="*/ 0 w 379"/>
                  <a:gd name="T25" fmla="*/ 0 h 1"/>
                  <a:gd name="T26" fmla="*/ 0 w 379"/>
                  <a:gd name="T27" fmla="*/ 0 h 1"/>
                  <a:gd name="T28" fmla="*/ 0 w 379"/>
                  <a:gd name="T29" fmla="*/ 0 h 1"/>
                  <a:gd name="T30" fmla="*/ 0 w 379"/>
                  <a:gd name="T31" fmla="*/ 0 h 1"/>
                  <a:gd name="T32" fmla="*/ 0 w 379"/>
                  <a:gd name="T33" fmla="*/ 0 h 1"/>
                  <a:gd name="T34" fmla="*/ 0 w 379"/>
                  <a:gd name="T35" fmla="*/ 0 h 1"/>
                  <a:gd name="T36" fmla="*/ 0 w 379"/>
                  <a:gd name="T37" fmla="*/ 0 h 1"/>
                  <a:gd name="T38" fmla="*/ 0 w 379"/>
                  <a:gd name="T39" fmla="*/ 0 h 1"/>
                  <a:gd name="T40" fmla="*/ 0 w 379"/>
                  <a:gd name="T41" fmla="*/ 0 h 1"/>
                  <a:gd name="T42" fmla="*/ 0 w 379"/>
                  <a:gd name="T43" fmla="*/ 0 h 1"/>
                  <a:gd name="T44" fmla="*/ 0 w 379"/>
                  <a:gd name="T45" fmla="*/ 0 h 1"/>
                  <a:gd name="T46" fmla="*/ 0 w 379"/>
                  <a:gd name="T47" fmla="*/ 0 h 1"/>
                  <a:gd name="T48" fmla="*/ 0 w 379"/>
                  <a:gd name="T49" fmla="*/ 0 h 1"/>
                  <a:gd name="T50" fmla="*/ 0 w 379"/>
                  <a:gd name="T51" fmla="*/ 0 h 1"/>
                  <a:gd name="T52" fmla="*/ 0 w 379"/>
                  <a:gd name="T53" fmla="*/ 0 h 1"/>
                  <a:gd name="T54" fmla="*/ 0 w 379"/>
                  <a:gd name="T55" fmla="*/ 0 h 1"/>
                  <a:gd name="T56" fmla="*/ 0 w 379"/>
                  <a:gd name="T57" fmla="*/ 0 h 1"/>
                  <a:gd name="T58" fmla="*/ 0 w 379"/>
                  <a:gd name="T59" fmla="*/ 0 h 1"/>
                  <a:gd name="T60" fmla="*/ 0 w 379"/>
                  <a:gd name="T61" fmla="*/ 0 h 1"/>
                  <a:gd name="T62" fmla="*/ 0 w 379"/>
                  <a:gd name="T63" fmla="*/ 0 h 1"/>
                  <a:gd name="T64" fmla="*/ 0 w 379"/>
                  <a:gd name="T65" fmla="*/ 0 h 1"/>
                  <a:gd name="T66" fmla="*/ 0 w 379"/>
                  <a:gd name="T67" fmla="*/ 0 h 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79"/>
                  <a:gd name="T103" fmla="*/ 0 h 1"/>
                  <a:gd name="T104" fmla="*/ 379 w 379"/>
                  <a:gd name="T105" fmla="*/ 1 h 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79" h="1">
                    <a:moveTo>
                      <a:pt x="0" y="0"/>
                    </a:moveTo>
                    <a:lnTo>
                      <a:pt x="0" y="0"/>
                    </a:lnTo>
                    <a:lnTo>
                      <a:pt x="7" y="0"/>
                    </a:lnTo>
                    <a:lnTo>
                      <a:pt x="21" y="0"/>
                    </a:lnTo>
                    <a:lnTo>
                      <a:pt x="34" y="0"/>
                    </a:lnTo>
                    <a:lnTo>
                      <a:pt x="40" y="0"/>
                    </a:lnTo>
                    <a:lnTo>
                      <a:pt x="53" y="0"/>
                    </a:lnTo>
                    <a:lnTo>
                      <a:pt x="67" y="0"/>
                    </a:lnTo>
                    <a:lnTo>
                      <a:pt x="80" y="0"/>
                    </a:lnTo>
                    <a:lnTo>
                      <a:pt x="86" y="0"/>
                    </a:lnTo>
                    <a:lnTo>
                      <a:pt x="98" y="0"/>
                    </a:lnTo>
                    <a:lnTo>
                      <a:pt x="112" y="0"/>
                    </a:lnTo>
                    <a:lnTo>
                      <a:pt x="118" y="0"/>
                    </a:lnTo>
                    <a:lnTo>
                      <a:pt x="131" y="0"/>
                    </a:lnTo>
                    <a:lnTo>
                      <a:pt x="144" y="0"/>
                    </a:lnTo>
                    <a:lnTo>
                      <a:pt x="158" y="0"/>
                    </a:lnTo>
                    <a:lnTo>
                      <a:pt x="164" y="0"/>
                    </a:lnTo>
                    <a:lnTo>
                      <a:pt x="177" y="0"/>
                    </a:lnTo>
                    <a:lnTo>
                      <a:pt x="190" y="0"/>
                    </a:lnTo>
                    <a:lnTo>
                      <a:pt x="203" y="0"/>
                    </a:lnTo>
                    <a:lnTo>
                      <a:pt x="209" y="0"/>
                    </a:lnTo>
                    <a:lnTo>
                      <a:pt x="222" y="0"/>
                    </a:lnTo>
                    <a:lnTo>
                      <a:pt x="235" y="0"/>
                    </a:lnTo>
                    <a:lnTo>
                      <a:pt x="242" y="0"/>
                    </a:lnTo>
                    <a:lnTo>
                      <a:pt x="255" y="0"/>
                    </a:lnTo>
                    <a:lnTo>
                      <a:pt x="268" y="0"/>
                    </a:lnTo>
                    <a:lnTo>
                      <a:pt x="281" y="0"/>
                    </a:lnTo>
                    <a:lnTo>
                      <a:pt x="287" y="0"/>
                    </a:lnTo>
                    <a:lnTo>
                      <a:pt x="300" y="0"/>
                    </a:lnTo>
                    <a:lnTo>
                      <a:pt x="313" y="0"/>
                    </a:lnTo>
                    <a:lnTo>
                      <a:pt x="319" y="0"/>
                    </a:lnTo>
                    <a:lnTo>
                      <a:pt x="333" y="0"/>
                    </a:lnTo>
                    <a:lnTo>
                      <a:pt x="346" y="0"/>
                    </a:lnTo>
                    <a:lnTo>
                      <a:pt x="359" y="0"/>
                    </a:lnTo>
                    <a:lnTo>
                      <a:pt x="365" y="0"/>
                    </a:lnTo>
                    <a:lnTo>
                      <a:pt x="379" y="0"/>
                    </a:lnTo>
                  </a:path>
                </a:pathLst>
              </a:custGeom>
              <a:noFill/>
              <a:ln w="1588">
                <a:solidFill>
                  <a:srgbClr val="00FF00"/>
                </a:solidFill>
                <a:round/>
                <a:headEnd/>
                <a:tailEnd/>
              </a:ln>
            </p:spPr>
            <p:txBody>
              <a:bodyPr/>
              <a:lstStyle/>
              <a:p>
                <a:endParaRPr lang="en-US"/>
              </a:p>
            </p:txBody>
          </p:sp>
          <p:sp>
            <p:nvSpPr>
              <p:cNvPr id="136305" name="Freeform 425"/>
              <p:cNvSpPr>
                <a:spLocks/>
              </p:cNvSpPr>
              <p:nvPr/>
            </p:nvSpPr>
            <p:spPr bwMode="auto">
              <a:xfrm>
                <a:off x="2165" y="3386"/>
                <a:ext cx="223" cy="1"/>
              </a:xfrm>
              <a:custGeom>
                <a:avLst/>
                <a:gdLst>
                  <a:gd name="T0" fmla="*/ 0 w 1116"/>
                  <a:gd name="T1" fmla="*/ 0 h 1"/>
                  <a:gd name="T2" fmla="*/ 0 w 1116"/>
                  <a:gd name="T3" fmla="*/ 0 h 1"/>
                  <a:gd name="T4" fmla="*/ 0 w 1116"/>
                  <a:gd name="T5" fmla="*/ 0 h 1"/>
                  <a:gd name="T6" fmla="*/ 0 w 1116"/>
                  <a:gd name="T7" fmla="*/ 0 h 1"/>
                  <a:gd name="T8" fmla="*/ 0 w 1116"/>
                  <a:gd name="T9" fmla="*/ 0 h 1"/>
                  <a:gd name="T10" fmla="*/ 0 w 1116"/>
                  <a:gd name="T11" fmla="*/ 0 h 1"/>
                  <a:gd name="T12" fmla="*/ 0 w 1116"/>
                  <a:gd name="T13" fmla="*/ 0 h 1"/>
                  <a:gd name="T14" fmla="*/ 0 w 1116"/>
                  <a:gd name="T15" fmla="*/ 0 h 1"/>
                  <a:gd name="T16" fmla="*/ 0 w 1116"/>
                  <a:gd name="T17" fmla="*/ 0 h 1"/>
                  <a:gd name="T18" fmla="*/ 0 w 1116"/>
                  <a:gd name="T19" fmla="*/ 0 h 1"/>
                  <a:gd name="T20" fmla="*/ 0 w 1116"/>
                  <a:gd name="T21" fmla="*/ 0 h 1"/>
                  <a:gd name="T22" fmla="*/ 0 w 1116"/>
                  <a:gd name="T23" fmla="*/ 0 h 1"/>
                  <a:gd name="T24" fmla="*/ 0 w 1116"/>
                  <a:gd name="T25" fmla="*/ 0 h 1"/>
                  <a:gd name="T26" fmla="*/ 0 w 1116"/>
                  <a:gd name="T27" fmla="*/ 0 h 1"/>
                  <a:gd name="T28" fmla="*/ 0 w 1116"/>
                  <a:gd name="T29" fmla="*/ 0 h 1"/>
                  <a:gd name="T30" fmla="*/ 0 w 1116"/>
                  <a:gd name="T31" fmla="*/ 0 h 1"/>
                  <a:gd name="T32" fmla="*/ 0 w 1116"/>
                  <a:gd name="T33" fmla="*/ 0 h 1"/>
                  <a:gd name="T34" fmla="*/ 0 w 1116"/>
                  <a:gd name="T35" fmla="*/ 0 h 1"/>
                  <a:gd name="T36" fmla="*/ 0 w 1116"/>
                  <a:gd name="T37" fmla="*/ 0 h 1"/>
                  <a:gd name="T38" fmla="*/ 0 w 1116"/>
                  <a:gd name="T39" fmla="*/ 0 h 1"/>
                  <a:gd name="T40" fmla="*/ 0 w 1116"/>
                  <a:gd name="T41" fmla="*/ 0 h 1"/>
                  <a:gd name="T42" fmla="*/ 0 w 1116"/>
                  <a:gd name="T43" fmla="*/ 0 h 1"/>
                  <a:gd name="T44" fmla="*/ 0 w 1116"/>
                  <a:gd name="T45" fmla="*/ 0 h 1"/>
                  <a:gd name="T46" fmla="*/ 0 w 1116"/>
                  <a:gd name="T47" fmla="*/ 0 h 1"/>
                  <a:gd name="T48" fmla="*/ 0 w 1116"/>
                  <a:gd name="T49" fmla="*/ 0 h 1"/>
                  <a:gd name="T50" fmla="*/ 0 w 1116"/>
                  <a:gd name="T51" fmla="*/ 0 h 1"/>
                  <a:gd name="T52" fmla="*/ 0 w 1116"/>
                  <a:gd name="T53" fmla="*/ 0 h 1"/>
                  <a:gd name="T54" fmla="*/ 0 w 1116"/>
                  <a:gd name="T55" fmla="*/ 0 h 1"/>
                  <a:gd name="T56" fmla="*/ 0 w 1116"/>
                  <a:gd name="T57" fmla="*/ 0 h 1"/>
                  <a:gd name="T58" fmla="*/ 0 w 1116"/>
                  <a:gd name="T59" fmla="*/ 0 h 1"/>
                  <a:gd name="T60" fmla="*/ 0 w 1116"/>
                  <a:gd name="T61" fmla="*/ 0 h 1"/>
                  <a:gd name="T62" fmla="*/ 0 w 1116"/>
                  <a:gd name="T63" fmla="*/ 0 h 1"/>
                  <a:gd name="T64" fmla="*/ 0 w 1116"/>
                  <a:gd name="T65" fmla="*/ 0 h 1"/>
                  <a:gd name="T66" fmla="*/ 0 w 1116"/>
                  <a:gd name="T67" fmla="*/ 0 h 1"/>
                  <a:gd name="T68" fmla="*/ 0 w 1116"/>
                  <a:gd name="T69" fmla="*/ 0 h 1"/>
                  <a:gd name="T70" fmla="*/ 0 w 1116"/>
                  <a:gd name="T71" fmla="*/ 0 h 1"/>
                  <a:gd name="T72" fmla="*/ 0 w 1116"/>
                  <a:gd name="T73" fmla="*/ 0 h 1"/>
                  <a:gd name="T74" fmla="*/ 0 w 1116"/>
                  <a:gd name="T75" fmla="*/ 0 h 1"/>
                  <a:gd name="T76" fmla="*/ 0 w 1116"/>
                  <a:gd name="T77" fmla="*/ 0 h 1"/>
                  <a:gd name="T78" fmla="*/ 0 w 1116"/>
                  <a:gd name="T79" fmla="*/ 0 h 1"/>
                  <a:gd name="T80" fmla="*/ 0 w 1116"/>
                  <a:gd name="T81" fmla="*/ 0 h 1"/>
                  <a:gd name="T82" fmla="*/ 0 w 1116"/>
                  <a:gd name="T83" fmla="*/ 0 h 1"/>
                  <a:gd name="T84" fmla="*/ 0 w 1116"/>
                  <a:gd name="T85" fmla="*/ 0 h 1"/>
                  <a:gd name="T86" fmla="*/ 0 w 1116"/>
                  <a:gd name="T87" fmla="*/ 0 h 1"/>
                  <a:gd name="T88" fmla="*/ 0 w 1116"/>
                  <a:gd name="T89" fmla="*/ 0 h 1"/>
                  <a:gd name="T90" fmla="*/ 0 w 1116"/>
                  <a:gd name="T91" fmla="*/ 0 h 1"/>
                  <a:gd name="T92" fmla="*/ 0 w 1116"/>
                  <a:gd name="T93" fmla="*/ 0 h 1"/>
                  <a:gd name="T94" fmla="*/ 0 w 1116"/>
                  <a:gd name="T95" fmla="*/ 0 h 1"/>
                  <a:gd name="T96" fmla="*/ 0 w 1116"/>
                  <a:gd name="T97" fmla="*/ 0 h 1"/>
                  <a:gd name="T98" fmla="*/ 0 w 1116"/>
                  <a:gd name="T99" fmla="*/ 0 h 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16"/>
                  <a:gd name="T151" fmla="*/ 0 h 1"/>
                  <a:gd name="T152" fmla="*/ 1116 w 1116"/>
                  <a:gd name="T153" fmla="*/ 1 h 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16" h="1">
                    <a:moveTo>
                      <a:pt x="0" y="0"/>
                    </a:moveTo>
                    <a:lnTo>
                      <a:pt x="6" y="0"/>
                    </a:lnTo>
                    <a:lnTo>
                      <a:pt x="19" y="0"/>
                    </a:lnTo>
                    <a:lnTo>
                      <a:pt x="33" y="0"/>
                    </a:lnTo>
                    <a:lnTo>
                      <a:pt x="40" y="0"/>
                    </a:lnTo>
                    <a:lnTo>
                      <a:pt x="52" y="0"/>
                    </a:lnTo>
                    <a:lnTo>
                      <a:pt x="64" y="0"/>
                    </a:lnTo>
                    <a:lnTo>
                      <a:pt x="78" y="0"/>
                    </a:lnTo>
                    <a:lnTo>
                      <a:pt x="84" y="0"/>
                    </a:lnTo>
                    <a:lnTo>
                      <a:pt x="97" y="0"/>
                    </a:lnTo>
                    <a:lnTo>
                      <a:pt x="110" y="0"/>
                    </a:lnTo>
                    <a:lnTo>
                      <a:pt x="118" y="0"/>
                    </a:lnTo>
                    <a:lnTo>
                      <a:pt x="130" y="0"/>
                    </a:lnTo>
                    <a:lnTo>
                      <a:pt x="143" y="0"/>
                    </a:lnTo>
                    <a:lnTo>
                      <a:pt x="156" y="0"/>
                    </a:lnTo>
                    <a:lnTo>
                      <a:pt x="164" y="0"/>
                    </a:lnTo>
                    <a:lnTo>
                      <a:pt x="175" y="0"/>
                    </a:lnTo>
                    <a:lnTo>
                      <a:pt x="188" y="0"/>
                    </a:lnTo>
                    <a:lnTo>
                      <a:pt x="195" y="0"/>
                    </a:lnTo>
                    <a:lnTo>
                      <a:pt x="208" y="0"/>
                    </a:lnTo>
                    <a:lnTo>
                      <a:pt x="221" y="0"/>
                    </a:lnTo>
                    <a:lnTo>
                      <a:pt x="234" y="0"/>
                    </a:lnTo>
                    <a:lnTo>
                      <a:pt x="241" y="0"/>
                    </a:lnTo>
                    <a:lnTo>
                      <a:pt x="253" y="0"/>
                    </a:lnTo>
                    <a:lnTo>
                      <a:pt x="266" y="0"/>
                    </a:lnTo>
                    <a:lnTo>
                      <a:pt x="279" y="0"/>
                    </a:lnTo>
                    <a:lnTo>
                      <a:pt x="286" y="0"/>
                    </a:lnTo>
                    <a:lnTo>
                      <a:pt x="299" y="0"/>
                    </a:lnTo>
                    <a:lnTo>
                      <a:pt x="312" y="0"/>
                    </a:lnTo>
                    <a:lnTo>
                      <a:pt x="319" y="0"/>
                    </a:lnTo>
                    <a:lnTo>
                      <a:pt x="331" y="0"/>
                    </a:lnTo>
                    <a:lnTo>
                      <a:pt x="345" y="0"/>
                    </a:lnTo>
                    <a:lnTo>
                      <a:pt x="357" y="0"/>
                    </a:lnTo>
                    <a:lnTo>
                      <a:pt x="364" y="0"/>
                    </a:lnTo>
                    <a:lnTo>
                      <a:pt x="376" y="0"/>
                    </a:lnTo>
                    <a:lnTo>
                      <a:pt x="389" y="0"/>
                    </a:lnTo>
                    <a:lnTo>
                      <a:pt x="397" y="0"/>
                    </a:lnTo>
                    <a:lnTo>
                      <a:pt x="410" y="0"/>
                    </a:lnTo>
                    <a:lnTo>
                      <a:pt x="422" y="0"/>
                    </a:lnTo>
                    <a:lnTo>
                      <a:pt x="435" y="0"/>
                    </a:lnTo>
                    <a:lnTo>
                      <a:pt x="443" y="0"/>
                    </a:lnTo>
                    <a:lnTo>
                      <a:pt x="454" y="0"/>
                    </a:lnTo>
                    <a:lnTo>
                      <a:pt x="467" y="0"/>
                    </a:lnTo>
                    <a:lnTo>
                      <a:pt x="474" y="0"/>
                    </a:lnTo>
                    <a:lnTo>
                      <a:pt x="488" y="0"/>
                    </a:lnTo>
                    <a:lnTo>
                      <a:pt x="500" y="0"/>
                    </a:lnTo>
                    <a:lnTo>
                      <a:pt x="513" y="0"/>
                    </a:lnTo>
                    <a:lnTo>
                      <a:pt x="520" y="0"/>
                    </a:lnTo>
                    <a:lnTo>
                      <a:pt x="534" y="0"/>
                    </a:lnTo>
                    <a:lnTo>
                      <a:pt x="545" y="0"/>
                    </a:lnTo>
                    <a:lnTo>
                      <a:pt x="558" y="0"/>
                    </a:lnTo>
                    <a:lnTo>
                      <a:pt x="565" y="0"/>
                    </a:lnTo>
                    <a:lnTo>
                      <a:pt x="578" y="0"/>
                    </a:lnTo>
                    <a:lnTo>
                      <a:pt x="591" y="0"/>
                    </a:lnTo>
                    <a:lnTo>
                      <a:pt x="598" y="0"/>
                    </a:lnTo>
                    <a:lnTo>
                      <a:pt x="611" y="0"/>
                    </a:lnTo>
                    <a:lnTo>
                      <a:pt x="624" y="0"/>
                    </a:lnTo>
                    <a:lnTo>
                      <a:pt x="636" y="0"/>
                    </a:lnTo>
                    <a:lnTo>
                      <a:pt x="643" y="0"/>
                    </a:lnTo>
                    <a:lnTo>
                      <a:pt x="656" y="0"/>
                    </a:lnTo>
                    <a:lnTo>
                      <a:pt x="669" y="0"/>
                    </a:lnTo>
                    <a:lnTo>
                      <a:pt x="676" y="0"/>
                    </a:lnTo>
                    <a:lnTo>
                      <a:pt x="689" y="0"/>
                    </a:lnTo>
                    <a:lnTo>
                      <a:pt x="701" y="0"/>
                    </a:lnTo>
                    <a:lnTo>
                      <a:pt x="715" y="0"/>
                    </a:lnTo>
                    <a:lnTo>
                      <a:pt x="722" y="0"/>
                    </a:lnTo>
                    <a:lnTo>
                      <a:pt x="735" y="0"/>
                    </a:lnTo>
                    <a:lnTo>
                      <a:pt x="746" y="0"/>
                    </a:lnTo>
                    <a:lnTo>
                      <a:pt x="753" y="0"/>
                    </a:lnTo>
                    <a:lnTo>
                      <a:pt x="767" y="0"/>
                    </a:lnTo>
                    <a:lnTo>
                      <a:pt x="780" y="0"/>
                    </a:lnTo>
                    <a:lnTo>
                      <a:pt x="792" y="0"/>
                    </a:lnTo>
                    <a:lnTo>
                      <a:pt x="799" y="0"/>
                    </a:lnTo>
                    <a:lnTo>
                      <a:pt x="813" y="0"/>
                    </a:lnTo>
                    <a:lnTo>
                      <a:pt x="826" y="0"/>
                    </a:lnTo>
                    <a:lnTo>
                      <a:pt x="837" y="0"/>
                    </a:lnTo>
                    <a:lnTo>
                      <a:pt x="844" y="0"/>
                    </a:lnTo>
                    <a:lnTo>
                      <a:pt x="858" y="0"/>
                    </a:lnTo>
                    <a:lnTo>
                      <a:pt x="870" y="0"/>
                    </a:lnTo>
                    <a:lnTo>
                      <a:pt x="877" y="0"/>
                    </a:lnTo>
                    <a:lnTo>
                      <a:pt x="890" y="0"/>
                    </a:lnTo>
                    <a:lnTo>
                      <a:pt x="904" y="0"/>
                    </a:lnTo>
                    <a:lnTo>
                      <a:pt x="915" y="0"/>
                    </a:lnTo>
                    <a:lnTo>
                      <a:pt x="923" y="0"/>
                    </a:lnTo>
                    <a:lnTo>
                      <a:pt x="935" y="0"/>
                    </a:lnTo>
                    <a:lnTo>
                      <a:pt x="949" y="0"/>
                    </a:lnTo>
                    <a:lnTo>
                      <a:pt x="955" y="0"/>
                    </a:lnTo>
                    <a:lnTo>
                      <a:pt x="968" y="0"/>
                    </a:lnTo>
                    <a:lnTo>
                      <a:pt x="981" y="0"/>
                    </a:lnTo>
                    <a:lnTo>
                      <a:pt x="994" y="0"/>
                    </a:lnTo>
                    <a:lnTo>
                      <a:pt x="1001" y="0"/>
                    </a:lnTo>
                    <a:lnTo>
                      <a:pt x="1014" y="0"/>
                    </a:lnTo>
                    <a:lnTo>
                      <a:pt x="1026" y="0"/>
                    </a:lnTo>
                    <a:lnTo>
                      <a:pt x="1039" y="0"/>
                    </a:lnTo>
                    <a:lnTo>
                      <a:pt x="1046" y="0"/>
                    </a:lnTo>
                    <a:lnTo>
                      <a:pt x="1059" y="0"/>
                    </a:lnTo>
                    <a:lnTo>
                      <a:pt x="1072" y="0"/>
                    </a:lnTo>
                    <a:lnTo>
                      <a:pt x="1078" y="0"/>
                    </a:lnTo>
                    <a:lnTo>
                      <a:pt x="1092" y="0"/>
                    </a:lnTo>
                    <a:lnTo>
                      <a:pt x="1105" y="0"/>
                    </a:lnTo>
                    <a:lnTo>
                      <a:pt x="1116" y="0"/>
                    </a:lnTo>
                  </a:path>
                </a:pathLst>
              </a:custGeom>
              <a:noFill/>
              <a:ln w="1588">
                <a:solidFill>
                  <a:srgbClr val="FF0000"/>
                </a:solidFill>
                <a:round/>
                <a:headEnd/>
                <a:tailEnd/>
              </a:ln>
            </p:spPr>
            <p:txBody>
              <a:bodyPr/>
              <a:lstStyle/>
              <a:p>
                <a:endParaRPr lang="en-US"/>
              </a:p>
            </p:txBody>
          </p:sp>
          <p:sp>
            <p:nvSpPr>
              <p:cNvPr id="136306" name="Freeform 426"/>
              <p:cNvSpPr>
                <a:spLocks/>
              </p:cNvSpPr>
              <p:nvPr/>
            </p:nvSpPr>
            <p:spPr bwMode="auto">
              <a:xfrm>
                <a:off x="2388" y="3386"/>
                <a:ext cx="76" cy="1"/>
              </a:xfrm>
              <a:custGeom>
                <a:avLst/>
                <a:gdLst>
                  <a:gd name="T0" fmla="*/ 0 w 379"/>
                  <a:gd name="T1" fmla="*/ 0 h 1"/>
                  <a:gd name="T2" fmla="*/ 0 w 379"/>
                  <a:gd name="T3" fmla="*/ 0 h 1"/>
                  <a:gd name="T4" fmla="*/ 0 w 379"/>
                  <a:gd name="T5" fmla="*/ 0 h 1"/>
                  <a:gd name="T6" fmla="*/ 0 w 379"/>
                  <a:gd name="T7" fmla="*/ 0 h 1"/>
                  <a:gd name="T8" fmla="*/ 0 w 379"/>
                  <a:gd name="T9" fmla="*/ 0 h 1"/>
                  <a:gd name="T10" fmla="*/ 0 w 379"/>
                  <a:gd name="T11" fmla="*/ 0 h 1"/>
                  <a:gd name="T12" fmla="*/ 0 w 379"/>
                  <a:gd name="T13" fmla="*/ 0 h 1"/>
                  <a:gd name="T14" fmla="*/ 0 w 379"/>
                  <a:gd name="T15" fmla="*/ 0 h 1"/>
                  <a:gd name="T16" fmla="*/ 0 w 379"/>
                  <a:gd name="T17" fmla="*/ 0 h 1"/>
                  <a:gd name="T18" fmla="*/ 0 w 379"/>
                  <a:gd name="T19" fmla="*/ 0 h 1"/>
                  <a:gd name="T20" fmla="*/ 0 w 379"/>
                  <a:gd name="T21" fmla="*/ 0 h 1"/>
                  <a:gd name="T22" fmla="*/ 0 w 379"/>
                  <a:gd name="T23" fmla="*/ 0 h 1"/>
                  <a:gd name="T24" fmla="*/ 0 w 379"/>
                  <a:gd name="T25" fmla="*/ 0 h 1"/>
                  <a:gd name="T26" fmla="*/ 0 w 379"/>
                  <a:gd name="T27" fmla="*/ 0 h 1"/>
                  <a:gd name="T28" fmla="*/ 0 w 379"/>
                  <a:gd name="T29" fmla="*/ 0 h 1"/>
                  <a:gd name="T30" fmla="*/ 0 w 379"/>
                  <a:gd name="T31" fmla="*/ 0 h 1"/>
                  <a:gd name="T32" fmla="*/ 0 w 379"/>
                  <a:gd name="T33" fmla="*/ 0 h 1"/>
                  <a:gd name="T34" fmla="*/ 0 w 379"/>
                  <a:gd name="T35" fmla="*/ 0 h 1"/>
                  <a:gd name="T36" fmla="*/ 0 w 379"/>
                  <a:gd name="T37" fmla="*/ 0 h 1"/>
                  <a:gd name="T38" fmla="*/ 0 w 379"/>
                  <a:gd name="T39" fmla="*/ 0 h 1"/>
                  <a:gd name="T40" fmla="*/ 0 w 379"/>
                  <a:gd name="T41" fmla="*/ 0 h 1"/>
                  <a:gd name="T42" fmla="*/ 0 w 379"/>
                  <a:gd name="T43" fmla="*/ 0 h 1"/>
                  <a:gd name="T44" fmla="*/ 0 w 379"/>
                  <a:gd name="T45" fmla="*/ 0 h 1"/>
                  <a:gd name="T46" fmla="*/ 0 w 379"/>
                  <a:gd name="T47" fmla="*/ 0 h 1"/>
                  <a:gd name="T48" fmla="*/ 0 w 379"/>
                  <a:gd name="T49" fmla="*/ 0 h 1"/>
                  <a:gd name="T50" fmla="*/ 0 w 379"/>
                  <a:gd name="T51" fmla="*/ 0 h 1"/>
                  <a:gd name="T52" fmla="*/ 0 w 379"/>
                  <a:gd name="T53" fmla="*/ 0 h 1"/>
                  <a:gd name="T54" fmla="*/ 0 w 379"/>
                  <a:gd name="T55" fmla="*/ 0 h 1"/>
                  <a:gd name="T56" fmla="*/ 0 w 379"/>
                  <a:gd name="T57" fmla="*/ 0 h 1"/>
                  <a:gd name="T58" fmla="*/ 0 w 379"/>
                  <a:gd name="T59" fmla="*/ 0 h 1"/>
                  <a:gd name="T60" fmla="*/ 0 w 379"/>
                  <a:gd name="T61" fmla="*/ 0 h 1"/>
                  <a:gd name="T62" fmla="*/ 0 w 379"/>
                  <a:gd name="T63" fmla="*/ 0 h 1"/>
                  <a:gd name="T64" fmla="*/ 0 w 379"/>
                  <a:gd name="T65" fmla="*/ 0 h 1"/>
                  <a:gd name="T66" fmla="*/ 0 w 379"/>
                  <a:gd name="T67" fmla="*/ 0 h 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79"/>
                  <a:gd name="T103" fmla="*/ 0 h 1"/>
                  <a:gd name="T104" fmla="*/ 379 w 379"/>
                  <a:gd name="T105" fmla="*/ 1 h 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79" h="1">
                    <a:moveTo>
                      <a:pt x="0" y="0"/>
                    </a:moveTo>
                    <a:lnTo>
                      <a:pt x="0" y="0"/>
                    </a:lnTo>
                    <a:lnTo>
                      <a:pt x="7" y="0"/>
                    </a:lnTo>
                    <a:lnTo>
                      <a:pt x="21" y="0"/>
                    </a:lnTo>
                    <a:lnTo>
                      <a:pt x="34" y="0"/>
                    </a:lnTo>
                    <a:lnTo>
                      <a:pt x="40" y="0"/>
                    </a:lnTo>
                    <a:lnTo>
                      <a:pt x="53" y="0"/>
                    </a:lnTo>
                    <a:lnTo>
                      <a:pt x="67" y="0"/>
                    </a:lnTo>
                    <a:lnTo>
                      <a:pt x="80" y="0"/>
                    </a:lnTo>
                    <a:lnTo>
                      <a:pt x="86" y="0"/>
                    </a:lnTo>
                    <a:lnTo>
                      <a:pt x="98" y="0"/>
                    </a:lnTo>
                    <a:lnTo>
                      <a:pt x="112" y="0"/>
                    </a:lnTo>
                    <a:lnTo>
                      <a:pt x="118" y="0"/>
                    </a:lnTo>
                    <a:lnTo>
                      <a:pt x="131" y="0"/>
                    </a:lnTo>
                    <a:lnTo>
                      <a:pt x="144" y="0"/>
                    </a:lnTo>
                    <a:lnTo>
                      <a:pt x="158" y="0"/>
                    </a:lnTo>
                    <a:lnTo>
                      <a:pt x="164" y="0"/>
                    </a:lnTo>
                    <a:lnTo>
                      <a:pt x="177" y="0"/>
                    </a:lnTo>
                    <a:lnTo>
                      <a:pt x="190" y="0"/>
                    </a:lnTo>
                    <a:lnTo>
                      <a:pt x="203" y="0"/>
                    </a:lnTo>
                    <a:lnTo>
                      <a:pt x="209" y="0"/>
                    </a:lnTo>
                    <a:lnTo>
                      <a:pt x="222" y="0"/>
                    </a:lnTo>
                    <a:lnTo>
                      <a:pt x="235" y="0"/>
                    </a:lnTo>
                    <a:lnTo>
                      <a:pt x="242" y="0"/>
                    </a:lnTo>
                    <a:lnTo>
                      <a:pt x="255" y="0"/>
                    </a:lnTo>
                    <a:lnTo>
                      <a:pt x="268" y="0"/>
                    </a:lnTo>
                    <a:lnTo>
                      <a:pt x="281" y="0"/>
                    </a:lnTo>
                    <a:lnTo>
                      <a:pt x="287" y="0"/>
                    </a:lnTo>
                    <a:lnTo>
                      <a:pt x="300" y="0"/>
                    </a:lnTo>
                    <a:lnTo>
                      <a:pt x="313" y="0"/>
                    </a:lnTo>
                    <a:lnTo>
                      <a:pt x="319" y="0"/>
                    </a:lnTo>
                    <a:lnTo>
                      <a:pt x="333" y="0"/>
                    </a:lnTo>
                    <a:lnTo>
                      <a:pt x="346" y="0"/>
                    </a:lnTo>
                    <a:lnTo>
                      <a:pt x="359" y="0"/>
                    </a:lnTo>
                    <a:lnTo>
                      <a:pt x="365" y="0"/>
                    </a:lnTo>
                    <a:lnTo>
                      <a:pt x="379" y="0"/>
                    </a:lnTo>
                  </a:path>
                </a:pathLst>
              </a:custGeom>
              <a:noFill/>
              <a:ln w="1588">
                <a:solidFill>
                  <a:srgbClr val="FF0000"/>
                </a:solidFill>
                <a:round/>
                <a:headEnd/>
                <a:tailEnd/>
              </a:ln>
            </p:spPr>
            <p:txBody>
              <a:bodyPr/>
              <a:lstStyle/>
              <a:p>
                <a:endParaRPr lang="en-US"/>
              </a:p>
            </p:txBody>
          </p:sp>
          <p:sp>
            <p:nvSpPr>
              <p:cNvPr id="136307" name="Freeform 427"/>
              <p:cNvSpPr>
                <a:spLocks/>
              </p:cNvSpPr>
              <p:nvPr/>
            </p:nvSpPr>
            <p:spPr bwMode="auto">
              <a:xfrm>
                <a:off x="2165" y="3461"/>
                <a:ext cx="223" cy="1"/>
              </a:xfrm>
              <a:custGeom>
                <a:avLst/>
                <a:gdLst>
                  <a:gd name="T0" fmla="*/ 0 w 1116"/>
                  <a:gd name="T1" fmla="*/ 0 h 1"/>
                  <a:gd name="T2" fmla="*/ 0 w 1116"/>
                  <a:gd name="T3" fmla="*/ 0 h 1"/>
                  <a:gd name="T4" fmla="*/ 0 w 1116"/>
                  <a:gd name="T5" fmla="*/ 0 h 1"/>
                  <a:gd name="T6" fmla="*/ 0 w 1116"/>
                  <a:gd name="T7" fmla="*/ 0 h 1"/>
                  <a:gd name="T8" fmla="*/ 0 w 1116"/>
                  <a:gd name="T9" fmla="*/ 0 h 1"/>
                  <a:gd name="T10" fmla="*/ 0 w 1116"/>
                  <a:gd name="T11" fmla="*/ 0 h 1"/>
                  <a:gd name="T12" fmla="*/ 0 w 1116"/>
                  <a:gd name="T13" fmla="*/ 0 h 1"/>
                  <a:gd name="T14" fmla="*/ 0 w 1116"/>
                  <a:gd name="T15" fmla="*/ 0 h 1"/>
                  <a:gd name="T16" fmla="*/ 0 w 1116"/>
                  <a:gd name="T17" fmla="*/ 0 h 1"/>
                  <a:gd name="T18" fmla="*/ 0 w 1116"/>
                  <a:gd name="T19" fmla="*/ 0 h 1"/>
                  <a:gd name="T20" fmla="*/ 0 w 1116"/>
                  <a:gd name="T21" fmla="*/ 0 h 1"/>
                  <a:gd name="T22" fmla="*/ 0 w 1116"/>
                  <a:gd name="T23" fmla="*/ 0 h 1"/>
                  <a:gd name="T24" fmla="*/ 0 w 1116"/>
                  <a:gd name="T25" fmla="*/ 0 h 1"/>
                  <a:gd name="T26" fmla="*/ 0 w 1116"/>
                  <a:gd name="T27" fmla="*/ 0 h 1"/>
                  <a:gd name="T28" fmla="*/ 0 w 1116"/>
                  <a:gd name="T29" fmla="*/ 0 h 1"/>
                  <a:gd name="T30" fmla="*/ 0 w 1116"/>
                  <a:gd name="T31" fmla="*/ 0 h 1"/>
                  <a:gd name="T32" fmla="*/ 0 w 1116"/>
                  <a:gd name="T33" fmla="*/ 0 h 1"/>
                  <a:gd name="T34" fmla="*/ 0 w 1116"/>
                  <a:gd name="T35" fmla="*/ 0 h 1"/>
                  <a:gd name="T36" fmla="*/ 0 w 1116"/>
                  <a:gd name="T37" fmla="*/ 0 h 1"/>
                  <a:gd name="T38" fmla="*/ 0 w 1116"/>
                  <a:gd name="T39" fmla="*/ 0 h 1"/>
                  <a:gd name="T40" fmla="*/ 0 w 1116"/>
                  <a:gd name="T41" fmla="*/ 0 h 1"/>
                  <a:gd name="T42" fmla="*/ 0 w 1116"/>
                  <a:gd name="T43" fmla="*/ 0 h 1"/>
                  <a:gd name="T44" fmla="*/ 0 w 1116"/>
                  <a:gd name="T45" fmla="*/ 0 h 1"/>
                  <a:gd name="T46" fmla="*/ 0 w 1116"/>
                  <a:gd name="T47" fmla="*/ 0 h 1"/>
                  <a:gd name="T48" fmla="*/ 0 w 1116"/>
                  <a:gd name="T49" fmla="*/ 0 h 1"/>
                  <a:gd name="T50" fmla="*/ 0 w 1116"/>
                  <a:gd name="T51" fmla="*/ 0 h 1"/>
                  <a:gd name="T52" fmla="*/ 0 w 1116"/>
                  <a:gd name="T53" fmla="*/ 0 h 1"/>
                  <a:gd name="T54" fmla="*/ 0 w 1116"/>
                  <a:gd name="T55" fmla="*/ 0 h 1"/>
                  <a:gd name="T56" fmla="*/ 0 w 1116"/>
                  <a:gd name="T57" fmla="*/ 0 h 1"/>
                  <a:gd name="T58" fmla="*/ 0 w 1116"/>
                  <a:gd name="T59" fmla="*/ 0 h 1"/>
                  <a:gd name="T60" fmla="*/ 0 w 1116"/>
                  <a:gd name="T61" fmla="*/ 0 h 1"/>
                  <a:gd name="T62" fmla="*/ 0 w 1116"/>
                  <a:gd name="T63" fmla="*/ 0 h 1"/>
                  <a:gd name="T64" fmla="*/ 0 w 1116"/>
                  <a:gd name="T65" fmla="*/ 0 h 1"/>
                  <a:gd name="T66" fmla="*/ 0 w 1116"/>
                  <a:gd name="T67" fmla="*/ 0 h 1"/>
                  <a:gd name="T68" fmla="*/ 0 w 1116"/>
                  <a:gd name="T69" fmla="*/ 0 h 1"/>
                  <a:gd name="T70" fmla="*/ 0 w 1116"/>
                  <a:gd name="T71" fmla="*/ 0 h 1"/>
                  <a:gd name="T72" fmla="*/ 0 w 1116"/>
                  <a:gd name="T73" fmla="*/ 0 h 1"/>
                  <a:gd name="T74" fmla="*/ 0 w 1116"/>
                  <a:gd name="T75" fmla="*/ 0 h 1"/>
                  <a:gd name="T76" fmla="*/ 0 w 1116"/>
                  <a:gd name="T77" fmla="*/ 0 h 1"/>
                  <a:gd name="T78" fmla="*/ 0 w 1116"/>
                  <a:gd name="T79" fmla="*/ 0 h 1"/>
                  <a:gd name="T80" fmla="*/ 0 w 1116"/>
                  <a:gd name="T81" fmla="*/ 0 h 1"/>
                  <a:gd name="T82" fmla="*/ 0 w 1116"/>
                  <a:gd name="T83" fmla="*/ 0 h 1"/>
                  <a:gd name="T84" fmla="*/ 0 w 1116"/>
                  <a:gd name="T85" fmla="*/ 0 h 1"/>
                  <a:gd name="T86" fmla="*/ 0 w 1116"/>
                  <a:gd name="T87" fmla="*/ 0 h 1"/>
                  <a:gd name="T88" fmla="*/ 0 w 1116"/>
                  <a:gd name="T89" fmla="*/ 0 h 1"/>
                  <a:gd name="T90" fmla="*/ 0 w 1116"/>
                  <a:gd name="T91" fmla="*/ 0 h 1"/>
                  <a:gd name="T92" fmla="*/ 0 w 1116"/>
                  <a:gd name="T93" fmla="*/ 0 h 1"/>
                  <a:gd name="T94" fmla="*/ 0 w 1116"/>
                  <a:gd name="T95" fmla="*/ 0 h 1"/>
                  <a:gd name="T96" fmla="*/ 0 w 1116"/>
                  <a:gd name="T97" fmla="*/ 0 h 1"/>
                  <a:gd name="T98" fmla="*/ 0 w 1116"/>
                  <a:gd name="T99" fmla="*/ 0 h 1"/>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1116"/>
                  <a:gd name="T151" fmla="*/ 0 h 1"/>
                  <a:gd name="T152" fmla="*/ 1116 w 1116"/>
                  <a:gd name="T153" fmla="*/ 1 h 1"/>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1116" h="1">
                    <a:moveTo>
                      <a:pt x="0" y="0"/>
                    </a:moveTo>
                    <a:lnTo>
                      <a:pt x="6" y="0"/>
                    </a:lnTo>
                    <a:lnTo>
                      <a:pt x="19" y="0"/>
                    </a:lnTo>
                    <a:lnTo>
                      <a:pt x="33" y="0"/>
                    </a:lnTo>
                    <a:lnTo>
                      <a:pt x="40" y="0"/>
                    </a:lnTo>
                    <a:lnTo>
                      <a:pt x="52" y="0"/>
                    </a:lnTo>
                    <a:lnTo>
                      <a:pt x="64" y="0"/>
                    </a:lnTo>
                    <a:lnTo>
                      <a:pt x="78" y="0"/>
                    </a:lnTo>
                    <a:lnTo>
                      <a:pt x="84" y="0"/>
                    </a:lnTo>
                    <a:lnTo>
                      <a:pt x="97" y="0"/>
                    </a:lnTo>
                    <a:lnTo>
                      <a:pt x="110" y="0"/>
                    </a:lnTo>
                    <a:lnTo>
                      <a:pt x="118" y="0"/>
                    </a:lnTo>
                    <a:lnTo>
                      <a:pt x="130" y="0"/>
                    </a:lnTo>
                    <a:lnTo>
                      <a:pt x="143" y="0"/>
                    </a:lnTo>
                    <a:lnTo>
                      <a:pt x="156" y="0"/>
                    </a:lnTo>
                    <a:lnTo>
                      <a:pt x="164" y="0"/>
                    </a:lnTo>
                    <a:lnTo>
                      <a:pt x="175" y="0"/>
                    </a:lnTo>
                    <a:lnTo>
                      <a:pt x="188" y="0"/>
                    </a:lnTo>
                    <a:lnTo>
                      <a:pt x="195" y="0"/>
                    </a:lnTo>
                    <a:lnTo>
                      <a:pt x="208" y="0"/>
                    </a:lnTo>
                    <a:lnTo>
                      <a:pt x="221" y="0"/>
                    </a:lnTo>
                    <a:lnTo>
                      <a:pt x="234" y="0"/>
                    </a:lnTo>
                    <a:lnTo>
                      <a:pt x="241" y="0"/>
                    </a:lnTo>
                    <a:lnTo>
                      <a:pt x="253" y="0"/>
                    </a:lnTo>
                    <a:lnTo>
                      <a:pt x="266" y="0"/>
                    </a:lnTo>
                    <a:lnTo>
                      <a:pt x="279" y="0"/>
                    </a:lnTo>
                    <a:lnTo>
                      <a:pt x="286" y="0"/>
                    </a:lnTo>
                    <a:lnTo>
                      <a:pt x="299" y="0"/>
                    </a:lnTo>
                    <a:lnTo>
                      <a:pt x="312" y="0"/>
                    </a:lnTo>
                    <a:lnTo>
                      <a:pt x="319" y="0"/>
                    </a:lnTo>
                    <a:lnTo>
                      <a:pt x="331" y="0"/>
                    </a:lnTo>
                    <a:lnTo>
                      <a:pt x="345" y="0"/>
                    </a:lnTo>
                    <a:lnTo>
                      <a:pt x="357" y="0"/>
                    </a:lnTo>
                    <a:lnTo>
                      <a:pt x="364" y="0"/>
                    </a:lnTo>
                    <a:lnTo>
                      <a:pt x="376" y="0"/>
                    </a:lnTo>
                    <a:lnTo>
                      <a:pt x="389" y="0"/>
                    </a:lnTo>
                    <a:lnTo>
                      <a:pt x="397" y="0"/>
                    </a:lnTo>
                    <a:lnTo>
                      <a:pt x="410" y="0"/>
                    </a:lnTo>
                    <a:lnTo>
                      <a:pt x="422" y="0"/>
                    </a:lnTo>
                    <a:lnTo>
                      <a:pt x="435" y="0"/>
                    </a:lnTo>
                    <a:lnTo>
                      <a:pt x="443" y="0"/>
                    </a:lnTo>
                    <a:lnTo>
                      <a:pt x="454" y="0"/>
                    </a:lnTo>
                    <a:lnTo>
                      <a:pt x="467" y="0"/>
                    </a:lnTo>
                    <a:lnTo>
                      <a:pt x="474" y="0"/>
                    </a:lnTo>
                    <a:lnTo>
                      <a:pt x="488" y="0"/>
                    </a:lnTo>
                    <a:lnTo>
                      <a:pt x="500" y="0"/>
                    </a:lnTo>
                    <a:lnTo>
                      <a:pt x="513" y="0"/>
                    </a:lnTo>
                    <a:lnTo>
                      <a:pt x="520" y="0"/>
                    </a:lnTo>
                    <a:lnTo>
                      <a:pt x="534" y="0"/>
                    </a:lnTo>
                    <a:lnTo>
                      <a:pt x="545" y="0"/>
                    </a:lnTo>
                    <a:lnTo>
                      <a:pt x="558" y="0"/>
                    </a:lnTo>
                    <a:lnTo>
                      <a:pt x="565" y="0"/>
                    </a:lnTo>
                    <a:lnTo>
                      <a:pt x="578" y="0"/>
                    </a:lnTo>
                    <a:lnTo>
                      <a:pt x="591" y="0"/>
                    </a:lnTo>
                    <a:lnTo>
                      <a:pt x="598" y="0"/>
                    </a:lnTo>
                    <a:lnTo>
                      <a:pt x="611" y="0"/>
                    </a:lnTo>
                    <a:lnTo>
                      <a:pt x="624" y="0"/>
                    </a:lnTo>
                    <a:lnTo>
                      <a:pt x="636" y="0"/>
                    </a:lnTo>
                    <a:lnTo>
                      <a:pt x="643" y="0"/>
                    </a:lnTo>
                    <a:lnTo>
                      <a:pt x="656" y="0"/>
                    </a:lnTo>
                    <a:lnTo>
                      <a:pt x="669" y="0"/>
                    </a:lnTo>
                    <a:lnTo>
                      <a:pt x="676" y="0"/>
                    </a:lnTo>
                    <a:lnTo>
                      <a:pt x="689" y="0"/>
                    </a:lnTo>
                    <a:lnTo>
                      <a:pt x="701" y="0"/>
                    </a:lnTo>
                    <a:lnTo>
                      <a:pt x="715" y="0"/>
                    </a:lnTo>
                    <a:lnTo>
                      <a:pt x="722" y="0"/>
                    </a:lnTo>
                    <a:lnTo>
                      <a:pt x="735" y="0"/>
                    </a:lnTo>
                    <a:lnTo>
                      <a:pt x="746" y="0"/>
                    </a:lnTo>
                    <a:lnTo>
                      <a:pt x="753" y="0"/>
                    </a:lnTo>
                    <a:lnTo>
                      <a:pt x="767" y="0"/>
                    </a:lnTo>
                    <a:lnTo>
                      <a:pt x="780" y="0"/>
                    </a:lnTo>
                    <a:lnTo>
                      <a:pt x="792" y="0"/>
                    </a:lnTo>
                    <a:lnTo>
                      <a:pt x="799" y="0"/>
                    </a:lnTo>
                    <a:lnTo>
                      <a:pt x="813" y="0"/>
                    </a:lnTo>
                    <a:lnTo>
                      <a:pt x="826" y="0"/>
                    </a:lnTo>
                    <a:lnTo>
                      <a:pt x="837" y="0"/>
                    </a:lnTo>
                    <a:lnTo>
                      <a:pt x="844" y="0"/>
                    </a:lnTo>
                    <a:lnTo>
                      <a:pt x="858" y="0"/>
                    </a:lnTo>
                    <a:lnTo>
                      <a:pt x="870" y="0"/>
                    </a:lnTo>
                    <a:lnTo>
                      <a:pt x="877" y="0"/>
                    </a:lnTo>
                    <a:lnTo>
                      <a:pt x="890" y="0"/>
                    </a:lnTo>
                    <a:lnTo>
                      <a:pt x="904" y="0"/>
                    </a:lnTo>
                    <a:lnTo>
                      <a:pt x="915" y="0"/>
                    </a:lnTo>
                    <a:lnTo>
                      <a:pt x="923" y="0"/>
                    </a:lnTo>
                    <a:lnTo>
                      <a:pt x="935" y="0"/>
                    </a:lnTo>
                    <a:lnTo>
                      <a:pt x="949" y="0"/>
                    </a:lnTo>
                    <a:lnTo>
                      <a:pt x="955" y="0"/>
                    </a:lnTo>
                    <a:lnTo>
                      <a:pt x="968" y="0"/>
                    </a:lnTo>
                    <a:lnTo>
                      <a:pt x="981" y="0"/>
                    </a:lnTo>
                    <a:lnTo>
                      <a:pt x="994" y="0"/>
                    </a:lnTo>
                    <a:lnTo>
                      <a:pt x="1001" y="0"/>
                    </a:lnTo>
                    <a:lnTo>
                      <a:pt x="1014" y="0"/>
                    </a:lnTo>
                    <a:lnTo>
                      <a:pt x="1026" y="0"/>
                    </a:lnTo>
                    <a:lnTo>
                      <a:pt x="1039" y="0"/>
                    </a:lnTo>
                    <a:lnTo>
                      <a:pt x="1046" y="0"/>
                    </a:lnTo>
                    <a:lnTo>
                      <a:pt x="1059" y="0"/>
                    </a:lnTo>
                    <a:lnTo>
                      <a:pt x="1072" y="0"/>
                    </a:lnTo>
                    <a:lnTo>
                      <a:pt x="1078" y="0"/>
                    </a:lnTo>
                    <a:lnTo>
                      <a:pt x="1092" y="0"/>
                    </a:lnTo>
                    <a:lnTo>
                      <a:pt x="1105" y="0"/>
                    </a:lnTo>
                    <a:lnTo>
                      <a:pt x="1116" y="0"/>
                    </a:lnTo>
                  </a:path>
                </a:pathLst>
              </a:custGeom>
              <a:noFill/>
              <a:ln w="1588">
                <a:solidFill>
                  <a:srgbClr val="FF0000"/>
                </a:solidFill>
                <a:round/>
                <a:headEnd/>
                <a:tailEnd/>
              </a:ln>
            </p:spPr>
            <p:txBody>
              <a:bodyPr/>
              <a:lstStyle/>
              <a:p>
                <a:endParaRPr lang="en-US"/>
              </a:p>
            </p:txBody>
          </p:sp>
          <p:sp>
            <p:nvSpPr>
              <p:cNvPr id="136308" name="Freeform 428"/>
              <p:cNvSpPr>
                <a:spLocks/>
              </p:cNvSpPr>
              <p:nvPr/>
            </p:nvSpPr>
            <p:spPr bwMode="auto">
              <a:xfrm>
                <a:off x="2388" y="3461"/>
                <a:ext cx="76" cy="1"/>
              </a:xfrm>
              <a:custGeom>
                <a:avLst/>
                <a:gdLst>
                  <a:gd name="T0" fmla="*/ 0 w 379"/>
                  <a:gd name="T1" fmla="*/ 0 h 1"/>
                  <a:gd name="T2" fmla="*/ 0 w 379"/>
                  <a:gd name="T3" fmla="*/ 0 h 1"/>
                  <a:gd name="T4" fmla="*/ 0 w 379"/>
                  <a:gd name="T5" fmla="*/ 0 h 1"/>
                  <a:gd name="T6" fmla="*/ 0 w 379"/>
                  <a:gd name="T7" fmla="*/ 0 h 1"/>
                  <a:gd name="T8" fmla="*/ 0 w 379"/>
                  <a:gd name="T9" fmla="*/ 0 h 1"/>
                  <a:gd name="T10" fmla="*/ 0 w 379"/>
                  <a:gd name="T11" fmla="*/ 0 h 1"/>
                  <a:gd name="T12" fmla="*/ 0 w 379"/>
                  <a:gd name="T13" fmla="*/ 0 h 1"/>
                  <a:gd name="T14" fmla="*/ 0 w 379"/>
                  <a:gd name="T15" fmla="*/ 0 h 1"/>
                  <a:gd name="T16" fmla="*/ 0 w 379"/>
                  <a:gd name="T17" fmla="*/ 0 h 1"/>
                  <a:gd name="T18" fmla="*/ 0 w 379"/>
                  <a:gd name="T19" fmla="*/ 0 h 1"/>
                  <a:gd name="T20" fmla="*/ 0 w 379"/>
                  <a:gd name="T21" fmla="*/ 0 h 1"/>
                  <a:gd name="T22" fmla="*/ 0 w 379"/>
                  <a:gd name="T23" fmla="*/ 0 h 1"/>
                  <a:gd name="T24" fmla="*/ 0 w 379"/>
                  <a:gd name="T25" fmla="*/ 0 h 1"/>
                  <a:gd name="T26" fmla="*/ 0 w 379"/>
                  <a:gd name="T27" fmla="*/ 0 h 1"/>
                  <a:gd name="T28" fmla="*/ 0 w 379"/>
                  <a:gd name="T29" fmla="*/ 0 h 1"/>
                  <a:gd name="T30" fmla="*/ 0 w 379"/>
                  <a:gd name="T31" fmla="*/ 0 h 1"/>
                  <a:gd name="T32" fmla="*/ 0 w 379"/>
                  <a:gd name="T33" fmla="*/ 0 h 1"/>
                  <a:gd name="T34" fmla="*/ 0 w 379"/>
                  <a:gd name="T35" fmla="*/ 0 h 1"/>
                  <a:gd name="T36" fmla="*/ 0 w 379"/>
                  <a:gd name="T37" fmla="*/ 0 h 1"/>
                  <a:gd name="T38" fmla="*/ 0 w 379"/>
                  <a:gd name="T39" fmla="*/ 0 h 1"/>
                  <a:gd name="T40" fmla="*/ 0 w 379"/>
                  <a:gd name="T41" fmla="*/ 0 h 1"/>
                  <a:gd name="T42" fmla="*/ 0 w 379"/>
                  <a:gd name="T43" fmla="*/ 0 h 1"/>
                  <a:gd name="T44" fmla="*/ 0 w 379"/>
                  <a:gd name="T45" fmla="*/ 0 h 1"/>
                  <a:gd name="T46" fmla="*/ 0 w 379"/>
                  <a:gd name="T47" fmla="*/ 0 h 1"/>
                  <a:gd name="T48" fmla="*/ 0 w 379"/>
                  <a:gd name="T49" fmla="*/ 0 h 1"/>
                  <a:gd name="T50" fmla="*/ 0 w 379"/>
                  <a:gd name="T51" fmla="*/ 0 h 1"/>
                  <a:gd name="T52" fmla="*/ 0 w 379"/>
                  <a:gd name="T53" fmla="*/ 0 h 1"/>
                  <a:gd name="T54" fmla="*/ 0 w 379"/>
                  <a:gd name="T55" fmla="*/ 0 h 1"/>
                  <a:gd name="T56" fmla="*/ 0 w 379"/>
                  <a:gd name="T57" fmla="*/ 0 h 1"/>
                  <a:gd name="T58" fmla="*/ 0 w 379"/>
                  <a:gd name="T59" fmla="*/ 0 h 1"/>
                  <a:gd name="T60" fmla="*/ 0 w 379"/>
                  <a:gd name="T61" fmla="*/ 0 h 1"/>
                  <a:gd name="T62" fmla="*/ 0 w 379"/>
                  <a:gd name="T63" fmla="*/ 0 h 1"/>
                  <a:gd name="T64" fmla="*/ 0 w 379"/>
                  <a:gd name="T65" fmla="*/ 0 h 1"/>
                  <a:gd name="T66" fmla="*/ 0 w 379"/>
                  <a:gd name="T67" fmla="*/ 0 h 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379"/>
                  <a:gd name="T103" fmla="*/ 0 h 1"/>
                  <a:gd name="T104" fmla="*/ 379 w 379"/>
                  <a:gd name="T105" fmla="*/ 1 h 1"/>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379" h="1">
                    <a:moveTo>
                      <a:pt x="0" y="0"/>
                    </a:moveTo>
                    <a:lnTo>
                      <a:pt x="0" y="0"/>
                    </a:lnTo>
                    <a:lnTo>
                      <a:pt x="7" y="0"/>
                    </a:lnTo>
                    <a:lnTo>
                      <a:pt x="21" y="0"/>
                    </a:lnTo>
                    <a:lnTo>
                      <a:pt x="34" y="0"/>
                    </a:lnTo>
                    <a:lnTo>
                      <a:pt x="40" y="0"/>
                    </a:lnTo>
                    <a:lnTo>
                      <a:pt x="53" y="0"/>
                    </a:lnTo>
                    <a:lnTo>
                      <a:pt x="67" y="0"/>
                    </a:lnTo>
                    <a:lnTo>
                      <a:pt x="80" y="0"/>
                    </a:lnTo>
                    <a:lnTo>
                      <a:pt x="86" y="0"/>
                    </a:lnTo>
                    <a:lnTo>
                      <a:pt x="98" y="0"/>
                    </a:lnTo>
                    <a:lnTo>
                      <a:pt x="112" y="0"/>
                    </a:lnTo>
                    <a:lnTo>
                      <a:pt x="118" y="0"/>
                    </a:lnTo>
                    <a:lnTo>
                      <a:pt x="131" y="0"/>
                    </a:lnTo>
                    <a:lnTo>
                      <a:pt x="144" y="0"/>
                    </a:lnTo>
                    <a:lnTo>
                      <a:pt x="158" y="0"/>
                    </a:lnTo>
                    <a:lnTo>
                      <a:pt x="164" y="0"/>
                    </a:lnTo>
                    <a:lnTo>
                      <a:pt x="177" y="0"/>
                    </a:lnTo>
                    <a:lnTo>
                      <a:pt x="190" y="0"/>
                    </a:lnTo>
                    <a:lnTo>
                      <a:pt x="203" y="0"/>
                    </a:lnTo>
                    <a:lnTo>
                      <a:pt x="209" y="0"/>
                    </a:lnTo>
                    <a:lnTo>
                      <a:pt x="222" y="0"/>
                    </a:lnTo>
                    <a:lnTo>
                      <a:pt x="235" y="0"/>
                    </a:lnTo>
                    <a:lnTo>
                      <a:pt x="242" y="0"/>
                    </a:lnTo>
                    <a:lnTo>
                      <a:pt x="255" y="0"/>
                    </a:lnTo>
                    <a:lnTo>
                      <a:pt x="268" y="0"/>
                    </a:lnTo>
                    <a:lnTo>
                      <a:pt x="281" y="0"/>
                    </a:lnTo>
                    <a:lnTo>
                      <a:pt x="287" y="0"/>
                    </a:lnTo>
                    <a:lnTo>
                      <a:pt x="300" y="0"/>
                    </a:lnTo>
                    <a:lnTo>
                      <a:pt x="313" y="0"/>
                    </a:lnTo>
                    <a:lnTo>
                      <a:pt x="319" y="0"/>
                    </a:lnTo>
                    <a:lnTo>
                      <a:pt x="333" y="0"/>
                    </a:lnTo>
                    <a:lnTo>
                      <a:pt x="346" y="0"/>
                    </a:lnTo>
                    <a:lnTo>
                      <a:pt x="359" y="0"/>
                    </a:lnTo>
                    <a:lnTo>
                      <a:pt x="365" y="0"/>
                    </a:lnTo>
                    <a:lnTo>
                      <a:pt x="379" y="0"/>
                    </a:lnTo>
                  </a:path>
                </a:pathLst>
              </a:custGeom>
              <a:noFill/>
              <a:ln w="1588">
                <a:solidFill>
                  <a:srgbClr val="FF0000"/>
                </a:solidFill>
                <a:round/>
                <a:headEnd/>
                <a:tailEnd/>
              </a:ln>
            </p:spPr>
            <p:txBody>
              <a:bodyPr/>
              <a:lstStyle/>
              <a:p>
                <a:endParaRPr lang="en-US"/>
              </a:p>
            </p:txBody>
          </p:sp>
          <p:sp>
            <p:nvSpPr>
              <p:cNvPr id="136309" name="Rectangle 429"/>
              <p:cNvSpPr>
                <a:spLocks noChangeArrowheads="1"/>
              </p:cNvSpPr>
              <p:nvPr/>
            </p:nvSpPr>
            <p:spPr bwMode="auto">
              <a:xfrm>
                <a:off x="2489" y="3432"/>
                <a:ext cx="4"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R</a:t>
                </a:r>
                <a:endParaRPr lang="fr-FR" sz="1600" noProof="1">
                  <a:latin typeface="Calibri" pitchFamily="34" charset="0"/>
                </a:endParaRPr>
              </a:p>
            </p:txBody>
          </p:sp>
          <p:sp>
            <p:nvSpPr>
              <p:cNvPr id="136310" name="Rectangle 430"/>
              <p:cNvSpPr>
                <a:spLocks noChangeArrowheads="1"/>
              </p:cNvSpPr>
              <p:nvPr/>
            </p:nvSpPr>
            <p:spPr bwMode="auto">
              <a:xfrm>
                <a:off x="2497" y="3432"/>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a:t>
                </a:r>
                <a:endParaRPr lang="fr-FR" sz="1600" noProof="1">
                  <a:latin typeface="Calibri" pitchFamily="34" charset="0"/>
                </a:endParaRPr>
              </a:p>
            </p:txBody>
          </p:sp>
          <p:sp>
            <p:nvSpPr>
              <p:cNvPr id="136311" name="Rectangle 431"/>
              <p:cNvSpPr>
                <a:spLocks noChangeArrowheads="1"/>
              </p:cNvSpPr>
              <p:nvPr/>
            </p:nvSpPr>
            <p:spPr bwMode="auto">
              <a:xfrm>
                <a:off x="2504" y="3432"/>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1</a:t>
                </a:r>
                <a:endParaRPr lang="fr-FR" sz="1600" noProof="1">
                  <a:latin typeface="Calibri" pitchFamily="34" charset="0"/>
                </a:endParaRPr>
              </a:p>
            </p:txBody>
          </p:sp>
          <p:sp>
            <p:nvSpPr>
              <p:cNvPr id="136312" name="Rectangle 432"/>
              <p:cNvSpPr>
                <a:spLocks noChangeArrowheads="1"/>
              </p:cNvSpPr>
              <p:nvPr/>
            </p:nvSpPr>
            <p:spPr bwMode="auto">
              <a:xfrm>
                <a:off x="2507" y="3432"/>
                <a:ext cx="2"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a:t>
                </a:r>
                <a:endParaRPr lang="fr-FR" sz="1600" noProof="1">
                  <a:latin typeface="Calibri" pitchFamily="34" charset="0"/>
                </a:endParaRPr>
              </a:p>
            </p:txBody>
          </p:sp>
          <p:sp>
            <p:nvSpPr>
              <p:cNvPr id="136313" name="Rectangle 433"/>
              <p:cNvSpPr>
                <a:spLocks noChangeArrowheads="1"/>
              </p:cNvSpPr>
              <p:nvPr/>
            </p:nvSpPr>
            <p:spPr bwMode="auto">
              <a:xfrm>
                <a:off x="2510" y="3432"/>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6</a:t>
                </a:r>
                <a:endParaRPr lang="fr-FR" sz="1600" noProof="1">
                  <a:latin typeface="Calibri" pitchFamily="34" charset="0"/>
                </a:endParaRPr>
              </a:p>
            </p:txBody>
          </p:sp>
          <p:sp>
            <p:nvSpPr>
              <p:cNvPr id="136314" name="Rectangle 434"/>
              <p:cNvSpPr>
                <a:spLocks noChangeArrowheads="1"/>
              </p:cNvSpPr>
              <p:nvPr/>
            </p:nvSpPr>
            <p:spPr bwMode="auto">
              <a:xfrm>
                <a:off x="2516" y="3432"/>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3</a:t>
                </a:r>
                <a:endParaRPr lang="fr-FR" sz="1600" noProof="1">
                  <a:latin typeface="Calibri" pitchFamily="34" charset="0"/>
                </a:endParaRPr>
              </a:p>
            </p:txBody>
          </p:sp>
          <p:sp>
            <p:nvSpPr>
              <p:cNvPr id="136315" name="Rectangle 435"/>
              <p:cNvSpPr>
                <a:spLocks noChangeArrowheads="1"/>
              </p:cNvSpPr>
              <p:nvPr/>
            </p:nvSpPr>
            <p:spPr bwMode="auto">
              <a:xfrm>
                <a:off x="2523" y="3432"/>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9</a:t>
                </a:r>
                <a:endParaRPr lang="fr-FR" sz="1600" noProof="1">
                  <a:latin typeface="Calibri" pitchFamily="34" charset="0"/>
                </a:endParaRPr>
              </a:p>
            </p:txBody>
          </p:sp>
          <p:sp>
            <p:nvSpPr>
              <p:cNvPr id="136316" name="Line 436"/>
              <p:cNvSpPr>
                <a:spLocks noChangeShapeType="1"/>
              </p:cNvSpPr>
              <p:nvPr/>
            </p:nvSpPr>
            <p:spPr bwMode="auto">
              <a:xfrm>
                <a:off x="2489" y="3428"/>
                <a:ext cx="11" cy="1"/>
              </a:xfrm>
              <a:prstGeom prst="line">
                <a:avLst/>
              </a:prstGeom>
              <a:noFill/>
              <a:ln w="1588">
                <a:solidFill>
                  <a:srgbClr val="000000"/>
                </a:solidFill>
                <a:round/>
                <a:headEnd/>
                <a:tailEnd/>
              </a:ln>
            </p:spPr>
            <p:txBody>
              <a:bodyPr/>
              <a:lstStyle/>
              <a:p>
                <a:endParaRPr lang="en-US"/>
              </a:p>
            </p:txBody>
          </p:sp>
          <p:sp>
            <p:nvSpPr>
              <p:cNvPr id="136317" name="Rectangle 437"/>
              <p:cNvSpPr>
                <a:spLocks noChangeArrowheads="1"/>
              </p:cNvSpPr>
              <p:nvPr/>
            </p:nvSpPr>
            <p:spPr bwMode="auto">
              <a:xfrm>
                <a:off x="2489" y="3380"/>
                <a:ext cx="4"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U</a:t>
                </a:r>
                <a:endParaRPr lang="fr-FR" sz="1600" noProof="1">
                  <a:latin typeface="Calibri" pitchFamily="34" charset="0"/>
                </a:endParaRPr>
              </a:p>
            </p:txBody>
          </p:sp>
          <p:sp>
            <p:nvSpPr>
              <p:cNvPr id="136318" name="Rectangle 438"/>
              <p:cNvSpPr>
                <a:spLocks noChangeArrowheads="1"/>
              </p:cNvSpPr>
              <p:nvPr/>
            </p:nvSpPr>
            <p:spPr bwMode="auto">
              <a:xfrm>
                <a:off x="2497" y="3380"/>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C</a:t>
                </a:r>
                <a:endParaRPr lang="fr-FR" sz="1600" noProof="1">
                  <a:latin typeface="Calibri" pitchFamily="34" charset="0"/>
                </a:endParaRPr>
              </a:p>
            </p:txBody>
          </p:sp>
          <p:sp>
            <p:nvSpPr>
              <p:cNvPr id="136319" name="Rectangle 439"/>
              <p:cNvSpPr>
                <a:spLocks noChangeArrowheads="1"/>
              </p:cNvSpPr>
              <p:nvPr/>
            </p:nvSpPr>
            <p:spPr bwMode="auto">
              <a:xfrm>
                <a:off x="2505" y="3380"/>
                <a:ext cx="2"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L</a:t>
                </a:r>
                <a:endParaRPr lang="fr-FR" sz="1600" noProof="1">
                  <a:latin typeface="Calibri" pitchFamily="34" charset="0"/>
                </a:endParaRPr>
              </a:p>
            </p:txBody>
          </p:sp>
          <p:sp>
            <p:nvSpPr>
              <p:cNvPr id="136320" name="Rectangle 440"/>
              <p:cNvSpPr>
                <a:spLocks noChangeArrowheads="1"/>
              </p:cNvSpPr>
              <p:nvPr/>
            </p:nvSpPr>
            <p:spPr bwMode="auto">
              <a:xfrm>
                <a:off x="2511" y="3380"/>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a:t>
                </a:r>
                <a:endParaRPr lang="fr-FR" sz="1600" noProof="1">
                  <a:latin typeface="Calibri" pitchFamily="34" charset="0"/>
                </a:endParaRPr>
              </a:p>
            </p:txBody>
          </p:sp>
          <p:sp>
            <p:nvSpPr>
              <p:cNvPr id="136321" name="Rectangle 441"/>
              <p:cNvSpPr>
                <a:spLocks noChangeArrowheads="1"/>
              </p:cNvSpPr>
              <p:nvPr/>
            </p:nvSpPr>
            <p:spPr bwMode="auto">
              <a:xfrm>
                <a:off x="2518" y="3380"/>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5</a:t>
                </a:r>
                <a:endParaRPr lang="fr-FR" sz="1600" noProof="1">
                  <a:latin typeface="Calibri" pitchFamily="34" charset="0"/>
                </a:endParaRPr>
              </a:p>
            </p:txBody>
          </p:sp>
          <p:sp>
            <p:nvSpPr>
              <p:cNvPr id="136322" name="Rectangle 442"/>
              <p:cNvSpPr>
                <a:spLocks noChangeArrowheads="1"/>
              </p:cNvSpPr>
              <p:nvPr/>
            </p:nvSpPr>
            <p:spPr bwMode="auto">
              <a:xfrm>
                <a:off x="2524" y="3380"/>
                <a:ext cx="2"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a:t>
                </a:r>
                <a:endParaRPr lang="fr-FR" sz="1600" noProof="1">
                  <a:latin typeface="Calibri" pitchFamily="34" charset="0"/>
                </a:endParaRPr>
              </a:p>
            </p:txBody>
          </p:sp>
          <p:sp>
            <p:nvSpPr>
              <p:cNvPr id="136323" name="Rectangle 443"/>
              <p:cNvSpPr>
                <a:spLocks noChangeArrowheads="1"/>
              </p:cNvSpPr>
              <p:nvPr/>
            </p:nvSpPr>
            <p:spPr bwMode="auto">
              <a:xfrm>
                <a:off x="2527" y="3380"/>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3</a:t>
                </a:r>
                <a:endParaRPr lang="fr-FR" sz="1600" noProof="1">
                  <a:latin typeface="Calibri" pitchFamily="34" charset="0"/>
                </a:endParaRPr>
              </a:p>
            </p:txBody>
          </p:sp>
          <p:sp>
            <p:nvSpPr>
              <p:cNvPr id="136324" name="Rectangle 444"/>
              <p:cNvSpPr>
                <a:spLocks noChangeArrowheads="1"/>
              </p:cNvSpPr>
              <p:nvPr/>
            </p:nvSpPr>
            <p:spPr bwMode="auto">
              <a:xfrm>
                <a:off x="2533" y="3380"/>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5</a:t>
                </a:r>
                <a:endParaRPr lang="fr-FR" sz="1600" noProof="1">
                  <a:latin typeface="Calibri" pitchFamily="34" charset="0"/>
                </a:endParaRPr>
              </a:p>
            </p:txBody>
          </p:sp>
          <p:sp>
            <p:nvSpPr>
              <p:cNvPr id="136325" name="Rectangle 445"/>
              <p:cNvSpPr>
                <a:spLocks noChangeArrowheads="1"/>
              </p:cNvSpPr>
              <p:nvPr/>
            </p:nvSpPr>
            <p:spPr bwMode="auto">
              <a:xfrm>
                <a:off x="2540" y="3380"/>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6</a:t>
                </a:r>
                <a:endParaRPr lang="fr-FR" sz="1600" noProof="1">
                  <a:latin typeface="Calibri" pitchFamily="34" charset="0"/>
                </a:endParaRPr>
              </a:p>
            </p:txBody>
          </p:sp>
          <p:sp>
            <p:nvSpPr>
              <p:cNvPr id="136326" name="Rectangle 446"/>
              <p:cNvSpPr>
                <a:spLocks noChangeArrowheads="1"/>
              </p:cNvSpPr>
              <p:nvPr/>
            </p:nvSpPr>
            <p:spPr bwMode="auto">
              <a:xfrm>
                <a:off x="2489" y="3455"/>
                <a:ext cx="2"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L</a:t>
                </a:r>
                <a:endParaRPr lang="fr-FR" sz="1600" noProof="1">
                  <a:latin typeface="Calibri" pitchFamily="34" charset="0"/>
                </a:endParaRPr>
              </a:p>
            </p:txBody>
          </p:sp>
          <p:sp>
            <p:nvSpPr>
              <p:cNvPr id="136327" name="Rectangle 447"/>
              <p:cNvSpPr>
                <a:spLocks noChangeArrowheads="1"/>
              </p:cNvSpPr>
              <p:nvPr/>
            </p:nvSpPr>
            <p:spPr bwMode="auto">
              <a:xfrm>
                <a:off x="2496" y="3455"/>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C</a:t>
                </a:r>
                <a:endParaRPr lang="fr-FR" sz="1600" noProof="1">
                  <a:latin typeface="Calibri" pitchFamily="34" charset="0"/>
                </a:endParaRPr>
              </a:p>
            </p:txBody>
          </p:sp>
          <p:sp>
            <p:nvSpPr>
              <p:cNvPr id="136328" name="Rectangle 448"/>
              <p:cNvSpPr>
                <a:spLocks noChangeArrowheads="1"/>
              </p:cNvSpPr>
              <p:nvPr/>
            </p:nvSpPr>
            <p:spPr bwMode="auto">
              <a:xfrm>
                <a:off x="2504" y="3455"/>
                <a:ext cx="2"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L</a:t>
                </a:r>
                <a:endParaRPr lang="fr-FR" sz="1600" noProof="1">
                  <a:latin typeface="Calibri" pitchFamily="34" charset="0"/>
                </a:endParaRPr>
              </a:p>
            </p:txBody>
          </p:sp>
          <p:sp>
            <p:nvSpPr>
              <p:cNvPr id="136329" name="Rectangle 449"/>
              <p:cNvSpPr>
                <a:spLocks noChangeArrowheads="1"/>
              </p:cNvSpPr>
              <p:nvPr/>
            </p:nvSpPr>
            <p:spPr bwMode="auto">
              <a:xfrm>
                <a:off x="2510" y="3455"/>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a:t>
                </a:r>
                <a:endParaRPr lang="fr-FR" sz="1600" noProof="1">
                  <a:latin typeface="Calibri" pitchFamily="34" charset="0"/>
                </a:endParaRPr>
              </a:p>
            </p:txBody>
          </p:sp>
          <p:sp>
            <p:nvSpPr>
              <p:cNvPr id="136330" name="Rectangle 450"/>
              <p:cNvSpPr>
                <a:spLocks noChangeArrowheads="1"/>
              </p:cNvSpPr>
              <p:nvPr/>
            </p:nvSpPr>
            <p:spPr bwMode="auto">
              <a:xfrm>
                <a:off x="2516" y="3455"/>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0</a:t>
                </a:r>
                <a:endParaRPr lang="fr-FR" sz="1600" noProof="1">
                  <a:latin typeface="Calibri" pitchFamily="34" charset="0"/>
                </a:endParaRPr>
              </a:p>
            </p:txBody>
          </p:sp>
          <p:sp>
            <p:nvSpPr>
              <p:cNvPr id="136331" name="Rectangle 451"/>
              <p:cNvSpPr>
                <a:spLocks noChangeArrowheads="1"/>
              </p:cNvSpPr>
              <p:nvPr/>
            </p:nvSpPr>
            <p:spPr bwMode="auto">
              <a:xfrm>
                <a:off x="2523" y="3455"/>
                <a:ext cx="2"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a:t>
                </a:r>
                <a:endParaRPr lang="fr-FR" sz="1600" noProof="1">
                  <a:latin typeface="Calibri" pitchFamily="34" charset="0"/>
                </a:endParaRPr>
              </a:p>
            </p:txBody>
          </p:sp>
          <p:sp>
            <p:nvSpPr>
              <p:cNvPr id="136332" name="Rectangle 452"/>
              <p:cNvSpPr>
                <a:spLocks noChangeArrowheads="1"/>
              </p:cNvSpPr>
              <p:nvPr/>
            </p:nvSpPr>
            <p:spPr bwMode="auto">
              <a:xfrm>
                <a:off x="2526" y="3455"/>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0</a:t>
                </a:r>
                <a:endParaRPr lang="fr-FR" sz="1600" noProof="1">
                  <a:latin typeface="Calibri" pitchFamily="34" charset="0"/>
                </a:endParaRPr>
              </a:p>
            </p:txBody>
          </p:sp>
          <p:sp>
            <p:nvSpPr>
              <p:cNvPr id="136333" name="Rectangle 453"/>
              <p:cNvSpPr>
                <a:spLocks noChangeArrowheads="1"/>
              </p:cNvSpPr>
              <p:nvPr/>
            </p:nvSpPr>
            <p:spPr bwMode="auto">
              <a:xfrm>
                <a:off x="2532" y="3455"/>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0</a:t>
                </a:r>
                <a:endParaRPr lang="fr-FR" sz="1600" noProof="1">
                  <a:latin typeface="Calibri" pitchFamily="34" charset="0"/>
                </a:endParaRPr>
              </a:p>
            </p:txBody>
          </p:sp>
          <p:sp>
            <p:nvSpPr>
              <p:cNvPr id="136334" name="Rectangle 454"/>
              <p:cNvSpPr>
                <a:spLocks noChangeArrowheads="1"/>
              </p:cNvSpPr>
              <p:nvPr/>
            </p:nvSpPr>
            <p:spPr bwMode="auto">
              <a:xfrm>
                <a:off x="2539" y="3455"/>
                <a:ext cx="3" cy="7"/>
              </a:xfrm>
              <a:prstGeom prst="rect">
                <a:avLst/>
              </a:prstGeom>
              <a:noFill/>
              <a:ln w="9525">
                <a:noFill/>
                <a:miter lim="800000"/>
                <a:headEnd/>
                <a:tailEnd/>
              </a:ln>
            </p:spPr>
            <p:txBody>
              <a:bodyPr wrap="none" lIns="0" tIns="0" rIns="0" bIns="0">
                <a:spAutoFit/>
              </a:bodyPr>
              <a:lstStyle/>
              <a:p>
                <a:r>
                  <a:rPr lang="fr-FR" sz="100" noProof="1">
                    <a:latin typeface="Calibri" pitchFamily="34" charset="0"/>
                  </a:rPr>
                  <a:t>0</a:t>
                </a:r>
                <a:endParaRPr lang="fr-FR" sz="1600" noProof="1">
                  <a:latin typeface="Calibri" pitchFamily="34" charset="0"/>
                </a:endParaRPr>
              </a:p>
            </p:txBody>
          </p:sp>
          <p:sp>
            <p:nvSpPr>
              <p:cNvPr id="136335" name="Rectangle 455"/>
              <p:cNvSpPr>
                <a:spLocks noChangeArrowheads="1"/>
              </p:cNvSpPr>
              <p:nvPr/>
            </p:nvSpPr>
            <p:spPr bwMode="auto">
              <a:xfrm>
                <a:off x="2206" y="3166"/>
                <a:ext cx="3" cy="14"/>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I</a:t>
                </a:r>
                <a:endParaRPr lang="fr-FR" sz="1600" noProof="1">
                  <a:latin typeface="Calibri" pitchFamily="34" charset="0"/>
                </a:endParaRPr>
              </a:p>
            </p:txBody>
          </p:sp>
          <p:sp>
            <p:nvSpPr>
              <p:cNvPr id="136336" name="Rectangle 456"/>
              <p:cNvSpPr>
                <a:spLocks noChangeArrowheads="1"/>
              </p:cNvSpPr>
              <p:nvPr/>
            </p:nvSpPr>
            <p:spPr bwMode="auto">
              <a:xfrm>
                <a:off x="2210" y="3166"/>
                <a:ext cx="3" cy="14"/>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 </a:t>
                </a:r>
                <a:endParaRPr lang="fr-FR" sz="1600" noProof="1">
                  <a:latin typeface="Calibri" pitchFamily="34" charset="0"/>
                </a:endParaRPr>
              </a:p>
            </p:txBody>
          </p:sp>
          <p:sp>
            <p:nvSpPr>
              <p:cNvPr id="136337" name="Rectangle 457"/>
              <p:cNvSpPr>
                <a:spLocks noChangeArrowheads="1"/>
              </p:cNvSpPr>
              <p:nvPr/>
            </p:nvSpPr>
            <p:spPr bwMode="auto">
              <a:xfrm>
                <a:off x="2215" y="3166"/>
                <a:ext cx="7" cy="14"/>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a</a:t>
                </a:r>
                <a:endParaRPr lang="fr-FR" sz="1600" noProof="1">
                  <a:latin typeface="Calibri" pitchFamily="34" charset="0"/>
                </a:endParaRPr>
              </a:p>
            </p:txBody>
          </p:sp>
          <p:sp>
            <p:nvSpPr>
              <p:cNvPr id="136338" name="Rectangle 458"/>
              <p:cNvSpPr>
                <a:spLocks noChangeArrowheads="1"/>
              </p:cNvSpPr>
              <p:nvPr/>
            </p:nvSpPr>
            <p:spPr bwMode="auto">
              <a:xfrm>
                <a:off x="2226" y="3166"/>
                <a:ext cx="7" cy="14"/>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n</a:t>
                </a:r>
                <a:endParaRPr lang="fr-FR" sz="1600" noProof="1">
                  <a:latin typeface="Calibri" pitchFamily="34" charset="0"/>
                </a:endParaRPr>
              </a:p>
            </p:txBody>
          </p:sp>
          <p:sp>
            <p:nvSpPr>
              <p:cNvPr id="136339" name="Rectangle 459"/>
              <p:cNvSpPr>
                <a:spLocks noChangeArrowheads="1"/>
              </p:cNvSpPr>
              <p:nvPr/>
            </p:nvSpPr>
            <p:spPr bwMode="auto">
              <a:xfrm>
                <a:off x="2236" y="3166"/>
                <a:ext cx="7" cy="14"/>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d</a:t>
                </a:r>
                <a:endParaRPr lang="fr-FR" sz="1600" noProof="1">
                  <a:latin typeface="Calibri" pitchFamily="34" charset="0"/>
                </a:endParaRPr>
              </a:p>
            </p:txBody>
          </p:sp>
          <p:sp>
            <p:nvSpPr>
              <p:cNvPr id="136340" name="Rectangle 460"/>
              <p:cNvSpPr>
                <a:spLocks noChangeArrowheads="1"/>
              </p:cNvSpPr>
              <p:nvPr/>
            </p:nvSpPr>
            <p:spPr bwMode="auto">
              <a:xfrm>
                <a:off x="2246" y="3166"/>
                <a:ext cx="3" cy="14"/>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 </a:t>
                </a:r>
                <a:endParaRPr lang="fr-FR" sz="1600" noProof="1">
                  <a:latin typeface="Calibri" pitchFamily="34" charset="0"/>
                </a:endParaRPr>
              </a:p>
            </p:txBody>
          </p:sp>
          <p:sp>
            <p:nvSpPr>
              <p:cNvPr id="136341" name="Rectangle 461"/>
              <p:cNvSpPr>
                <a:spLocks noChangeArrowheads="1"/>
              </p:cNvSpPr>
              <p:nvPr/>
            </p:nvSpPr>
            <p:spPr bwMode="auto">
              <a:xfrm>
                <a:off x="2251" y="3166"/>
                <a:ext cx="12" cy="14"/>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M</a:t>
                </a:r>
                <a:endParaRPr lang="fr-FR" sz="1600" noProof="1">
                  <a:latin typeface="Calibri" pitchFamily="34" charset="0"/>
                </a:endParaRPr>
              </a:p>
            </p:txBody>
          </p:sp>
          <p:sp>
            <p:nvSpPr>
              <p:cNvPr id="136342" name="Rectangle 462"/>
              <p:cNvSpPr>
                <a:spLocks noChangeArrowheads="1"/>
              </p:cNvSpPr>
              <p:nvPr/>
            </p:nvSpPr>
            <p:spPr bwMode="auto">
              <a:xfrm>
                <a:off x="2266" y="3166"/>
                <a:ext cx="7" cy="14"/>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R</a:t>
                </a:r>
                <a:endParaRPr lang="fr-FR" sz="1600" noProof="1">
                  <a:latin typeface="Calibri" pitchFamily="34" charset="0"/>
                </a:endParaRPr>
              </a:p>
            </p:txBody>
          </p:sp>
          <p:sp>
            <p:nvSpPr>
              <p:cNvPr id="136343" name="Rectangle 463"/>
              <p:cNvSpPr>
                <a:spLocks noChangeArrowheads="1"/>
              </p:cNvSpPr>
              <p:nvPr/>
            </p:nvSpPr>
            <p:spPr bwMode="auto">
              <a:xfrm>
                <a:off x="2280" y="3166"/>
                <a:ext cx="3" cy="14"/>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 </a:t>
                </a:r>
                <a:endParaRPr lang="fr-FR" sz="1600" noProof="1">
                  <a:latin typeface="Calibri" pitchFamily="34" charset="0"/>
                </a:endParaRPr>
              </a:p>
            </p:txBody>
          </p:sp>
          <p:sp>
            <p:nvSpPr>
              <p:cNvPr id="136344" name="Rectangle 464"/>
              <p:cNvSpPr>
                <a:spLocks noChangeArrowheads="1"/>
              </p:cNvSpPr>
              <p:nvPr/>
            </p:nvSpPr>
            <p:spPr bwMode="auto">
              <a:xfrm>
                <a:off x="2285" y="3166"/>
                <a:ext cx="7" cy="14"/>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C</a:t>
                </a:r>
                <a:endParaRPr lang="fr-FR" sz="1600" noProof="1">
                  <a:latin typeface="Calibri" pitchFamily="34" charset="0"/>
                </a:endParaRPr>
              </a:p>
            </p:txBody>
          </p:sp>
          <p:sp>
            <p:nvSpPr>
              <p:cNvPr id="136345" name="Rectangle 465"/>
              <p:cNvSpPr>
                <a:spLocks noChangeArrowheads="1"/>
              </p:cNvSpPr>
              <p:nvPr/>
            </p:nvSpPr>
            <p:spPr bwMode="auto">
              <a:xfrm>
                <a:off x="2300" y="3166"/>
                <a:ext cx="7" cy="14"/>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h</a:t>
                </a:r>
                <a:endParaRPr lang="fr-FR" sz="1600" noProof="1">
                  <a:latin typeface="Calibri" pitchFamily="34" charset="0"/>
                </a:endParaRPr>
              </a:p>
            </p:txBody>
          </p:sp>
          <p:sp>
            <p:nvSpPr>
              <p:cNvPr id="136346" name="Rectangle 466"/>
              <p:cNvSpPr>
                <a:spLocks noChangeArrowheads="1"/>
              </p:cNvSpPr>
              <p:nvPr/>
            </p:nvSpPr>
            <p:spPr bwMode="auto">
              <a:xfrm>
                <a:off x="2310" y="3166"/>
                <a:ext cx="7" cy="14"/>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a</a:t>
                </a:r>
                <a:endParaRPr lang="fr-FR" sz="1600" noProof="1">
                  <a:latin typeface="Calibri" pitchFamily="34" charset="0"/>
                </a:endParaRPr>
              </a:p>
            </p:txBody>
          </p:sp>
          <p:sp>
            <p:nvSpPr>
              <p:cNvPr id="136347" name="Rectangle 467"/>
              <p:cNvSpPr>
                <a:spLocks noChangeArrowheads="1"/>
              </p:cNvSpPr>
              <p:nvPr/>
            </p:nvSpPr>
            <p:spPr bwMode="auto">
              <a:xfrm>
                <a:off x="2320" y="3166"/>
                <a:ext cx="5" cy="14"/>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r</a:t>
                </a:r>
                <a:endParaRPr lang="fr-FR" sz="1600" noProof="1">
                  <a:latin typeface="Calibri" pitchFamily="34" charset="0"/>
                </a:endParaRPr>
              </a:p>
            </p:txBody>
          </p:sp>
          <p:sp>
            <p:nvSpPr>
              <p:cNvPr id="136348" name="Rectangle 468"/>
              <p:cNvSpPr>
                <a:spLocks noChangeArrowheads="1"/>
              </p:cNvSpPr>
              <p:nvPr/>
            </p:nvSpPr>
            <p:spPr bwMode="auto">
              <a:xfrm>
                <a:off x="2327" y="3166"/>
                <a:ext cx="5" cy="14"/>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t</a:t>
                </a:r>
                <a:endParaRPr lang="fr-FR" sz="1600" noProof="1">
                  <a:latin typeface="Calibri" pitchFamily="34" charset="0"/>
                </a:endParaRPr>
              </a:p>
            </p:txBody>
          </p:sp>
          <p:sp>
            <p:nvSpPr>
              <p:cNvPr id="136349" name="Rectangle 469"/>
              <p:cNvSpPr>
                <a:spLocks noChangeArrowheads="1"/>
              </p:cNvSpPr>
              <p:nvPr/>
            </p:nvSpPr>
            <p:spPr bwMode="auto">
              <a:xfrm>
                <a:off x="2332" y="3166"/>
                <a:ext cx="3" cy="14"/>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 </a:t>
                </a:r>
                <a:endParaRPr lang="fr-FR" sz="1600" noProof="1">
                  <a:latin typeface="Calibri" pitchFamily="34" charset="0"/>
                </a:endParaRPr>
              </a:p>
            </p:txBody>
          </p:sp>
          <p:sp>
            <p:nvSpPr>
              <p:cNvPr id="136350" name="Rectangle 470"/>
              <p:cNvSpPr>
                <a:spLocks noChangeArrowheads="1"/>
              </p:cNvSpPr>
              <p:nvPr/>
            </p:nvSpPr>
            <p:spPr bwMode="auto">
              <a:xfrm>
                <a:off x="2337" y="3166"/>
                <a:ext cx="4" cy="14"/>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f</a:t>
                </a:r>
                <a:endParaRPr lang="fr-FR" sz="1600" noProof="1">
                  <a:latin typeface="Calibri" pitchFamily="34" charset="0"/>
                </a:endParaRPr>
              </a:p>
            </p:txBody>
          </p:sp>
          <p:sp>
            <p:nvSpPr>
              <p:cNvPr id="136351" name="Rectangle 471"/>
              <p:cNvSpPr>
                <a:spLocks noChangeArrowheads="1"/>
              </p:cNvSpPr>
              <p:nvPr/>
            </p:nvSpPr>
            <p:spPr bwMode="auto">
              <a:xfrm>
                <a:off x="2342" y="3166"/>
                <a:ext cx="7" cy="14"/>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o</a:t>
                </a:r>
                <a:endParaRPr lang="fr-FR" sz="1600" noProof="1">
                  <a:latin typeface="Calibri" pitchFamily="34" charset="0"/>
                </a:endParaRPr>
              </a:p>
            </p:txBody>
          </p:sp>
          <p:sp>
            <p:nvSpPr>
              <p:cNvPr id="136352" name="Rectangle 472"/>
              <p:cNvSpPr>
                <a:spLocks noChangeArrowheads="1"/>
              </p:cNvSpPr>
              <p:nvPr/>
            </p:nvSpPr>
            <p:spPr bwMode="auto">
              <a:xfrm>
                <a:off x="2353" y="3166"/>
                <a:ext cx="5" cy="14"/>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r</a:t>
                </a:r>
                <a:endParaRPr lang="fr-FR" sz="1600" noProof="1">
                  <a:latin typeface="Calibri" pitchFamily="34" charset="0"/>
                </a:endParaRPr>
              </a:p>
            </p:txBody>
          </p:sp>
          <p:sp>
            <p:nvSpPr>
              <p:cNvPr id="136353" name="Rectangle 473"/>
              <p:cNvSpPr>
                <a:spLocks noChangeArrowheads="1"/>
              </p:cNvSpPr>
              <p:nvPr/>
            </p:nvSpPr>
            <p:spPr bwMode="auto">
              <a:xfrm>
                <a:off x="2359" y="3166"/>
                <a:ext cx="3" cy="14"/>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a:t>
                </a:r>
                <a:endParaRPr lang="fr-FR" sz="1600" noProof="1">
                  <a:latin typeface="Calibri" pitchFamily="34" charset="0"/>
                </a:endParaRPr>
              </a:p>
            </p:txBody>
          </p:sp>
          <p:sp>
            <p:nvSpPr>
              <p:cNvPr id="136354" name="Rectangle 474"/>
              <p:cNvSpPr>
                <a:spLocks noChangeArrowheads="1"/>
              </p:cNvSpPr>
              <p:nvPr/>
            </p:nvSpPr>
            <p:spPr bwMode="auto">
              <a:xfrm>
                <a:off x="2365" y="3166"/>
                <a:ext cx="3" cy="14"/>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 </a:t>
                </a:r>
                <a:endParaRPr lang="fr-FR" sz="1600" noProof="1">
                  <a:latin typeface="Calibri" pitchFamily="34" charset="0"/>
                </a:endParaRPr>
              </a:p>
            </p:txBody>
          </p:sp>
          <p:sp>
            <p:nvSpPr>
              <p:cNvPr id="136355" name="Rectangle 475"/>
              <p:cNvSpPr>
                <a:spLocks noChangeArrowheads="1"/>
              </p:cNvSpPr>
              <p:nvPr/>
            </p:nvSpPr>
            <p:spPr bwMode="auto">
              <a:xfrm>
                <a:off x="2370" y="3166"/>
                <a:ext cx="10" cy="14"/>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a:t>
                </a:r>
                <a:endParaRPr lang="fr-FR" sz="1600" noProof="1">
                  <a:latin typeface="Calibri" pitchFamily="34" charset="0"/>
                </a:endParaRPr>
              </a:p>
            </p:txBody>
          </p:sp>
          <p:sp>
            <p:nvSpPr>
              <p:cNvPr id="136356" name="Rectangle 476"/>
              <p:cNvSpPr>
                <a:spLocks noChangeArrowheads="1"/>
              </p:cNvSpPr>
              <p:nvPr/>
            </p:nvSpPr>
            <p:spPr bwMode="auto">
              <a:xfrm>
                <a:off x="2387" y="3166"/>
                <a:ext cx="7" cy="14"/>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P</a:t>
                </a:r>
                <a:endParaRPr lang="fr-FR" sz="1600" noProof="1">
                  <a:latin typeface="Calibri" pitchFamily="34" charset="0"/>
                </a:endParaRPr>
              </a:p>
            </p:txBody>
          </p:sp>
          <p:sp>
            <p:nvSpPr>
              <p:cNvPr id="136357" name="Rectangle 477"/>
              <p:cNvSpPr>
                <a:spLocks noChangeArrowheads="1"/>
              </p:cNvSpPr>
              <p:nvPr/>
            </p:nvSpPr>
            <p:spPr bwMode="auto">
              <a:xfrm>
                <a:off x="2400" y="3166"/>
                <a:ext cx="8" cy="14"/>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D</a:t>
                </a:r>
                <a:endParaRPr lang="fr-FR" sz="1600" noProof="1">
                  <a:latin typeface="Calibri" pitchFamily="34" charset="0"/>
                </a:endParaRPr>
              </a:p>
            </p:txBody>
          </p:sp>
          <p:sp>
            <p:nvSpPr>
              <p:cNvPr id="136358" name="Rectangle 478"/>
              <p:cNvSpPr>
                <a:spLocks noChangeArrowheads="1"/>
              </p:cNvSpPr>
              <p:nvPr/>
            </p:nvSpPr>
            <p:spPr bwMode="auto">
              <a:xfrm>
                <a:off x="2414" y="3166"/>
                <a:ext cx="7" cy="14"/>
              </a:xfrm>
              <a:prstGeom prst="rect">
                <a:avLst/>
              </a:prstGeom>
              <a:noFill/>
              <a:ln w="9525">
                <a:noFill/>
                <a:miter lim="800000"/>
                <a:headEnd/>
                <a:tailEnd/>
              </a:ln>
            </p:spPr>
            <p:txBody>
              <a:bodyPr wrap="none" lIns="0" tIns="0" rIns="0" bIns="0">
                <a:spAutoFit/>
              </a:bodyPr>
              <a:lstStyle/>
              <a:p>
                <a:r>
                  <a:rPr lang="fr-FR" sz="200" noProof="1">
                    <a:latin typeface="Calibri" pitchFamily="34" charset="0"/>
                  </a:rPr>
                  <a:t>P</a:t>
                </a:r>
                <a:endParaRPr lang="fr-FR" sz="1600" noProof="1">
                  <a:latin typeface="Calibri" pitchFamily="34" charset="0"/>
                </a:endParaRPr>
              </a:p>
            </p:txBody>
          </p:sp>
        </p:grpSp>
        <p:grpSp>
          <p:nvGrpSpPr>
            <p:cNvPr id="7" name="Group 479"/>
            <p:cNvGrpSpPr>
              <a:grpSpLocks/>
            </p:cNvGrpSpPr>
            <p:nvPr/>
          </p:nvGrpSpPr>
          <p:grpSpPr bwMode="auto">
            <a:xfrm>
              <a:off x="3168" y="1152"/>
              <a:ext cx="672" cy="480"/>
              <a:chOff x="3312" y="912"/>
              <a:chExt cx="528" cy="336"/>
            </a:xfrm>
          </p:grpSpPr>
          <p:sp>
            <p:nvSpPr>
              <p:cNvPr id="136228" name="Rectangle 480"/>
              <p:cNvSpPr>
                <a:spLocks noChangeArrowheads="1"/>
              </p:cNvSpPr>
              <p:nvPr/>
            </p:nvSpPr>
            <p:spPr bwMode="auto">
              <a:xfrm>
                <a:off x="3312" y="912"/>
                <a:ext cx="528" cy="336"/>
              </a:xfrm>
              <a:prstGeom prst="rect">
                <a:avLst/>
              </a:prstGeom>
              <a:solidFill>
                <a:srgbClr val="C0C0C0"/>
              </a:solidFill>
              <a:ln w="9525">
                <a:solidFill>
                  <a:schemeClr val="tx1"/>
                </a:solidFill>
                <a:miter lim="800000"/>
                <a:headEnd/>
                <a:tailEnd/>
              </a:ln>
            </p:spPr>
            <p:txBody>
              <a:bodyPr wrap="none" lIns="90000" tIns="46800" rIns="90000" bIns="46800" anchor="ctr"/>
              <a:lstStyle/>
              <a:p>
                <a:endParaRPr lang="fr-FR">
                  <a:latin typeface="Calibri" pitchFamily="34" charset="0"/>
                </a:endParaRPr>
              </a:p>
            </p:txBody>
          </p:sp>
          <p:grpSp>
            <p:nvGrpSpPr>
              <p:cNvPr id="8" name="Group 481"/>
              <p:cNvGrpSpPr>
                <a:grpSpLocks/>
              </p:cNvGrpSpPr>
              <p:nvPr/>
            </p:nvGrpSpPr>
            <p:grpSpPr bwMode="auto">
              <a:xfrm>
                <a:off x="3360" y="914"/>
                <a:ext cx="395" cy="311"/>
                <a:chOff x="1018" y="1868"/>
                <a:chExt cx="306" cy="266"/>
              </a:xfrm>
            </p:grpSpPr>
            <p:grpSp>
              <p:nvGrpSpPr>
                <p:cNvPr id="9" name="Group 482"/>
                <p:cNvGrpSpPr>
                  <a:grpSpLocks/>
                </p:cNvGrpSpPr>
                <p:nvPr/>
              </p:nvGrpSpPr>
              <p:grpSpPr bwMode="auto">
                <a:xfrm>
                  <a:off x="1018" y="1938"/>
                  <a:ext cx="306" cy="163"/>
                  <a:chOff x="1018" y="1938"/>
                  <a:chExt cx="306" cy="163"/>
                </a:xfrm>
              </p:grpSpPr>
              <p:sp>
                <p:nvSpPr>
                  <p:cNvPr id="136233" name="Rectangle 483"/>
                  <p:cNvSpPr>
                    <a:spLocks noChangeArrowheads="1"/>
                  </p:cNvSpPr>
                  <p:nvPr/>
                </p:nvSpPr>
                <p:spPr bwMode="auto">
                  <a:xfrm rot="-5400000">
                    <a:off x="1012" y="1992"/>
                    <a:ext cx="30" cy="18"/>
                  </a:xfrm>
                  <a:prstGeom prst="rect">
                    <a:avLst/>
                  </a:prstGeom>
                  <a:solidFill>
                    <a:schemeClr val="bg1"/>
                  </a:solidFill>
                  <a:ln w="9525">
                    <a:solidFill>
                      <a:schemeClr val="tx1"/>
                    </a:solidFill>
                    <a:miter lim="800000"/>
                    <a:headEnd/>
                    <a:tailEnd/>
                  </a:ln>
                </p:spPr>
                <p:txBody>
                  <a:bodyPr wrap="none" lIns="0" tIns="0" rIns="0" bIns="0">
                    <a:spAutoFit/>
                  </a:bodyPr>
                  <a:lstStyle/>
                  <a:p>
                    <a:r>
                      <a:rPr lang="fr-FR" sz="300" noProof="1">
                        <a:latin typeface="Calibri" pitchFamily="34" charset="0"/>
                      </a:rPr>
                      <a:t>Time</a:t>
                    </a:r>
                    <a:endParaRPr lang="fr-FR" sz="1600" noProof="1">
                      <a:latin typeface="Calibri" pitchFamily="34" charset="0"/>
                    </a:endParaRPr>
                  </a:p>
                </p:txBody>
              </p:sp>
              <p:grpSp>
                <p:nvGrpSpPr>
                  <p:cNvPr id="10" name="Group 484"/>
                  <p:cNvGrpSpPr>
                    <a:grpSpLocks/>
                  </p:cNvGrpSpPr>
                  <p:nvPr/>
                </p:nvGrpSpPr>
                <p:grpSpPr bwMode="auto">
                  <a:xfrm>
                    <a:off x="1047" y="1938"/>
                    <a:ext cx="277" cy="163"/>
                    <a:chOff x="1047" y="1938"/>
                    <a:chExt cx="277" cy="163"/>
                  </a:xfrm>
                </p:grpSpPr>
                <p:sp>
                  <p:nvSpPr>
                    <p:cNvPr id="136235" name="Rectangle 485"/>
                    <p:cNvSpPr>
                      <a:spLocks noChangeArrowheads="1"/>
                    </p:cNvSpPr>
                    <p:nvPr/>
                  </p:nvSpPr>
                  <p:spPr bwMode="auto">
                    <a:xfrm>
                      <a:off x="1072" y="2018"/>
                      <a:ext cx="15" cy="24"/>
                    </a:xfrm>
                    <a:prstGeom prst="rect">
                      <a:avLst/>
                    </a:prstGeom>
                    <a:solidFill>
                      <a:schemeClr val="bg1"/>
                    </a:solidFill>
                    <a:ln w="3175">
                      <a:solidFill>
                        <a:schemeClr val="tx1"/>
                      </a:solidFill>
                      <a:miter lim="800000"/>
                      <a:headEnd/>
                      <a:tailEnd/>
                    </a:ln>
                  </p:spPr>
                  <p:txBody>
                    <a:bodyPr/>
                    <a:lstStyle/>
                    <a:p>
                      <a:endParaRPr lang="fr-FR">
                        <a:latin typeface="Calibri" pitchFamily="34" charset="0"/>
                      </a:endParaRPr>
                    </a:p>
                  </p:txBody>
                </p:sp>
                <p:sp>
                  <p:nvSpPr>
                    <p:cNvPr id="136236" name="Rectangle 486"/>
                    <p:cNvSpPr>
                      <a:spLocks noChangeArrowheads="1"/>
                    </p:cNvSpPr>
                    <p:nvPr/>
                  </p:nvSpPr>
                  <p:spPr bwMode="auto">
                    <a:xfrm>
                      <a:off x="1116" y="2011"/>
                      <a:ext cx="14" cy="75"/>
                    </a:xfrm>
                    <a:prstGeom prst="rect">
                      <a:avLst/>
                    </a:prstGeom>
                    <a:solidFill>
                      <a:schemeClr val="bg1"/>
                    </a:solidFill>
                    <a:ln w="3175">
                      <a:solidFill>
                        <a:schemeClr val="tx1"/>
                      </a:solidFill>
                      <a:miter lim="800000"/>
                      <a:headEnd/>
                      <a:tailEnd/>
                    </a:ln>
                  </p:spPr>
                  <p:txBody>
                    <a:bodyPr/>
                    <a:lstStyle/>
                    <a:p>
                      <a:endParaRPr lang="fr-FR">
                        <a:latin typeface="Calibri" pitchFamily="34" charset="0"/>
                      </a:endParaRPr>
                    </a:p>
                  </p:txBody>
                </p:sp>
                <p:sp>
                  <p:nvSpPr>
                    <p:cNvPr id="136237" name="Rectangle 487"/>
                    <p:cNvSpPr>
                      <a:spLocks noChangeArrowheads="1"/>
                    </p:cNvSpPr>
                    <p:nvPr/>
                  </p:nvSpPr>
                  <p:spPr bwMode="auto">
                    <a:xfrm>
                      <a:off x="1116" y="1962"/>
                      <a:ext cx="13" cy="48"/>
                    </a:xfrm>
                    <a:prstGeom prst="rect">
                      <a:avLst/>
                    </a:prstGeom>
                    <a:solidFill>
                      <a:schemeClr val="bg1"/>
                    </a:solidFill>
                    <a:ln w="3175">
                      <a:solidFill>
                        <a:schemeClr val="tx1"/>
                      </a:solidFill>
                      <a:miter lim="800000"/>
                      <a:headEnd/>
                      <a:tailEnd/>
                    </a:ln>
                  </p:spPr>
                  <p:txBody>
                    <a:bodyPr/>
                    <a:lstStyle/>
                    <a:p>
                      <a:endParaRPr lang="fr-FR">
                        <a:latin typeface="Calibri" pitchFamily="34" charset="0"/>
                      </a:endParaRPr>
                    </a:p>
                  </p:txBody>
                </p:sp>
                <p:sp>
                  <p:nvSpPr>
                    <p:cNvPr id="136238" name="Rectangle 488"/>
                    <p:cNvSpPr>
                      <a:spLocks noChangeArrowheads="1"/>
                    </p:cNvSpPr>
                    <p:nvPr/>
                  </p:nvSpPr>
                  <p:spPr bwMode="auto">
                    <a:xfrm>
                      <a:off x="1166" y="2027"/>
                      <a:ext cx="15" cy="58"/>
                    </a:xfrm>
                    <a:prstGeom prst="rect">
                      <a:avLst/>
                    </a:prstGeom>
                    <a:solidFill>
                      <a:schemeClr val="bg1"/>
                    </a:solidFill>
                    <a:ln w="3175">
                      <a:solidFill>
                        <a:schemeClr val="tx1"/>
                      </a:solidFill>
                      <a:miter lim="800000"/>
                      <a:headEnd/>
                      <a:tailEnd/>
                    </a:ln>
                  </p:spPr>
                  <p:txBody>
                    <a:bodyPr/>
                    <a:lstStyle/>
                    <a:p>
                      <a:endParaRPr lang="fr-FR">
                        <a:latin typeface="Calibri" pitchFamily="34" charset="0"/>
                      </a:endParaRPr>
                    </a:p>
                  </p:txBody>
                </p:sp>
                <p:sp>
                  <p:nvSpPr>
                    <p:cNvPr id="136239" name="Rectangle 489"/>
                    <p:cNvSpPr>
                      <a:spLocks noChangeArrowheads="1"/>
                    </p:cNvSpPr>
                    <p:nvPr/>
                  </p:nvSpPr>
                  <p:spPr bwMode="auto">
                    <a:xfrm>
                      <a:off x="1166" y="1978"/>
                      <a:ext cx="15" cy="49"/>
                    </a:xfrm>
                    <a:prstGeom prst="rect">
                      <a:avLst/>
                    </a:prstGeom>
                    <a:solidFill>
                      <a:schemeClr val="bg1"/>
                    </a:solidFill>
                    <a:ln w="3175">
                      <a:solidFill>
                        <a:schemeClr val="tx1"/>
                      </a:solidFill>
                      <a:miter lim="800000"/>
                      <a:headEnd/>
                      <a:tailEnd/>
                    </a:ln>
                  </p:spPr>
                  <p:txBody>
                    <a:bodyPr/>
                    <a:lstStyle/>
                    <a:p>
                      <a:endParaRPr lang="fr-FR">
                        <a:latin typeface="Calibri" pitchFamily="34" charset="0"/>
                      </a:endParaRPr>
                    </a:p>
                  </p:txBody>
                </p:sp>
                <p:sp>
                  <p:nvSpPr>
                    <p:cNvPr id="136240" name="Rectangle 490"/>
                    <p:cNvSpPr>
                      <a:spLocks noChangeArrowheads="1"/>
                    </p:cNvSpPr>
                    <p:nvPr/>
                  </p:nvSpPr>
                  <p:spPr bwMode="auto">
                    <a:xfrm>
                      <a:off x="1212" y="2034"/>
                      <a:ext cx="14" cy="51"/>
                    </a:xfrm>
                    <a:prstGeom prst="rect">
                      <a:avLst/>
                    </a:prstGeom>
                    <a:solidFill>
                      <a:schemeClr val="bg1"/>
                    </a:solidFill>
                    <a:ln w="3175">
                      <a:solidFill>
                        <a:schemeClr val="tx1"/>
                      </a:solidFill>
                      <a:miter lim="800000"/>
                      <a:headEnd/>
                      <a:tailEnd/>
                    </a:ln>
                  </p:spPr>
                  <p:txBody>
                    <a:bodyPr/>
                    <a:lstStyle/>
                    <a:p>
                      <a:endParaRPr lang="fr-FR">
                        <a:latin typeface="Calibri" pitchFamily="34" charset="0"/>
                      </a:endParaRPr>
                    </a:p>
                  </p:txBody>
                </p:sp>
                <p:sp>
                  <p:nvSpPr>
                    <p:cNvPr id="136241" name="Rectangle 491"/>
                    <p:cNvSpPr>
                      <a:spLocks noChangeArrowheads="1"/>
                    </p:cNvSpPr>
                    <p:nvPr/>
                  </p:nvSpPr>
                  <p:spPr bwMode="auto">
                    <a:xfrm>
                      <a:off x="1211" y="2009"/>
                      <a:ext cx="15" cy="25"/>
                    </a:xfrm>
                    <a:prstGeom prst="rect">
                      <a:avLst/>
                    </a:prstGeom>
                    <a:solidFill>
                      <a:schemeClr val="bg1"/>
                    </a:solidFill>
                    <a:ln w="3175">
                      <a:solidFill>
                        <a:schemeClr val="tx1"/>
                      </a:solidFill>
                      <a:miter lim="800000"/>
                      <a:headEnd/>
                      <a:tailEnd/>
                    </a:ln>
                  </p:spPr>
                  <p:txBody>
                    <a:bodyPr/>
                    <a:lstStyle/>
                    <a:p>
                      <a:endParaRPr lang="fr-FR">
                        <a:latin typeface="Calibri" pitchFamily="34" charset="0"/>
                      </a:endParaRPr>
                    </a:p>
                  </p:txBody>
                </p:sp>
                <p:sp>
                  <p:nvSpPr>
                    <p:cNvPr id="136242" name="Rectangle 492"/>
                    <p:cNvSpPr>
                      <a:spLocks noChangeArrowheads="1"/>
                    </p:cNvSpPr>
                    <p:nvPr/>
                  </p:nvSpPr>
                  <p:spPr bwMode="auto">
                    <a:xfrm>
                      <a:off x="1255" y="1984"/>
                      <a:ext cx="15" cy="102"/>
                    </a:xfrm>
                    <a:prstGeom prst="rect">
                      <a:avLst/>
                    </a:prstGeom>
                    <a:solidFill>
                      <a:schemeClr val="bg1"/>
                    </a:solidFill>
                    <a:ln w="3175">
                      <a:solidFill>
                        <a:schemeClr val="tx1"/>
                      </a:solidFill>
                      <a:miter lim="800000"/>
                      <a:headEnd/>
                      <a:tailEnd/>
                    </a:ln>
                  </p:spPr>
                  <p:txBody>
                    <a:bodyPr/>
                    <a:lstStyle/>
                    <a:p>
                      <a:endParaRPr lang="fr-FR">
                        <a:latin typeface="Calibri" pitchFamily="34" charset="0"/>
                      </a:endParaRPr>
                    </a:p>
                  </p:txBody>
                </p:sp>
                <p:sp>
                  <p:nvSpPr>
                    <p:cNvPr id="136243" name="Rectangle 493"/>
                    <p:cNvSpPr>
                      <a:spLocks noChangeArrowheads="1"/>
                    </p:cNvSpPr>
                    <p:nvPr/>
                  </p:nvSpPr>
                  <p:spPr bwMode="auto">
                    <a:xfrm>
                      <a:off x="1255" y="1959"/>
                      <a:ext cx="15" cy="25"/>
                    </a:xfrm>
                    <a:prstGeom prst="rect">
                      <a:avLst/>
                    </a:prstGeom>
                    <a:solidFill>
                      <a:schemeClr val="bg1"/>
                    </a:solidFill>
                    <a:ln w="3175">
                      <a:solidFill>
                        <a:schemeClr val="tx1"/>
                      </a:solidFill>
                      <a:miter lim="800000"/>
                      <a:headEnd/>
                      <a:tailEnd/>
                    </a:ln>
                  </p:spPr>
                  <p:txBody>
                    <a:bodyPr/>
                    <a:lstStyle/>
                    <a:p>
                      <a:endParaRPr lang="fr-FR">
                        <a:latin typeface="Calibri" pitchFamily="34" charset="0"/>
                      </a:endParaRPr>
                    </a:p>
                  </p:txBody>
                </p:sp>
                <p:sp>
                  <p:nvSpPr>
                    <p:cNvPr id="136244" name="Line 494"/>
                    <p:cNvSpPr>
                      <a:spLocks noChangeShapeType="1"/>
                    </p:cNvSpPr>
                    <p:nvPr/>
                  </p:nvSpPr>
                  <p:spPr bwMode="auto">
                    <a:xfrm>
                      <a:off x="1048" y="1955"/>
                      <a:ext cx="1" cy="133"/>
                    </a:xfrm>
                    <a:prstGeom prst="line">
                      <a:avLst/>
                    </a:prstGeom>
                    <a:noFill/>
                    <a:ln w="4763">
                      <a:solidFill>
                        <a:schemeClr val="tx1"/>
                      </a:solidFill>
                      <a:round/>
                      <a:headEnd/>
                      <a:tailEnd/>
                    </a:ln>
                  </p:spPr>
                  <p:txBody>
                    <a:bodyPr/>
                    <a:lstStyle/>
                    <a:p>
                      <a:endParaRPr lang="en-US"/>
                    </a:p>
                  </p:txBody>
                </p:sp>
                <p:sp>
                  <p:nvSpPr>
                    <p:cNvPr id="136245" name="Line 495"/>
                    <p:cNvSpPr>
                      <a:spLocks noChangeShapeType="1"/>
                    </p:cNvSpPr>
                    <p:nvPr/>
                  </p:nvSpPr>
                  <p:spPr bwMode="auto">
                    <a:xfrm>
                      <a:off x="1048" y="2086"/>
                      <a:ext cx="248" cy="1"/>
                    </a:xfrm>
                    <a:prstGeom prst="line">
                      <a:avLst/>
                    </a:prstGeom>
                    <a:noFill/>
                    <a:ln w="4763">
                      <a:solidFill>
                        <a:schemeClr val="tx1"/>
                      </a:solidFill>
                      <a:round/>
                      <a:headEnd/>
                      <a:tailEnd/>
                    </a:ln>
                  </p:spPr>
                  <p:txBody>
                    <a:bodyPr/>
                    <a:lstStyle/>
                    <a:p>
                      <a:endParaRPr lang="en-US"/>
                    </a:p>
                  </p:txBody>
                </p:sp>
                <p:sp>
                  <p:nvSpPr>
                    <p:cNvPr id="136246" name="Rectangle 496"/>
                    <p:cNvSpPr>
                      <a:spLocks noChangeArrowheads="1"/>
                    </p:cNvSpPr>
                    <p:nvPr/>
                  </p:nvSpPr>
                  <p:spPr bwMode="auto">
                    <a:xfrm>
                      <a:off x="1072" y="2043"/>
                      <a:ext cx="15" cy="41"/>
                    </a:xfrm>
                    <a:prstGeom prst="rect">
                      <a:avLst/>
                    </a:prstGeom>
                    <a:solidFill>
                      <a:schemeClr val="bg1"/>
                    </a:solidFill>
                    <a:ln w="3175">
                      <a:solidFill>
                        <a:schemeClr val="tx1"/>
                      </a:solidFill>
                      <a:miter lim="800000"/>
                      <a:headEnd/>
                      <a:tailEnd/>
                    </a:ln>
                  </p:spPr>
                  <p:txBody>
                    <a:bodyPr/>
                    <a:lstStyle/>
                    <a:p>
                      <a:endParaRPr lang="fr-FR">
                        <a:latin typeface="Calibri" pitchFamily="34" charset="0"/>
                      </a:endParaRPr>
                    </a:p>
                  </p:txBody>
                </p:sp>
                <p:sp>
                  <p:nvSpPr>
                    <p:cNvPr id="136247" name="Rectangle 497"/>
                    <p:cNvSpPr>
                      <a:spLocks noChangeArrowheads="1"/>
                    </p:cNvSpPr>
                    <p:nvPr/>
                  </p:nvSpPr>
                  <p:spPr bwMode="auto">
                    <a:xfrm>
                      <a:off x="1297" y="1988"/>
                      <a:ext cx="27" cy="17"/>
                    </a:xfrm>
                    <a:prstGeom prst="rect">
                      <a:avLst/>
                    </a:prstGeom>
                    <a:solidFill>
                      <a:schemeClr val="bg1"/>
                    </a:solidFill>
                    <a:ln w="9525">
                      <a:solidFill>
                        <a:schemeClr val="tx1"/>
                      </a:solidFill>
                      <a:miter lim="800000"/>
                      <a:headEnd/>
                      <a:tailEnd/>
                    </a:ln>
                  </p:spPr>
                  <p:txBody>
                    <a:bodyPr wrap="none" lIns="0" tIns="0" rIns="0" bIns="0">
                      <a:spAutoFit/>
                    </a:bodyPr>
                    <a:lstStyle/>
                    <a:p>
                      <a:r>
                        <a:rPr lang="fr-FR" sz="300" noProof="1">
                          <a:latin typeface="Calibri" pitchFamily="34" charset="0"/>
                        </a:rPr>
                        <a:t>Takt</a:t>
                      </a:r>
                      <a:endParaRPr lang="fr-FR" sz="1600" noProof="1">
                        <a:latin typeface="Calibri" pitchFamily="34" charset="0"/>
                      </a:endParaRPr>
                    </a:p>
                  </p:txBody>
                </p:sp>
                <p:sp>
                  <p:nvSpPr>
                    <p:cNvPr id="136248" name="Rectangle 498"/>
                    <p:cNvSpPr>
                      <a:spLocks noChangeArrowheads="1"/>
                    </p:cNvSpPr>
                    <p:nvPr/>
                  </p:nvSpPr>
                  <p:spPr bwMode="auto">
                    <a:xfrm>
                      <a:off x="1156" y="1938"/>
                      <a:ext cx="22" cy="6"/>
                    </a:xfrm>
                    <a:prstGeom prst="rect">
                      <a:avLst/>
                    </a:prstGeom>
                    <a:solidFill>
                      <a:schemeClr val="bg1"/>
                    </a:solidFill>
                    <a:ln w="9525">
                      <a:solidFill>
                        <a:schemeClr val="tx1"/>
                      </a:solidFill>
                      <a:miter lim="800000"/>
                      <a:headEnd/>
                      <a:tailEnd/>
                    </a:ln>
                  </p:spPr>
                  <p:txBody>
                    <a:bodyPr wrap="none" lIns="0" tIns="0" rIns="0" bIns="0">
                      <a:spAutoFit/>
                    </a:bodyPr>
                    <a:lstStyle/>
                    <a:p>
                      <a:r>
                        <a:rPr lang="fr-FR" sz="100" noProof="1">
                          <a:latin typeface="Calibri" pitchFamily="34" charset="0"/>
                        </a:rPr>
                        <a:t>N VA Time</a:t>
                      </a:r>
                      <a:endParaRPr lang="fr-FR" sz="1600" noProof="1">
                        <a:latin typeface="Calibri" pitchFamily="34" charset="0"/>
                      </a:endParaRPr>
                    </a:p>
                  </p:txBody>
                </p:sp>
                <p:grpSp>
                  <p:nvGrpSpPr>
                    <p:cNvPr id="11" name="Group 499"/>
                    <p:cNvGrpSpPr>
                      <a:grpSpLocks/>
                    </p:cNvGrpSpPr>
                    <p:nvPr/>
                  </p:nvGrpSpPr>
                  <p:grpSpPr bwMode="auto">
                    <a:xfrm>
                      <a:off x="1200" y="1946"/>
                      <a:ext cx="55" cy="24"/>
                      <a:chOff x="1200" y="1946"/>
                      <a:chExt cx="55" cy="24"/>
                    </a:xfrm>
                  </p:grpSpPr>
                  <p:sp>
                    <p:nvSpPr>
                      <p:cNvPr id="136294" name="Line 500"/>
                      <p:cNvSpPr>
                        <a:spLocks noChangeShapeType="1"/>
                      </p:cNvSpPr>
                      <p:nvPr/>
                    </p:nvSpPr>
                    <p:spPr bwMode="auto">
                      <a:xfrm>
                        <a:off x="1200" y="1946"/>
                        <a:ext cx="43" cy="18"/>
                      </a:xfrm>
                      <a:prstGeom prst="line">
                        <a:avLst/>
                      </a:prstGeom>
                      <a:noFill/>
                      <a:ln w="3175">
                        <a:solidFill>
                          <a:schemeClr val="tx1"/>
                        </a:solidFill>
                        <a:round/>
                        <a:headEnd/>
                        <a:tailEnd/>
                      </a:ln>
                    </p:spPr>
                    <p:txBody>
                      <a:bodyPr/>
                      <a:lstStyle/>
                      <a:p>
                        <a:endParaRPr lang="en-US"/>
                      </a:p>
                    </p:txBody>
                  </p:sp>
                  <p:sp>
                    <p:nvSpPr>
                      <p:cNvPr id="136295" name="Freeform 501"/>
                      <p:cNvSpPr>
                        <a:spLocks/>
                      </p:cNvSpPr>
                      <p:nvPr/>
                    </p:nvSpPr>
                    <p:spPr bwMode="auto">
                      <a:xfrm>
                        <a:off x="1231" y="1956"/>
                        <a:ext cx="24" cy="14"/>
                      </a:xfrm>
                      <a:custGeom>
                        <a:avLst/>
                        <a:gdLst>
                          <a:gd name="T0" fmla="*/ 0 w 142"/>
                          <a:gd name="T1" fmla="*/ 0 h 88"/>
                          <a:gd name="T2" fmla="*/ 0 w 142"/>
                          <a:gd name="T3" fmla="*/ 0 h 88"/>
                          <a:gd name="T4" fmla="*/ 0 w 142"/>
                          <a:gd name="T5" fmla="*/ 0 h 88"/>
                          <a:gd name="T6" fmla="*/ 0 w 142"/>
                          <a:gd name="T7" fmla="*/ 0 h 88"/>
                          <a:gd name="T8" fmla="*/ 0 60000 65536"/>
                          <a:gd name="T9" fmla="*/ 0 60000 65536"/>
                          <a:gd name="T10" fmla="*/ 0 60000 65536"/>
                          <a:gd name="T11" fmla="*/ 0 60000 65536"/>
                          <a:gd name="T12" fmla="*/ 0 w 142"/>
                          <a:gd name="T13" fmla="*/ 0 h 88"/>
                          <a:gd name="T14" fmla="*/ 142 w 142"/>
                          <a:gd name="T15" fmla="*/ 88 h 88"/>
                        </a:gdLst>
                        <a:ahLst/>
                        <a:cxnLst>
                          <a:cxn ang="T8">
                            <a:pos x="T0" y="T1"/>
                          </a:cxn>
                          <a:cxn ang="T9">
                            <a:pos x="T2" y="T3"/>
                          </a:cxn>
                          <a:cxn ang="T10">
                            <a:pos x="T4" y="T5"/>
                          </a:cxn>
                          <a:cxn ang="T11">
                            <a:pos x="T6" y="T7"/>
                          </a:cxn>
                        </a:cxnLst>
                        <a:rect l="T12" t="T13" r="T14" b="T15"/>
                        <a:pathLst>
                          <a:path w="142" h="88">
                            <a:moveTo>
                              <a:pt x="142" y="88"/>
                            </a:moveTo>
                            <a:lnTo>
                              <a:pt x="35" y="0"/>
                            </a:lnTo>
                            <a:lnTo>
                              <a:pt x="0" y="64"/>
                            </a:lnTo>
                            <a:lnTo>
                              <a:pt x="142" y="88"/>
                            </a:lnTo>
                            <a:close/>
                          </a:path>
                        </a:pathLst>
                      </a:custGeom>
                      <a:solidFill>
                        <a:schemeClr val="bg1"/>
                      </a:solidFill>
                      <a:ln w="0">
                        <a:solidFill>
                          <a:schemeClr val="tx1"/>
                        </a:solidFill>
                        <a:round/>
                        <a:headEnd/>
                        <a:tailEnd/>
                      </a:ln>
                    </p:spPr>
                    <p:txBody>
                      <a:bodyPr/>
                      <a:lstStyle/>
                      <a:p>
                        <a:endParaRPr lang="en-US"/>
                      </a:p>
                    </p:txBody>
                  </p:sp>
                  <p:sp>
                    <p:nvSpPr>
                      <p:cNvPr id="136296" name="Freeform 502"/>
                      <p:cNvSpPr>
                        <a:spLocks/>
                      </p:cNvSpPr>
                      <p:nvPr/>
                    </p:nvSpPr>
                    <p:spPr bwMode="auto">
                      <a:xfrm>
                        <a:off x="1231" y="1956"/>
                        <a:ext cx="24" cy="14"/>
                      </a:xfrm>
                      <a:custGeom>
                        <a:avLst/>
                        <a:gdLst>
                          <a:gd name="T0" fmla="*/ 0 w 143"/>
                          <a:gd name="T1" fmla="*/ 0 h 89"/>
                          <a:gd name="T2" fmla="*/ 0 w 143"/>
                          <a:gd name="T3" fmla="*/ 0 h 89"/>
                          <a:gd name="T4" fmla="*/ 0 w 143"/>
                          <a:gd name="T5" fmla="*/ 0 h 89"/>
                          <a:gd name="T6" fmla="*/ 0 w 143"/>
                          <a:gd name="T7" fmla="*/ 0 h 89"/>
                          <a:gd name="T8" fmla="*/ 0 60000 65536"/>
                          <a:gd name="T9" fmla="*/ 0 60000 65536"/>
                          <a:gd name="T10" fmla="*/ 0 60000 65536"/>
                          <a:gd name="T11" fmla="*/ 0 60000 65536"/>
                          <a:gd name="T12" fmla="*/ 0 w 143"/>
                          <a:gd name="T13" fmla="*/ 0 h 89"/>
                          <a:gd name="T14" fmla="*/ 143 w 143"/>
                          <a:gd name="T15" fmla="*/ 89 h 89"/>
                        </a:gdLst>
                        <a:ahLst/>
                        <a:cxnLst>
                          <a:cxn ang="T8">
                            <a:pos x="T0" y="T1"/>
                          </a:cxn>
                          <a:cxn ang="T9">
                            <a:pos x="T2" y="T3"/>
                          </a:cxn>
                          <a:cxn ang="T10">
                            <a:pos x="T4" y="T5"/>
                          </a:cxn>
                          <a:cxn ang="T11">
                            <a:pos x="T6" y="T7"/>
                          </a:cxn>
                        </a:cxnLst>
                        <a:rect l="T12" t="T13" r="T14" b="T15"/>
                        <a:pathLst>
                          <a:path w="143" h="89">
                            <a:moveTo>
                              <a:pt x="143" y="89"/>
                            </a:moveTo>
                            <a:lnTo>
                              <a:pt x="35" y="0"/>
                            </a:lnTo>
                            <a:lnTo>
                              <a:pt x="0" y="65"/>
                            </a:lnTo>
                            <a:lnTo>
                              <a:pt x="143" y="89"/>
                            </a:lnTo>
                            <a:close/>
                          </a:path>
                        </a:pathLst>
                      </a:custGeom>
                      <a:solidFill>
                        <a:schemeClr val="bg1"/>
                      </a:solidFill>
                      <a:ln w="9525">
                        <a:solidFill>
                          <a:schemeClr val="tx1"/>
                        </a:solidFill>
                        <a:round/>
                        <a:headEnd/>
                        <a:tailEnd/>
                      </a:ln>
                    </p:spPr>
                    <p:txBody>
                      <a:bodyPr/>
                      <a:lstStyle/>
                      <a:p>
                        <a:endParaRPr lang="en-US"/>
                      </a:p>
                    </p:txBody>
                  </p:sp>
                </p:grpSp>
                <p:sp>
                  <p:nvSpPr>
                    <p:cNvPr id="136250" name="Rectangle 503"/>
                    <p:cNvSpPr>
                      <a:spLocks noChangeArrowheads="1"/>
                    </p:cNvSpPr>
                    <p:nvPr/>
                  </p:nvSpPr>
                  <p:spPr bwMode="auto">
                    <a:xfrm>
                      <a:off x="1074" y="2089"/>
                      <a:ext cx="6" cy="12"/>
                    </a:xfrm>
                    <a:prstGeom prst="rect">
                      <a:avLst/>
                    </a:prstGeom>
                    <a:solidFill>
                      <a:schemeClr val="bg1"/>
                    </a:solidFill>
                    <a:ln w="9525">
                      <a:solidFill>
                        <a:schemeClr val="tx1"/>
                      </a:solidFill>
                      <a:miter lim="800000"/>
                      <a:headEnd/>
                      <a:tailEnd/>
                    </a:ln>
                  </p:spPr>
                  <p:txBody>
                    <a:bodyPr wrap="none" lIns="0" tIns="0" rIns="0" bIns="0">
                      <a:spAutoFit/>
                    </a:bodyPr>
                    <a:lstStyle/>
                    <a:p>
                      <a:r>
                        <a:rPr lang="fr-FR" sz="200" noProof="1">
                          <a:latin typeface="Calibri" pitchFamily="34" charset="0"/>
                        </a:rPr>
                        <a:t>A</a:t>
                      </a:r>
                      <a:endParaRPr lang="fr-FR" sz="1600" noProof="1">
                        <a:latin typeface="Calibri" pitchFamily="34" charset="0"/>
                      </a:endParaRPr>
                    </a:p>
                  </p:txBody>
                </p:sp>
                <p:sp>
                  <p:nvSpPr>
                    <p:cNvPr id="136251" name="Rectangle 504"/>
                    <p:cNvSpPr>
                      <a:spLocks noChangeArrowheads="1"/>
                    </p:cNvSpPr>
                    <p:nvPr/>
                  </p:nvSpPr>
                  <p:spPr bwMode="auto">
                    <a:xfrm>
                      <a:off x="1122" y="2089"/>
                      <a:ext cx="6" cy="12"/>
                    </a:xfrm>
                    <a:prstGeom prst="rect">
                      <a:avLst/>
                    </a:prstGeom>
                    <a:solidFill>
                      <a:schemeClr val="bg1"/>
                    </a:solidFill>
                    <a:ln w="9525">
                      <a:solidFill>
                        <a:schemeClr val="tx1"/>
                      </a:solidFill>
                      <a:miter lim="800000"/>
                      <a:headEnd/>
                      <a:tailEnd/>
                    </a:ln>
                  </p:spPr>
                  <p:txBody>
                    <a:bodyPr wrap="none" lIns="0" tIns="0" rIns="0" bIns="0">
                      <a:spAutoFit/>
                    </a:bodyPr>
                    <a:lstStyle/>
                    <a:p>
                      <a:r>
                        <a:rPr lang="fr-FR" sz="200" noProof="1">
                          <a:latin typeface="Calibri" pitchFamily="34" charset="0"/>
                        </a:rPr>
                        <a:t>B</a:t>
                      </a:r>
                      <a:endParaRPr lang="fr-FR" sz="1600" noProof="1">
                        <a:latin typeface="Calibri" pitchFamily="34" charset="0"/>
                      </a:endParaRPr>
                    </a:p>
                  </p:txBody>
                </p:sp>
                <p:sp>
                  <p:nvSpPr>
                    <p:cNvPr id="136252" name="Rectangle 505"/>
                    <p:cNvSpPr>
                      <a:spLocks noChangeArrowheads="1"/>
                    </p:cNvSpPr>
                    <p:nvPr/>
                  </p:nvSpPr>
                  <p:spPr bwMode="auto">
                    <a:xfrm>
                      <a:off x="1173" y="2089"/>
                      <a:ext cx="5" cy="12"/>
                    </a:xfrm>
                    <a:prstGeom prst="rect">
                      <a:avLst/>
                    </a:prstGeom>
                    <a:solidFill>
                      <a:schemeClr val="bg1"/>
                    </a:solidFill>
                    <a:ln w="9525">
                      <a:solidFill>
                        <a:schemeClr val="tx1"/>
                      </a:solidFill>
                      <a:miter lim="800000"/>
                      <a:headEnd/>
                      <a:tailEnd/>
                    </a:ln>
                  </p:spPr>
                  <p:txBody>
                    <a:bodyPr wrap="none" lIns="0" tIns="0" rIns="0" bIns="0">
                      <a:spAutoFit/>
                    </a:bodyPr>
                    <a:lstStyle/>
                    <a:p>
                      <a:r>
                        <a:rPr lang="fr-FR" sz="200" noProof="1">
                          <a:latin typeface="Calibri" pitchFamily="34" charset="0"/>
                        </a:rPr>
                        <a:t>C</a:t>
                      </a:r>
                      <a:endParaRPr lang="fr-FR" sz="1600" noProof="1">
                        <a:latin typeface="Calibri" pitchFamily="34" charset="0"/>
                      </a:endParaRPr>
                    </a:p>
                  </p:txBody>
                </p:sp>
                <p:sp>
                  <p:nvSpPr>
                    <p:cNvPr id="136253" name="Rectangle 506"/>
                    <p:cNvSpPr>
                      <a:spLocks noChangeArrowheads="1"/>
                    </p:cNvSpPr>
                    <p:nvPr/>
                  </p:nvSpPr>
                  <p:spPr bwMode="auto">
                    <a:xfrm>
                      <a:off x="1216" y="2089"/>
                      <a:ext cx="6" cy="12"/>
                    </a:xfrm>
                    <a:prstGeom prst="rect">
                      <a:avLst/>
                    </a:prstGeom>
                    <a:solidFill>
                      <a:schemeClr val="bg1"/>
                    </a:solidFill>
                    <a:ln w="9525">
                      <a:solidFill>
                        <a:schemeClr val="tx1"/>
                      </a:solidFill>
                      <a:miter lim="800000"/>
                      <a:headEnd/>
                      <a:tailEnd/>
                    </a:ln>
                  </p:spPr>
                  <p:txBody>
                    <a:bodyPr wrap="none" lIns="0" tIns="0" rIns="0" bIns="0">
                      <a:spAutoFit/>
                    </a:bodyPr>
                    <a:lstStyle/>
                    <a:p>
                      <a:r>
                        <a:rPr lang="fr-FR" sz="200" noProof="1">
                          <a:latin typeface="Calibri" pitchFamily="34" charset="0"/>
                        </a:rPr>
                        <a:t>D</a:t>
                      </a:r>
                      <a:endParaRPr lang="fr-FR" sz="1600" noProof="1">
                        <a:latin typeface="Calibri" pitchFamily="34" charset="0"/>
                      </a:endParaRPr>
                    </a:p>
                  </p:txBody>
                </p:sp>
                <p:sp>
                  <p:nvSpPr>
                    <p:cNvPr id="136254" name="Rectangle 507"/>
                    <p:cNvSpPr>
                      <a:spLocks noChangeArrowheads="1"/>
                    </p:cNvSpPr>
                    <p:nvPr/>
                  </p:nvSpPr>
                  <p:spPr bwMode="auto">
                    <a:xfrm>
                      <a:off x="1261" y="2089"/>
                      <a:ext cx="5" cy="12"/>
                    </a:xfrm>
                    <a:prstGeom prst="rect">
                      <a:avLst/>
                    </a:prstGeom>
                    <a:solidFill>
                      <a:schemeClr val="bg1"/>
                    </a:solidFill>
                    <a:ln w="9525">
                      <a:solidFill>
                        <a:schemeClr val="tx1"/>
                      </a:solidFill>
                      <a:miter lim="800000"/>
                      <a:headEnd/>
                      <a:tailEnd/>
                    </a:ln>
                  </p:spPr>
                  <p:txBody>
                    <a:bodyPr wrap="none" lIns="0" tIns="0" rIns="0" bIns="0">
                      <a:spAutoFit/>
                    </a:bodyPr>
                    <a:lstStyle/>
                    <a:p>
                      <a:r>
                        <a:rPr lang="fr-FR" sz="200" noProof="1">
                          <a:latin typeface="Calibri" pitchFamily="34" charset="0"/>
                        </a:rPr>
                        <a:t>E</a:t>
                      </a:r>
                      <a:endParaRPr lang="fr-FR" sz="1600" noProof="1">
                        <a:latin typeface="Calibri" pitchFamily="34" charset="0"/>
                      </a:endParaRPr>
                    </a:p>
                  </p:txBody>
                </p:sp>
                <p:grpSp>
                  <p:nvGrpSpPr>
                    <p:cNvPr id="12" name="Group 508"/>
                    <p:cNvGrpSpPr>
                      <a:grpSpLocks/>
                    </p:cNvGrpSpPr>
                    <p:nvPr/>
                  </p:nvGrpSpPr>
                  <p:grpSpPr bwMode="auto">
                    <a:xfrm>
                      <a:off x="1047" y="2002"/>
                      <a:ext cx="235" cy="1"/>
                      <a:chOff x="1047" y="2002"/>
                      <a:chExt cx="235" cy="1"/>
                    </a:xfrm>
                  </p:grpSpPr>
                  <p:sp>
                    <p:nvSpPr>
                      <p:cNvPr id="136256" name="Line 509"/>
                      <p:cNvSpPr>
                        <a:spLocks noChangeShapeType="1"/>
                      </p:cNvSpPr>
                      <p:nvPr/>
                    </p:nvSpPr>
                    <p:spPr bwMode="auto">
                      <a:xfrm>
                        <a:off x="1047" y="2002"/>
                        <a:ext cx="5" cy="1"/>
                      </a:xfrm>
                      <a:prstGeom prst="line">
                        <a:avLst/>
                      </a:prstGeom>
                      <a:noFill/>
                      <a:ln w="0">
                        <a:solidFill>
                          <a:schemeClr val="tx1"/>
                        </a:solidFill>
                        <a:round/>
                        <a:headEnd/>
                        <a:tailEnd/>
                      </a:ln>
                    </p:spPr>
                    <p:txBody>
                      <a:bodyPr/>
                      <a:lstStyle/>
                      <a:p>
                        <a:endParaRPr lang="en-US"/>
                      </a:p>
                    </p:txBody>
                  </p:sp>
                  <p:sp>
                    <p:nvSpPr>
                      <p:cNvPr id="136257" name="Line 510"/>
                      <p:cNvSpPr>
                        <a:spLocks noChangeShapeType="1"/>
                      </p:cNvSpPr>
                      <p:nvPr/>
                    </p:nvSpPr>
                    <p:spPr bwMode="auto">
                      <a:xfrm>
                        <a:off x="1054" y="2002"/>
                        <a:ext cx="4" cy="1"/>
                      </a:xfrm>
                      <a:prstGeom prst="line">
                        <a:avLst/>
                      </a:prstGeom>
                      <a:noFill/>
                      <a:ln w="0">
                        <a:solidFill>
                          <a:schemeClr val="tx1"/>
                        </a:solidFill>
                        <a:round/>
                        <a:headEnd/>
                        <a:tailEnd/>
                      </a:ln>
                    </p:spPr>
                    <p:txBody>
                      <a:bodyPr/>
                      <a:lstStyle/>
                      <a:p>
                        <a:endParaRPr lang="en-US"/>
                      </a:p>
                    </p:txBody>
                  </p:sp>
                  <p:sp>
                    <p:nvSpPr>
                      <p:cNvPr id="136258" name="Line 511"/>
                      <p:cNvSpPr>
                        <a:spLocks noChangeShapeType="1"/>
                      </p:cNvSpPr>
                      <p:nvPr/>
                    </p:nvSpPr>
                    <p:spPr bwMode="auto">
                      <a:xfrm>
                        <a:off x="1060" y="2002"/>
                        <a:ext cx="4" cy="1"/>
                      </a:xfrm>
                      <a:prstGeom prst="line">
                        <a:avLst/>
                      </a:prstGeom>
                      <a:noFill/>
                      <a:ln w="0">
                        <a:solidFill>
                          <a:schemeClr val="tx1"/>
                        </a:solidFill>
                        <a:round/>
                        <a:headEnd/>
                        <a:tailEnd/>
                      </a:ln>
                    </p:spPr>
                    <p:txBody>
                      <a:bodyPr/>
                      <a:lstStyle/>
                      <a:p>
                        <a:endParaRPr lang="en-US"/>
                      </a:p>
                    </p:txBody>
                  </p:sp>
                  <p:sp>
                    <p:nvSpPr>
                      <p:cNvPr id="136259" name="Line 512"/>
                      <p:cNvSpPr>
                        <a:spLocks noChangeShapeType="1"/>
                      </p:cNvSpPr>
                      <p:nvPr/>
                    </p:nvSpPr>
                    <p:spPr bwMode="auto">
                      <a:xfrm>
                        <a:off x="1066" y="2002"/>
                        <a:ext cx="4" cy="1"/>
                      </a:xfrm>
                      <a:prstGeom prst="line">
                        <a:avLst/>
                      </a:prstGeom>
                      <a:noFill/>
                      <a:ln w="0">
                        <a:solidFill>
                          <a:schemeClr val="tx1"/>
                        </a:solidFill>
                        <a:round/>
                        <a:headEnd/>
                        <a:tailEnd/>
                      </a:ln>
                    </p:spPr>
                    <p:txBody>
                      <a:bodyPr/>
                      <a:lstStyle/>
                      <a:p>
                        <a:endParaRPr lang="en-US"/>
                      </a:p>
                    </p:txBody>
                  </p:sp>
                  <p:sp>
                    <p:nvSpPr>
                      <p:cNvPr id="136260" name="Line 513"/>
                      <p:cNvSpPr>
                        <a:spLocks noChangeShapeType="1"/>
                      </p:cNvSpPr>
                      <p:nvPr/>
                    </p:nvSpPr>
                    <p:spPr bwMode="auto">
                      <a:xfrm>
                        <a:off x="1072" y="2002"/>
                        <a:ext cx="5" cy="1"/>
                      </a:xfrm>
                      <a:prstGeom prst="line">
                        <a:avLst/>
                      </a:prstGeom>
                      <a:noFill/>
                      <a:ln w="0">
                        <a:solidFill>
                          <a:schemeClr val="tx1"/>
                        </a:solidFill>
                        <a:round/>
                        <a:headEnd/>
                        <a:tailEnd/>
                      </a:ln>
                    </p:spPr>
                    <p:txBody>
                      <a:bodyPr/>
                      <a:lstStyle/>
                      <a:p>
                        <a:endParaRPr lang="en-US"/>
                      </a:p>
                    </p:txBody>
                  </p:sp>
                  <p:sp>
                    <p:nvSpPr>
                      <p:cNvPr id="136261" name="Line 514"/>
                      <p:cNvSpPr>
                        <a:spLocks noChangeShapeType="1"/>
                      </p:cNvSpPr>
                      <p:nvPr/>
                    </p:nvSpPr>
                    <p:spPr bwMode="auto">
                      <a:xfrm>
                        <a:off x="1079" y="2002"/>
                        <a:ext cx="4" cy="1"/>
                      </a:xfrm>
                      <a:prstGeom prst="line">
                        <a:avLst/>
                      </a:prstGeom>
                      <a:noFill/>
                      <a:ln w="0">
                        <a:solidFill>
                          <a:schemeClr val="tx1"/>
                        </a:solidFill>
                        <a:round/>
                        <a:headEnd/>
                        <a:tailEnd/>
                      </a:ln>
                    </p:spPr>
                    <p:txBody>
                      <a:bodyPr/>
                      <a:lstStyle/>
                      <a:p>
                        <a:endParaRPr lang="en-US"/>
                      </a:p>
                    </p:txBody>
                  </p:sp>
                  <p:sp>
                    <p:nvSpPr>
                      <p:cNvPr id="136262" name="Line 515"/>
                      <p:cNvSpPr>
                        <a:spLocks noChangeShapeType="1"/>
                      </p:cNvSpPr>
                      <p:nvPr/>
                    </p:nvSpPr>
                    <p:spPr bwMode="auto">
                      <a:xfrm>
                        <a:off x="1085" y="2002"/>
                        <a:ext cx="4" cy="1"/>
                      </a:xfrm>
                      <a:prstGeom prst="line">
                        <a:avLst/>
                      </a:prstGeom>
                      <a:noFill/>
                      <a:ln w="0">
                        <a:solidFill>
                          <a:schemeClr val="tx1"/>
                        </a:solidFill>
                        <a:round/>
                        <a:headEnd/>
                        <a:tailEnd/>
                      </a:ln>
                    </p:spPr>
                    <p:txBody>
                      <a:bodyPr/>
                      <a:lstStyle/>
                      <a:p>
                        <a:endParaRPr lang="en-US"/>
                      </a:p>
                    </p:txBody>
                  </p:sp>
                  <p:sp>
                    <p:nvSpPr>
                      <p:cNvPr id="136263" name="Line 516"/>
                      <p:cNvSpPr>
                        <a:spLocks noChangeShapeType="1"/>
                      </p:cNvSpPr>
                      <p:nvPr/>
                    </p:nvSpPr>
                    <p:spPr bwMode="auto">
                      <a:xfrm>
                        <a:off x="1091" y="2002"/>
                        <a:ext cx="4" cy="1"/>
                      </a:xfrm>
                      <a:prstGeom prst="line">
                        <a:avLst/>
                      </a:prstGeom>
                      <a:noFill/>
                      <a:ln w="0">
                        <a:solidFill>
                          <a:schemeClr val="tx1"/>
                        </a:solidFill>
                        <a:round/>
                        <a:headEnd/>
                        <a:tailEnd/>
                      </a:ln>
                    </p:spPr>
                    <p:txBody>
                      <a:bodyPr/>
                      <a:lstStyle/>
                      <a:p>
                        <a:endParaRPr lang="en-US"/>
                      </a:p>
                    </p:txBody>
                  </p:sp>
                  <p:sp>
                    <p:nvSpPr>
                      <p:cNvPr id="136264" name="Line 517"/>
                      <p:cNvSpPr>
                        <a:spLocks noChangeShapeType="1"/>
                      </p:cNvSpPr>
                      <p:nvPr/>
                    </p:nvSpPr>
                    <p:spPr bwMode="auto">
                      <a:xfrm>
                        <a:off x="1097" y="2002"/>
                        <a:ext cx="4" cy="1"/>
                      </a:xfrm>
                      <a:prstGeom prst="line">
                        <a:avLst/>
                      </a:prstGeom>
                      <a:noFill/>
                      <a:ln w="0">
                        <a:solidFill>
                          <a:schemeClr val="tx1"/>
                        </a:solidFill>
                        <a:round/>
                        <a:headEnd/>
                        <a:tailEnd/>
                      </a:ln>
                    </p:spPr>
                    <p:txBody>
                      <a:bodyPr/>
                      <a:lstStyle/>
                      <a:p>
                        <a:endParaRPr lang="en-US"/>
                      </a:p>
                    </p:txBody>
                  </p:sp>
                  <p:sp>
                    <p:nvSpPr>
                      <p:cNvPr id="136265" name="Line 518"/>
                      <p:cNvSpPr>
                        <a:spLocks noChangeShapeType="1"/>
                      </p:cNvSpPr>
                      <p:nvPr/>
                    </p:nvSpPr>
                    <p:spPr bwMode="auto">
                      <a:xfrm>
                        <a:off x="1104" y="2002"/>
                        <a:ext cx="4" cy="1"/>
                      </a:xfrm>
                      <a:prstGeom prst="line">
                        <a:avLst/>
                      </a:prstGeom>
                      <a:noFill/>
                      <a:ln w="0">
                        <a:solidFill>
                          <a:schemeClr val="tx1"/>
                        </a:solidFill>
                        <a:round/>
                        <a:headEnd/>
                        <a:tailEnd/>
                      </a:ln>
                    </p:spPr>
                    <p:txBody>
                      <a:bodyPr/>
                      <a:lstStyle/>
                      <a:p>
                        <a:endParaRPr lang="en-US"/>
                      </a:p>
                    </p:txBody>
                  </p:sp>
                  <p:sp>
                    <p:nvSpPr>
                      <p:cNvPr id="136266" name="Line 519"/>
                      <p:cNvSpPr>
                        <a:spLocks noChangeShapeType="1"/>
                      </p:cNvSpPr>
                      <p:nvPr/>
                    </p:nvSpPr>
                    <p:spPr bwMode="auto">
                      <a:xfrm>
                        <a:off x="1110" y="2002"/>
                        <a:ext cx="4" cy="1"/>
                      </a:xfrm>
                      <a:prstGeom prst="line">
                        <a:avLst/>
                      </a:prstGeom>
                      <a:noFill/>
                      <a:ln w="0">
                        <a:solidFill>
                          <a:schemeClr val="tx1"/>
                        </a:solidFill>
                        <a:round/>
                        <a:headEnd/>
                        <a:tailEnd/>
                      </a:ln>
                    </p:spPr>
                    <p:txBody>
                      <a:bodyPr/>
                      <a:lstStyle/>
                      <a:p>
                        <a:endParaRPr lang="en-US"/>
                      </a:p>
                    </p:txBody>
                  </p:sp>
                  <p:sp>
                    <p:nvSpPr>
                      <p:cNvPr id="136267" name="Line 520"/>
                      <p:cNvSpPr>
                        <a:spLocks noChangeShapeType="1"/>
                      </p:cNvSpPr>
                      <p:nvPr/>
                    </p:nvSpPr>
                    <p:spPr bwMode="auto">
                      <a:xfrm>
                        <a:off x="1116" y="2002"/>
                        <a:ext cx="4" cy="1"/>
                      </a:xfrm>
                      <a:prstGeom prst="line">
                        <a:avLst/>
                      </a:prstGeom>
                      <a:noFill/>
                      <a:ln w="0">
                        <a:solidFill>
                          <a:schemeClr val="tx1"/>
                        </a:solidFill>
                        <a:round/>
                        <a:headEnd/>
                        <a:tailEnd/>
                      </a:ln>
                    </p:spPr>
                    <p:txBody>
                      <a:bodyPr/>
                      <a:lstStyle/>
                      <a:p>
                        <a:endParaRPr lang="en-US"/>
                      </a:p>
                    </p:txBody>
                  </p:sp>
                  <p:sp>
                    <p:nvSpPr>
                      <p:cNvPr id="136268" name="Line 521"/>
                      <p:cNvSpPr>
                        <a:spLocks noChangeShapeType="1"/>
                      </p:cNvSpPr>
                      <p:nvPr/>
                    </p:nvSpPr>
                    <p:spPr bwMode="auto">
                      <a:xfrm>
                        <a:off x="1122" y="2002"/>
                        <a:ext cx="4" cy="1"/>
                      </a:xfrm>
                      <a:prstGeom prst="line">
                        <a:avLst/>
                      </a:prstGeom>
                      <a:noFill/>
                      <a:ln w="0">
                        <a:solidFill>
                          <a:schemeClr val="tx1"/>
                        </a:solidFill>
                        <a:round/>
                        <a:headEnd/>
                        <a:tailEnd/>
                      </a:ln>
                    </p:spPr>
                    <p:txBody>
                      <a:bodyPr/>
                      <a:lstStyle/>
                      <a:p>
                        <a:endParaRPr lang="en-US"/>
                      </a:p>
                    </p:txBody>
                  </p:sp>
                  <p:sp>
                    <p:nvSpPr>
                      <p:cNvPr id="136269" name="Line 522"/>
                      <p:cNvSpPr>
                        <a:spLocks noChangeShapeType="1"/>
                      </p:cNvSpPr>
                      <p:nvPr/>
                    </p:nvSpPr>
                    <p:spPr bwMode="auto">
                      <a:xfrm>
                        <a:off x="1129" y="2002"/>
                        <a:ext cx="4" cy="1"/>
                      </a:xfrm>
                      <a:prstGeom prst="line">
                        <a:avLst/>
                      </a:prstGeom>
                      <a:noFill/>
                      <a:ln w="0">
                        <a:solidFill>
                          <a:schemeClr val="tx1"/>
                        </a:solidFill>
                        <a:round/>
                        <a:headEnd/>
                        <a:tailEnd/>
                      </a:ln>
                    </p:spPr>
                    <p:txBody>
                      <a:bodyPr/>
                      <a:lstStyle/>
                      <a:p>
                        <a:endParaRPr lang="en-US"/>
                      </a:p>
                    </p:txBody>
                  </p:sp>
                  <p:sp>
                    <p:nvSpPr>
                      <p:cNvPr id="136270" name="Line 523"/>
                      <p:cNvSpPr>
                        <a:spLocks noChangeShapeType="1"/>
                      </p:cNvSpPr>
                      <p:nvPr/>
                    </p:nvSpPr>
                    <p:spPr bwMode="auto">
                      <a:xfrm>
                        <a:off x="1135" y="2002"/>
                        <a:ext cx="4" cy="1"/>
                      </a:xfrm>
                      <a:prstGeom prst="line">
                        <a:avLst/>
                      </a:prstGeom>
                      <a:noFill/>
                      <a:ln w="0">
                        <a:solidFill>
                          <a:schemeClr val="tx1"/>
                        </a:solidFill>
                        <a:round/>
                        <a:headEnd/>
                        <a:tailEnd/>
                      </a:ln>
                    </p:spPr>
                    <p:txBody>
                      <a:bodyPr/>
                      <a:lstStyle/>
                      <a:p>
                        <a:endParaRPr lang="en-US"/>
                      </a:p>
                    </p:txBody>
                  </p:sp>
                  <p:sp>
                    <p:nvSpPr>
                      <p:cNvPr id="136271" name="Line 524"/>
                      <p:cNvSpPr>
                        <a:spLocks noChangeShapeType="1"/>
                      </p:cNvSpPr>
                      <p:nvPr/>
                    </p:nvSpPr>
                    <p:spPr bwMode="auto">
                      <a:xfrm>
                        <a:off x="1141" y="2002"/>
                        <a:ext cx="4" cy="1"/>
                      </a:xfrm>
                      <a:prstGeom prst="line">
                        <a:avLst/>
                      </a:prstGeom>
                      <a:noFill/>
                      <a:ln w="0">
                        <a:solidFill>
                          <a:schemeClr val="tx1"/>
                        </a:solidFill>
                        <a:round/>
                        <a:headEnd/>
                        <a:tailEnd/>
                      </a:ln>
                    </p:spPr>
                    <p:txBody>
                      <a:bodyPr/>
                      <a:lstStyle/>
                      <a:p>
                        <a:endParaRPr lang="en-US"/>
                      </a:p>
                    </p:txBody>
                  </p:sp>
                  <p:sp>
                    <p:nvSpPr>
                      <p:cNvPr id="136272" name="Line 525"/>
                      <p:cNvSpPr>
                        <a:spLocks noChangeShapeType="1"/>
                      </p:cNvSpPr>
                      <p:nvPr/>
                    </p:nvSpPr>
                    <p:spPr bwMode="auto">
                      <a:xfrm>
                        <a:off x="1147" y="2002"/>
                        <a:ext cx="4" cy="1"/>
                      </a:xfrm>
                      <a:prstGeom prst="line">
                        <a:avLst/>
                      </a:prstGeom>
                      <a:noFill/>
                      <a:ln w="0">
                        <a:solidFill>
                          <a:schemeClr val="tx1"/>
                        </a:solidFill>
                        <a:round/>
                        <a:headEnd/>
                        <a:tailEnd/>
                      </a:ln>
                    </p:spPr>
                    <p:txBody>
                      <a:bodyPr/>
                      <a:lstStyle/>
                      <a:p>
                        <a:endParaRPr lang="en-US"/>
                      </a:p>
                    </p:txBody>
                  </p:sp>
                  <p:sp>
                    <p:nvSpPr>
                      <p:cNvPr id="136273" name="Line 526"/>
                      <p:cNvSpPr>
                        <a:spLocks noChangeShapeType="1"/>
                      </p:cNvSpPr>
                      <p:nvPr/>
                    </p:nvSpPr>
                    <p:spPr bwMode="auto">
                      <a:xfrm>
                        <a:off x="1154" y="2002"/>
                        <a:ext cx="4" cy="1"/>
                      </a:xfrm>
                      <a:prstGeom prst="line">
                        <a:avLst/>
                      </a:prstGeom>
                      <a:noFill/>
                      <a:ln w="0">
                        <a:solidFill>
                          <a:schemeClr val="tx1"/>
                        </a:solidFill>
                        <a:round/>
                        <a:headEnd/>
                        <a:tailEnd/>
                      </a:ln>
                    </p:spPr>
                    <p:txBody>
                      <a:bodyPr/>
                      <a:lstStyle/>
                      <a:p>
                        <a:endParaRPr lang="en-US"/>
                      </a:p>
                    </p:txBody>
                  </p:sp>
                  <p:sp>
                    <p:nvSpPr>
                      <p:cNvPr id="136274" name="Line 527"/>
                      <p:cNvSpPr>
                        <a:spLocks noChangeShapeType="1"/>
                      </p:cNvSpPr>
                      <p:nvPr/>
                    </p:nvSpPr>
                    <p:spPr bwMode="auto">
                      <a:xfrm>
                        <a:off x="1160" y="2002"/>
                        <a:ext cx="4" cy="1"/>
                      </a:xfrm>
                      <a:prstGeom prst="line">
                        <a:avLst/>
                      </a:prstGeom>
                      <a:noFill/>
                      <a:ln w="0">
                        <a:solidFill>
                          <a:schemeClr val="tx1"/>
                        </a:solidFill>
                        <a:round/>
                        <a:headEnd/>
                        <a:tailEnd/>
                      </a:ln>
                    </p:spPr>
                    <p:txBody>
                      <a:bodyPr/>
                      <a:lstStyle/>
                      <a:p>
                        <a:endParaRPr lang="en-US"/>
                      </a:p>
                    </p:txBody>
                  </p:sp>
                  <p:sp>
                    <p:nvSpPr>
                      <p:cNvPr id="136275" name="Line 528"/>
                      <p:cNvSpPr>
                        <a:spLocks noChangeShapeType="1"/>
                      </p:cNvSpPr>
                      <p:nvPr/>
                    </p:nvSpPr>
                    <p:spPr bwMode="auto">
                      <a:xfrm>
                        <a:off x="1166" y="2002"/>
                        <a:ext cx="4" cy="1"/>
                      </a:xfrm>
                      <a:prstGeom prst="line">
                        <a:avLst/>
                      </a:prstGeom>
                      <a:noFill/>
                      <a:ln w="0">
                        <a:solidFill>
                          <a:schemeClr val="tx1"/>
                        </a:solidFill>
                        <a:round/>
                        <a:headEnd/>
                        <a:tailEnd/>
                      </a:ln>
                    </p:spPr>
                    <p:txBody>
                      <a:bodyPr/>
                      <a:lstStyle/>
                      <a:p>
                        <a:endParaRPr lang="en-US"/>
                      </a:p>
                    </p:txBody>
                  </p:sp>
                  <p:sp>
                    <p:nvSpPr>
                      <p:cNvPr id="136276" name="Line 529"/>
                      <p:cNvSpPr>
                        <a:spLocks noChangeShapeType="1"/>
                      </p:cNvSpPr>
                      <p:nvPr/>
                    </p:nvSpPr>
                    <p:spPr bwMode="auto">
                      <a:xfrm>
                        <a:off x="1172" y="2002"/>
                        <a:ext cx="4" cy="1"/>
                      </a:xfrm>
                      <a:prstGeom prst="line">
                        <a:avLst/>
                      </a:prstGeom>
                      <a:noFill/>
                      <a:ln w="0">
                        <a:solidFill>
                          <a:schemeClr val="tx1"/>
                        </a:solidFill>
                        <a:round/>
                        <a:headEnd/>
                        <a:tailEnd/>
                      </a:ln>
                    </p:spPr>
                    <p:txBody>
                      <a:bodyPr/>
                      <a:lstStyle/>
                      <a:p>
                        <a:endParaRPr lang="en-US"/>
                      </a:p>
                    </p:txBody>
                  </p:sp>
                  <p:sp>
                    <p:nvSpPr>
                      <p:cNvPr id="136277" name="Line 530"/>
                      <p:cNvSpPr>
                        <a:spLocks noChangeShapeType="1"/>
                      </p:cNvSpPr>
                      <p:nvPr/>
                    </p:nvSpPr>
                    <p:spPr bwMode="auto">
                      <a:xfrm>
                        <a:off x="1178" y="2002"/>
                        <a:ext cx="5" cy="1"/>
                      </a:xfrm>
                      <a:prstGeom prst="line">
                        <a:avLst/>
                      </a:prstGeom>
                      <a:noFill/>
                      <a:ln w="0">
                        <a:solidFill>
                          <a:schemeClr val="tx1"/>
                        </a:solidFill>
                        <a:round/>
                        <a:headEnd/>
                        <a:tailEnd/>
                      </a:ln>
                    </p:spPr>
                    <p:txBody>
                      <a:bodyPr/>
                      <a:lstStyle/>
                      <a:p>
                        <a:endParaRPr lang="en-US"/>
                      </a:p>
                    </p:txBody>
                  </p:sp>
                  <p:sp>
                    <p:nvSpPr>
                      <p:cNvPr id="136278" name="Line 531"/>
                      <p:cNvSpPr>
                        <a:spLocks noChangeShapeType="1"/>
                      </p:cNvSpPr>
                      <p:nvPr/>
                    </p:nvSpPr>
                    <p:spPr bwMode="auto">
                      <a:xfrm>
                        <a:off x="1185" y="2002"/>
                        <a:ext cx="4" cy="1"/>
                      </a:xfrm>
                      <a:prstGeom prst="line">
                        <a:avLst/>
                      </a:prstGeom>
                      <a:noFill/>
                      <a:ln w="0">
                        <a:solidFill>
                          <a:schemeClr val="tx1"/>
                        </a:solidFill>
                        <a:round/>
                        <a:headEnd/>
                        <a:tailEnd/>
                      </a:ln>
                    </p:spPr>
                    <p:txBody>
                      <a:bodyPr/>
                      <a:lstStyle/>
                      <a:p>
                        <a:endParaRPr lang="en-US"/>
                      </a:p>
                    </p:txBody>
                  </p:sp>
                  <p:sp>
                    <p:nvSpPr>
                      <p:cNvPr id="136279" name="Line 532"/>
                      <p:cNvSpPr>
                        <a:spLocks noChangeShapeType="1"/>
                      </p:cNvSpPr>
                      <p:nvPr/>
                    </p:nvSpPr>
                    <p:spPr bwMode="auto">
                      <a:xfrm>
                        <a:off x="1191" y="2002"/>
                        <a:ext cx="4" cy="1"/>
                      </a:xfrm>
                      <a:prstGeom prst="line">
                        <a:avLst/>
                      </a:prstGeom>
                      <a:noFill/>
                      <a:ln w="0">
                        <a:solidFill>
                          <a:schemeClr val="tx1"/>
                        </a:solidFill>
                        <a:round/>
                        <a:headEnd/>
                        <a:tailEnd/>
                      </a:ln>
                    </p:spPr>
                    <p:txBody>
                      <a:bodyPr/>
                      <a:lstStyle/>
                      <a:p>
                        <a:endParaRPr lang="en-US"/>
                      </a:p>
                    </p:txBody>
                  </p:sp>
                  <p:sp>
                    <p:nvSpPr>
                      <p:cNvPr id="136280" name="Line 533"/>
                      <p:cNvSpPr>
                        <a:spLocks noChangeShapeType="1"/>
                      </p:cNvSpPr>
                      <p:nvPr/>
                    </p:nvSpPr>
                    <p:spPr bwMode="auto">
                      <a:xfrm>
                        <a:off x="1197" y="2002"/>
                        <a:ext cx="4" cy="1"/>
                      </a:xfrm>
                      <a:prstGeom prst="line">
                        <a:avLst/>
                      </a:prstGeom>
                      <a:noFill/>
                      <a:ln w="0">
                        <a:solidFill>
                          <a:schemeClr val="tx1"/>
                        </a:solidFill>
                        <a:round/>
                        <a:headEnd/>
                        <a:tailEnd/>
                      </a:ln>
                    </p:spPr>
                    <p:txBody>
                      <a:bodyPr/>
                      <a:lstStyle/>
                      <a:p>
                        <a:endParaRPr lang="en-US"/>
                      </a:p>
                    </p:txBody>
                  </p:sp>
                  <p:sp>
                    <p:nvSpPr>
                      <p:cNvPr id="136281" name="Line 534"/>
                      <p:cNvSpPr>
                        <a:spLocks noChangeShapeType="1"/>
                      </p:cNvSpPr>
                      <p:nvPr/>
                    </p:nvSpPr>
                    <p:spPr bwMode="auto">
                      <a:xfrm>
                        <a:off x="1203" y="2002"/>
                        <a:ext cx="5" cy="1"/>
                      </a:xfrm>
                      <a:prstGeom prst="line">
                        <a:avLst/>
                      </a:prstGeom>
                      <a:noFill/>
                      <a:ln w="0">
                        <a:solidFill>
                          <a:schemeClr val="tx1"/>
                        </a:solidFill>
                        <a:round/>
                        <a:headEnd/>
                        <a:tailEnd/>
                      </a:ln>
                    </p:spPr>
                    <p:txBody>
                      <a:bodyPr/>
                      <a:lstStyle/>
                      <a:p>
                        <a:endParaRPr lang="en-US"/>
                      </a:p>
                    </p:txBody>
                  </p:sp>
                  <p:sp>
                    <p:nvSpPr>
                      <p:cNvPr id="136282" name="Line 535"/>
                      <p:cNvSpPr>
                        <a:spLocks noChangeShapeType="1"/>
                      </p:cNvSpPr>
                      <p:nvPr/>
                    </p:nvSpPr>
                    <p:spPr bwMode="auto">
                      <a:xfrm>
                        <a:off x="1210" y="2002"/>
                        <a:ext cx="4" cy="1"/>
                      </a:xfrm>
                      <a:prstGeom prst="line">
                        <a:avLst/>
                      </a:prstGeom>
                      <a:noFill/>
                      <a:ln w="0">
                        <a:solidFill>
                          <a:schemeClr val="tx1"/>
                        </a:solidFill>
                        <a:round/>
                        <a:headEnd/>
                        <a:tailEnd/>
                      </a:ln>
                    </p:spPr>
                    <p:txBody>
                      <a:bodyPr/>
                      <a:lstStyle/>
                      <a:p>
                        <a:endParaRPr lang="en-US"/>
                      </a:p>
                    </p:txBody>
                  </p:sp>
                  <p:sp>
                    <p:nvSpPr>
                      <p:cNvPr id="136283" name="Line 536"/>
                      <p:cNvSpPr>
                        <a:spLocks noChangeShapeType="1"/>
                      </p:cNvSpPr>
                      <p:nvPr/>
                    </p:nvSpPr>
                    <p:spPr bwMode="auto">
                      <a:xfrm>
                        <a:off x="1216" y="2002"/>
                        <a:ext cx="4" cy="1"/>
                      </a:xfrm>
                      <a:prstGeom prst="line">
                        <a:avLst/>
                      </a:prstGeom>
                      <a:noFill/>
                      <a:ln w="0">
                        <a:solidFill>
                          <a:schemeClr val="tx1"/>
                        </a:solidFill>
                        <a:round/>
                        <a:headEnd/>
                        <a:tailEnd/>
                      </a:ln>
                    </p:spPr>
                    <p:txBody>
                      <a:bodyPr/>
                      <a:lstStyle/>
                      <a:p>
                        <a:endParaRPr lang="en-US"/>
                      </a:p>
                    </p:txBody>
                  </p:sp>
                  <p:sp>
                    <p:nvSpPr>
                      <p:cNvPr id="136284" name="Line 537"/>
                      <p:cNvSpPr>
                        <a:spLocks noChangeShapeType="1"/>
                      </p:cNvSpPr>
                      <p:nvPr/>
                    </p:nvSpPr>
                    <p:spPr bwMode="auto">
                      <a:xfrm>
                        <a:off x="1222" y="2002"/>
                        <a:ext cx="4" cy="1"/>
                      </a:xfrm>
                      <a:prstGeom prst="line">
                        <a:avLst/>
                      </a:prstGeom>
                      <a:noFill/>
                      <a:ln w="0">
                        <a:solidFill>
                          <a:schemeClr val="tx1"/>
                        </a:solidFill>
                        <a:round/>
                        <a:headEnd/>
                        <a:tailEnd/>
                      </a:ln>
                    </p:spPr>
                    <p:txBody>
                      <a:bodyPr/>
                      <a:lstStyle/>
                      <a:p>
                        <a:endParaRPr lang="en-US"/>
                      </a:p>
                    </p:txBody>
                  </p:sp>
                  <p:sp>
                    <p:nvSpPr>
                      <p:cNvPr id="136285" name="Line 538"/>
                      <p:cNvSpPr>
                        <a:spLocks noChangeShapeType="1"/>
                      </p:cNvSpPr>
                      <p:nvPr/>
                    </p:nvSpPr>
                    <p:spPr bwMode="auto">
                      <a:xfrm>
                        <a:off x="1228" y="2002"/>
                        <a:ext cx="5" cy="1"/>
                      </a:xfrm>
                      <a:prstGeom prst="line">
                        <a:avLst/>
                      </a:prstGeom>
                      <a:noFill/>
                      <a:ln w="0">
                        <a:solidFill>
                          <a:schemeClr val="tx1"/>
                        </a:solidFill>
                        <a:round/>
                        <a:headEnd/>
                        <a:tailEnd/>
                      </a:ln>
                    </p:spPr>
                    <p:txBody>
                      <a:bodyPr/>
                      <a:lstStyle/>
                      <a:p>
                        <a:endParaRPr lang="en-US"/>
                      </a:p>
                    </p:txBody>
                  </p:sp>
                  <p:sp>
                    <p:nvSpPr>
                      <p:cNvPr id="136286" name="Line 539"/>
                      <p:cNvSpPr>
                        <a:spLocks noChangeShapeType="1"/>
                      </p:cNvSpPr>
                      <p:nvPr/>
                    </p:nvSpPr>
                    <p:spPr bwMode="auto">
                      <a:xfrm>
                        <a:off x="1235" y="2002"/>
                        <a:ext cx="4" cy="1"/>
                      </a:xfrm>
                      <a:prstGeom prst="line">
                        <a:avLst/>
                      </a:prstGeom>
                      <a:noFill/>
                      <a:ln w="0">
                        <a:solidFill>
                          <a:schemeClr val="tx1"/>
                        </a:solidFill>
                        <a:round/>
                        <a:headEnd/>
                        <a:tailEnd/>
                      </a:ln>
                    </p:spPr>
                    <p:txBody>
                      <a:bodyPr/>
                      <a:lstStyle/>
                      <a:p>
                        <a:endParaRPr lang="en-US"/>
                      </a:p>
                    </p:txBody>
                  </p:sp>
                  <p:sp>
                    <p:nvSpPr>
                      <p:cNvPr id="136287" name="Line 540"/>
                      <p:cNvSpPr>
                        <a:spLocks noChangeShapeType="1"/>
                      </p:cNvSpPr>
                      <p:nvPr/>
                    </p:nvSpPr>
                    <p:spPr bwMode="auto">
                      <a:xfrm>
                        <a:off x="1241" y="2002"/>
                        <a:ext cx="4" cy="1"/>
                      </a:xfrm>
                      <a:prstGeom prst="line">
                        <a:avLst/>
                      </a:prstGeom>
                      <a:noFill/>
                      <a:ln w="0">
                        <a:solidFill>
                          <a:schemeClr val="tx1"/>
                        </a:solidFill>
                        <a:round/>
                        <a:headEnd/>
                        <a:tailEnd/>
                      </a:ln>
                    </p:spPr>
                    <p:txBody>
                      <a:bodyPr/>
                      <a:lstStyle/>
                      <a:p>
                        <a:endParaRPr lang="en-US"/>
                      </a:p>
                    </p:txBody>
                  </p:sp>
                  <p:sp>
                    <p:nvSpPr>
                      <p:cNvPr id="136288" name="Line 541"/>
                      <p:cNvSpPr>
                        <a:spLocks noChangeShapeType="1"/>
                      </p:cNvSpPr>
                      <p:nvPr/>
                    </p:nvSpPr>
                    <p:spPr bwMode="auto">
                      <a:xfrm>
                        <a:off x="1247" y="2002"/>
                        <a:ext cx="4" cy="1"/>
                      </a:xfrm>
                      <a:prstGeom prst="line">
                        <a:avLst/>
                      </a:prstGeom>
                      <a:noFill/>
                      <a:ln w="0">
                        <a:solidFill>
                          <a:schemeClr val="tx1"/>
                        </a:solidFill>
                        <a:round/>
                        <a:headEnd/>
                        <a:tailEnd/>
                      </a:ln>
                    </p:spPr>
                    <p:txBody>
                      <a:bodyPr/>
                      <a:lstStyle/>
                      <a:p>
                        <a:endParaRPr lang="en-US"/>
                      </a:p>
                    </p:txBody>
                  </p:sp>
                  <p:sp>
                    <p:nvSpPr>
                      <p:cNvPr id="136289" name="Line 542"/>
                      <p:cNvSpPr>
                        <a:spLocks noChangeShapeType="1"/>
                      </p:cNvSpPr>
                      <p:nvPr/>
                    </p:nvSpPr>
                    <p:spPr bwMode="auto">
                      <a:xfrm>
                        <a:off x="1253" y="2002"/>
                        <a:ext cx="4" cy="1"/>
                      </a:xfrm>
                      <a:prstGeom prst="line">
                        <a:avLst/>
                      </a:prstGeom>
                      <a:noFill/>
                      <a:ln w="0">
                        <a:solidFill>
                          <a:schemeClr val="tx1"/>
                        </a:solidFill>
                        <a:round/>
                        <a:headEnd/>
                        <a:tailEnd/>
                      </a:ln>
                    </p:spPr>
                    <p:txBody>
                      <a:bodyPr/>
                      <a:lstStyle/>
                      <a:p>
                        <a:endParaRPr lang="en-US"/>
                      </a:p>
                    </p:txBody>
                  </p:sp>
                  <p:sp>
                    <p:nvSpPr>
                      <p:cNvPr id="136290" name="Line 543"/>
                      <p:cNvSpPr>
                        <a:spLocks noChangeShapeType="1"/>
                      </p:cNvSpPr>
                      <p:nvPr/>
                    </p:nvSpPr>
                    <p:spPr bwMode="auto">
                      <a:xfrm>
                        <a:off x="1260" y="2002"/>
                        <a:ext cx="4" cy="1"/>
                      </a:xfrm>
                      <a:prstGeom prst="line">
                        <a:avLst/>
                      </a:prstGeom>
                      <a:noFill/>
                      <a:ln w="0">
                        <a:solidFill>
                          <a:schemeClr val="tx1"/>
                        </a:solidFill>
                        <a:round/>
                        <a:headEnd/>
                        <a:tailEnd/>
                      </a:ln>
                    </p:spPr>
                    <p:txBody>
                      <a:bodyPr/>
                      <a:lstStyle/>
                      <a:p>
                        <a:endParaRPr lang="en-US"/>
                      </a:p>
                    </p:txBody>
                  </p:sp>
                  <p:sp>
                    <p:nvSpPr>
                      <p:cNvPr id="136291" name="Line 544"/>
                      <p:cNvSpPr>
                        <a:spLocks noChangeShapeType="1"/>
                      </p:cNvSpPr>
                      <p:nvPr/>
                    </p:nvSpPr>
                    <p:spPr bwMode="auto">
                      <a:xfrm>
                        <a:off x="1266" y="2002"/>
                        <a:ext cx="4" cy="1"/>
                      </a:xfrm>
                      <a:prstGeom prst="line">
                        <a:avLst/>
                      </a:prstGeom>
                      <a:noFill/>
                      <a:ln w="0">
                        <a:solidFill>
                          <a:schemeClr val="tx1"/>
                        </a:solidFill>
                        <a:round/>
                        <a:headEnd/>
                        <a:tailEnd/>
                      </a:ln>
                    </p:spPr>
                    <p:txBody>
                      <a:bodyPr/>
                      <a:lstStyle/>
                      <a:p>
                        <a:endParaRPr lang="en-US"/>
                      </a:p>
                    </p:txBody>
                  </p:sp>
                  <p:sp>
                    <p:nvSpPr>
                      <p:cNvPr id="136292" name="Line 545"/>
                      <p:cNvSpPr>
                        <a:spLocks noChangeShapeType="1"/>
                      </p:cNvSpPr>
                      <p:nvPr/>
                    </p:nvSpPr>
                    <p:spPr bwMode="auto">
                      <a:xfrm>
                        <a:off x="1272" y="2002"/>
                        <a:ext cx="4" cy="1"/>
                      </a:xfrm>
                      <a:prstGeom prst="line">
                        <a:avLst/>
                      </a:prstGeom>
                      <a:noFill/>
                      <a:ln w="0">
                        <a:solidFill>
                          <a:schemeClr val="tx1"/>
                        </a:solidFill>
                        <a:round/>
                        <a:headEnd/>
                        <a:tailEnd/>
                      </a:ln>
                    </p:spPr>
                    <p:txBody>
                      <a:bodyPr/>
                      <a:lstStyle/>
                      <a:p>
                        <a:endParaRPr lang="en-US"/>
                      </a:p>
                    </p:txBody>
                  </p:sp>
                  <p:sp>
                    <p:nvSpPr>
                      <p:cNvPr id="136293" name="Line 546"/>
                      <p:cNvSpPr>
                        <a:spLocks noChangeShapeType="1"/>
                      </p:cNvSpPr>
                      <p:nvPr/>
                    </p:nvSpPr>
                    <p:spPr bwMode="auto">
                      <a:xfrm>
                        <a:off x="1278" y="2002"/>
                        <a:ext cx="4" cy="1"/>
                      </a:xfrm>
                      <a:prstGeom prst="line">
                        <a:avLst/>
                      </a:prstGeom>
                      <a:noFill/>
                      <a:ln w="0">
                        <a:solidFill>
                          <a:schemeClr val="tx1"/>
                        </a:solidFill>
                        <a:round/>
                        <a:headEnd/>
                        <a:tailEnd/>
                      </a:ln>
                    </p:spPr>
                    <p:txBody>
                      <a:bodyPr/>
                      <a:lstStyle/>
                      <a:p>
                        <a:endParaRPr lang="en-US"/>
                      </a:p>
                    </p:txBody>
                  </p:sp>
                </p:grpSp>
              </p:grpSp>
            </p:grpSp>
            <p:sp>
              <p:nvSpPr>
                <p:cNvPr id="136231" name="Rectangle 547"/>
                <p:cNvSpPr>
                  <a:spLocks noChangeArrowheads="1"/>
                </p:cNvSpPr>
                <p:nvPr/>
              </p:nvSpPr>
              <p:spPr bwMode="auto">
                <a:xfrm>
                  <a:off x="1141" y="1868"/>
                  <a:ext cx="30" cy="17"/>
                </a:xfrm>
                <a:prstGeom prst="rect">
                  <a:avLst/>
                </a:prstGeom>
                <a:solidFill>
                  <a:schemeClr val="bg1"/>
                </a:solidFill>
                <a:ln w="9525">
                  <a:solidFill>
                    <a:schemeClr val="tx1"/>
                  </a:solidFill>
                  <a:miter lim="800000"/>
                  <a:headEnd/>
                  <a:tailEnd/>
                </a:ln>
              </p:spPr>
              <p:txBody>
                <a:bodyPr wrap="none" lIns="0" tIns="0" rIns="0" bIns="0">
                  <a:spAutoFit/>
                </a:bodyPr>
                <a:lstStyle/>
                <a:p>
                  <a:r>
                    <a:rPr lang="fr-FR" sz="300" i="1" noProof="1">
                      <a:latin typeface="Calibri" pitchFamily="34" charset="0"/>
                    </a:rPr>
                    <a:t>Time</a:t>
                  </a:r>
                  <a:endParaRPr lang="fr-FR" sz="1600" noProof="1">
                    <a:latin typeface="Calibri" pitchFamily="34" charset="0"/>
                  </a:endParaRPr>
                </a:p>
              </p:txBody>
            </p:sp>
            <p:sp>
              <p:nvSpPr>
                <p:cNvPr id="136232" name="Rectangle 548"/>
                <p:cNvSpPr>
                  <a:spLocks noChangeArrowheads="1"/>
                </p:cNvSpPr>
                <p:nvPr/>
              </p:nvSpPr>
              <p:spPr bwMode="auto">
                <a:xfrm>
                  <a:off x="1105" y="2117"/>
                  <a:ext cx="96" cy="17"/>
                </a:xfrm>
                <a:prstGeom prst="rect">
                  <a:avLst/>
                </a:prstGeom>
                <a:solidFill>
                  <a:schemeClr val="bg1"/>
                </a:solidFill>
                <a:ln w="9525">
                  <a:solidFill>
                    <a:schemeClr val="tx1"/>
                  </a:solidFill>
                  <a:miter lim="800000"/>
                  <a:headEnd/>
                  <a:tailEnd/>
                </a:ln>
              </p:spPr>
              <p:txBody>
                <a:bodyPr wrap="none" lIns="0" tIns="0" rIns="0" bIns="0">
                  <a:spAutoFit/>
                </a:bodyPr>
                <a:lstStyle/>
                <a:p>
                  <a:r>
                    <a:rPr lang="fr-FR" sz="300" noProof="1">
                      <a:latin typeface="Calibri" pitchFamily="34" charset="0"/>
                    </a:rPr>
                    <a:t>Lean Enterprise</a:t>
                  </a:r>
                  <a:endParaRPr lang="fr-FR" sz="1600" noProof="1">
                    <a:latin typeface="Calibri" pitchFamily="34" charset="0"/>
                  </a:endParaRPr>
                </a:p>
              </p:txBody>
            </p:sp>
          </p:grpSp>
        </p:grpSp>
      </p:grpSp>
      <p:grpSp>
        <p:nvGrpSpPr>
          <p:cNvPr id="13" name="Group 549"/>
          <p:cNvGrpSpPr>
            <a:grpSpLocks/>
          </p:cNvGrpSpPr>
          <p:nvPr/>
        </p:nvGrpSpPr>
        <p:grpSpPr bwMode="auto">
          <a:xfrm>
            <a:off x="385763" y="2362201"/>
            <a:ext cx="7999413" cy="1711326"/>
            <a:chOff x="243" y="1296"/>
            <a:chExt cx="5039" cy="1078"/>
          </a:xfrm>
        </p:grpSpPr>
        <p:sp>
          <p:nvSpPr>
            <p:cNvPr id="136212" name="Line 550"/>
            <p:cNvSpPr>
              <a:spLocks noChangeShapeType="1"/>
            </p:cNvSpPr>
            <p:nvPr/>
          </p:nvSpPr>
          <p:spPr bwMode="auto">
            <a:xfrm>
              <a:off x="4080" y="1824"/>
              <a:ext cx="672" cy="0"/>
            </a:xfrm>
            <a:prstGeom prst="line">
              <a:avLst/>
            </a:prstGeom>
            <a:noFill/>
            <a:ln w="9525">
              <a:solidFill>
                <a:schemeClr val="tx1"/>
              </a:solidFill>
              <a:round/>
              <a:headEnd/>
              <a:tailEnd type="triangle" w="med" len="med"/>
            </a:ln>
          </p:spPr>
          <p:txBody>
            <a:bodyPr wrap="none" lIns="90000" tIns="46800" rIns="90000" bIns="46800" anchor="ctr"/>
            <a:lstStyle/>
            <a:p>
              <a:endParaRPr lang="en-US"/>
            </a:p>
          </p:txBody>
        </p:sp>
        <p:sp>
          <p:nvSpPr>
            <p:cNvPr id="136213" name="Line 551"/>
            <p:cNvSpPr>
              <a:spLocks noChangeShapeType="1"/>
            </p:cNvSpPr>
            <p:nvPr/>
          </p:nvSpPr>
          <p:spPr bwMode="auto">
            <a:xfrm>
              <a:off x="864" y="1824"/>
              <a:ext cx="720" cy="0"/>
            </a:xfrm>
            <a:prstGeom prst="line">
              <a:avLst/>
            </a:prstGeom>
            <a:noFill/>
            <a:ln w="9525">
              <a:solidFill>
                <a:schemeClr val="tx1"/>
              </a:solidFill>
              <a:round/>
              <a:headEnd/>
              <a:tailEnd type="triangle" w="med" len="med"/>
            </a:ln>
          </p:spPr>
          <p:txBody>
            <a:bodyPr wrap="none" lIns="90000" tIns="46800" rIns="90000" bIns="46800" anchor="ctr"/>
            <a:lstStyle/>
            <a:p>
              <a:endParaRPr lang="en-US"/>
            </a:p>
          </p:txBody>
        </p:sp>
        <p:sp>
          <p:nvSpPr>
            <p:cNvPr id="604712" name="Oval 552"/>
            <p:cNvSpPr>
              <a:spLocks noChangeArrowheads="1"/>
            </p:cNvSpPr>
            <p:nvPr/>
          </p:nvSpPr>
          <p:spPr bwMode="auto">
            <a:xfrm>
              <a:off x="4752" y="1656"/>
              <a:ext cx="530" cy="316"/>
            </a:xfrm>
            <a:prstGeom prst="ellipse">
              <a:avLst/>
            </a:prstGeom>
            <a:solidFill>
              <a:schemeClr val="folHlink"/>
            </a:solidFill>
            <a:ln w="19050">
              <a:noFill/>
              <a:round/>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lIns="77788" tIns="39688" rIns="77788" bIns="39688" anchor="ctr"/>
            <a:lstStyle/>
            <a:p>
              <a:pPr algn="ctr">
                <a:defRPr/>
              </a:pPr>
              <a:r>
                <a:rPr lang="fr-FR" sz="1000" noProof="1">
                  <a:solidFill>
                    <a:schemeClr val="bg1"/>
                  </a:solidFill>
                  <a:latin typeface="Calibri" pitchFamily="34" charset="0"/>
                </a:rPr>
                <a:t>Output</a:t>
              </a:r>
            </a:p>
          </p:txBody>
        </p:sp>
        <p:sp>
          <p:nvSpPr>
            <p:cNvPr id="604713" name="Oval 553"/>
            <p:cNvSpPr>
              <a:spLocks noChangeArrowheads="1"/>
            </p:cNvSpPr>
            <p:nvPr/>
          </p:nvSpPr>
          <p:spPr bwMode="auto">
            <a:xfrm>
              <a:off x="243" y="1632"/>
              <a:ext cx="624" cy="384"/>
            </a:xfrm>
            <a:prstGeom prst="ellipse">
              <a:avLst/>
            </a:prstGeom>
            <a:solidFill>
              <a:schemeClr val="folHlink"/>
            </a:solidFill>
            <a:ln w="19050">
              <a:noFill/>
              <a:round/>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wrap="none" lIns="77788" tIns="39688" rIns="77788" bIns="39688" anchor="ctr"/>
            <a:lstStyle/>
            <a:p>
              <a:pPr algn="ctr">
                <a:defRPr/>
              </a:pPr>
              <a:r>
                <a:rPr lang="fr-FR" sz="1000" noProof="1">
                  <a:solidFill>
                    <a:schemeClr val="bg1"/>
                  </a:solidFill>
                  <a:latin typeface="Calibri" pitchFamily="34" charset="0"/>
                </a:rPr>
                <a:t>Input</a:t>
              </a:r>
            </a:p>
          </p:txBody>
        </p:sp>
        <p:sp>
          <p:nvSpPr>
            <p:cNvPr id="604714" name="AutoShape 554"/>
            <p:cNvSpPr>
              <a:spLocks noChangeArrowheads="1"/>
            </p:cNvSpPr>
            <p:nvPr/>
          </p:nvSpPr>
          <p:spPr bwMode="auto">
            <a:xfrm>
              <a:off x="1584" y="1296"/>
              <a:ext cx="2736" cy="1078"/>
            </a:xfrm>
            <a:prstGeom prst="rightArrow">
              <a:avLst>
                <a:gd name="adj1" fmla="val 45000"/>
                <a:gd name="adj2" fmla="val 38858"/>
              </a:avLst>
            </a:prstGeom>
            <a:solidFill>
              <a:schemeClr val="folHlink"/>
            </a:solidFill>
            <a:ln w="12700">
              <a:noFill/>
              <a:miter lim="800000"/>
              <a:headEnd/>
              <a:tailEn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lIns="77788" tIns="39688" rIns="77788" bIns="39688" anchor="ctr"/>
            <a:lstStyle/>
            <a:p>
              <a:pPr algn="ctr">
                <a:defRPr/>
              </a:pPr>
              <a:r>
                <a:rPr lang="en-GB" sz="1600" dirty="0">
                  <a:solidFill>
                    <a:schemeClr val="bg1"/>
                  </a:solidFill>
                  <a:latin typeface="Calibri" pitchFamily="34" charset="0"/>
                </a:rPr>
                <a:t>ANALYSE DES PROCESSUS</a:t>
              </a:r>
            </a:p>
          </p:txBody>
        </p:sp>
      </p:grpSp>
      <p:sp>
        <p:nvSpPr>
          <p:cNvPr id="604715" name="AutoShape 555"/>
          <p:cNvSpPr>
            <a:spLocks noChangeArrowheads="1"/>
          </p:cNvSpPr>
          <p:nvPr/>
        </p:nvSpPr>
        <p:spPr bwMode="auto">
          <a:xfrm flipH="1" flipV="1">
            <a:off x="1828800" y="1893785"/>
            <a:ext cx="838200" cy="3200400"/>
          </a:xfrm>
          <a:prstGeom prst="curvedLeftArrow">
            <a:avLst>
              <a:gd name="adj1" fmla="val 39066"/>
              <a:gd name="adj2" fmla="val 139470"/>
              <a:gd name="adj3" fmla="val 52565"/>
            </a:avLst>
          </a:prstGeom>
          <a:solidFill>
            <a:srgbClr val="FFFF99"/>
          </a:solidFill>
          <a:ln w="9525">
            <a:noFill/>
            <a:miter lim="800000"/>
            <a:headEnd/>
            <a:tailEnd/>
          </a:ln>
          <a:effectLst>
            <a:outerShdw blurRad="50800" dist="38100" dir="10800000" algn="r" rotWithShape="0">
              <a:prstClr val="black">
                <a:alpha val="40000"/>
              </a:prstClr>
            </a:outerShdw>
          </a:effectLst>
        </p:spPr>
        <p:txBody>
          <a:bodyPr wrap="none" lIns="90000" tIns="46800" rIns="90000" bIns="46800" anchor="ctr"/>
          <a:lstStyle/>
          <a:p>
            <a:pPr>
              <a:defRPr/>
            </a:pPr>
            <a:endParaRPr lang="en-US">
              <a:latin typeface="Calibri" pitchFamily="34" charset="0"/>
            </a:endParaRPr>
          </a:p>
        </p:txBody>
      </p:sp>
      <p:grpSp>
        <p:nvGrpSpPr>
          <p:cNvPr id="14" name="Group 556"/>
          <p:cNvGrpSpPr>
            <a:grpSpLocks/>
          </p:cNvGrpSpPr>
          <p:nvPr/>
        </p:nvGrpSpPr>
        <p:grpSpPr bwMode="auto">
          <a:xfrm>
            <a:off x="228600" y="533400"/>
            <a:ext cx="8610600" cy="5334000"/>
            <a:chOff x="144" y="336"/>
            <a:chExt cx="5424" cy="3360"/>
          </a:xfrm>
        </p:grpSpPr>
        <p:sp>
          <p:nvSpPr>
            <p:cNvPr id="604717" name="Rectangle 557"/>
            <p:cNvSpPr>
              <a:spLocks noChangeArrowheads="1"/>
            </p:cNvSpPr>
            <p:nvPr/>
          </p:nvSpPr>
          <p:spPr bwMode="auto">
            <a:xfrm>
              <a:off x="144" y="3360"/>
              <a:ext cx="5424" cy="336"/>
            </a:xfrm>
            <a:prstGeom prst="rect">
              <a:avLst/>
            </a:prstGeom>
            <a:solidFill>
              <a:schemeClr val="accent1"/>
            </a:solidFill>
            <a:ln w="9525">
              <a:noFill/>
              <a:miter lim="800000"/>
              <a:headEnd/>
              <a:tailEnd/>
            </a:ln>
            <a:effectLst>
              <a:outerShdw blurRad="50800" dist="38100" dir="10800000" algn="r" rotWithShape="0">
                <a:prstClr val="black">
                  <a:alpha val="40000"/>
                </a:prstClr>
              </a:outerShdw>
            </a:effectLst>
          </p:spPr>
          <p:txBody>
            <a:bodyPr lIns="90000" tIns="46800" rIns="90000" bIns="46800"/>
            <a:lstStyle/>
            <a:p>
              <a:pPr algn="ctr">
                <a:lnSpc>
                  <a:spcPct val="90000"/>
                </a:lnSpc>
                <a:spcAft>
                  <a:spcPct val="30000"/>
                </a:spcAft>
                <a:defRPr/>
              </a:pPr>
              <a:r>
                <a:rPr lang="en-US" sz="2400" dirty="0">
                  <a:solidFill>
                    <a:schemeClr val="bg1"/>
                  </a:solidFill>
                  <a:latin typeface="Calibri" pitchFamily="34" charset="0"/>
                </a:rPr>
                <a:t>“Pas d’amélioration sans mesure”</a:t>
              </a:r>
            </a:p>
          </p:txBody>
        </p:sp>
        <p:sp>
          <p:nvSpPr>
            <p:cNvPr id="604718" name="Freeform 558"/>
            <p:cNvSpPr>
              <a:spLocks/>
            </p:cNvSpPr>
            <p:nvPr/>
          </p:nvSpPr>
          <p:spPr bwMode="auto">
            <a:xfrm rot="441209">
              <a:off x="1571" y="336"/>
              <a:ext cx="2477" cy="1402"/>
            </a:xfrm>
            <a:custGeom>
              <a:avLst/>
              <a:gdLst/>
              <a:ahLst/>
              <a:cxnLst>
                <a:cxn ang="0">
                  <a:pos x="0" y="2401"/>
                </a:cxn>
                <a:cxn ang="0">
                  <a:pos x="157" y="2411"/>
                </a:cxn>
                <a:cxn ang="0">
                  <a:pos x="283" y="2413"/>
                </a:cxn>
                <a:cxn ang="0">
                  <a:pos x="392" y="2408"/>
                </a:cxn>
                <a:cxn ang="0">
                  <a:pos x="522" y="2396"/>
                </a:cxn>
                <a:cxn ang="0">
                  <a:pos x="700" y="2380"/>
                </a:cxn>
                <a:cxn ang="0">
                  <a:pos x="870" y="2353"/>
                </a:cxn>
                <a:cxn ang="0">
                  <a:pos x="1056" y="2307"/>
                </a:cxn>
                <a:cxn ang="0">
                  <a:pos x="1239" y="2259"/>
                </a:cxn>
                <a:cxn ang="0">
                  <a:pos x="1409" y="2207"/>
                </a:cxn>
                <a:cxn ang="0">
                  <a:pos x="1619" y="2134"/>
                </a:cxn>
                <a:cxn ang="0">
                  <a:pos x="1765" y="2074"/>
                </a:cxn>
                <a:cxn ang="0">
                  <a:pos x="1960" y="1983"/>
                </a:cxn>
                <a:cxn ang="0">
                  <a:pos x="2173" y="1886"/>
                </a:cxn>
                <a:cxn ang="0">
                  <a:pos x="2375" y="1780"/>
                </a:cxn>
                <a:cxn ang="0">
                  <a:pos x="2523" y="1699"/>
                </a:cxn>
                <a:cxn ang="0">
                  <a:pos x="2702" y="1568"/>
                </a:cxn>
                <a:cxn ang="0">
                  <a:pos x="2841" y="1456"/>
                </a:cxn>
                <a:cxn ang="0">
                  <a:pos x="2975" y="1335"/>
                </a:cxn>
                <a:cxn ang="0">
                  <a:pos x="3099" y="1198"/>
                </a:cxn>
                <a:cxn ang="0">
                  <a:pos x="3162" y="1111"/>
                </a:cxn>
                <a:cxn ang="0">
                  <a:pos x="3219" y="1009"/>
                </a:cxn>
                <a:cxn ang="0">
                  <a:pos x="3261" y="922"/>
                </a:cxn>
                <a:cxn ang="0">
                  <a:pos x="3297" y="843"/>
                </a:cxn>
                <a:cxn ang="0">
                  <a:pos x="3316" y="773"/>
                </a:cxn>
                <a:cxn ang="0">
                  <a:pos x="3758" y="934"/>
                </a:cxn>
                <a:cxn ang="0">
                  <a:pos x="3670" y="799"/>
                </a:cxn>
                <a:cxn ang="0">
                  <a:pos x="3598" y="669"/>
                </a:cxn>
                <a:cxn ang="0">
                  <a:pos x="3505" y="498"/>
                </a:cxn>
                <a:cxn ang="0">
                  <a:pos x="3447" y="326"/>
                </a:cxn>
                <a:cxn ang="0">
                  <a:pos x="3407" y="178"/>
                </a:cxn>
                <a:cxn ang="0">
                  <a:pos x="3399" y="0"/>
                </a:cxn>
                <a:cxn ang="0">
                  <a:pos x="3235" y="105"/>
                </a:cxn>
                <a:cxn ang="0">
                  <a:pos x="3059" y="204"/>
                </a:cxn>
                <a:cxn ang="0">
                  <a:pos x="2850" y="303"/>
                </a:cxn>
                <a:cxn ang="0">
                  <a:pos x="2654" y="373"/>
                </a:cxn>
                <a:cxn ang="0">
                  <a:pos x="2536" y="407"/>
                </a:cxn>
                <a:cxn ang="0">
                  <a:pos x="2365" y="430"/>
                </a:cxn>
                <a:cxn ang="0">
                  <a:pos x="2808" y="592"/>
                </a:cxn>
                <a:cxn ang="0">
                  <a:pos x="2752" y="738"/>
                </a:cxn>
                <a:cxn ang="0">
                  <a:pos x="2683" y="862"/>
                </a:cxn>
                <a:cxn ang="0">
                  <a:pos x="2586" y="997"/>
                </a:cxn>
                <a:cxn ang="0">
                  <a:pos x="2474" y="1129"/>
                </a:cxn>
                <a:cxn ang="0">
                  <a:pos x="2330" y="1270"/>
                </a:cxn>
                <a:cxn ang="0">
                  <a:pos x="2196" y="1394"/>
                </a:cxn>
                <a:cxn ang="0">
                  <a:pos x="1988" y="1563"/>
                </a:cxn>
                <a:cxn ang="0">
                  <a:pos x="1799" y="1695"/>
                </a:cxn>
                <a:cxn ang="0">
                  <a:pos x="1617" y="1809"/>
                </a:cxn>
                <a:cxn ang="0">
                  <a:pos x="1410" y="1923"/>
                </a:cxn>
                <a:cxn ang="0">
                  <a:pos x="1313" y="1974"/>
                </a:cxn>
                <a:cxn ang="0">
                  <a:pos x="1222" y="2023"/>
                </a:cxn>
                <a:cxn ang="0">
                  <a:pos x="1136" y="2063"/>
                </a:cxn>
                <a:cxn ang="0">
                  <a:pos x="1053" y="2098"/>
                </a:cxn>
                <a:cxn ang="0">
                  <a:pos x="896" y="2169"/>
                </a:cxn>
                <a:cxn ang="0">
                  <a:pos x="781" y="2210"/>
                </a:cxn>
                <a:cxn ang="0">
                  <a:pos x="687" y="2243"/>
                </a:cxn>
                <a:cxn ang="0">
                  <a:pos x="595" y="2274"/>
                </a:cxn>
                <a:cxn ang="0">
                  <a:pos x="499" y="2300"/>
                </a:cxn>
                <a:cxn ang="0">
                  <a:pos x="421" y="2323"/>
                </a:cxn>
                <a:cxn ang="0">
                  <a:pos x="324" y="2348"/>
                </a:cxn>
                <a:cxn ang="0">
                  <a:pos x="211" y="2369"/>
                </a:cxn>
                <a:cxn ang="0">
                  <a:pos x="106" y="2389"/>
                </a:cxn>
                <a:cxn ang="0">
                  <a:pos x="0" y="2401"/>
                </a:cxn>
              </a:cxnLst>
              <a:rect l="0" t="0" r="r" b="b"/>
              <a:pathLst>
                <a:path w="3759" h="2414">
                  <a:moveTo>
                    <a:pt x="0" y="2401"/>
                  </a:moveTo>
                  <a:lnTo>
                    <a:pt x="157" y="2411"/>
                  </a:lnTo>
                  <a:lnTo>
                    <a:pt x="283" y="2413"/>
                  </a:lnTo>
                  <a:lnTo>
                    <a:pt x="392" y="2408"/>
                  </a:lnTo>
                  <a:lnTo>
                    <a:pt x="522" y="2396"/>
                  </a:lnTo>
                  <a:lnTo>
                    <a:pt x="700" y="2380"/>
                  </a:lnTo>
                  <a:lnTo>
                    <a:pt x="870" y="2353"/>
                  </a:lnTo>
                  <a:lnTo>
                    <a:pt x="1056" y="2307"/>
                  </a:lnTo>
                  <a:lnTo>
                    <a:pt x="1239" y="2259"/>
                  </a:lnTo>
                  <a:lnTo>
                    <a:pt x="1409" y="2207"/>
                  </a:lnTo>
                  <a:lnTo>
                    <a:pt x="1619" y="2134"/>
                  </a:lnTo>
                  <a:lnTo>
                    <a:pt x="1765" y="2074"/>
                  </a:lnTo>
                  <a:lnTo>
                    <a:pt x="1960" y="1983"/>
                  </a:lnTo>
                  <a:lnTo>
                    <a:pt x="2173" y="1886"/>
                  </a:lnTo>
                  <a:lnTo>
                    <a:pt x="2375" y="1780"/>
                  </a:lnTo>
                  <a:lnTo>
                    <a:pt x="2523" y="1699"/>
                  </a:lnTo>
                  <a:lnTo>
                    <a:pt x="2702" y="1568"/>
                  </a:lnTo>
                  <a:lnTo>
                    <a:pt x="2841" y="1456"/>
                  </a:lnTo>
                  <a:lnTo>
                    <a:pt x="2975" y="1335"/>
                  </a:lnTo>
                  <a:lnTo>
                    <a:pt x="3099" y="1198"/>
                  </a:lnTo>
                  <a:lnTo>
                    <a:pt x="3162" y="1111"/>
                  </a:lnTo>
                  <a:lnTo>
                    <a:pt x="3219" y="1009"/>
                  </a:lnTo>
                  <a:lnTo>
                    <a:pt x="3261" y="922"/>
                  </a:lnTo>
                  <a:lnTo>
                    <a:pt x="3297" y="843"/>
                  </a:lnTo>
                  <a:lnTo>
                    <a:pt x="3316" y="773"/>
                  </a:lnTo>
                  <a:lnTo>
                    <a:pt x="3758" y="934"/>
                  </a:lnTo>
                  <a:lnTo>
                    <a:pt x="3670" y="799"/>
                  </a:lnTo>
                  <a:lnTo>
                    <a:pt x="3598" y="669"/>
                  </a:lnTo>
                  <a:lnTo>
                    <a:pt x="3505" y="498"/>
                  </a:lnTo>
                  <a:lnTo>
                    <a:pt x="3447" y="326"/>
                  </a:lnTo>
                  <a:lnTo>
                    <a:pt x="3407" y="178"/>
                  </a:lnTo>
                  <a:lnTo>
                    <a:pt x="3399" y="0"/>
                  </a:lnTo>
                  <a:lnTo>
                    <a:pt x="3235" y="105"/>
                  </a:lnTo>
                  <a:lnTo>
                    <a:pt x="3059" y="204"/>
                  </a:lnTo>
                  <a:lnTo>
                    <a:pt x="2850" y="303"/>
                  </a:lnTo>
                  <a:lnTo>
                    <a:pt x="2654" y="373"/>
                  </a:lnTo>
                  <a:lnTo>
                    <a:pt x="2536" y="407"/>
                  </a:lnTo>
                  <a:lnTo>
                    <a:pt x="2365" y="430"/>
                  </a:lnTo>
                  <a:lnTo>
                    <a:pt x="2808" y="592"/>
                  </a:lnTo>
                  <a:lnTo>
                    <a:pt x="2752" y="738"/>
                  </a:lnTo>
                  <a:lnTo>
                    <a:pt x="2683" y="862"/>
                  </a:lnTo>
                  <a:lnTo>
                    <a:pt x="2586" y="997"/>
                  </a:lnTo>
                  <a:lnTo>
                    <a:pt x="2474" y="1129"/>
                  </a:lnTo>
                  <a:lnTo>
                    <a:pt x="2330" y="1270"/>
                  </a:lnTo>
                  <a:lnTo>
                    <a:pt x="2196" y="1394"/>
                  </a:lnTo>
                  <a:lnTo>
                    <a:pt x="1988" y="1563"/>
                  </a:lnTo>
                  <a:lnTo>
                    <a:pt x="1799" y="1695"/>
                  </a:lnTo>
                  <a:lnTo>
                    <a:pt x="1617" y="1809"/>
                  </a:lnTo>
                  <a:lnTo>
                    <a:pt x="1410" y="1923"/>
                  </a:lnTo>
                  <a:lnTo>
                    <a:pt x="1313" y="1974"/>
                  </a:lnTo>
                  <a:lnTo>
                    <a:pt x="1222" y="2023"/>
                  </a:lnTo>
                  <a:lnTo>
                    <a:pt x="1136" y="2063"/>
                  </a:lnTo>
                  <a:lnTo>
                    <a:pt x="1053" y="2098"/>
                  </a:lnTo>
                  <a:lnTo>
                    <a:pt x="896" y="2169"/>
                  </a:lnTo>
                  <a:lnTo>
                    <a:pt x="781" y="2210"/>
                  </a:lnTo>
                  <a:lnTo>
                    <a:pt x="687" y="2243"/>
                  </a:lnTo>
                  <a:lnTo>
                    <a:pt x="595" y="2274"/>
                  </a:lnTo>
                  <a:lnTo>
                    <a:pt x="499" y="2300"/>
                  </a:lnTo>
                  <a:lnTo>
                    <a:pt x="421" y="2323"/>
                  </a:lnTo>
                  <a:lnTo>
                    <a:pt x="324" y="2348"/>
                  </a:lnTo>
                  <a:lnTo>
                    <a:pt x="211" y="2369"/>
                  </a:lnTo>
                  <a:lnTo>
                    <a:pt x="106" y="2389"/>
                  </a:lnTo>
                  <a:lnTo>
                    <a:pt x="0" y="2401"/>
                  </a:lnTo>
                </a:path>
              </a:pathLst>
            </a:custGeom>
            <a:solidFill>
              <a:srgbClr val="00FF00">
                <a:alpha val="50000"/>
              </a:srgbClr>
            </a:solidFill>
            <a:ln w="12700" cap="rnd" cmpd="sng">
              <a:noFill/>
              <a:prstDash val="solid"/>
              <a:round/>
              <a:headEnd type="none" w="med" len="med"/>
              <a:tailEnd type="none" w="med" len="med"/>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txBody>
            <a:bodyPr/>
            <a:lstStyle/>
            <a:p>
              <a:pPr>
                <a:defRPr/>
              </a:pPr>
              <a:endParaRPr lang="en-US">
                <a:latin typeface="Calibri" pitchFamily="34" charset="0"/>
              </a:endParaRPr>
            </a:p>
          </p:txBody>
        </p:sp>
      </p:grpSp>
    </p:spTree>
    <p:extLst>
      <p:ext uri="{BB962C8B-B14F-4D97-AF65-F5344CB8AC3E}">
        <p14:creationId xmlns:p14="http://schemas.microsoft.com/office/powerpoint/2010/main" val="305218933"/>
      </p:ext>
    </p:extLst>
  </p:cSld>
  <p:clrMapOvr>
    <a:masterClrMapping/>
  </p:clrMapOvr>
  <p:transition>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04164"/>
                                        </p:tgtEl>
                                        <p:attrNameLst>
                                          <p:attrName>style.visibility</p:attrName>
                                        </p:attrNameLst>
                                      </p:cBhvr>
                                      <p:to>
                                        <p:strVal val="visible"/>
                                      </p:to>
                                    </p:set>
                                    <p:animEffect transition="in" filter="wipe(left)">
                                      <p:cBhvr>
                                        <p:cTn id="7" dur="500"/>
                                        <p:tgtEl>
                                          <p:spTgt spid="604164"/>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499"/>
                                          </p:stCondLst>
                                        </p:cTn>
                                        <p:tgtEl>
                                          <p:spTgt spid="1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2" presetClass="entr" presetSubtype="1" fill="hold" nodeType="clickEffect">
                                  <p:stCondLst>
                                    <p:cond delay="0"/>
                                  </p:stCondLst>
                                  <p:childTnLst>
                                    <p:set>
                                      <p:cBhvr>
                                        <p:cTn id="15" dur="1" fill="hold">
                                          <p:stCondLst>
                                            <p:cond delay="0"/>
                                          </p:stCondLst>
                                        </p:cTn>
                                        <p:tgtEl>
                                          <p:spTgt spid="3"/>
                                        </p:tgtEl>
                                        <p:attrNameLst>
                                          <p:attrName>style.visibility</p:attrName>
                                        </p:attrNameLst>
                                      </p:cBhvr>
                                      <p:to>
                                        <p:strVal val="visible"/>
                                      </p:to>
                                    </p:set>
                                    <p:anim calcmode="lin" valueType="num">
                                      <p:cBhvr additive="base">
                                        <p:cTn id="16" dur="500" fill="hold"/>
                                        <p:tgtEl>
                                          <p:spTgt spid="3"/>
                                        </p:tgtEl>
                                        <p:attrNameLst>
                                          <p:attrName>ppt_x</p:attrName>
                                        </p:attrNameLst>
                                      </p:cBhvr>
                                      <p:tavLst>
                                        <p:tav tm="0">
                                          <p:val>
                                            <p:strVal val="#ppt_x"/>
                                          </p:val>
                                        </p:tav>
                                        <p:tav tm="100000">
                                          <p:val>
                                            <p:strVal val="#ppt_x"/>
                                          </p:val>
                                        </p:tav>
                                      </p:tavLst>
                                    </p:anim>
                                    <p:anim calcmode="lin" valueType="num">
                                      <p:cBhvr additive="base">
                                        <p:cTn id="17" dur="500" fill="hold"/>
                                        <p:tgtEl>
                                          <p:spTgt spid="3"/>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1" fill="hold" grpId="0" nodeType="clickEffect">
                                  <p:stCondLst>
                                    <p:cond delay="0"/>
                                  </p:stCondLst>
                                  <p:childTnLst>
                                    <p:set>
                                      <p:cBhvr>
                                        <p:cTn id="21" dur="1" fill="hold">
                                          <p:stCondLst>
                                            <p:cond delay="0"/>
                                          </p:stCondLst>
                                        </p:cTn>
                                        <p:tgtEl>
                                          <p:spTgt spid="604170"/>
                                        </p:tgtEl>
                                        <p:attrNameLst>
                                          <p:attrName>style.visibility</p:attrName>
                                        </p:attrNameLst>
                                      </p:cBhvr>
                                      <p:to>
                                        <p:strVal val="visible"/>
                                      </p:to>
                                    </p:set>
                                    <p:anim calcmode="lin" valueType="num">
                                      <p:cBhvr additive="base">
                                        <p:cTn id="22" dur="500" fill="hold"/>
                                        <p:tgtEl>
                                          <p:spTgt spid="604170"/>
                                        </p:tgtEl>
                                        <p:attrNameLst>
                                          <p:attrName>ppt_x</p:attrName>
                                        </p:attrNameLst>
                                      </p:cBhvr>
                                      <p:tavLst>
                                        <p:tav tm="0">
                                          <p:val>
                                            <p:strVal val="#ppt_x"/>
                                          </p:val>
                                        </p:tav>
                                        <p:tav tm="100000">
                                          <p:val>
                                            <p:strVal val="#ppt_x"/>
                                          </p:val>
                                        </p:tav>
                                      </p:tavLst>
                                    </p:anim>
                                    <p:anim calcmode="lin" valueType="num">
                                      <p:cBhvr additive="base">
                                        <p:cTn id="23" dur="500" fill="hold"/>
                                        <p:tgtEl>
                                          <p:spTgt spid="604170"/>
                                        </p:tgtEl>
                                        <p:attrNameLst>
                                          <p:attrName>ppt_y</p:attrName>
                                        </p:attrNameLst>
                                      </p:cBhvr>
                                      <p:tavLst>
                                        <p:tav tm="0">
                                          <p:val>
                                            <p:strVal val="0-#ppt_h/2"/>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additive="base">
                                        <p:cTn id="28" dur="500" fill="hold"/>
                                        <p:tgtEl>
                                          <p:spTgt spid="2"/>
                                        </p:tgtEl>
                                        <p:attrNameLst>
                                          <p:attrName>ppt_x</p:attrName>
                                        </p:attrNameLst>
                                      </p:cBhvr>
                                      <p:tavLst>
                                        <p:tav tm="0">
                                          <p:val>
                                            <p:strVal val="#ppt_x"/>
                                          </p:val>
                                        </p:tav>
                                        <p:tav tm="100000">
                                          <p:val>
                                            <p:strVal val="#ppt_x"/>
                                          </p:val>
                                        </p:tav>
                                      </p:tavLst>
                                    </p:anim>
                                    <p:anim calcmode="lin" valueType="num">
                                      <p:cBhvr additive="base">
                                        <p:cTn id="29"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604715"/>
                                        </p:tgtEl>
                                        <p:attrNameLst>
                                          <p:attrName>style.visibility</p:attrName>
                                        </p:attrNameLst>
                                      </p:cBhvr>
                                      <p:to>
                                        <p:strVal val="visible"/>
                                      </p:to>
                                    </p:set>
                                    <p:anim calcmode="lin" valueType="num">
                                      <p:cBhvr additive="base">
                                        <p:cTn id="34" dur="500" fill="hold"/>
                                        <p:tgtEl>
                                          <p:spTgt spid="604715"/>
                                        </p:tgtEl>
                                        <p:attrNameLst>
                                          <p:attrName>ppt_x</p:attrName>
                                        </p:attrNameLst>
                                      </p:cBhvr>
                                      <p:tavLst>
                                        <p:tav tm="0">
                                          <p:val>
                                            <p:strVal val="#ppt_x"/>
                                          </p:val>
                                        </p:tav>
                                        <p:tav tm="100000">
                                          <p:val>
                                            <p:strVal val="#ppt_x"/>
                                          </p:val>
                                        </p:tav>
                                      </p:tavLst>
                                    </p:anim>
                                    <p:anim calcmode="lin" valueType="num">
                                      <p:cBhvr additive="base">
                                        <p:cTn id="35" dur="500" fill="hold"/>
                                        <p:tgtEl>
                                          <p:spTgt spid="6047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64" grpId="0" autoUpdateAnimBg="0"/>
      <p:bldP spid="604170" grpId="0" animBg="1"/>
      <p:bldP spid="604715" grpId="0" animBg="1"/>
    </p:bldLst>
  </p:timing>
</p:sld>
</file>

<file path=ppt/slides/slide9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8243" name="Rectangle 3"/>
          <p:cNvSpPr>
            <a:spLocks noGrp="1" noChangeArrowheads="1"/>
          </p:cNvSpPr>
          <p:nvPr>
            <p:ph type="body" idx="4294967295"/>
          </p:nvPr>
        </p:nvSpPr>
        <p:spPr>
          <a:xfrm>
            <a:off x="0" y="773113"/>
            <a:ext cx="8909050" cy="3133725"/>
          </a:xfrm>
          <a:prstGeom prst="rect">
            <a:avLst/>
          </a:prstGeom>
        </p:spPr>
        <p:txBody>
          <a:bodyPr/>
          <a:lstStyle/>
          <a:p>
            <a:pPr lvl="1" algn="ctr" eaLnBrk="1" hangingPunct="1">
              <a:spcBef>
                <a:spcPct val="50000"/>
              </a:spcBef>
              <a:buFont typeface="Webdings" pitchFamily="18" charset="2"/>
              <a:buNone/>
            </a:pPr>
            <a:r>
              <a:rPr lang="en-GB" sz="3600" b="1" dirty="0">
                <a:solidFill>
                  <a:srgbClr val="00B050"/>
                </a:solidFill>
                <a:effectLst>
                  <a:outerShdw blurRad="38100" dist="38100" dir="2700000" algn="tl">
                    <a:srgbClr val="000000">
                      <a:alpha val="43137"/>
                    </a:srgbClr>
                  </a:outerShdw>
                </a:effectLst>
                <a:latin typeface="Calibri" pitchFamily="34" charset="0"/>
              </a:rPr>
              <a:t>	</a:t>
            </a:r>
            <a:r>
              <a:rPr lang="fr-FR" sz="3600" b="1" dirty="0">
                <a:solidFill>
                  <a:srgbClr val="00B050"/>
                </a:solidFill>
                <a:effectLst>
                  <a:outerShdw blurRad="38100" dist="38100" dir="2700000" algn="tl">
                    <a:srgbClr val="000000">
                      <a:alpha val="43137"/>
                    </a:srgbClr>
                  </a:outerShdw>
                </a:effectLst>
                <a:latin typeface="Calibri" pitchFamily="34" charset="0"/>
              </a:rPr>
              <a:t>Est-ce la fin?</a:t>
            </a:r>
          </a:p>
          <a:p>
            <a:pPr lvl="1" algn="ctr" eaLnBrk="1" hangingPunct="1">
              <a:spcBef>
                <a:spcPct val="50000"/>
              </a:spcBef>
              <a:buFont typeface="Webdings" pitchFamily="18" charset="2"/>
              <a:buNone/>
            </a:pPr>
            <a:r>
              <a:rPr lang="fr-FR" sz="3600" b="1" dirty="0">
                <a:solidFill>
                  <a:srgbClr val="00B050"/>
                </a:solidFill>
                <a:effectLst>
                  <a:outerShdw blurRad="38100" dist="38100" dir="2700000" algn="tl">
                    <a:srgbClr val="000000">
                      <a:alpha val="43137"/>
                    </a:srgbClr>
                  </a:outerShdw>
                </a:effectLst>
                <a:latin typeface="Calibri" pitchFamily="34" charset="0"/>
              </a:rPr>
              <a:t>L’amélioration Continue ne s’arrête jamais</a:t>
            </a:r>
          </a:p>
        </p:txBody>
      </p:sp>
      <p:pic>
        <p:nvPicPr>
          <p:cNvPr id="8" name="Image 7" descr="interrogation02.jpg"/>
          <p:cNvPicPr>
            <a:picLocks noChangeAspect="1"/>
          </p:cNvPicPr>
          <p:nvPr/>
        </p:nvPicPr>
        <p:blipFill>
          <a:blip r:embed="rId3" cstate="print"/>
          <a:stretch>
            <a:fillRect/>
          </a:stretch>
        </p:blipFill>
        <p:spPr>
          <a:xfrm>
            <a:off x="3221850" y="2749541"/>
            <a:ext cx="4218585" cy="2794812"/>
          </a:xfrm>
          <a:prstGeom prst="rect">
            <a:avLst/>
          </a:prstGeom>
          <a:ln>
            <a:noFill/>
          </a:ln>
          <a:effectLst>
            <a:softEdge rad="112500"/>
          </a:effectLst>
        </p:spPr>
      </p:pic>
    </p:spTree>
    <p:extLst>
      <p:ext uri="{BB962C8B-B14F-4D97-AF65-F5344CB8AC3E}">
        <p14:creationId xmlns:p14="http://schemas.microsoft.com/office/powerpoint/2010/main" val="3191995825"/>
      </p:ext>
    </p:extLst>
  </p:cSld>
  <p:clrMapOvr>
    <a:masterClrMapping/>
  </p:clrMapOvr>
  <p:transition>
    <p:wipe dir="d"/>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9" name="Rectangle 2"/>
          <p:cNvSpPr>
            <a:spLocks noChangeArrowheads="1"/>
          </p:cNvSpPr>
          <p:nvPr/>
        </p:nvSpPr>
        <p:spPr bwMode="auto">
          <a:xfrm>
            <a:off x="332355" y="953065"/>
            <a:ext cx="8686800" cy="1143000"/>
          </a:xfrm>
          <a:prstGeom prst="rect">
            <a:avLst/>
          </a:prstGeom>
          <a:noFill/>
          <a:ln w="9525">
            <a:noFill/>
            <a:miter lim="800000"/>
            <a:headEnd/>
            <a:tailEnd/>
          </a:ln>
        </p:spPr>
        <p:txBody>
          <a:bodyPr anchor="ctr"/>
          <a:lstStyle/>
          <a:p>
            <a:pPr eaLnBrk="0" hangingPunct="0">
              <a:defRPr/>
            </a:pPr>
            <a:r>
              <a:rPr lang="en-GB" sz="2400" dirty="0">
                <a:solidFill>
                  <a:srgbClr val="002060"/>
                </a:solidFill>
                <a:effectLst>
                  <a:outerShdw blurRad="38100" dist="38100" dir="2700000" algn="tl">
                    <a:srgbClr val="C0C0C0"/>
                  </a:outerShdw>
                </a:effectLst>
                <a:latin typeface="Calibri" pitchFamily="34" charset="0"/>
                <a:cs typeface="Calibri" pitchFamily="34" charset="0"/>
              </a:rPr>
              <a:t>C</a:t>
            </a:r>
            <a:r>
              <a:rPr lang="en-GB" sz="2400" b="1" dirty="0">
                <a:solidFill>
                  <a:srgbClr val="002060"/>
                </a:solidFill>
                <a:effectLst>
                  <a:outerShdw blurRad="38100" dist="38100" dir="2700000" algn="tl">
                    <a:srgbClr val="C0C0C0"/>
                  </a:outerShdw>
                </a:effectLst>
                <a:latin typeface="Calibri" pitchFamily="34" charset="0"/>
                <a:cs typeface="Calibri" pitchFamily="34" charset="0"/>
              </a:rPr>
              <a:t>. Etude de cas – Action terrain</a:t>
            </a:r>
          </a:p>
        </p:txBody>
      </p:sp>
      <p:sp>
        <p:nvSpPr>
          <p:cNvPr id="106500" name="Text Box 5"/>
          <p:cNvSpPr txBox="1">
            <a:spLocks noChangeArrowheads="1"/>
          </p:cNvSpPr>
          <p:nvPr/>
        </p:nvSpPr>
        <p:spPr bwMode="auto">
          <a:xfrm>
            <a:off x="411790" y="2753925"/>
            <a:ext cx="7804150" cy="1200150"/>
          </a:xfrm>
          <a:prstGeom prst="rect">
            <a:avLst/>
          </a:prstGeom>
          <a:noFill/>
          <a:ln w="12700">
            <a:noFill/>
            <a:miter lim="800000"/>
            <a:headEnd/>
            <a:tailEnd/>
          </a:ln>
        </p:spPr>
        <p:txBody>
          <a:bodyPr>
            <a:spAutoFit/>
          </a:bodyPr>
          <a:lstStyle/>
          <a:p>
            <a:pPr lvl="1" algn="just" eaLnBrk="0" hangingPunct="0">
              <a:spcBef>
                <a:spcPct val="50000"/>
              </a:spcBef>
              <a:buFont typeface="Wingdings" pitchFamily="2" charset="2"/>
              <a:buChar char="q"/>
            </a:pPr>
            <a:r>
              <a:rPr lang="fr-FR" sz="1800" dirty="0">
                <a:latin typeface="Calibri" pitchFamily="34" charset="0"/>
                <a:cs typeface="Calibri" pitchFamily="34" charset="0"/>
              </a:rPr>
              <a:t> Un cas « réel » et d’actualité</a:t>
            </a:r>
          </a:p>
          <a:p>
            <a:pPr lvl="1" algn="just" eaLnBrk="0" hangingPunct="0">
              <a:spcBef>
                <a:spcPct val="50000"/>
              </a:spcBef>
              <a:buFont typeface="Wingdings" pitchFamily="2" charset="2"/>
              <a:buChar char="q"/>
            </a:pPr>
            <a:r>
              <a:rPr lang="fr-FR" sz="1800" dirty="0">
                <a:latin typeface="Calibri" pitchFamily="34" charset="0"/>
                <a:cs typeface="Calibri" pitchFamily="34" charset="0"/>
              </a:rPr>
              <a:t> Du rappel de la théorie à la mise en pratique terrain immédiate</a:t>
            </a:r>
          </a:p>
          <a:p>
            <a:pPr lvl="1" algn="just" eaLnBrk="0" hangingPunct="0">
              <a:spcBef>
                <a:spcPct val="50000"/>
              </a:spcBef>
              <a:buFont typeface="Wingdings" pitchFamily="2" charset="2"/>
              <a:buChar char="q"/>
            </a:pPr>
            <a:r>
              <a:rPr lang="fr-FR" sz="1800" dirty="0">
                <a:latin typeface="Calibri" pitchFamily="34" charset="0"/>
                <a:cs typeface="Calibri" pitchFamily="34" charset="0"/>
              </a:rPr>
              <a:t> Vous êtes les acteurs, je suis le « coach »</a:t>
            </a:r>
          </a:p>
        </p:txBody>
      </p:sp>
      <p:sp>
        <p:nvSpPr>
          <p:cNvPr id="10" name="Rectangle 9"/>
          <p:cNvSpPr/>
          <p:nvPr/>
        </p:nvSpPr>
        <p:spPr>
          <a:xfrm>
            <a:off x="371113" y="2133603"/>
            <a:ext cx="1802731"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La démarche</a:t>
            </a:r>
          </a:p>
        </p:txBody>
      </p:sp>
      <p:pic>
        <p:nvPicPr>
          <p:cNvPr id="8" name="Picture 2" descr="C:\Users\Bertrand\Documents\05 - Clients\LISI Group\Kit de communication LEAP\3reals.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rot="19800000">
            <a:off x="7992203" y="730840"/>
            <a:ext cx="970703" cy="984472"/>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p14="http://schemas.microsoft.com/office/powerpoint/2010/main" val="768702655"/>
      </p:ext>
    </p:extLst>
  </p:cSld>
  <p:clrMapOvr>
    <a:masterClrMapping/>
  </p:clrMapOvr>
  <p:transition>
    <p:wipe dir="d"/>
  </p:transition>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ZoneTexte 1"/>
          <p:cNvSpPr txBox="1"/>
          <p:nvPr/>
        </p:nvSpPr>
        <p:spPr>
          <a:xfrm>
            <a:off x="746575" y="1223755"/>
            <a:ext cx="4207049" cy="461665"/>
          </a:xfrm>
          <a:prstGeom prst="rect">
            <a:avLst/>
          </a:prstGeom>
          <a:noFill/>
          <a:ln w="9525">
            <a:noFill/>
            <a:miter lim="800000"/>
            <a:headEnd/>
            <a:tailEnd/>
          </a:ln>
        </p:spPr>
        <p:txBody>
          <a:bodyPr anchor="ctr"/>
          <a:lstStyle>
            <a:defPPr>
              <a:defRPr lang="en-US"/>
            </a:defPPr>
            <a:lvl1pPr eaLnBrk="0" hangingPunct="0">
              <a:defRPr sz="2400">
                <a:solidFill>
                  <a:srgbClr val="002060"/>
                </a:solidFill>
                <a:effectLst>
                  <a:outerShdw blurRad="38100" dist="38100" dir="2700000" algn="tl">
                    <a:srgbClr val="C0C0C0"/>
                  </a:outerShdw>
                </a:effectLst>
                <a:latin typeface="Calibri" pitchFamily="34" charset="0"/>
                <a:cs typeface="Calibri" pitchFamily="34" charset="0"/>
              </a:defRPr>
            </a:lvl1pPr>
          </a:lstStyle>
          <a:p>
            <a:r>
              <a:rPr lang="fr-FR" dirty="0"/>
              <a:t>D Déploiement / Mise en place  </a:t>
            </a:r>
          </a:p>
        </p:txBody>
      </p:sp>
      <p:sp>
        <p:nvSpPr>
          <p:cNvPr id="3" name="Nuage 2"/>
          <p:cNvSpPr/>
          <p:nvPr/>
        </p:nvSpPr>
        <p:spPr bwMode="auto">
          <a:xfrm>
            <a:off x="3676466" y="3879050"/>
            <a:ext cx="1845205" cy="945105"/>
          </a:xfrm>
          <a:prstGeom prst="cloud">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fr-FR" sz="1600" b="1" i="0" u="none" strike="noStrike" cap="none" normalizeH="0" baseline="0" dirty="0">
                <a:ln>
                  <a:noFill/>
                </a:ln>
                <a:solidFill>
                  <a:schemeClr val="tx1"/>
                </a:solidFill>
                <a:effectLst/>
                <a:latin typeface="Century Gothic" pitchFamily="34" charset="0"/>
              </a:rPr>
              <a:t>QRQC </a:t>
            </a:r>
          </a:p>
          <a:p>
            <a:pPr marL="0" marR="0" indent="0" algn="ctr" defTabSz="914400" rtl="0" eaLnBrk="0" fontAlgn="base" latinLnBrk="0" hangingPunct="0">
              <a:lnSpc>
                <a:spcPct val="100000"/>
              </a:lnSpc>
              <a:spcBef>
                <a:spcPct val="0"/>
              </a:spcBef>
              <a:spcAft>
                <a:spcPct val="0"/>
              </a:spcAft>
              <a:buClrTx/>
              <a:buSzTx/>
              <a:buFontTx/>
              <a:buNone/>
              <a:tabLst/>
            </a:pPr>
            <a:r>
              <a:rPr lang="fr-FR" dirty="0"/>
              <a:t>LIGNE</a:t>
            </a:r>
            <a:endParaRPr kumimoji="0" lang="fr-FR" sz="1600" b="1" i="0" u="none" strike="noStrike" cap="none" normalizeH="0" baseline="0" dirty="0">
              <a:ln>
                <a:noFill/>
              </a:ln>
              <a:solidFill>
                <a:schemeClr val="tx1"/>
              </a:solidFill>
              <a:effectLst/>
              <a:latin typeface="Century Gothic" pitchFamily="34" charset="0"/>
            </a:endParaRPr>
          </a:p>
        </p:txBody>
      </p:sp>
      <p:sp>
        <p:nvSpPr>
          <p:cNvPr id="4" name="Ellipse 3"/>
          <p:cNvSpPr/>
          <p:nvPr/>
        </p:nvSpPr>
        <p:spPr bwMode="auto">
          <a:xfrm>
            <a:off x="3451443" y="2483895"/>
            <a:ext cx="2160240" cy="1170130"/>
          </a:xfrm>
          <a:prstGeom prst="ellipse">
            <a:avLst/>
          </a:prstGeom>
          <a:solidFill>
            <a:schemeClr val="bg1"/>
          </a:solidFill>
          <a:ln w="19050" cap="flat" cmpd="sng" algn="ctr">
            <a:solidFill>
              <a:srgbClr val="00CC6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fr-FR" sz="1400" dirty="0"/>
              <a:t>Détection</a:t>
            </a:r>
          </a:p>
          <a:p>
            <a:pPr marL="0" marR="0" indent="0" algn="ctr" defTabSz="914400" rtl="0" eaLnBrk="0" fontAlgn="base" latinLnBrk="0" hangingPunct="0">
              <a:lnSpc>
                <a:spcPct val="100000"/>
              </a:lnSpc>
              <a:spcBef>
                <a:spcPct val="0"/>
              </a:spcBef>
              <a:spcAft>
                <a:spcPct val="0"/>
              </a:spcAft>
              <a:buClrTx/>
              <a:buSzTx/>
              <a:buFontTx/>
              <a:buNone/>
              <a:tabLst/>
            </a:pPr>
            <a:endParaRPr kumimoji="0" lang="fr-FR" sz="1400" b="1" i="0" u="none" strike="noStrike" cap="none" normalizeH="0" baseline="0" dirty="0">
              <a:ln>
                <a:noFill/>
              </a:ln>
              <a:solidFill>
                <a:schemeClr val="tx1"/>
              </a:solidFill>
              <a:effectLst/>
              <a:latin typeface="Century Gothic" pitchFamily="34" charset="0"/>
            </a:endParaRPr>
          </a:p>
          <a:p>
            <a:pPr marL="0" marR="0" indent="0" algn="ctr" defTabSz="914400" rtl="0" eaLnBrk="0" fontAlgn="base" latinLnBrk="0" hangingPunct="0">
              <a:lnSpc>
                <a:spcPct val="100000"/>
              </a:lnSpc>
              <a:spcBef>
                <a:spcPct val="0"/>
              </a:spcBef>
              <a:spcAft>
                <a:spcPct val="0"/>
              </a:spcAft>
              <a:buClrTx/>
              <a:buSzTx/>
              <a:buFontTx/>
              <a:buNone/>
              <a:tabLst/>
            </a:pPr>
            <a:r>
              <a:rPr lang="fr-FR" sz="1400" dirty="0"/>
              <a:t>Boites rouges</a:t>
            </a:r>
            <a:endParaRPr kumimoji="0" lang="fr-FR" sz="1400" b="1" i="0" u="none" strike="noStrike" cap="none" normalizeH="0" baseline="0" dirty="0">
              <a:ln>
                <a:noFill/>
              </a:ln>
              <a:solidFill>
                <a:schemeClr val="tx1"/>
              </a:solidFill>
              <a:effectLst/>
              <a:latin typeface="Century Gothic" pitchFamily="34" charset="0"/>
            </a:endParaRPr>
          </a:p>
        </p:txBody>
      </p:sp>
      <p:sp>
        <p:nvSpPr>
          <p:cNvPr id="5" name="Rectangle 4"/>
          <p:cNvSpPr/>
          <p:nvPr/>
        </p:nvSpPr>
        <p:spPr>
          <a:xfrm>
            <a:off x="6550949" y="1241452"/>
            <a:ext cx="1802731"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QRQC ligne</a:t>
            </a:r>
            <a:endPar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endParaRPr>
          </a:p>
        </p:txBody>
      </p:sp>
      <p:sp>
        <p:nvSpPr>
          <p:cNvPr id="6" name="Ellipse 5"/>
          <p:cNvSpPr/>
          <p:nvPr/>
        </p:nvSpPr>
        <p:spPr bwMode="auto">
          <a:xfrm>
            <a:off x="6017991" y="3766537"/>
            <a:ext cx="2429005" cy="1170130"/>
          </a:xfrm>
          <a:prstGeom prst="ellipse">
            <a:avLst/>
          </a:prstGeom>
          <a:solidFill>
            <a:schemeClr val="bg1"/>
          </a:solidFill>
          <a:ln w="19050" cap="flat" cmpd="sng" algn="ctr">
            <a:solidFill>
              <a:srgbClr val="00CC6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fr-FR" sz="1400" dirty="0"/>
              <a:t>Communication</a:t>
            </a:r>
          </a:p>
          <a:p>
            <a:pPr marL="0" marR="0" indent="0" algn="ctr" defTabSz="914400" rtl="0" eaLnBrk="0" fontAlgn="base" latinLnBrk="0" hangingPunct="0">
              <a:lnSpc>
                <a:spcPct val="100000"/>
              </a:lnSpc>
              <a:spcBef>
                <a:spcPct val="0"/>
              </a:spcBef>
              <a:spcAft>
                <a:spcPct val="0"/>
              </a:spcAft>
              <a:buClrTx/>
              <a:buSzTx/>
              <a:buFontTx/>
              <a:buNone/>
              <a:tabLst/>
            </a:pPr>
            <a:endParaRPr kumimoji="0" lang="fr-FR" sz="1400" b="1" i="0" u="none" strike="noStrike" cap="none" normalizeH="0" baseline="0" dirty="0">
              <a:ln>
                <a:noFill/>
              </a:ln>
              <a:solidFill>
                <a:schemeClr val="tx1"/>
              </a:solidFill>
              <a:effectLst/>
              <a:latin typeface="Century Gothic" pitchFamily="34" charset="0"/>
            </a:endParaRPr>
          </a:p>
          <a:p>
            <a:pPr marL="0" marR="0" indent="0" algn="ctr" defTabSz="914400" rtl="0" eaLnBrk="0" fontAlgn="base" latinLnBrk="0" hangingPunct="0">
              <a:lnSpc>
                <a:spcPct val="100000"/>
              </a:lnSpc>
              <a:spcBef>
                <a:spcPct val="0"/>
              </a:spcBef>
              <a:spcAft>
                <a:spcPct val="0"/>
              </a:spcAft>
              <a:buClrTx/>
              <a:buSzTx/>
              <a:buFontTx/>
              <a:buNone/>
              <a:tabLst/>
            </a:pPr>
            <a:r>
              <a:rPr kumimoji="0" lang="fr-FR" sz="1400" b="1" i="0" u="none" strike="noStrike" cap="none" normalizeH="0" baseline="0" dirty="0">
                <a:ln>
                  <a:noFill/>
                </a:ln>
                <a:solidFill>
                  <a:schemeClr val="tx1"/>
                </a:solidFill>
                <a:effectLst/>
                <a:latin typeface="Century Gothic" pitchFamily="34" charset="0"/>
              </a:rPr>
              <a:t>Tableau </a:t>
            </a:r>
          </a:p>
          <a:p>
            <a:pPr marL="0" marR="0" indent="0" algn="ctr" defTabSz="914400" rtl="0" eaLnBrk="0" fontAlgn="base" latinLnBrk="0" hangingPunct="0">
              <a:lnSpc>
                <a:spcPct val="100000"/>
              </a:lnSpc>
              <a:spcBef>
                <a:spcPct val="0"/>
              </a:spcBef>
              <a:spcAft>
                <a:spcPct val="0"/>
              </a:spcAft>
              <a:buClrTx/>
              <a:buSzTx/>
              <a:buFontTx/>
              <a:buNone/>
              <a:tabLst/>
            </a:pPr>
            <a:r>
              <a:rPr lang="fr-FR" sz="1400" dirty="0"/>
              <a:t>Plan d’Action</a:t>
            </a:r>
            <a:endParaRPr kumimoji="0" lang="fr-FR" sz="1400" b="1" i="0" u="none" strike="noStrike" cap="none" normalizeH="0" baseline="0" dirty="0">
              <a:ln>
                <a:noFill/>
              </a:ln>
              <a:solidFill>
                <a:schemeClr val="tx1"/>
              </a:solidFill>
              <a:effectLst/>
              <a:latin typeface="Century Gothic" pitchFamily="34" charset="0"/>
            </a:endParaRPr>
          </a:p>
        </p:txBody>
      </p:sp>
      <p:sp>
        <p:nvSpPr>
          <p:cNvPr id="7" name="Ellipse 6"/>
          <p:cNvSpPr/>
          <p:nvPr/>
        </p:nvSpPr>
        <p:spPr bwMode="auto">
          <a:xfrm>
            <a:off x="3384565" y="5049180"/>
            <a:ext cx="2429005" cy="1170130"/>
          </a:xfrm>
          <a:prstGeom prst="ellipse">
            <a:avLst/>
          </a:prstGeom>
          <a:solidFill>
            <a:schemeClr val="bg1"/>
          </a:solidFill>
          <a:ln w="19050" cap="flat" cmpd="sng" algn="ctr">
            <a:solidFill>
              <a:srgbClr val="00CC6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fr-FR" sz="1400" dirty="0"/>
              <a:t>Analyse</a:t>
            </a:r>
          </a:p>
          <a:p>
            <a:pPr marL="0" marR="0" indent="0" algn="ctr" defTabSz="914400" rtl="0" eaLnBrk="0" fontAlgn="base" latinLnBrk="0" hangingPunct="0">
              <a:lnSpc>
                <a:spcPct val="100000"/>
              </a:lnSpc>
              <a:spcBef>
                <a:spcPct val="0"/>
              </a:spcBef>
              <a:spcAft>
                <a:spcPct val="0"/>
              </a:spcAft>
              <a:buClrTx/>
              <a:buSzTx/>
              <a:buFontTx/>
              <a:buNone/>
              <a:tabLst/>
            </a:pPr>
            <a:endParaRPr kumimoji="0" lang="fr-FR" sz="1400" b="1" i="0" u="none" strike="noStrike" cap="none" normalizeH="0" baseline="0" dirty="0">
              <a:ln>
                <a:noFill/>
              </a:ln>
              <a:solidFill>
                <a:schemeClr val="tx1"/>
              </a:solidFill>
              <a:effectLst/>
              <a:latin typeface="Century Gothic" pitchFamily="34" charset="0"/>
            </a:endParaRPr>
          </a:p>
          <a:p>
            <a:pPr marL="0" marR="0" indent="0" algn="ctr" defTabSz="914400" rtl="0" eaLnBrk="0" fontAlgn="base" latinLnBrk="0" hangingPunct="0">
              <a:lnSpc>
                <a:spcPct val="100000"/>
              </a:lnSpc>
              <a:spcBef>
                <a:spcPct val="0"/>
              </a:spcBef>
              <a:spcAft>
                <a:spcPct val="0"/>
              </a:spcAft>
              <a:buClrTx/>
              <a:buSzTx/>
              <a:buFontTx/>
              <a:buNone/>
              <a:tabLst/>
            </a:pPr>
            <a:r>
              <a:rPr kumimoji="0" lang="fr-FR" sz="1400" b="1" i="0" u="none" strike="noStrike" cap="none" normalizeH="0" baseline="0" dirty="0">
                <a:ln>
                  <a:noFill/>
                </a:ln>
                <a:solidFill>
                  <a:schemeClr val="tx1"/>
                </a:solidFill>
                <a:effectLst/>
                <a:latin typeface="Century Gothic" pitchFamily="34" charset="0"/>
              </a:rPr>
              <a:t>Arrêter la ligne</a:t>
            </a:r>
          </a:p>
          <a:p>
            <a:pPr marL="0" marR="0" indent="0" algn="ctr" defTabSz="914400" rtl="0" eaLnBrk="0" fontAlgn="base" latinLnBrk="0" hangingPunct="0">
              <a:lnSpc>
                <a:spcPct val="100000"/>
              </a:lnSpc>
              <a:spcBef>
                <a:spcPct val="0"/>
              </a:spcBef>
              <a:spcAft>
                <a:spcPct val="0"/>
              </a:spcAft>
              <a:buClrTx/>
              <a:buSzTx/>
              <a:buFontTx/>
              <a:buNone/>
              <a:tabLst/>
            </a:pPr>
            <a:r>
              <a:rPr lang="fr-FR" sz="1400" dirty="0"/>
              <a:t>Pour analyser</a:t>
            </a:r>
            <a:r>
              <a:rPr kumimoji="0" lang="fr-FR" sz="1400" b="1" i="0" u="none" strike="noStrike" cap="none" normalizeH="0" baseline="0" dirty="0">
                <a:ln>
                  <a:noFill/>
                </a:ln>
                <a:solidFill>
                  <a:schemeClr val="tx1"/>
                </a:solidFill>
                <a:effectLst/>
                <a:latin typeface="Century Gothic" pitchFamily="34" charset="0"/>
              </a:rPr>
              <a:t> </a:t>
            </a:r>
          </a:p>
        </p:txBody>
      </p:sp>
      <p:sp>
        <p:nvSpPr>
          <p:cNvPr id="8" name="Ellipse 7"/>
          <p:cNvSpPr/>
          <p:nvPr/>
        </p:nvSpPr>
        <p:spPr bwMode="auto">
          <a:xfrm>
            <a:off x="751141" y="3766537"/>
            <a:ext cx="2429005" cy="1170130"/>
          </a:xfrm>
          <a:prstGeom prst="ellipse">
            <a:avLst/>
          </a:prstGeom>
          <a:solidFill>
            <a:schemeClr val="bg1"/>
          </a:solidFill>
          <a:ln w="19050" cap="flat" cmpd="sng" algn="ctr">
            <a:solidFill>
              <a:srgbClr val="00CC6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fr-FR" sz="1400" dirty="0"/>
              <a:t>Vérification</a:t>
            </a:r>
          </a:p>
          <a:p>
            <a:pPr marL="0" marR="0" indent="0" algn="ctr" defTabSz="914400" rtl="0" eaLnBrk="0" fontAlgn="base" latinLnBrk="0" hangingPunct="0">
              <a:lnSpc>
                <a:spcPct val="100000"/>
              </a:lnSpc>
              <a:spcBef>
                <a:spcPct val="0"/>
              </a:spcBef>
              <a:spcAft>
                <a:spcPct val="0"/>
              </a:spcAft>
              <a:buClrTx/>
              <a:buSzTx/>
              <a:buFontTx/>
              <a:buNone/>
              <a:tabLst/>
            </a:pPr>
            <a:endParaRPr lang="fr-FR" sz="1400" dirty="0"/>
          </a:p>
          <a:p>
            <a:pPr marL="0" marR="0" indent="0" algn="ctr" defTabSz="914400" rtl="0" eaLnBrk="0" fontAlgn="base" latinLnBrk="0" hangingPunct="0">
              <a:lnSpc>
                <a:spcPct val="100000"/>
              </a:lnSpc>
              <a:spcBef>
                <a:spcPct val="0"/>
              </a:spcBef>
              <a:spcAft>
                <a:spcPct val="0"/>
              </a:spcAft>
              <a:buClrTx/>
              <a:buSzTx/>
              <a:buFontTx/>
              <a:buNone/>
              <a:tabLst/>
            </a:pPr>
            <a:r>
              <a:rPr kumimoji="0" lang="fr-FR" sz="1400" b="1" i="0" u="none" strike="noStrike" cap="none" normalizeH="0" baseline="0" dirty="0">
                <a:ln>
                  <a:noFill/>
                </a:ln>
                <a:solidFill>
                  <a:schemeClr val="tx1"/>
                </a:solidFill>
                <a:effectLst/>
                <a:latin typeface="Century Gothic" pitchFamily="34" charset="0"/>
              </a:rPr>
              <a:t>Confirmation</a:t>
            </a:r>
            <a:r>
              <a:rPr kumimoji="0" lang="fr-FR" sz="1400" b="1" i="0" u="none" strike="noStrike" cap="none" normalizeH="0" dirty="0">
                <a:ln>
                  <a:noFill/>
                </a:ln>
                <a:solidFill>
                  <a:schemeClr val="tx1"/>
                </a:solidFill>
                <a:effectLst/>
                <a:latin typeface="Century Gothic" pitchFamily="34" charset="0"/>
              </a:rPr>
              <a:t> des actions</a:t>
            </a:r>
            <a:endParaRPr kumimoji="0" lang="fr-FR" sz="1400" b="1" i="0" u="none" strike="noStrike" cap="none" normalizeH="0" baseline="0" dirty="0">
              <a:ln>
                <a:noFill/>
              </a:ln>
              <a:solidFill>
                <a:schemeClr val="tx1"/>
              </a:solidFill>
              <a:effectLst/>
              <a:latin typeface="Century Gothic" pitchFamily="34" charset="0"/>
            </a:endParaRPr>
          </a:p>
        </p:txBody>
      </p:sp>
      <p:sp>
        <p:nvSpPr>
          <p:cNvPr id="9" name="Virage 8"/>
          <p:cNvSpPr/>
          <p:nvPr/>
        </p:nvSpPr>
        <p:spPr bwMode="auto">
          <a:xfrm>
            <a:off x="1741252" y="2753925"/>
            <a:ext cx="1643313" cy="900100"/>
          </a:xfrm>
          <a:prstGeom prst="bent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fr-FR" sz="1600" b="1" i="0" u="none" strike="noStrike" cap="none" normalizeH="0" baseline="0">
              <a:ln>
                <a:noFill/>
              </a:ln>
              <a:solidFill>
                <a:schemeClr val="tx1"/>
              </a:solidFill>
              <a:effectLst/>
              <a:latin typeface="Century Gothic" pitchFamily="34" charset="0"/>
            </a:endParaRPr>
          </a:p>
        </p:txBody>
      </p:sp>
      <p:sp>
        <p:nvSpPr>
          <p:cNvPr id="10" name="Virage 9"/>
          <p:cNvSpPr/>
          <p:nvPr/>
        </p:nvSpPr>
        <p:spPr bwMode="auto">
          <a:xfrm rot="10800000">
            <a:off x="5813569" y="4976866"/>
            <a:ext cx="1643313" cy="871820"/>
          </a:xfrm>
          <a:prstGeom prst="bent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fr-FR" sz="1600" b="1" i="0" u="none" strike="noStrike" cap="none" normalizeH="0" baseline="0">
              <a:ln>
                <a:noFill/>
              </a:ln>
              <a:solidFill>
                <a:schemeClr val="tx1"/>
              </a:solidFill>
              <a:effectLst/>
              <a:latin typeface="Century Gothic" pitchFamily="34" charset="0"/>
            </a:endParaRPr>
          </a:p>
        </p:txBody>
      </p:sp>
      <p:sp>
        <p:nvSpPr>
          <p:cNvPr id="11" name="Virage 10"/>
          <p:cNvSpPr/>
          <p:nvPr/>
        </p:nvSpPr>
        <p:spPr bwMode="auto">
          <a:xfrm rot="16200000">
            <a:off x="2153153" y="4612008"/>
            <a:ext cx="702385" cy="1616196"/>
          </a:xfrm>
          <a:prstGeom prst="bent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fr-FR" sz="1600" b="1" i="0" u="none" strike="noStrike" cap="none" normalizeH="0" baseline="0">
              <a:ln>
                <a:noFill/>
              </a:ln>
              <a:solidFill>
                <a:schemeClr val="tx1"/>
              </a:solidFill>
              <a:effectLst/>
              <a:latin typeface="Century Gothic" pitchFamily="34" charset="0"/>
            </a:endParaRPr>
          </a:p>
        </p:txBody>
      </p:sp>
      <p:sp>
        <p:nvSpPr>
          <p:cNvPr id="12" name="Virage 11"/>
          <p:cNvSpPr/>
          <p:nvPr/>
        </p:nvSpPr>
        <p:spPr bwMode="auto">
          <a:xfrm rot="5400000">
            <a:off x="6234470" y="2418863"/>
            <a:ext cx="702385" cy="1767941"/>
          </a:xfrm>
          <a:prstGeom prst="bentArrow">
            <a:avLst>
              <a:gd name="adj1" fmla="val 25000"/>
              <a:gd name="adj2" fmla="val 25000"/>
              <a:gd name="adj3" fmla="val 25000"/>
              <a:gd name="adj4" fmla="val 47776"/>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fr-FR" sz="1600" b="1" i="0" u="none" strike="noStrike" cap="none" normalizeH="0" baseline="0">
              <a:ln>
                <a:noFill/>
              </a:ln>
              <a:solidFill>
                <a:schemeClr val="tx1"/>
              </a:solidFill>
              <a:effectLst/>
              <a:latin typeface="Century Gothic" pitchFamily="34" charset="0"/>
            </a:endParaRPr>
          </a:p>
        </p:txBody>
      </p:sp>
      <p:sp>
        <p:nvSpPr>
          <p:cNvPr id="13" name="ZoneTexte 12"/>
          <p:cNvSpPr txBox="1"/>
          <p:nvPr/>
        </p:nvSpPr>
        <p:spPr>
          <a:xfrm>
            <a:off x="1511663" y="1656650"/>
            <a:ext cx="6030665" cy="646331"/>
          </a:xfrm>
          <a:prstGeom prst="rect">
            <a:avLst/>
          </a:prstGeom>
          <a:gradFill>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p:spPr>
        <p:txBody>
          <a:bodyPr wrap="square" rtlCol="0">
            <a:spAutoFit/>
          </a:bodyPr>
          <a:lstStyle/>
          <a:p>
            <a:pPr algn="ctr"/>
            <a:r>
              <a:rPr lang="fr-FR" sz="1800" b="0" dirty="0">
                <a:solidFill>
                  <a:schemeClr val="bg1"/>
                </a:solidFill>
                <a:latin typeface="Calibri" pitchFamily="34" charset="0"/>
                <a:cs typeface="Calibri" pitchFamily="34" charset="0"/>
              </a:rPr>
              <a:t>Le QRQC LIGNE met en place des actions pour résoudre </a:t>
            </a:r>
          </a:p>
          <a:p>
            <a:pPr algn="ctr"/>
            <a:r>
              <a:rPr lang="fr-FR" sz="1800" b="0" dirty="0">
                <a:solidFill>
                  <a:schemeClr val="bg1"/>
                </a:solidFill>
                <a:latin typeface="Calibri" pitchFamily="34" charset="0"/>
                <a:cs typeface="Calibri" pitchFamily="34" charset="0"/>
              </a:rPr>
              <a:t>Le problème immédiatement</a:t>
            </a:r>
          </a:p>
        </p:txBody>
      </p:sp>
    </p:spTree>
    <p:extLst>
      <p:ext uri="{BB962C8B-B14F-4D97-AF65-F5344CB8AC3E}">
        <p14:creationId xmlns:p14="http://schemas.microsoft.com/office/powerpoint/2010/main" val="763447433"/>
      </p:ext>
    </p:extLst>
  </p:cSld>
  <p:clrMapOvr>
    <a:masterClrMapping/>
  </p:clrMapOvr>
  <p:transition>
    <p:zoom/>
  </p:transition>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ZoneTexte 1"/>
          <p:cNvSpPr txBox="1"/>
          <p:nvPr/>
        </p:nvSpPr>
        <p:spPr>
          <a:xfrm>
            <a:off x="746575" y="1223755"/>
            <a:ext cx="4207049" cy="461665"/>
          </a:xfrm>
          <a:prstGeom prst="rect">
            <a:avLst/>
          </a:prstGeom>
          <a:noFill/>
          <a:ln w="9525">
            <a:noFill/>
            <a:miter lim="800000"/>
            <a:headEnd/>
            <a:tailEnd/>
          </a:ln>
        </p:spPr>
        <p:txBody>
          <a:bodyPr anchor="ctr"/>
          <a:lstStyle>
            <a:defPPr>
              <a:defRPr lang="en-US"/>
            </a:defPPr>
            <a:lvl1pPr eaLnBrk="0" hangingPunct="0">
              <a:defRPr sz="2400">
                <a:solidFill>
                  <a:srgbClr val="002060"/>
                </a:solidFill>
                <a:effectLst>
                  <a:outerShdw blurRad="38100" dist="38100" dir="2700000" algn="tl">
                    <a:srgbClr val="C0C0C0"/>
                  </a:outerShdw>
                </a:effectLst>
                <a:latin typeface="Calibri" pitchFamily="34" charset="0"/>
                <a:cs typeface="Calibri" pitchFamily="34" charset="0"/>
              </a:defRPr>
            </a:lvl1pPr>
          </a:lstStyle>
          <a:p>
            <a:r>
              <a:rPr lang="fr-FR" dirty="0"/>
              <a:t>D Déploiement / Mise en place  </a:t>
            </a:r>
          </a:p>
        </p:txBody>
      </p:sp>
      <p:sp>
        <p:nvSpPr>
          <p:cNvPr id="3" name="Nuage 2"/>
          <p:cNvSpPr/>
          <p:nvPr/>
        </p:nvSpPr>
        <p:spPr bwMode="auto">
          <a:xfrm>
            <a:off x="3592884" y="3789040"/>
            <a:ext cx="1845205" cy="945105"/>
          </a:xfrm>
          <a:prstGeom prst="cloud">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fr-FR" sz="1600" b="1" i="0" u="none" strike="noStrike" cap="none" normalizeH="0" baseline="0" dirty="0">
                <a:ln>
                  <a:noFill/>
                </a:ln>
                <a:solidFill>
                  <a:schemeClr val="tx1"/>
                </a:solidFill>
                <a:effectLst/>
                <a:latin typeface="Century Gothic" pitchFamily="34" charset="0"/>
              </a:rPr>
              <a:t>QRQC </a:t>
            </a:r>
          </a:p>
          <a:p>
            <a:pPr marL="0" marR="0" indent="0" algn="ctr" defTabSz="914400" rtl="0" eaLnBrk="0" fontAlgn="base" latinLnBrk="0" hangingPunct="0">
              <a:lnSpc>
                <a:spcPct val="100000"/>
              </a:lnSpc>
              <a:spcBef>
                <a:spcPct val="0"/>
              </a:spcBef>
              <a:spcAft>
                <a:spcPct val="0"/>
              </a:spcAft>
              <a:buClrTx/>
              <a:buSzTx/>
              <a:buFontTx/>
              <a:buNone/>
              <a:tabLst/>
            </a:pPr>
            <a:r>
              <a:rPr lang="fr-FR" dirty="0"/>
              <a:t>UAP</a:t>
            </a:r>
            <a:endParaRPr kumimoji="0" lang="fr-FR" sz="1600" b="1" i="0" u="none" strike="noStrike" cap="none" normalizeH="0" baseline="0" dirty="0">
              <a:ln>
                <a:noFill/>
              </a:ln>
              <a:solidFill>
                <a:schemeClr val="tx1"/>
              </a:solidFill>
              <a:effectLst/>
              <a:latin typeface="Century Gothic" pitchFamily="34" charset="0"/>
            </a:endParaRPr>
          </a:p>
        </p:txBody>
      </p:sp>
      <p:sp>
        <p:nvSpPr>
          <p:cNvPr id="4" name="Ellipse 3"/>
          <p:cNvSpPr/>
          <p:nvPr/>
        </p:nvSpPr>
        <p:spPr bwMode="auto">
          <a:xfrm>
            <a:off x="3367861" y="2393885"/>
            <a:ext cx="2160240" cy="1170130"/>
          </a:xfrm>
          <a:prstGeom prst="ellipse">
            <a:avLst/>
          </a:prstGeom>
          <a:solidFill>
            <a:schemeClr val="bg1"/>
          </a:solidFill>
          <a:ln w="19050" cap="flat" cmpd="sng" algn="ctr">
            <a:solidFill>
              <a:srgbClr val="00CC6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fr-FR" sz="1400" dirty="0"/>
              <a:t>Détection</a:t>
            </a:r>
          </a:p>
          <a:p>
            <a:pPr marL="0" marR="0" indent="0" algn="ctr" defTabSz="914400" rtl="0" eaLnBrk="0" fontAlgn="base" latinLnBrk="0" hangingPunct="0">
              <a:lnSpc>
                <a:spcPct val="100000"/>
              </a:lnSpc>
              <a:spcBef>
                <a:spcPct val="0"/>
              </a:spcBef>
              <a:spcAft>
                <a:spcPct val="0"/>
              </a:spcAft>
              <a:buClrTx/>
              <a:buSzTx/>
              <a:buFontTx/>
              <a:buNone/>
              <a:tabLst/>
            </a:pPr>
            <a:endParaRPr kumimoji="0" lang="fr-FR" sz="1400" b="1" i="0" u="none" strike="noStrike" cap="none" normalizeH="0" baseline="0" dirty="0">
              <a:ln>
                <a:noFill/>
              </a:ln>
              <a:solidFill>
                <a:schemeClr val="tx1"/>
              </a:solidFill>
              <a:effectLst/>
              <a:latin typeface="Century Gothic" pitchFamily="34" charset="0"/>
            </a:endParaRPr>
          </a:p>
          <a:p>
            <a:pPr marL="0" marR="0" indent="0" algn="ctr" defTabSz="914400" rtl="0" eaLnBrk="0" fontAlgn="base" latinLnBrk="0" hangingPunct="0">
              <a:lnSpc>
                <a:spcPct val="100000"/>
              </a:lnSpc>
              <a:spcBef>
                <a:spcPct val="0"/>
              </a:spcBef>
              <a:spcAft>
                <a:spcPct val="0"/>
              </a:spcAft>
              <a:buClrTx/>
              <a:buSzTx/>
              <a:buFontTx/>
              <a:buNone/>
              <a:tabLst/>
            </a:pPr>
            <a:r>
              <a:rPr lang="fr-FR" sz="1200" dirty="0"/>
              <a:t>Sélectionner les 3 problèmes majeurs</a:t>
            </a:r>
            <a:endParaRPr kumimoji="0" lang="fr-FR" sz="1200" b="1" i="0" u="none" strike="noStrike" cap="none" normalizeH="0" baseline="0" dirty="0">
              <a:ln>
                <a:noFill/>
              </a:ln>
              <a:solidFill>
                <a:schemeClr val="tx1"/>
              </a:solidFill>
              <a:effectLst/>
            </a:endParaRPr>
          </a:p>
        </p:txBody>
      </p:sp>
      <p:sp>
        <p:nvSpPr>
          <p:cNvPr id="5" name="Rectangle 4"/>
          <p:cNvSpPr/>
          <p:nvPr/>
        </p:nvSpPr>
        <p:spPr>
          <a:xfrm>
            <a:off x="6550949" y="1241452"/>
            <a:ext cx="1802731"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QRQC UAP</a:t>
            </a:r>
            <a:endPar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endParaRPr>
          </a:p>
        </p:txBody>
      </p:sp>
      <p:sp>
        <p:nvSpPr>
          <p:cNvPr id="6" name="Ellipse 5"/>
          <p:cNvSpPr/>
          <p:nvPr/>
        </p:nvSpPr>
        <p:spPr bwMode="auto">
          <a:xfrm>
            <a:off x="5934409" y="3676527"/>
            <a:ext cx="2429005" cy="1170130"/>
          </a:xfrm>
          <a:prstGeom prst="ellipse">
            <a:avLst/>
          </a:prstGeom>
          <a:solidFill>
            <a:schemeClr val="bg1"/>
          </a:solidFill>
          <a:ln w="19050" cap="flat" cmpd="sng" algn="ctr">
            <a:solidFill>
              <a:srgbClr val="00CC6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fr-FR" sz="1400" dirty="0"/>
              <a:t>Communication</a:t>
            </a:r>
          </a:p>
          <a:p>
            <a:pPr marL="0" marR="0" indent="0" algn="ctr" defTabSz="914400" rtl="0" eaLnBrk="0" fontAlgn="base" latinLnBrk="0" hangingPunct="0">
              <a:lnSpc>
                <a:spcPct val="100000"/>
              </a:lnSpc>
              <a:spcBef>
                <a:spcPct val="0"/>
              </a:spcBef>
              <a:spcAft>
                <a:spcPct val="0"/>
              </a:spcAft>
              <a:buClrTx/>
              <a:buSzTx/>
              <a:buFontTx/>
              <a:buNone/>
              <a:tabLst/>
            </a:pPr>
            <a:endParaRPr kumimoji="0" lang="fr-FR" sz="1400" b="1" i="0" u="none" strike="noStrike" cap="none" normalizeH="0" baseline="0" dirty="0">
              <a:ln>
                <a:noFill/>
              </a:ln>
              <a:solidFill>
                <a:schemeClr val="tx1"/>
              </a:solidFill>
              <a:effectLst/>
              <a:latin typeface="Century Gothic" pitchFamily="34" charset="0"/>
            </a:endParaRPr>
          </a:p>
          <a:p>
            <a:pPr marL="0" marR="0" indent="0" algn="ctr" defTabSz="914400" rtl="0" eaLnBrk="0" fontAlgn="base" latinLnBrk="0" hangingPunct="0">
              <a:lnSpc>
                <a:spcPct val="100000"/>
              </a:lnSpc>
              <a:spcBef>
                <a:spcPct val="0"/>
              </a:spcBef>
              <a:spcAft>
                <a:spcPct val="0"/>
              </a:spcAft>
              <a:buClrTx/>
              <a:buSzTx/>
              <a:buFontTx/>
              <a:buNone/>
              <a:tabLst/>
            </a:pPr>
            <a:r>
              <a:rPr kumimoji="0" lang="fr-FR" sz="1400" b="1" i="0" u="none" strike="noStrike" cap="none" normalizeH="0" baseline="0" dirty="0">
                <a:ln>
                  <a:noFill/>
                </a:ln>
                <a:solidFill>
                  <a:schemeClr val="tx1"/>
                </a:solidFill>
                <a:effectLst/>
                <a:latin typeface="Century Gothic" pitchFamily="34" charset="0"/>
              </a:rPr>
              <a:t>Fiche assignation</a:t>
            </a:r>
          </a:p>
          <a:p>
            <a:pPr marL="0" marR="0" indent="0" algn="ctr" defTabSz="914400" rtl="0" eaLnBrk="0" fontAlgn="base" latinLnBrk="0" hangingPunct="0">
              <a:lnSpc>
                <a:spcPct val="100000"/>
              </a:lnSpc>
              <a:spcBef>
                <a:spcPct val="0"/>
              </a:spcBef>
              <a:spcAft>
                <a:spcPct val="0"/>
              </a:spcAft>
              <a:buClrTx/>
              <a:buSzTx/>
              <a:buFontTx/>
              <a:buNone/>
              <a:tabLst/>
            </a:pPr>
            <a:r>
              <a:rPr lang="fr-FR" sz="1400" dirty="0"/>
              <a:t>du problème</a:t>
            </a:r>
            <a:endParaRPr kumimoji="0" lang="fr-FR" sz="1400" b="1" i="0" u="none" strike="noStrike" cap="none" normalizeH="0" baseline="0" dirty="0">
              <a:ln>
                <a:noFill/>
              </a:ln>
              <a:solidFill>
                <a:schemeClr val="tx1"/>
              </a:solidFill>
              <a:effectLst/>
              <a:latin typeface="Century Gothic" pitchFamily="34" charset="0"/>
            </a:endParaRPr>
          </a:p>
        </p:txBody>
      </p:sp>
      <p:sp>
        <p:nvSpPr>
          <p:cNvPr id="7" name="Ellipse 6"/>
          <p:cNvSpPr/>
          <p:nvPr/>
        </p:nvSpPr>
        <p:spPr bwMode="auto">
          <a:xfrm>
            <a:off x="3300983" y="4959170"/>
            <a:ext cx="2429005" cy="1170130"/>
          </a:xfrm>
          <a:prstGeom prst="ellipse">
            <a:avLst/>
          </a:prstGeom>
          <a:solidFill>
            <a:schemeClr val="bg1"/>
          </a:solidFill>
          <a:ln w="19050" cap="flat" cmpd="sng" algn="ctr">
            <a:solidFill>
              <a:srgbClr val="00CC6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fr-FR" sz="1400" dirty="0"/>
              <a:t>Analyse</a:t>
            </a:r>
          </a:p>
          <a:p>
            <a:pPr marL="0" marR="0" indent="0" algn="ctr" defTabSz="914400" rtl="0" eaLnBrk="0" fontAlgn="base" latinLnBrk="0" hangingPunct="0">
              <a:lnSpc>
                <a:spcPct val="100000"/>
              </a:lnSpc>
              <a:spcBef>
                <a:spcPct val="0"/>
              </a:spcBef>
              <a:spcAft>
                <a:spcPct val="0"/>
              </a:spcAft>
              <a:buClrTx/>
              <a:buSzTx/>
              <a:buFontTx/>
              <a:buNone/>
              <a:tabLst/>
            </a:pPr>
            <a:endParaRPr kumimoji="0" lang="fr-FR" sz="1400" b="1" i="0" u="none" strike="noStrike" cap="none" normalizeH="0" baseline="0" dirty="0">
              <a:ln>
                <a:noFill/>
              </a:ln>
              <a:solidFill>
                <a:schemeClr val="tx1"/>
              </a:solidFill>
              <a:effectLst/>
              <a:latin typeface="Century Gothic" pitchFamily="34" charset="0"/>
            </a:endParaRPr>
          </a:p>
          <a:p>
            <a:pPr marL="0" marR="0" indent="0" algn="ctr" defTabSz="914400" rtl="0" eaLnBrk="0" fontAlgn="base" latinLnBrk="0" hangingPunct="0">
              <a:lnSpc>
                <a:spcPct val="100000"/>
              </a:lnSpc>
              <a:spcBef>
                <a:spcPct val="0"/>
              </a:spcBef>
              <a:spcAft>
                <a:spcPct val="0"/>
              </a:spcAft>
              <a:buClrTx/>
              <a:buSzTx/>
              <a:buFontTx/>
              <a:buNone/>
              <a:tabLst/>
            </a:pPr>
            <a:r>
              <a:rPr kumimoji="0" lang="fr-FR" sz="1400" b="1" i="0" u="none" strike="noStrike" cap="none" normalizeH="0" baseline="0" dirty="0">
                <a:ln>
                  <a:noFill/>
                </a:ln>
                <a:solidFill>
                  <a:schemeClr val="tx1"/>
                </a:solidFill>
                <a:effectLst/>
                <a:latin typeface="Century Gothic" pitchFamily="34" charset="0"/>
              </a:rPr>
              <a:t>PDCA (ou 8D)</a:t>
            </a:r>
          </a:p>
        </p:txBody>
      </p:sp>
      <p:sp>
        <p:nvSpPr>
          <p:cNvPr id="8" name="Ellipse 7"/>
          <p:cNvSpPr/>
          <p:nvPr/>
        </p:nvSpPr>
        <p:spPr bwMode="auto">
          <a:xfrm>
            <a:off x="667559" y="3676527"/>
            <a:ext cx="2429005" cy="1170130"/>
          </a:xfrm>
          <a:prstGeom prst="ellipse">
            <a:avLst/>
          </a:prstGeom>
          <a:solidFill>
            <a:schemeClr val="bg1"/>
          </a:solidFill>
          <a:ln w="19050" cap="flat" cmpd="sng" algn="ctr">
            <a:solidFill>
              <a:srgbClr val="00CC6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fr-FR" sz="1400" dirty="0"/>
              <a:t>Vérification</a:t>
            </a:r>
          </a:p>
          <a:p>
            <a:pPr marL="0" marR="0" indent="0" algn="ctr" defTabSz="914400" rtl="0" eaLnBrk="0" fontAlgn="base" latinLnBrk="0" hangingPunct="0">
              <a:lnSpc>
                <a:spcPct val="100000"/>
              </a:lnSpc>
              <a:spcBef>
                <a:spcPct val="0"/>
              </a:spcBef>
              <a:spcAft>
                <a:spcPct val="0"/>
              </a:spcAft>
              <a:buClrTx/>
              <a:buSzTx/>
              <a:buFontTx/>
              <a:buNone/>
              <a:tabLst/>
            </a:pPr>
            <a:endParaRPr lang="fr-FR" sz="1400" dirty="0"/>
          </a:p>
          <a:p>
            <a:pPr marL="0" marR="0" indent="0" algn="ctr" defTabSz="914400" rtl="0" eaLnBrk="0" fontAlgn="base" latinLnBrk="0" hangingPunct="0">
              <a:lnSpc>
                <a:spcPct val="100000"/>
              </a:lnSpc>
              <a:spcBef>
                <a:spcPct val="0"/>
              </a:spcBef>
              <a:spcAft>
                <a:spcPct val="0"/>
              </a:spcAft>
              <a:buClrTx/>
              <a:buSzTx/>
              <a:buFontTx/>
              <a:buNone/>
              <a:tabLst/>
            </a:pPr>
            <a:r>
              <a:rPr lang="fr-FR" sz="1400" dirty="0"/>
              <a:t>Indicateurs</a:t>
            </a:r>
            <a:endParaRPr kumimoji="0" lang="fr-FR" sz="1400" b="1" i="0" u="none" strike="noStrike" cap="none" normalizeH="0" baseline="0" dirty="0">
              <a:ln>
                <a:noFill/>
              </a:ln>
              <a:solidFill>
                <a:schemeClr val="tx1"/>
              </a:solidFill>
              <a:effectLst/>
              <a:latin typeface="Century Gothic" pitchFamily="34" charset="0"/>
            </a:endParaRPr>
          </a:p>
        </p:txBody>
      </p:sp>
      <p:sp>
        <p:nvSpPr>
          <p:cNvPr id="9" name="Virage 8"/>
          <p:cNvSpPr/>
          <p:nvPr/>
        </p:nvSpPr>
        <p:spPr bwMode="auto">
          <a:xfrm>
            <a:off x="1657670" y="2663915"/>
            <a:ext cx="1643313" cy="900100"/>
          </a:xfrm>
          <a:prstGeom prst="bent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fr-FR" sz="1600" b="1" i="0" u="none" strike="noStrike" cap="none" normalizeH="0" baseline="0">
              <a:ln>
                <a:noFill/>
              </a:ln>
              <a:solidFill>
                <a:schemeClr val="tx1"/>
              </a:solidFill>
              <a:effectLst/>
              <a:latin typeface="Century Gothic" pitchFamily="34" charset="0"/>
            </a:endParaRPr>
          </a:p>
        </p:txBody>
      </p:sp>
      <p:sp>
        <p:nvSpPr>
          <p:cNvPr id="10" name="Virage 9"/>
          <p:cNvSpPr/>
          <p:nvPr/>
        </p:nvSpPr>
        <p:spPr bwMode="auto">
          <a:xfrm rot="10800000">
            <a:off x="5729987" y="4886856"/>
            <a:ext cx="1643313" cy="871820"/>
          </a:xfrm>
          <a:prstGeom prst="bent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fr-FR" sz="1600" b="1" i="0" u="none" strike="noStrike" cap="none" normalizeH="0" baseline="0">
              <a:ln>
                <a:noFill/>
              </a:ln>
              <a:solidFill>
                <a:schemeClr val="tx1"/>
              </a:solidFill>
              <a:effectLst/>
              <a:latin typeface="Century Gothic" pitchFamily="34" charset="0"/>
            </a:endParaRPr>
          </a:p>
        </p:txBody>
      </p:sp>
      <p:sp>
        <p:nvSpPr>
          <p:cNvPr id="11" name="Virage 10"/>
          <p:cNvSpPr/>
          <p:nvPr/>
        </p:nvSpPr>
        <p:spPr bwMode="auto">
          <a:xfrm rot="16200000">
            <a:off x="2069571" y="4521998"/>
            <a:ext cx="702385" cy="1616196"/>
          </a:xfrm>
          <a:prstGeom prst="bent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fr-FR" sz="1600" b="1" i="0" u="none" strike="noStrike" cap="none" normalizeH="0" baseline="0">
              <a:ln>
                <a:noFill/>
              </a:ln>
              <a:solidFill>
                <a:schemeClr val="tx1"/>
              </a:solidFill>
              <a:effectLst/>
              <a:latin typeface="Century Gothic" pitchFamily="34" charset="0"/>
            </a:endParaRPr>
          </a:p>
        </p:txBody>
      </p:sp>
      <p:sp>
        <p:nvSpPr>
          <p:cNvPr id="12" name="Virage 11"/>
          <p:cNvSpPr/>
          <p:nvPr/>
        </p:nvSpPr>
        <p:spPr bwMode="auto">
          <a:xfrm rot="5400000">
            <a:off x="6150888" y="2328853"/>
            <a:ext cx="702385" cy="1767941"/>
          </a:xfrm>
          <a:prstGeom prst="bentArrow">
            <a:avLst>
              <a:gd name="adj1" fmla="val 25000"/>
              <a:gd name="adj2" fmla="val 25000"/>
              <a:gd name="adj3" fmla="val 25000"/>
              <a:gd name="adj4" fmla="val 47776"/>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fr-FR" sz="1600" b="1" i="0" u="none" strike="noStrike" cap="none" normalizeH="0" baseline="0">
              <a:ln>
                <a:noFill/>
              </a:ln>
              <a:solidFill>
                <a:schemeClr val="tx1"/>
              </a:solidFill>
              <a:effectLst/>
              <a:latin typeface="Century Gothic" pitchFamily="34" charset="0"/>
            </a:endParaRPr>
          </a:p>
        </p:txBody>
      </p:sp>
      <p:sp>
        <p:nvSpPr>
          <p:cNvPr id="13" name="ZoneTexte 12"/>
          <p:cNvSpPr txBox="1"/>
          <p:nvPr/>
        </p:nvSpPr>
        <p:spPr>
          <a:xfrm>
            <a:off x="1511663" y="1656650"/>
            <a:ext cx="6030665" cy="646331"/>
          </a:xfrm>
          <a:prstGeom prst="rect">
            <a:avLst/>
          </a:prstGeom>
          <a:gradFill>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p:spPr>
        <p:txBody>
          <a:bodyPr wrap="square" rtlCol="0">
            <a:spAutoFit/>
          </a:bodyPr>
          <a:lstStyle/>
          <a:p>
            <a:r>
              <a:rPr lang="fr-FR" sz="1800" b="0" dirty="0">
                <a:solidFill>
                  <a:schemeClr val="bg1"/>
                </a:solidFill>
                <a:latin typeface="Calibri" pitchFamily="34" charset="0"/>
                <a:cs typeface="Calibri" pitchFamily="34" charset="0"/>
              </a:rPr>
              <a:t>Le QRQC UAP assigne les actions pour résoudre les problèmes </a:t>
            </a:r>
          </a:p>
          <a:p>
            <a:pPr algn="ctr"/>
            <a:r>
              <a:rPr lang="fr-FR" sz="1800" b="0" dirty="0">
                <a:solidFill>
                  <a:schemeClr val="bg1"/>
                </a:solidFill>
                <a:latin typeface="Calibri" pitchFamily="34" charset="0"/>
                <a:cs typeface="Calibri" pitchFamily="34" charset="0"/>
              </a:rPr>
              <a:t>Majeurs non résolus sur la ligne</a:t>
            </a:r>
          </a:p>
        </p:txBody>
      </p:sp>
    </p:spTree>
    <p:extLst>
      <p:ext uri="{BB962C8B-B14F-4D97-AF65-F5344CB8AC3E}">
        <p14:creationId xmlns:p14="http://schemas.microsoft.com/office/powerpoint/2010/main" val="327305250"/>
      </p:ext>
    </p:extLst>
  </p:cSld>
  <p:clrMapOvr>
    <a:masterClrMapping/>
  </p:clrMapOvr>
  <p:transition>
    <p:zoom/>
  </p:transition>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ZoneTexte 1"/>
          <p:cNvSpPr txBox="1"/>
          <p:nvPr/>
        </p:nvSpPr>
        <p:spPr>
          <a:xfrm>
            <a:off x="746575" y="1223755"/>
            <a:ext cx="4207049" cy="461665"/>
          </a:xfrm>
          <a:prstGeom prst="rect">
            <a:avLst/>
          </a:prstGeom>
          <a:noFill/>
          <a:ln w="9525">
            <a:noFill/>
            <a:miter lim="800000"/>
            <a:headEnd/>
            <a:tailEnd/>
          </a:ln>
        </p:spPr>
        <p:txBody>
          <a:bodyPr anchor="ctr"/>
          <a:lstStyle>
            <a:defPPr>
              <a:defRPr lang="en-US"/>
            </a:defPPr>
            <a:lvl1pPr eaLnBrk="0" hangingPunct="0">
              <a:defRPr sz="2400">
                <a:solidFill>
                  <a:srgbClr val="002060"/>
                </a:solidFill>
                <a:effectLst>
                  <a:outerShdw blurRad="38100" dist="38100" dir="2700000" algn="tl">
                    <a:srgbClr val="C0C0C0"/>
                  </a:outerShdw>
                </a:effectLst>
                <a:latin typeface="Calibri" pitchFamily="34" charset="0"/>
                <a:cs typeface="Calibri" pitchFamily="34" charset="0"/>
              </a:defRPr>
            </a:lvl1pPr>
          </a:lstStyle>
          <a:p>
            <a:r>
              <a:rPr lang="fr-FR" dirty="0"/>
              <a:t>D Déploiement / Mise en place  </a:t>
            </a:r>
          </a:p>
        </p:txBody>
      </p:sp>
      <p:sp>
        <p:nvSpPr>
          <p:cNvPr id="3" name="Nuage 2"/>
          <p:cNvSpPr/>
          <p:nvPr/>
        </p:nvSpPr>
        <p:spPr bwMode="auto">
          <a:xfrm>
            <a:off x="3592884" y="3789040"/>
            <a:ext cx="1845205" cy="945105"/>
          </a:xfrm>
          <a:prstGeom prst="cloud">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fr-FR" sz="1600" b="1" i="0" u="none" strike="noStrike" cap="none" normalizeH="0" baseline="0" dirty="0">
                <a:ln>
                  <a:noFill/>
                </a:ln>
                <a:solidFill>
                  <a:schemeClr val="tx1"/>
                </a:solidFill>
                <a:effectLst/>
                <a:latin typeface="Century Gothic" pitchFamily="34" charset="0"/>
              </a:rPr>
              <a:t>QRQC </a:t>
            </a:r>
          </a:p>
          <a:p>
            <a:pPr marL="0" marR="0" indent="0" algn="ctr" defTabSz="914400" rtl="0" eaLnBrk="0" fontAlgn="base" latinLnBrk="0" hangingPunct="0">
              <a:lnSpc>
                <a:spcPct val="100000"/>
              </a:lnSpc>
              <a:spcBef>
                <a:spcPct val="0"/>
              </a:spcBef>
              <a:spcAft>
                <a:spcPct val="0"/>
              </a:spcAft>
              <a:buClrTx/>
              <a:buSzTx/>
              <a:buFontTx/>
              <a:buNone/>
              <a:tabLst/>
            </a:pPr>
            <a:r>
              <a:rPr lang="fr-FR" dirty="0"/>
              <a:t>UAP</a:t>
            </a:r>
            <a:endParaRPr kumimoji="0" lang="fr-FR" sz="1600" b="1" i="0" u="none" strike="noStrike" cap="none" normalizeH="0" baseline="0" dirty="0">
              <a:ln>
                <a:noFill/>
              </a:ln>
              <a:solidFill>
                <a:schemeClr val="tx1"/>
              </a:solidFill>
              <a:effectLst/>
              <a:latin typeface="Century Gothic" pitchFamily="34" charset="0"/>
            </a:endParaRPr>
          </a:p>
        </p:txBody>
      </p:sp>
      <p:sp>
        <p:nvSpPr>
          <p:cNvPr id="4" name="Ellipse 3"/>
          <p:cNvSpPr/>
          <p:nvPr/>
        </p:nvSpPr>
        <p:spPr bwMode="auto">
          <a:xfrm>
            <a:off x="3367861" y="2393885"/>
            <a:ext cx="2160240" cy="1170130"/>
          </a:xfrm>
          <a:prstGeom prst="ellipse">
            <a:avLst/>
          </a:prstGeom>
          <a:solidFill>
            <a:schemeClr val="bg1"/>
          </a:solidFill>
          <a:ln w="19050" cap="flat" cmpd="sng" algn="ctr">
            <a:solidFill>
              <a:srgbClr val="00CC6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fr-FR" sz="1400" dirty="0"/>
              <a:t>Détection</a:t>
            </a:r>
          </a:p>
          <a:p>
            <a:pPr marL="0" marR="0" indent="0" algn="ctr" defTabSz="914400" rtl="0" eaLnBrk="0" fontAlgn="base" latinLnBrk="0" hangingPunct="0">
              <a:lnSpc>
                <a:spcPct val="100000"/>
              </a:lnSpc>
              <a:spcBef>
                <a:spcPct val="0"/>
              </a:spcBef>
              <a:spcAft>
                <a:spcPct val="0"/>
              </a:spcAft>
              <a:buClrTx/>
              <a:buSzTx/>
              <a:buFontTx/>
              <a:buNone/>
              <a:tabLst/>
            </a:pPr>
            <a:endParaRPr kumimoji="0" lang="fr-FR" sz="1400" b="1" i="0" u="none" strike="noStrike" cap="none" normalizeH="0" baseline="0" dirty="0">
              <a:ln>
                <a:noFill/>
              </a:ln>
              <a:solidFill>
                <a:schemeClr val="tx1"/>
              </a:solidFill>
              <a:effectLst/>
              <a:latin typeface="Century Gothic" pitchFamily="34" charset="0"/>
            </a:endParaRPr>
          </a:p>
          <a:p>
            <a:pPr marL="0" marR="0" indent="0" algn="ctr" defTabSz="914400" rtl="0" eaLnBrk="0" fontAlgn="base" latinLnBrk="0" hangingPunct="0">
              <a:lnSpc>
                <a:spcPct val="100000"/>
              </a:lnSpc>
              <a:spcBef>
                <a:spcPct val="0"/>
              </a:spcBef>
              <a:spcAft>
                <a:spcPct val="0"/>
              </a:spcAft>
              <a:buClrTx/>
              <a:buSzTx/>
              <a:buFontTx/>
              <a:buNone/>
              <a:tabLst/>
            </a:pPr>
            <a:r>
              <a:rPr lang="fr-FR" sz="1200" dirty="0"/>
              <a:t>Toutes les réclamations</a:t>
            </a:r>
            <a:endParaRPr kumimoji="0" lang="fr-FR" sz="1200" b="1" i="0" u="none" strike="noStrike" cap="none" normalizeH="0" baseline="0" dirty="0">
              <a:ln>
                <a:noFill/>
              </a:ln>
              <a:solidFill>
                <a:schemeClr val="tx1"/>
              </a:solidFill>
              <a:effectLst/>
            </a:endParaRPr>
          </a:p>
        </p:txBody>
      </p:sp>
      <p:sp>
        <p:nvSpPr>
          <p:cNvPr id="5" name="Rectangle 4"/>
          <p:cNvSpPr/>
          <p:nvPr/>
        </p:nvSpPr>
        <p:spPr>
          <a:xfrm>
            <a:off x="6550949" y="1241452"/>
            <a:ext cx="1802731" cy="400110"/>
          </a:xfrm>
          <a:prstGeom prst="rect">
            <a:avLst/>
          </a:prstGeom>
          <a:gradFill rotWithShape="1">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a:ln w="9525" cap="flat" cmpd="sng" algn="ctr">
            <a:solidFill>
              <a:srgbClr val="4F81BD">
                <a:shade val="95000"/>
                <a:satMod val="105000"/>
              </a:srgbClr>
            </a:solidFill>
            <a:prstDash val="solid"/>
          </a:ln>
          <a:effectLst>
            <a:outerShdw blurRad="40000" dist="23000" dir="5400000" rotWithShape="0">
              <a:srgbClr val="000000">
                <a:alpha val="35000"/>
              </a:srgbClr>
            </a:outerShdw>
          </a:effectLst>
        </p:spPr>
        <p:txBody>
          <a:bodyPr>
            <a:spAutoFit/>
          </a:bodyPr>
          <a:lstStyle/>
          <a:p>
            <a:pPr fontAlgn="auto">
              <a:spcBef>
                <a:spcPts val="0"/>
              </a:spcBef>
              <a:spcAft>
                <a:spcPts val="0"/>
              </a:spcAft>
              <a:defRPr/>
            </a:pPr>
            <a:r>
              <a:rPr lang="fr-FR" sz="2000"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rPr>
              <a:t>QRQC SITE</a:t>
            </a:r>
            <a:endParaRPr lang="fr-FR" sz="2000" b="1" kern="0" spc="50" dirty="0">
              <a:ln w="13500">
                <a:solidFill>
                  <a:srgbClr val="4F81BD">
                    <a:shade val="2500"/>
                    <a:alpha val="6500"/>
                  </a:srgbClr>
                </a:solidFill>
                <a:prstDash val="solid"/>
              </a:ln>
              <a:solidFill>
                <a:srgbClr val="4F81BD">
                  <a:tint val="3000"/>
                  <a:alpha val="95000"/>
                </a:srgbClr>
              </a:solidFill>
              <a:effectLst>
                <a:outerShdw blurRad="38100" dist="38100" dir="2700000" algn="tl">
                  <a:srgbClr val="000000">
                    <a:alpha val="43137"/>
                  </a:srgbClr>
                </a:outerShdw>
              </a:effectLst>
              <a:latin typeface="Calibri"/>
            </a:endParaRPr>
          </a:p>
        </p:txBody>
      </p:sp>
      <p:sp>
        <p:nvSpPr>
          <p:cNvPr id="6" name="Ellipse 5"/>
          <p:cNvSpPr/>
          <p:nvPr/>
        </p:nvSpPr>
        <p:spPr bwMode="auto">
          <a:xfrm>
            <a:off x="5934409" y="3676527"/>
            <a:ext cx="2429005" cy="1170130"/>
          </a:xfrm>
          <a:prstGeom prst="ellipse">
            <a:avLst/>
          </a:prstGeom>
          <a:solidFill>
            <a:schemeClr val="bg1"/>
          </a:solidFill>
          <a:ln w="19050" cap="flat" cmpd="sng" algn="ctr">
            <a:solidFill>
              <a:srgbClr val="00CC6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fr-FR" sz="1400" dirty="0"/>
              <a:t>Communication</a:t>
            </a:r>
          </a:p>
          <a:p>
            <a:pPr marL="0" marR="0" indent="0" algn="ctr" defTabSz="914400" rtl="0" eaLnBrk="0" fontAlgn="base" latinLnBrk="0" hangingPunct="0">
              <a:lnSpc>
                <a:spcPct val="100000"/>
              </a:lnSpc>
              <a:spcBef>
                <a:spcPct val="0"/>
              </a:spcBef>
              <a:spcAft>
                <a:spcPct val="0"/>
              </a:spcAft>
              <a:buClrTx/>
              <a:buSzTx/>
              <a:buFontTx/>
              <a:buNone/>
              <a:tabLst/>
            </a:pPr>
            <a:endParaRPr kumimoji="0" lang="fr-FR" sz="1400" b="1" i="0" u="none" strike="noStrike" cap="none" normalizeH="0" baseline="0" dirty="0">
              <a:ln>
                <a:noFill/>
              </a:ln>
              <a:solidFill>
                <a:schemeClr val="tx1"/>
              </a:solidFill>
              <a:effectLst/>
              <a:latin typeface="Century Gothic" pitchFamily="34" charset="0"/>
            </a:endParaRPr>
          </a:p>
          <a:p>
            <a:pPr marL="0" marR="0" indent="0" algn="ctr" defTabSz="914400" rtl="0" eaLnBrk="0" fontAlgn="base" latinLnBrk="0" hangingPunct="0">
              <a:lnSpc>
                <a:spcPct val="100000"/>
              </a:lnSpc>
              <a:spcBef>
                <a:spcPct val="0"/>
              </a:spcBef>
              <a:spcAft>
                <a:spcPct val="0"/>
              </a:spcAft>
              <a:buClrTx/>
              <a:buSzTx/>
              <a:buFontTx/>
              <a:buNone/>
              <a:tabLst/>
            </a:pPr>
            <a:r>
              <a:rPr kumimoji="0" lang="fr-FR" sz="1400" b="1" i="0" u="none" strike="noStrike" cap="none" normalizeH="0" baseline="0" dirty="0">
                <a:ln>
                  <a:noFill/>
                </a:ln>
                <a:solidFill>
                  <a:schemeClr val="tx1"/>
                </a:solidFill>
                <a:effectLst/>
                <a:latin typeface="Century Gothic" pitchFamily="34" charset="0"/>
              </a:rPr>
              <a:t>Fiche assignation</a:t>
            </a:r>
          </a:p>
          <a:p>
            <a:pPr marL="0" marR="0" indent="0" algn="ctr" defTabSz="914400" rtl="0" eaLnBrk="0" fontAlgn="base" latinLnBrk="0" hangingPunct="0">
              <a:lnSpc>
                <a:spcPct val="100000"/>
              </a:lnSpc>
              <a:spcBef>
                <a:spcPct val="0"/>
              </a:spcBef>
              <a:spcAft>
                <a:spcPct val="0"/>
              </a:spcAft>
              <a:buClrTx/>
              <a:buSzTx/>
              <a:buFontTx/>
              <a:buNone/>
              <a:tabLst/>
            </a:pPr>
            <a:r>
              <a:rPr lang="fr-FR" sz="1400" dirty="0"/>
              <a:t>du problème</a:t>
            </a:r>
            <a:endParaRPr kumimoji="0" lang="fr-FR" sz="1400" b="1" i="0" u="none" strike="noStrike" cap="none" normalizeH="0" baseline="0" dirty="0">
              <a:ln>
                <a:noFill/>
              </a:ln>
              <a:solidFill>
                <a:schemeClr val="tx1"/>
              </a:solidFill>
              <a:effectLst/>
              <a:latin typeface="Century Gothic" pitchFamily="34" charset="0"/>
            </a:endParaRPr>
          </a:p>
        </p:txBody>
      </p:sp>
      <p:sp>
        <p:nvSpPr>
          <p:cNvPr id="7" name="Ellipse 6"/>
          <p:cNvSpPr/>
          <p:nvPr/>
        </p:nvSpPr>
        <p:spPr bwMode="auto">
          <a:xfrm>
            <a:off x="3300983" y="4959170"/>
            <a:ext cx="2429005" cy="1170130"/>
          </a:xfrm>
          <a:prstGeom prst="ellipse">
            <a:avLst/>
          </a:prstGeom>
          <a:solidFill>
            <a:schemeClr val="bg1"/>
          </a:solidFill>
          <a:ln w="19050" cap="flat" cmpd="sng" algn="ctr">
            <a:solidFill>
              <a:srgbClr val="00CC6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fr-FR" sz="1400" dirty="0"/>
              <a:t>Analyse</a:t>
            </a:r>
          </a:p>
          <a:p>
            <a:pPr marL="0" marR="0" indent="0" algn="ctr" defTabSz="914400" rtl="0" eaLnBrk="0" fontAlgn="base" latinLnBrk="0" hangingPunct="0">
              <a:lnSpc>
                <a:spcPct val="100000"/>
              </a:lnSpc>
              <a:spcBef>
                <a:spcPct val="0"/>
              </a:spcBef>
              <a:spcAft>
                <a:spcPct val="0"/>
              </a:spcAft>
              <a:buClrTx/>
              <a:buSzTx/>
              <a:buFontTx/>
              <a:buNone/>
              <a:tabLst/>
            </a:pPr>
            <a:endParaRPr kumimoji="0" lang="fr-FR" sz="1400" b="1" i="0" u="none" strike="noStrike" cap="none" normalizeH="0" baseline="0" dirty="0">
              <a:ln>
                <a:noFill/>
              </a:ln>
              <a:solidFill>
                <a:schemeClr val="tx1"/>
              </a:solidFill>
              <a:effectLst/>
              <a:latin typeface="Century Gothic" pitchFamily="34" charset="0"/>
            </a:endParaRPr>
          </a:p>
          <a:p>
            <a:pPr marL="0" marR="0" indent="0" algn="ctr" defTabSz="914400" rtl="0" eaLnBrk="0" fontAlgn="base" latinLnBrk="0" hangingPunct="0">
              <a:lnSpc>
                <a:spcPct val="100000"/>
              </a:lnSpc>
              <a:spcBef>
                <a:spcPct val="0"/>
              </a:spcBef>
              <a:spcAft>
                <a:spcPct val="0"/>
              </a:spcAft>
              <a:buClrTx/>
              <a:buSzTx/>
              <a:buFontTx/>
              <a:buNone/>
              <a:tabLst/>
            </a:pPr>
            <a:r>
              <a:rPr kumimoji="0" lang="fr-FR" sz="1400" b="1" i="0" u="none" strike="noStrike" cap="none" normalizeH="0" baseline="0" dirty="0">
                <a:ln>
                  <a:noFill/>
                </a:ln>
                <a:solidFill>
                  <a:schemeClr val="tx1"/>
                </a:solidFill>
                <a:effectLst/>
                <a:latin typeface="Century Gothic" pitchFamily="34" charset="0"/>
              </a:rPr>
              <a:t>PDCA (ou 8D)</a:t>
            </a:r>
          </a:p>
        </p:txBody>
      </p:sp>
      <p:sp>
        <p:nvSpPr>
          <p:cNvPr id="8" name="Ellipse 7"/>
          <p:cNvSpPr/>
          <p:nvPr/>
        </p:nvSpPr>
        <p:spPr bwMode="auto">
          <a:xfrm>
            <a:off x="667559" y="3676527"/>
            <a:ext cx="2429005" cy="1170130"/>
          </a:xfrm>
          <a:prstGeom prst="ellipse">
            <a:avLst/>
          </a:prstGeom>
          <a:solidFill>
            <a:schemeClr val="bg1"/>
          </a:solidFill>
          <a:ln w="19050" cap="flat" cmpd="sng" algn="ctr">
            <a:solidFill>
              <a:srgbClr val="00CC66"/>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fr-FR" sz="1400" dirty="0"/>
              <a:t>Vérification</a:t>
            </a:r>
          </a:p>
          <a:p>
            <a:pPr marL="0" marR="0" indent="0" algn="ctr" defTabSz="914400" rtl="0" eaLnBrk="0" fontAlgn="base" latinLnBrk="0" hangingPunct="0">
              <a:lnSpc>
                <a:spcPct val="100000"/>
              </a:lnSpc>
              <a:spcBef>
                <a:spcPct val="0"/>
              </a:spcBef>
              <a:spcAft>
                <a:spcPct val="0"/>
              </a:spcAft>
              <a:buClrTx/>
              <a:buSzTx/>
              <a:buFontTx/>
              <a:buNone/>
              <a:tabLst/>
            </a:pPr>
            <a:endParaRPr lang="fr-FR" sz="1400" dirty="0"/>
          </a:p>
          <a:p>
            <a:pPr marL="0" marR="0" indent="0" algn="ctr" defTabSz="914400" rtl="0" eaLnBrk="0" fontAlgn="base" latinLnBrk="0" hangingPunct="0">
              <a:lnSpc>
                <a:spcPct val="100000"/>
              </a:lnSpc>
              <a:spcBef>
                <a:spcPct val="0"/>
              </a:spcBef>
              <a:spcAft>
                <a:spcPct val="0"/>
              </a:spcAft>
              <a:buClrTx/>
              <a:buSzTx/>
              <a:buFontTx/>
              <a:buNone/>
              <a:tabLst/>
            </a:pPr>
            <a:r>
              <a:rPr lang="fr-FR" sz="1400" dirty="0"/>
              <a:t>Actions San </a:t>
            </a:r>
            <a:r>
              <a:rPr lang="fr-FR" sz="1400" dirty="0" err="1"/>
              <a:t>Gen</a:t>
            </a:r>
            <a:r>
              <a:rPr lang="fr-FR" sz="1400" dirty="0"/>
              <a:t> </a:t>
            </a:r>
            <a:r>
              <a:rPr lang="fr-FR" sz="1400" dirty="0" err="1"/>
              <a:t>Shugi</a:t>
            </a:r>
            <a:endParaRPr kumimoji="0" lang="fr-FR" sz="1400" b="1" i="0" u="none" strike="noStrike" cap="none" normalizeH="0" baseline="0" dirty="0">
              <a:ln>
                <a:noFill/>
              </a:ln>
              <a:solidFill>
                <a:schemeClr val="tx1"/>
              </a:solidFill>
              <a:effectLst/>
              <a:latin typeface="Century Gothic" pitchFamily="34" charset="0"/>
            </a:endParaRPr>
          </a:p>
        </p:txBody>
      </p:sp>
      <p:sp>
        <p:nvSpPr>
          <p:cNvPr id="9" name="Virage 8"/>
          <p:cNvSpPr/>
          <p:nvPr/>
        </p:nvSpPr>
        <p:spPr bwMode="auto">
          <a:xfrm>
            <a:off x="1657670" y="2663915"/>
            <a:ext cx="1643313" cy="900100"/>
          </a:xfrm>
          <a:prstGeom prst="bent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fr-FR" sz="1600" b="1" i="0" u="none" strike="noStrike" cap="none" normalizeH="0" baseline="0">
              <a:ln>
                <a:noFill/>
              </a:ln>
              <a:solidFill>
                <a:schemeClr val="tx1"/>
              </a:solidFill>
              <a:effectLst/>
              <a:latin typeface="Century Gothic" pitchFamily="34" charset="0"/>
            </a:endParaRPr>
          </a:p>
        </p:txBody>
      </p:sp>
      <p:sp>
        <p:nvSpPr>
          <p:cNvPr id="10" name="Virage 9"/>
          <p:cNvSpPr/>
          <p:nvPr/>
        </p:nvSpPr>
        <p:spPr bwMode="auto">
          <a:xfrm rot="10800000">
            <a:off x="5729987" y="4886856"/>
            <a:ext cx="1643313" cy="871820"/>
          </a:xfrm>
          <a:prstGeom prst="bent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fr-FR" sz="1600" b="1" i="0" u="none" strike="noStrike" cap="none" normalizeH="0" baseline="0">
              <a:ln>
                <a:noFill/>
              </a:ln>
              <a:solidFill>
                <a:schemeClr val="tx1"/>
              </a:solidFill>
              <a:effectLst/>
              <a:latin typeface="Century Gothic" pitchFamily="34" charset="0"/>
            </a:endParaRPr>
          </a:p>
        </p:txBody>
      </p:sp>
      <p:sp>
        <p:nvSpPr>
          <p:cNvPr id="11" name="Virage 10"/>
          <p:cNvSpPr/>
          <p:nvPr/>
        </p:nvSpPr>
        <p:spPr bwMode="auto">
          <a:xfrm rot="16200000">
            <a:off x="2069571" y="4521998"/>
            <a:ext cx="702385" cy="1616196"/>
          </a:xfrm>
          <a:prstGeom prst="bentArrow">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fr-FR" sz="1600" b="1" i="0" u="none" strike="noStrike" cap="none" normalizeH="0" baseline="0">
              <a:ln>
                <a:noFill/>
              </a:ln>
              <a:solidFill>
                <a:schemeClr val="tx1"/>
              </a:solidFill>
              <a:effectLst/>
              <a:latin typeface="Century Gothic" pitchFamily="34" charset="0"/>
            </a:endParaRPr>
          </a:p>
        </p:txBody>
      </p:sp>
      <p:sp>
        <p:nvSpPr>
          <p:cNvPr id="12" name="Virage 11"/>
          <p:cNvSpPr/>
          <p:nvPr/>
        </p:nvSpPr>
        <p:spPr bwMode="auto">
          <a:xfrm rot="5400000">
            <a:off x="6150888" y="2328853"/>
            <a:ext cx="702385" cy="1767941"/>
          </a:xfrm>
          <a:prstGeom prst="bentArrow">
            <a:avLst>
              <a:gd name="adj1" fmla="val 25000"/>
              <a:gd name="adj2" fmla="val 25000"/>
              <a:gd name="adj3" fmla="val 25000"/>
              <a:gd name="adj4" fmla="val 47776"/>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fr-FR" sz="1600" b="1" i="0" u="none" strike="noStrike" cap="none" normalizeH="0" baseline="0">
              <a:ln>
                <a:noFill/>
              </a:ln>
              <a:solidFill>
                <a:schemeClr val="tx1"/>
              </a:solidFill>
              <a:effectLst/>
              <a:latin typeface="Century Gothic" pitchFamily="34" charset="0"/>
            </a:endParaRPr>
          </a:p>
        </p:txBody>
      </p:sp>
      <p:sp>
        <p:nvSpPr>
          <p:cNvPr id="13" name="ZoneTexte 12"/>
          <p:cNvSpPr txBox="1"/>
          <p:nvPr/>
        </p:nvSpPr>
        <p:spPr>
          <a:xfrm>
            <a:off x="1511663" y="1656650"/>
            <a:ext cx="6030665" cy="646331"/>
          </a:xfrm>
          <a:prstGeom prst="rect">
            <a:avLst/>
          </a:prstGeom>
          <a:gradFill>
            <a:gsLst>
              <a:gs pos="0">
                <a:srgbClr val="4F81BD">
                  <a:shade val="51000"/>
                  <a:satMod val="130000"/>
                </a:srgbClr>
              </a:gs>
              <a:gs pos="80000">
                <a:srgbClr val="4F81BD">
                  <a:shade val="93000"/>
                  <a:satMod val="130000"/>
                </a:srgbClr>
              </a:gs>
              <a:gs pos="100000">
                <a:srgbClr val="4F81BD">
                  <a:shade val="94000"/>
                  <a:satMod val="135000"/>
                </a:srgbClr>
              </a:gs>
            </a:gsLst>
            <a:lin ang="16200000" scaled="0"/>
          </a:gradFill>
        </p:spPr>
        <p:txBody>
          <a:bodyPr wrap="square" rtlCol="0">
            <a:spAutoFit/>
          </a:bodyPr>
          <a:lstStyle/>
          <a:p>
            <a:r>
              <a:rPr lang="fr-FR" sz="1800" b="0" dirty="0">
                <a:solidFill>
                  <a:schemeClr val="bg1"/>
                </a:solidFill>
                <a:latin typeface="Calibri" pitchFamily="34" charset="0"/>
                <a:cs typeface="Calibri" pitchFamily="34" charset="0"/>
              </a:rPr>
              <a:t>Le QRQC UAP assigne les actions pour résoudre les problèmes </a:t>
            </a:r>
          </a:p>
          <a:p>
            <a:pPr algn="ctr"/>
            <a:r>
              <a:rPr lang="fr-FR" sz="1800" b="0" dirty="0">
                <a:solidFill>
                  <a:schemeClr val="bg1"/>
                </a:solidFill>
                <a:latin typeface="Calibri" pitchFamily="34" charset="0"/>
                <a:cs typeface="Calibri" pitchFamily="34" charset="0"/>
              </a:rPr>
              <a:t>Rencontrés par les clients</a:t>
            </a:r>
          </a:p>
        </p:txBody>
      </p:sp>
    </p:spTree>
    <p:extLst>
      <p:ext uri="{BB962C8B-B14F-4D97-AF65-F5344CB8AC3E}">
        <p14:creationId xmlns:p14="http://schemas.microsoft.com/office/powerpoint/2010/main" val="61535680"/>
      </p:ext>
    </p:extLst>
  </p:cSld>
  <p:clrMapOvr>
    <a:masterClrMapping/>
  </p:clrMapOvr>
  <p:transition>
    <p:zoom/>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p:cNvSpPr txBox="1"/>
          <p:nvPr/>
        </p:nvSpPr>
        <p:spPr>
          <a:xfrm>
            <a:off x="251520" y="863715"/>
            <a:ext cx="4632935" cy="584775"/>
          </a:xfrm>
          <a:prstGeom prst="rect">
            <a:avLst/>
          </a:prstGeom>
          <a:noFill/>
        </p:spPr>
        <p:txBody>
          <a:bodyPr wrap="none" rtlCol="0">
            <a:spAutoFit/>
          </a:bodyPr>
          <a:lstStyle/>
          <a:p>
            <a:r>
              <a:rPr lang="fr-FR" sz="3200" b="0" dirty="0">
                <a:latin typeface="Calibri" pitchFamily="34" charset="0"/>
                <a:cs typeface="Calibri" pitchFamily="34" charset="0"/>
              </a:rPr>
              <a:t>Merci pour votre attention</a:t>
            </a:r>
          </a:p>
        </p:txBody>
      </p:sp>
    </p:spTree>
    <p:extLst>
      <p:ext uri="{BB962C8B-B14F-4D97-AF65-F5344CB8AC3E}">
        <p14:creationId xmlns:p14="http://schemas.microsoft.com/office/powerpoint/2010/main" val="141846823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LTOP" val=" 208.75"/>
  <p:tag name="LLEFT" val=" 144"/>
</p:tagLst>
</file>

<file path=ppt/tags/tag2.xml><?xml version="1.0" encoding="utf-8"?>
<p:tagLst xmlns:a="http://schemas.openxmlformats.org/drawingml/2006/main" xmlns:r="http://schemas.openxmlformats.org/officeDocument/2006/relationships" xmlns:p="http://schemas.openxmlformats.org/presentationml/2006/main">
  <p:tag name="LTOP" val=" 208.75"/>
  <p:tag name="LLEFT" val=" 144"/>
</p:tagLst>
</file>

<file path=ppt/theme/theme1.xml><?xml version="1.0" encoding="utf-8"?>
<a:theme xmlns:a="http://schemas.openxmlformats.org/drawingml/2006/main" name="PPT in^0ma">
  <a:themeElements>
    <a:clrScheme name="in&amp;ma">
      <a:dk1>
        <a:srgbClr val="495760"/>
      </a:dk1>
      <a:lt1>
        <a:sysClr val="window" lastClr="FFFFFF"/>
      </a:lt1>
      <a:dk2>
        <a:srgbClr val="495760"/>
      </a:dk2>
      <a:lt2>
        <a:srgbClr val="E7E6E6"/>
      </a:lt2>
      <a:accent1>
        <a:srgbClr val="43ABB1"/>
      </a:accent1>
      <a:accent2>
        <a:srgbClr val="F6A923"/>
      </a:accent2>
      <a:accent3>
        <a:srgbClr val="A40C6C"/>
      </a:accent3>
      <a:accent4>
        <a:srgbClr val="EFD400"/>
      </a:accent4>
      <a:accent5>
        <a:srgbClr val="E5334B"/>
      </a:accent5>
      <a:accent6>
        <a:srgbClr val="B1C800"/>
      </a:accent6>
      <a:hlink>
        <a:srgbClr val="495760"/>
      </a:hlink>
      <a:folHlink>
        <a:srgbClr val="A40C6C"/>
      </a:folHlink>
    </a:clrScheme>
    <a:fontScheme name="in&amp;ma">
      <a:majorFont>
        <a:latin typeface="Open Sans"/>
        <a:ea typeface=""/>
        <a:cs typeface=""/>
      </a:majorFont>
      <a:minorFont>
        <a:latin typeface="Text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 id="{D0884163-EF63-4ADD-B054-E3867B5DDBDB}" vid="{46348FC4-23DA-495B-A9DE-2B558142C0E5}"/>
    </a:ext>
  </a:ext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hèm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 in&amp;ma</Template>
  <TotalTime>12198401</TotalTime>
  <Words>7458</Words>
  <Application>Microsoft Office PowerPoint</Application>
  <PresentationFormat>Affichage à l'écran (4:3)</PresentationFormat>
  <Paragraphs>1372</Paragraphs>
  <Slides>100</Slides>
  <Notes>80</Notes>
  <HiddenSlides>15</HiddenSlides>
  <MMClips>0</MMClips>
  <ScaleCrop>false</ScaleCrop>
  <HeadingPairs>
    <vt:vector size="8" baseType="variant">
      <vt:variant>
        <vt:lpstr>Polices utilisées</vt:lpstr>
      </vt:variant>
      <vt:variant>
        <vt:i4>11</vt:i4>
      </vt:variant>
      <vt:variant>
        <vt:lpstr>Thème</vt:lpstr>
      </vt:variant>
      <vt:variant>
        <vt:i4>1</vt:i4>
      </vt:variant>
      <vt:variant>
        <vt:lpstr>Serveurs OLE incorporés</vt:lpstr>
      </vt:variant>
      <vt:variant>
        <vt:i4>3</vt:i4>
      </vt:variant>
      <vt:variant>
        <vt:lpstr>Titres des diapositives</vt:lpstr>
      </vt:variant>
      <vt:variant>
        <vt:i4>100</vt:i4>
      </vt:variant>
    </vt:vector>
  </HeadingPairs>
  <TitlesOfParts>
    <vt:vector size="115" baseType="lpstr">
      <vt:lpstr>Arial</vt:lpstr>
      <vt:lpstr>Arial Narrow</vt:lpstr>
      <vt:lpstr>Calibri</vt:lpstr>
      <vt:lpstr>Century Gothic</vt:lpstr>
      <vt:lpstr>Open Sans</vt:lpstr>
      <vt:lpstr>Texta</vt:lpstr>
      <vt:lpstr>Times New Roman</vt:lpstr>
      <vt:lpstr>TKTypeBold</vt:lpstr>
      <vt:lpstr>Verdana</vt:lpstr>
      <vt:lpstr>Webdings</vt:lpstr>
      <vt:lpstr>Wingdings</vt:lpstr>
      <vt:lpstr>PPT in^0ma</vt:lpstr>
      <vt:lpstr>Clip</vt:lpstr>
      <vt:lpstr>Document</vt:lpstr>
      <vt:lpstr>Feuille de calcul</vt:lpstr>
      <vt:lpstr>RESOLUTION DE PROBLEMES 8D</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BTE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Masque BTE</dc:title>
  <dc:creator>SYLVAIN BRU</dc:creator>
  <cp:lastModifiedBy>Florent Charabouska</cp:lastModifiedBy>
  <cp:revision>3453</cp:revision>
  <cp:lastPrinted>2016-01-19T15:41:39Z</cp:lastPrinted>
  <dcterms:created xsi:type="dcterms:W3CDTF">1998-07-03T12:24:03Z</dcterms:created>
  <dcterms:modified xsi:type="dcterms:W3CDTF">2021-10-06T08:52:55Z</dcterms:modified>
</cp:coreProperties>
</file>